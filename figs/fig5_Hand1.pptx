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My R Plot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4"/>
            <p:cNvSpPr/>
            <p:nvPr/>
          </p:nvSpPr>
          <p:spPr>
            <a:xfrm>
              <a:off x="1487497" y="3553428"/>
              <a:ext cx="185830" cy="309752"/>
            </a:xfrm>
            <a:custGeom>
              <a:avLst/>
              <a:pathLst>
                <a:path w="185830" h="309752">
                  <a:moveTo>
                    <a:pt x="0" y="309752"/>
                  </a:moveTo>
                  <a:lnTo>
                    <a:pt x="196" y="76663"/>
                  </a:lnTo>
                  <a:lnTo>
                    <a:pt x="2285" y="73994"/>
                  </a:lnTo>
                  <a:lnTo>
                    <a:pt x="4374" y="71282"/>
                  </a:lnTo>
                  <a:lnTo>
                    <a:pt x="6463" y="68499"/>
                  </a:lnTo>
                  <a:lnTo>
                    <a:pt x="8552" y="65611"/>
                  </a:lnTo>
                  <a:lnTo>
                    <a:pt x="10641" y="62589"/>
                  </a:lnTo>
                  <a:lnTo>
                    <a:pt x="12730" y="59435"/>
                  </a:lnTo>
                  <a:lnTo>
                    <a:pt x="14820" y="56197"/>
                  </a:lnTo>
                  <a:lnTo>
                    <a:pt x="16909" y="52886"/>
                  </a:lnTo>
                  <a:lnTo>
                    <a:pt x="18998" y="49491"/>
                  </a:lnTo>
                  <a:lnTo>
                    <a:pt x="21087" y="46106"/>
                  </a:lnTo>
                  <a:lnTo>
                    <a:pt x="23176" y="42791"/>
                  </a:lnTo>
                  <a:lnTo>
                    <a:pt x="25265" y="39523"/>
                  </a:lnTo>
                  <a:lnTo>
                    <a:pt x="27354" y="36372"/>
                  </a:lnTo>
                  <a:lnTo>
                    <a:pt x="29443" y="33367"/>
                  </a:lnTo>
                  <a:lnTo>
                    <a:pt x="31532" y="30493"/>
                  </a:lnTo>
                  <a:lnTo>
                    <a:pt x="33621" y="27737"/>
                  </a:lnTo>
                  <a:lnTo>
                    <a:pt x="35710" y="25129"/>
                  </a:lnTo>
                  <a:lnTo>
                    <a:pt x="37799" y="22629"/>
                  </a:lnTo>
                  <a:lnTo>
                    <a:pt x="39888" y="20240"/>
                  </a:lnTo>
                  <a:lnTo>
                    <a:pt x="41977" y="18008"/>
                  </a:lnTo>
                  <a:lnTo>
                    <a:pt x="44066" y="15940"/>
                  </a:lnTo>
                  <a:lnTo>
                    <a:pt x="46155" y="14040"/>
                  </a:lnTo>
                  <a:lnTo>
                    <a:pt x="48244" y="12323"/>
                  </a:lnTo>
                  <a:lnTo>
                    <a:pt x="50333" y="10794"/>
                  </a:lnTo>
                  <a:lnTo>
                    <a:pt x="52422" y="9402"/>
                  </a:lnTo>
                  <a:lnTo>
                    <a:pt x="54511" y="8112"/>
                  </a:lnTo>
                  <a:lnTo>
                    <a:pt x="56600" y="6910"/>
                  </a:lnTo>
                  <a:lnTo>
                    <a:pt x="58689" y="5770"/>
                  </a:lnTo>
                  <a:lnTo>
                    <a:pt x="60778" y="4711"/>
                  </a:lnTo>
                  <a:lnTo>
                    <a:pt x="62867" y="3737"/>
                  </a:lnTo>
                  <a:lnTo>
                    <a:pt x="64956" y="2837"/>
                  </a:lnTo>
                  <a:lnTo>
                    <a:pt x="67045" y="2021"/>
                  </a:lnTo>
                  <a:lnTo>
                    <a:pt x="69134" y="1350"/>
                  </a:lnTo>
                  <a:lnTo>
                    <a:pt x="71224" y="830"/>
                  </a:lnTo>
                  <a:lnTo>
                    <a:pt x="73313" y="417"/>
                  </a:lnTo>
                  <a:lnTo>
                    <a:pt x="75402" y="134"/>
                  </a:lnTo>
                  <a:lnTo>
                    <a:pt x="77491" y="0"/>
                  </a:lnTo>
                  <a:lnTo>
                    <a:pt x="79580" y="39"/>
                  </a:lnTo>
                  <a:lnTo>
                    <a:pt x="81669" y="287"/>
                  </a:lnTo>
                  <a:lnTo>
                    <a:pt x="83758" y="760"/>
                  </a:lnTo>
                  <a:lnTo>
                    <a:pt x="85847" y="1492"/>
                  </a:lnTo>
                  <a:lnTo>
                    <a:pt x="87936" y="2548"/>
                  </a:lnTo>
                  <a:lnTo>
                    <a:pt x="90025" y="3998"/>
                  </a:lnTo>
                  <a:lnTo>
                    <a:pt x="92114" y="5858"/>
                  </a:lnTo>
                  <a:lnTo>
                    <a:pt x="94203" y="8158"/>
                  </a:lnTo>
                  <a:lnTo>
                    <a:pt x="96292" y="10919"/>
                  </a:lnTo>
                  <a:lnTo>
                    <a:pt x="98381" y="14119"/>
                  </a:lnTo>
                  <a:lnTo>
                    <a:pt x="100470" y="17771"/>
                  </a:lnTo>
                  <a:lnTo>
                    <a:pt x="102559" y="21907"/>
                  </a:lnTo>
                  <a:lnTo>
                    <a:pt x="104648" y="26522"/>
                  </a:lnTo>
                  <a:lnTo>
                    <a:pt x="106737" y="31591"/>
                  </a:lnTo>
                  <a:lnTo>
                    <a:pt x="108826" y="37097"/>
                  </a:lnTo>
                  <a:lnTo>
                    <a:pt x="110915" y="43033"/>
                  </a:lnTo>
                  <a:lnTo>
                    <a:pt x="113004" y="49389"/>
                  </a:lnTo>
                  <a:lnTo>
                    <a:pt x="115093" y="56145"/>
                  </a:lnTo>
                  <a:lnTo>
                    <a:pt x="117182" y="63266"/>
                  </a:lnTo>
                  <a:lnTo>
                    <a:pt x="119271" y="70704"/>
                  </a:lnTo>
                  <a:lnTo>
                    <a:pt x="121360" y="78394"/>
                  </a:lnTo>
                  <a:lnTo>
                    <a:pt x="123449" y="86327"/>
                  </a:lnTo>
                  <a:lnTo>
                    <a:pt x="125538" y="94442"/>
                  </a:lnTo>
                  <a:lnTo>
                    <a:pt x="127627" y="102668"/>
                  </a:lnTo>
                  <a:lnTo>
                    <a:pt x="129717" y="110983"/>
                  </a:lnTo>
                  <a:lnTo>
                    <a:pt x="131806" y="119341"/>
                  </a:lnTo>
                  <a:lnTo>
                    <a:pt x="133895" y="127650"/>
                  </a:lnTo>
                  <a:lnTo>
                    <a:pt x="135984" y="135888"/>
                  </a:lnTo>
                  <a:lnTo>
                    <a:pt x="138073" y="144056"/>
                  </a:lnTo>
                  <a:lnTo>
                    <a:pt x="140162" y="152132"/>
                  </a:lnTo>
                  <a:lnTo>
                    <a:pt x="142251" y="160114"/>
                  </a:lnTo>
                  <a:lnTo>
                    <a:pt x="144340" y="168047"/>
                  </a:lnTo>
                  <a:lnTo>
                    <a:pt x="146429" y="175945"/>
                  </a:lnTo>
                  <a:lnTo>
                    <a:pt x="148518" y="183806"/>
                  </a:lnTo>
                  <a:lnTo>
                    <a:pt x="150607" y="191609"/>
                  </a:lnTo>
                  <a:lnTo>
                    <a:pt x="152696" y="199344"/>
                  </a:lnTo>
                  <a:lnTo>
                    <a:pt x="154785" y="206977"/>
                  </a:lnTo>
                  <a:lnTo>
                    <a:pt x="156874" y="214477"/>
                  </a:lnTo>
                  <a:lnTo>
                    <a:pt x="158963" y="221864"/>
                  </a:lnTo>
                  <a:lnTo>
                    <a:pt x="161052" y="229138"/>
                  </a:lnTo>
                  <a:lnTo>
                    <a:pt x="163141" y="236319"/>
                  </a:lnTo>
                  <a:lnTo>
                    <a:pt x="165230" y="243447"/>
                  </a:lnTo>
                  <a:lnTo>
                    <a:pt x="167319" y="250531"/>
                  </a:lnTo>
                  <a:lnTo>
                    <a:pt x="169408" y="257575"/>
                  </a:lnTo>
                  <a:lnTo>
                    <a:pt x="171497" y="264578"/>
                  </a:lnTo>
                  <a:lnTo>
                    <a:pt x="173586" y="271511"/>
                  </a:lnTo>
                  <a:lnTo>
                    <a:pt x="175675" y="278333"/>
                  </a:lnTo>
                  <a:lnTo>
                    <a:pt x="177764" y="285039"/>
                  </a:lnTo>
                  <a:lnTo>
                    <a:pt x="179853" y="291649"/>
                  </a:lnTo>
                  <a:lnTo>
                    <a:pt x="181942" y="298129"/>
                  </a:lnTo>
                  <a:lnTo>
                    <a:pt x="184031" y="304466"/>
                  </a:lnTo>
                  <a:lnTo>
                    <a:pt x="185830" y="309752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1731280" y="2036227"/>
              <a:ext cx="5921340" cy="1826954"/>
            </a:xfrm>
            <a:custGeom>
              <a:avLst/>
              <a:pathLst>
                <a:path w="5921340" h="1826954">
                  <a:moveTo>
                    <a:pt x="0" y="1826954"/>
                  </a:moveTo>
                  <a:lnTo>
                    <a:pt x="831" y="1824649"/>
                  </a:lnTo>
                  <a:lnTo>
                    <a:pt x="2920" y="1818615"/>
                  </a:lnTo>
                  <a:lnTo>
                    <a:pt x="5009" y="1812375"/>
                  </a:lnTo>
                  <a:lnTo>
                    <a:pt x="7098" y="1805933"/>
                  </a:lnTo>
                  <a:lnTo>
                    <a:pt x="9187" y="1799318"/>
                  </a:lnTo>
                  <a:lnTo>
                    <a:pt x="11276" y="1792554"/>
                  </a:lnTo>
                  <a:lnTo>
                    <a:pt x="13365" y="1785683"/>
                  </a:lnTo>
                  <a:lnTo>
                    <a:pt x="15454" y="1778709"/>
                  </a:lnTo>
                  <a:lnTo>
                    <a:pt x="17543" y="1771686"/>
                  </a:lnTo>
                  <a:lnTo>
                    <a:pt x="19632" y="1764679"/>
                  </a:lnTo>
                  <a:lnTo>
                    <a:pt x="21721" y="1757737"/>
                  </a:lnTo>
                  <a:lnTo>
                    <a:pt x="23810" y="1750920"/>
                  </a:lnTo>
                  <a:lnTo>
                    <a:pt x="25899" y="1744217"/>
                  </a:lnTo>
                  <a:lnTo>
                    <a:pt x="27988" y="1737618"/>
                  </a:lnTo>
                  <a:lnTo>
                    <a:pt x="30077" y="1731134"/>
                  </a:lnTo>
                  <a:lnTo>
                    <a:pt x="32166" y="1724797"/>
                  </a:lnTo>
                  <a:lnTo>
                    <a:pt x="34256" y="1718609"/>
                  </a:lnTo>
                  <a:lnTo>
                    <a:pt x="36345" y="1712565"/>
                  </a:lnTo>
                  <a:lnTo>
                    <a:pt x="38434" y="1706673"/>
                  </a:lnTo>
                  <a:lnTo>
                    <a:pt x="40523" y="1700934"/>
                  </a:lnTo>
                  <a:lnTo>
                    <a:pt x="42612" y="1695359"/>
                  </a:lnTo>
                  <a:lnTo>
                    <a:pt x="44701" y="1689958"/>
                  </a:lnTo>
                  <a:lnTo>
                    <a:pt x="46790" y="1684787"/>
                  </a:lnTo>
                  <a:lnTo>
                    <a:pt x="48879" y="1679830"/>
                  </a:lnTo>
                  <a:lnTo>
                    <a:pt x="50968" y="1675076"/>
                  </a:lnTo>
                  <a:lnTo>
                    <a:pt x="53057" y="1670525"/>
                  </a:lnTo>
                  <a:lnTo>
                    <a:pt x="55146" y="1666165"/>
                  </a:lnTo>
                  <a:lnTo>
                    <a:pt x="57235" y="1662027"/>
                  </a:lnTo>
                  <a:lnTo>
                    <a:pt x="59324" y="1658137"/>
                  </a:lnTo>
                  <a:lnTo>
                    <a:pt x="61413" y="1654532"/>
                  </a:lnTo>
                  <a:lnTo>
                    <a:pt x="63502" y="1651257"/>
                  </a:lnTo>
                  <a:lnTo>
                    <a:pt x="65591" y="1648337"/>
                  </a:lnTo>
                  <a:lnTo>
                    <a:pt x="67680" y="1645774"/>
                  </a:lnTo>
                  <a:lnTo>
                    <a:pt x="69769" y="1643554"/>
                  </a:lnTo>
                  <a:lnTo>
                    <a:pt x="71858" y="1641624"/>
                  </a:lnTo>
                  <a:lnTo>
                    <a:pt x="73947" y="1639966"/>
                  </a:lnTo>
                  <a:lnTo>
                    <a:pt x="76036" y="1638610"/>
                  </a:lnTo>
                  <a:lnTo>
                    <a:pt x="78125" y="1637560"/>
                  </a:lnTo>
                  <a:lnTo>
                    <a:pt x="80214" y="1636795"/>
                  </a:lnTo>
                  <a:lnTo>
                    <a:pt x="82303" y="1636292"/>
                  </a:lnTo>
                  <a:lnTo>
                    <a:pt x="84392" y="1636058"/>
                  </a:lnTo>
                  <a:lnTo>
                    <a:pt x="86481" y="1636068"/>
                  </a:lnTo>
                  <a:lnTo>
                    <a:pt x="88570" y="1636311"/>
                  </a:lnTo>
                  <a:lnTo>
                    <a:pt x="90659" y="1636785"/>
                  </a:lnTo>
                  <a:lnTo>
                    <a:pt x="92749" y="1637456"/>
                  </a:lnTo>
                  <a:lnTo>
                    <a:pt x="94838" y="1638266"/>
                  </a:lnTo>
                  <a:lnTo>
                    <a:pt x="96927" y="1639205"/>
                  </a:lnTo>
                  <a:lnTo>
                    <a:pt x="99016" y="1640268"/>
                  </a:lnTo>
                  <a:lnTo>
                    <a:pt x="101105" y="1641474"/>
                  </a:lnTo>
                  <a:lnTo>
                    <a:pt x="103194" y="1642843"/>
                  </a:lnTo>
                  <a:lnTo>
                    <a:pt x="105283" y="1644352"/>
                  </a:lnTo>
                  <a:lnTo>
                    <a:pt x="107372" y="1645975"/>
                  </a:lnTo>
                  <a:lnTo>
                    <a:pt x="109461" y="1647659"/>
                  </a:lnTo>
                  <a:lnTo>
                    <a:pt x="111550" y="1649356"/>
                  </a:lnTo>
                  <a:lnTo>
                    <a:pt x="113639" y="1651024"/>
                  </a:lnTo>
                  <a:lnTo>
                    <a:pt x="115728" y="1652631"/>
                  </a:lnTo>
                  <a:lnTo>
                    <a:pt x="117817" y="1654159"/>
                  </a:lnTo>
                  <a:lnTo>
                    <a:pt x="119906" y="1655623"/>
                  </a:lnTo>
                  <a:lnTo>
                    <a:pt x="121995" y="1657041"/>
                  </a:lnTo>
                  <a:lnTo>
                    <a:pt x="124084" y="1658376"/>
                  </a:lnTo>
                  <a:lnTo>
                    <a:pt x="126173" y="1659616"/>
                  </a:lnTo>
                  <a:lnTo>
                    <a:pt x="128262" y="1660709"/>
                  </a:lnTo>
                  <a:lnTo>
                    <a:pt x="130351" y="1661628"/>
                  </a:lnTo>
                  <a:lnTo>
                    <a:pt x="132440" y="1662380"/>
                  </a:lnTo>
                  <a:lnTo>
                    <a:pt x="134529" y="1663000"/>
                  </a:lnTo>
                  <a:lnTo>
                    <a:pt x="136618" y="1663455"/>
                  </a:lnTo>
                  <a:lnTo>
                    <a:pt x="138707" y="1663729"/>
                  </a:lnTo>
                  <a:lnTo>
                    <a:pt x="140796" y="1663802"/>
                  </a:lnTo>
                  <a:lnTo>
                    <a:pt x="142885" y="1663703"/>
                  </a:lnTo>
                  <a:lnTo>
                    <a:pt x="144974" y="1663458"/>
                  </a:lnTo>
                  <a:lnTo>
                    <a:pt x="147063" y="1663110"/>
                  </a:lnTo>
                  <a:lnTo>
                    <a:pt x="149153" y="1662633"/>
                  </a:lnTo>
                  <a:lnTo>
                    <a:pt x="151242" y="1661991"/>
                  </a:lnTo>
                  <a:lnTo>
                    <a:pt x="153331" y="1661124"/>
                  </a:lnTo>
                  <a:lnTo>
                    <a:pt x="155420" y="1660065"/>
                  </a:lnTo>
                  <a:lnTo>
                    <a:pt x="157509" y="1658825"/>
                  </a:lnTo>
                  <a:lnTo>
                    <a:pt x="159598" y="1657450"/>
                  </a:lnTo>
                  <a:lnTo>
                    <a:pt x="161687" y="1655934"/>
                  </a:lnTo>
                  <a:lnTo>
                    <a:pt x="163776" y="1654257"/>
                  </a:lnTo>
                  <a:lnTo>
                    <a:pt x="165865" y="1652354"/>
                  </a:lnTo>
                  <a:lnTo>
                    <a:pt x="167954" y="1650192"/>
                  </a:lnTo>
                  <a:lnTo>
                    <a:pt x="170043" y="1647741"/>
                  </a:lnTo>
                  <a:lnTo>
                    <a:pt x="172132" y="1645017"/>
                  </a:lnTo>
                  <a:lnTo>
                    <a:pt x="174221" y="1642026"/>
                  </a:lnTo>
                  <a:lnTo>
                    <a:pt x="176310" y="1638832"/>
                  </a:lnTo>
                  <a:lnTo>
                    <a:pt x="178399" y="1635496"/>
                  </a:lnTo>
                  <a:lnTo>
                    <a:pt x="180488" y="1632052"/>
                  </a:lnTo>
                  <a:lnTo>
                    <a:pt x="182577" y="1628475"/>
                  </a:lnTo>
                  <a:lnTo>
                    <a:pt x="184666" y="1624790"/>
                  </a:lnTo>
                  <a:lnTo>
                    <a:pt x="186755" y="1621031"/>
                  </a:lnTo>
                  <a:lnTo>
                    <a:pt x="188844" y="1617193"/>
                  </a:lnTo>
                  <a:lnTo>
                    <a:pt x="190933" y="1613293"/>
                  </a:lnTo>
                  <a:lnTo>
                    <a:pt x="193022" y="1609372"/>
                  </a:lnTo>
                  <a:lnTo>
                    <a:pt x="195111" y="1605438"/>
                  </a:lnTo>
                  <a:lnTo>
                    <a:pt x="197200" y="1601553"/>
                  </a:lnTo>
                  <a:lnTo>
                    <a:pt x="199289" y="1597823"/>
                  </a:lnTo>
                  <a:lnTo>
                    <a:pt x="201378" y="1594316"/>
                  </a:lnTo>
                  <a:lnTo>
                    <a:pt x="203467" y="1591076"/>
                  </a:lnTo>
                  <a:lnTo>
                    <a:pt x="205556" y="1588119"/>
                  </a:lnTo>
                  <a:lnTo>
                    <a:pt x="207646" y="1585422"/>
                  </a:lnTo>
                  <a:lnTo>
                    <a:pt x="209735" y="1582969"/>
                  </a:lnTo>
                  <a:lnTo>
                    <a:pt x="211824" y="1580766"/>
                  </a:lnTo>
                  <a:lnTo>
                    <a:pt x="213913" y="1578812"/>
                  </a:lnTo>
                  <a:lnTo>
                    <a:pt x="216002" y="1577116"/>
                  </a:lnTo>
                  <a:lnTo>
                    <a:pt x="218091" y="1575662"/>
                  </a:lnTo>
                  <a:lnTo>
                    <a:pt x="220180" y="1574471"/>
                  </a:lnTo>
                  <a:lnTo>
                    <a:pt x="222269" y="1573543"/>
                  </a:lnTo>
                  <a:lnTo>
                    <a:pt x="224358" y="1572865"/>
                  </a:lnTo>
                  <a:lnTo>
                    <a:pt x="226447" y="1572397"/>
                  </a:lnTo>
                  <a:lnTo>
                    <a:pt x="228536" y="1572126"/>
                  </a:lnTo>
                  <a:lnTo>
                    <a:pt x="230625" y="1572026"/>
                  </a:lnTo>
                  <a:lnTo>
                    <a:pt x="232714" y="1572070"/>
                  </a:lnTo>
                  <a:lnTo>
                    <a:pt x="234803" y="1572239"/>
                  </a:lnTo>
                  <a:lnTo>
                    <a:pt x="236892" y="1572483"/>
                  </a:lnTo>
                  <a:lnTo>
                    <a:pt x="238981" y="1572752"/>
                  </a:lnTo>
                  <a:lnTo>
                    <a:pt x="241070" y="1573011"/>
                  </a:lnTo>
                  <a:lnTo>
                    <a:pt x="243159" y="1573278"/>
                  </a:lnTo>
                  <a:lnTo>
                    <a:pt x="245248" y="1573589"/>
                  </a:lnTo>
                  <a:lnTo>
                    <a:pt x="247337" y="1573980"/>
                  </a:lnTo>
                  <a:lnTo>
                    <a:pt x="249426" y="1574437"/>
                  </a:lnTo>
                  <a:lnTo>
                    <a:pt x="251515" y="1574918"/>
                  </a:lnTo>
                  <a:lnTo>
                    <a:pt x="253604" y="1575395"/>
                  </a:lnTo>
                  <a:lnTo>
                    <a:pt x="255693" y="1575864"/>
                  </a:lnTo>
                  <a:lnTo>
                    <a:pt x="257782" y="1576382"/>
                  </a:lnTo>
                  <a:lnTo>
                    <a:pt x="259871" y="1576974"/>
                  </a:lnTo>
                  <a:lnTo>
                    <a:pt x="261960" y="1577638"/>
                  </a:lnTo>
                  <a:lnTo>
                    <a:pt x="264050" y="1578336"/>
                  </a:lnTo>
                  <a:lnTo>
                    <a:pt x="266139" y="1579070"/>
                  </a:lnTo>
                  <a:lnTo>
                    <a:pt x="268228" y="1579889"/>
                  </a:lnTo>
                  <a:lnTo>
                    <a:pt x="270317" y="1580867"/>
                  </a:lnTo>
                  <a:lnTo>
                    <a:pt x="272406" y="1582076"/>
                  </a:lnTo>
                  <a:lnTo>
                    <a:pt x="274495" y="1583511"/>
                  </a:lnTo>
                  <a:lnTo>
                    <a:pt x="276584" y="1585150"/>
                  </a:lnTo>
                  <a:lnTo>
                    <a:pt x="278673" y="1586966"/>
                  </a:lnTo>
                  <a:lnTo>
                    <a:pt x="280762" y="1588970"/>
                  </a:lnTo>
                  <a:lnTo>
                    <a:pt x="282851" y="1591135"/>
                  </a:lnTo>
                  <a:lnTo>
                    <a:pt x="284940" y="1593446"/>
                  </a:lnTo>
                  <a:lnTo>
                    <a:pt x="287029" y="1595934"/>
                  </a:lnTo>
                  <a:lnTo>
                    <a:pt x="289118" y="1598584"/>
                  </a:lnTo>
                  <a:lnTo>
                    <a:pt x="291207" y="1601338"/>
                  </a:lnTo>
                  <a:lnTo>
                    <a:pt x="293296" y="1604184"/>
                  </a:lnTo>
                  <a:lnTo>
                    <a:pt x="295385" y="1607133"/>
                  </a:lnTo>
                  <a:lnTo>
                    <a:pt x="297474" y="1610144"/>
                  </a:lnTo>
                  <a:lnTo>
                    <a:pt x="299563" y="1613189"/>
                  </a:lnTo>
                  <a:lnTo>
                    <a:pt x="301652" y="1616203"/>
                  </a:lnTo>
                  <a:lnTo>
                    <a:pt x="303741" y="1619081"/>
                  </a:lnTo>
                  <a:lnTo>
                    <a:pt x="305830" y="1621764"/>
                  </a:lnTo>
                  <a:lnTo>
                    <a:pt x="307919" y="1624226"/>
                  </a:lnTo>
                  <a:lnTo>
                    <a:pt x="310008" y="1626441"/>
                  </a:lnTo>
                  <a:lnTo>
                    <a:pt x="312097" y="1628412"/>
                  </a:lnTo>
                  <a:lnTo>
                    <a:pt x="314186" y="1630146"/>
                  </a:lnTo>
                  <a:lnTo>
                    <a:pt x="316275" y="1631657"/>
                  </a:lnTo>
                  <a:lnTo>
                    <a:pt x="318364" y="1632962"/>
                  </a:lnTo>
                  <a:lnTo>
                    <a:pt x="320453" y="1634107"/>
                  </a:lnTo>
                  <a:lnTo>
                    <a:pt x="322543" y="1635167"/>
                  </a:lnTo>
                  <a:lnTo>
                    <a:pt x="324632" y="1636172"/>
                  </a:lnTo>
                  <a:lnTo>
                    <a:pt x="326721" y="1637101"/>
                  </a:lnTo>
                  <a:lnTo>
                    <a:pt x="328810" y="1637951"/>
                  </a:lnTo>
                  <a:lnTo>
                    <a:pt x="330899" y="1638750"/>
                  </a:lnTo>
                  <a:lnTo>
                    <a:pt x="332988" y="1639494"/>
                  </a:lnTo>
                  <a:lnTo>
                    <a:pt x="335077" y="1640187"/>
                  </a:lnTo>
                  <a:lnTo>
                    <a:pt x="337166" y="1640860"/>
                  </a:lnTo>
                  <a:lnTo>
                    <a:pt x="339255" y="1641548"/>
                  </a:lnTo>
                  <a:lnTo>
                    <a:pt x="341344" y="1642311"/>
                  </a:lnTo>
                  <a:lnTo>
                    <a:pt x="343433" y="1643186"/>
                  </a:lnTo>
                  <a:lnTo>
                    <a:pt x="345522" y="1644218"/>
                  </a:lnTo>
                  <a:lnTo>
                    <a:pt x="347611" y="1645410"/>
                  </a:lnTo>
                  <a:lnTo>
                    <a:pt x="349700" y="1646753"/>
                  </a:lnTo>
                  <a:lnTo>
                    <a:pt x="351789" y="1648173"/>
                  </a:lnTo>
                  <a:lnTo>
                    <a:pt x="353878" y="1649629"/>
                  </a:lnTo>
                  <a:lnTo>
                    <a:pt x="355967" y="1651083"/>
                  </a:lnTo>
                  <a:lnTo>
                    <a:pt x="358056" y="1652593"/>
                  </a:lnTo>
                  <a:lnTo>
                    <a:pt x="360145" y="1654174"/>
                  </a:lnTo>
                  <a:lnTo>
                    <a:pt x="362234" y="1655839"/>
                  </a:lnTo>
                  <a:lnTo>
                    <a:pt x="364323" y="1657577"/>
                  </a:lnTo>
                  <a:lnTo>
                    <a:pt x="366412" y="1659368"/>
                  </a:lnTo>
                  <a:lnTo>
                    <a:pt x="368501" y="1661221"/>
                  </a:lnTo>
                  <a:lnTo>
                    <a:pt x="370590" y="1663147"/>
                  </a:lnTo>
                  <a:lnTo>
                    <a:pt x="372679" y="1665116"/>
                  </a:lnTo>
                  <a:lnTo>
                    <a:pt x="374768" y="1667083"/>
                  </a:lnTo>
                  <a:lnTo>
                    <a:pt x="376857" y="1668992"/>
                  </a:lnTo>
                  <a:lnTo>
                    <a:pt x="378947" y="1670852"/>
                  </a:lnTo>
                  <a:lnTo>
                    <a:pt x="381036" y="1672691"/>
                  </a:lnTo>
                  <a:lnTo>
                    <a:pt x="383125" y="1674557"/>
                  </a:lnTo>
                  <a:lnTo>
                    <a:pt x="385214" y="1676452"/>
                  </a:lnTo>
                  <a:lnTo>
                    <a:pt x="387303" y="1678396"/>
                  </a:lnTo>
                  <a:lnTo>
                    <a:pt x="389392" y="1680363"/>
                  </a:lnTo>
                  <a:lnTo>
                    <a:pt x="391481" y="1682328"/>
                  </a:lnTo>
                  <a:lnTo>
                    <a:pt x="393570" y="1684229"/>
                  </a:lnTo>
                  <a:lnTo>
                    <a:pt x="395659" y="1686113"/>
                  </a:lnTo>
                  <a:lnTo>
                    <a:pt x="397748" y="1688014"/>
                  </a:lnTo>
                  <a:lnTo>
                    <a:pt x="399837" y="1689908"/>
                  </a:lnTo>
                  <a:lnTo>
                    <a:pt x="401926" y="1691775"/>
                  </a:lnTo>
                  <a:lnTo>
                    <a:pt x="404015" y="1693629"/>
                  </a:lnTo>
                  <a:lnTo>
                    <a:pt x="406104" y="1695465"/>
                  </a:lnTo>
                  <a:lnTo>
                    <a:pt x="408193" y="1697337"/>
                  </a:lnTo>
                  <a:lnTo>
                    <a:pt x="410282" y="1699253"/>
                  </a:lnTo>
                  <a:lnTo>
                    <a:pt x="412371" y="1701160"/>
                  </a:lnTo>
                  <a:lnTo>
                    <a:pt x="414460" y="1703022"/>
                  </a:lnTo>
                  <a:lnTo>
                    <a:pt x="416549" y="1704790"/>
                  </a:lnTo>
                  <a:lnTo>
                    <a:pt x="418638" y="1706447"/>
                  </a:lnTo>
                  <a:lnTo>
                    <a:pt x="420727" y="1707993"/>
                  </a:lnTo>
                  <a:lnTo>
                    <a:pt x="422816" y="1709432"/>
                  </a:lnTo>
                  <a:lnTo>
                    <a:pt x="424905" y="1710750"/>
                  </a:lnTo>
                  <a:lnTo>
                    <a:pt x="426994" y="1711890"/>
                  </a:lnTo>
                  <a:lnTo>
                    <a:pt x="429083" y="1712805"/>
                  </a:lnTo>
                  <a:lnTo>
                    <a:pt x="431172" y="1713508"/>
                  </a:lnTo>
                  <a:lnTo>
                    <a:pt x="433261" y="1714045"/>
                  </a:lnTo>
                  <a:lnTo>
                    <a:pt x="435350" y="1714416"/>
                  </a:lnTo>
                  <a:lnTo>
                    <a:pt x="437440" y="1714607"/>
                  </a:lnTo>
                  <a:lnTo>
                    <a:pt x="439529" y="1714635"/>
                  </a:lnTo>
                  <a:lnTo>
                    <a:pt x="441618" y="1714493"/>
                  </a:lnTo>
                  <a:lnTo>
                    <a:pt x="443707" y="1714186"/>
                  </a:lnTo>
                  <a:lnTo>
                    <a:pt x="445796" y="1713727"/>
                  </a:lnTo>
                  <a:lnTo>
                    <a:pt x="447885" y="1713148"/>
                  </a:lnTo>
                  <a:lnTo>
                    <a:pt x="449974" y="1712463"/>
                  </a:lnTo>
                  <a:lnTo>
                    <a:pt x="452063" y="1711663"/>
                  </a:lnTo>
                  <a:lnTo>
                    <a:pt x="454152" y="1710731"/>
                  </a:lnTo>
                  <a:lnTo>
                    <a:pt x="456241" y="1709693"/>
                  </a:lnTo>
                  <a:lnTo>
                    <a:pt x="458330" y="1708580"/>
                  </a:lnTo>
                  <a:lnTo>
                    <a:pt x="460419" y="1707441"/>
                  </a:lnTo>
                  <a:lnTo>
                    <a:pt x="462508" y="1706340"/>
                  </a:lnTo>
                  <a:lnTo>
                    <a:pt x="464597" y="1705233"/>
                  </a:lnTo>
                  <a:lnTo>
                    <a:pt x="466686" y="1704109"/>
                  </a:lnTo>
                  <a:lnTo>
                    <a:pt x="468775" y="1702973"/>
                  </a:lnTo>
                  <a:lnTo>
                    <a:pt x="470864" y="1701815"/>
                  </a:lnTo>
                  <a:lnTo>
                    <a:pt x="472953" y="1700653"/>
                  </a:lnTo>
                  <a:lnTo>
                    <a:pt x="475042" y="1699486"/>
                  </a:lnTo>
                  <a:lnTo>
                    <a:pt x="477131" y="1698306"/>
                  </a:lnTo>
                  <a:lnTo>
                    <a:pt x="479220" y="1697127"/>
                  </a:lnTo>
                  <a:lnTo>
                    <a:pt x="481309" y="1695952"/>
                  </a:lnTo>
                  <a:lnTo>
                    <a:pt x="483398" y="1694782"/>
                  </a:lnTo>
                  <a:lnTo>
                    <a:pt x="485487" y="1693597"/>
                  </a:lnTo>
                  <a:lnTo>
                    <a:pt x="487576" y="1692376"/>
                  </a:lnTo>
                  <a:lnTo>
                    <a:pt x="489665" y="1691102"/>
                  </a:lnTo>
                  <a:lnTo>
                    <a:pt x="491754" y="1689737"/>
                  </a:lnTo>
                  <a:lnTo>
                    <a:pt x="493844" y="1688238"/>
                  </a:lnTo>
                  <a:lnTo>
                    <a:pt x="495933" y="1686613"/>
                  </a:lnTo>
                  <a:lnTo>
                    <a:pt x="498022" y="1684913"/>
                  </a:lnTo>
                  <a:lnTo>
                    <a:pt x="500111" y="1683167"/>
                  </a:lnTo>
                  <a:lnTo>
                    <a:pt x="502200" y="1681357"/>
                  </a:lnTo>
                  <a:lnTo>
                    <a:pt x="504289" y="1679514"/>
                  </a:lnTo>
                  <a:lnTo>
                    <a:pt x="506378" y="1677675"/>
                  </a:lnTo>
                  <a:lnTo>
                    <a:pt x="508467" y="1675869"/>
                  </a:lnTo>
                  <a:lnTo>
                    <a:pt x="510556" y="1674105"/>
                  </a:lnTo>
                  <a:lnTo>
                    <a:pt x="512645" y="1672400"/>
                  </a:lnTo>
                  <a:lnTo>
                    <a:pt x="514734" y="1670761"/>
                  </a:lnTo>
                  <a:lnTo>
                    <a:pt x="516823" y="1669242"/>
                  </a:lnTo>
                  <a:lnTo>
                    <a:pt x="518912" y="1667904"/>
                  </a:lnTo>
                  <a:lnTo>
                    <a:pt x="521001" y="1666829"/>
                  </a:lnTo>
                  <a:lnTo>
                    <a:pt x="523090" y="1666057"/>
                  </a:lnTo>
                  <a:lnTo>
                    <a:pt x="525179" y="1665595"/>
                  </a:lnTo>
                  <a:lnTo>
                    <a:pt x="527268" y="1665439"/>
                  </a:lnTo>
                  <a:lnTo>
                    <a:pt x="529357" y="1665567"/>
                  </a:lnTo>
                  <a:lnTo>
                    <a:pt x="531446" y="1665964"/>
                  </a:lnTo>
                  <a:lnTo>
                    <a:pt x="533535" y="1666653"/>
                  </a:lnTo>
                  <a:lnTo>
                    <a:pt x="535624" y="1667625"/>
                  </a:lnTo>
                  <a:lnTo>
                    <a:pt x="537713" y="1668854"/>
                  </a:lnTo>
                  <a:lnTo>
                    <a:pt x="539802" y="1670298"/>
                  </a:lnTo>
                  <a:lnTo>
                    <a:pt x="541891" y="1671926"/>
                  </a:lnTo>
                  <a:lnTo>
                    <a:pt x="543980" y="1673728"/>
                  </a:lnTo>
                  <a:lnTo>
                    <a:pt x="546069" y="1675704"/>
                  </a:lnTo>
                  <a:lnTo>
                    <a:pt x="548158" y="1677840"/>
                  </a:lnTo>
                  <a:lnTo>
                    <a:pt x="550247" y="1680102"/>
                  </a:lnTo>
                  <a:lnTo>
                    <a:pt x="552337" y="1682386"/>
                  </a:lnTo>
                  <a:lnTo>
                    <a:pt x="554426" y="1684619"/>
                  </a:lnTo>
                  <a:lnTo>
                    <a:pt x="556515" y="1686782"/>
                  </a:lnTo>
                  <a:lnTo>
                    <a:pt x="558604" y="1688892"/>
                  </a:lnTo>
                  <a:lnTo>
                    <a:pt x="560693" y="1690947"/>
                  </a:lnTo>
                  <a:lnTo>
                    <a:pt x="562782" y="1692929"/>
                  </a:lnTo>
                  <a:lnTo>
                    <a:pt x="564871" y="1694851"/>
                  </a:lnTo>
                  <a:lnTo>
                    <a:pt x="566960" y="1696635"/>
                  </a:lnTo>
                  <a:lnTo>
                    <a:pt x="569049" y="1698260"/>
                  </a:lnTo>
                  <a:lnTo>
                    <a:pt x="571138" y="1699737"/>
                  </a:lnTo>
                  <a:lnTo>
                    <a:pt x="573227" y="1701063"/>
                  </a:lnTo>
                  <a:lnTo>
                    <a:pt x="575316" y="1702240"/>
                  </a:lnTo>
                  <a:lnTo>
                    <a:pt x="577405" y="1703260"/>
                  </a:lnTo>
                  <a:lnTo>
                    <a:pt x="579494" y="1704111"/>
                  </a:lnTo>
                  <a:lnTo>
                    <a:pt x="581583" y="1704794"/>
                  </a:lnTo>
                  <a:lnTo>
                    <a:pt x="583672" y="1705349"/>
                  </a:lnTo>
                  <a:lnTo>
                    <a:pt x="585761" y="1705781"/>
                  </a:lnTo>
                  <a:lnTo>
                    <a:pt x="587850" y="1706108"/>
                  </a:lnTo>
                  <a:lnTo>
                    <a:pt x="589939" y="1706284"/>
                  </a:lnTo>
                  <a:lnTo>
                    <a:pt x="592028" y="1706306"/>
                  </a:lnTo>
                  <a:lnTo>
                    <a:pt x="594117" y="1706201"/>
                  </a:lnTo>
                  <a:lnTo>
                    <a:pt x="596206" y="1705940"/>
                  </a:lnTo>
                  <a:lnTo>
                    <a:pt x="598295" y="1705566"/>
                  </a:lnTo>
                  <a:lnTo>
                    <a:pt x="600384" y="1705092"/>
                  </a:lnTo>
                  <a:lnTo>
                    <a:pt x="602473" y="1704546"/>
                  </a:lnTo>
                  <a:lnTo>
                    <a:pt x="604562" y="1703934"/>
                  </a:lnTo>
                  <a:lnTo>
                    <a:pt x="606651" y="1703254"/>
                  </a:lnTo>
                  <a:lnTo>
                    <a:pt x="608741" y="1702499"/>
                  </a:lnTo>
                  <a:lnTo>
                    <a:pt x="610830" y="1701638"/>
                  </a:lnTo>
                  <a:lnTo>
                    <a:pt x="612919" y="1700664"/>
                  </a:lnTo>
                  <a:lnTo>
                    <a:pt x="615008" y="1699577"/>
                  </a:lnTo>
                  <a:lnTo>
                    <a:pt x="617097" y="1698376"/>
                  </a:lnTo>
                  <a:lnTo>
                    <a:pt x="619186" y="1697061"/>
                  </a:lnTo>
                  <a:lnTo>
                    <a:pt x="621275" y="1695672"/>
                  </a:lnTo>
                  <a:lnTo>
                    <a:pt x="623364" y="1694212"/>
                  </a:lnTo>
                  <a:lnTo>
                    <a:pt x="625453" y="1692648"/>
                  </a:lnTo>
                  <a:lnTo>
                    <a:pt x="627542" y="1690990"/>
                  </a:lnTo>
                  <a:lnTo>
                    <a:pt x="629631" y="1689251"/>
                  </a:lnTo>
                  <a:lnTo>
                    <a:pt x="631720" y="1687433"/>
                  </a:lnTo>
                  <a:lnTo>
                    <a:pt x="633809" y="1685526"/>
                  </a:lnTo>
                  <a:lnTo>
                    <a:pt x="635898" y="1683546"/>
                  </a:lnTo>
                  <a:lnTo>
                    <a:pt x="637987" y="1681502"/>
                  </a:lnTo>
                  <a:lnTo>
                    <a:pt x="640076" y="1679409"/>
                  </a:lnTo>
                  <a:lnTo>
                    <a:pt x="642165" y="1677264"/>
                  </a:lnTo>
                  <a:lnTo>
                    <a:pt x="644254" y="1675088"/>
                  </a:lnTo>
                  <a:lnTo>
                    <a:pt x="646343" y="1672895"/>
                  </a:lnTo>
                  <a:lnTo>
                    <a:pt x="648432" y="1670715"/>
                  </a:lnTo>
                  <a:lnTo>
                    <a:pt x="650521" y="1668542"/>
                  </a:lnTo>
                  <a:lnTo>
                    <a:pt x="652610" y="1666369"/>
                  </a:lnTo>
                  <a:lnTo>
                    <a:pt x="654699" y="1664205"/>
                  </a:lnTo>
                  <a:lnTo>
                    <a:pt x="656788" y="1662106"/>
                  </a:lnTo>
                  <a:lnTo>
                    <a:pt x="658877" y="1660144"/>
                  </a:lnTo>
                  <a:lnTo>
                    <a:pt x="660966" y="1658326"/>
                  </a:lnTo>
                  <a:lnTo>
                    <a:pt x="663055" y="1656638"/>
                  </a:lnTo>
                  <a:lnTo>
                    <a:pt x="665144" y="1655064"/>
                  </a:lnTo>
                  <a:lnTo>
                    <a:pt x="667234" y="1653591"/>
                  </a:lnTo>
                  <a:lnTo>
                    <a:pt x="669323" y="1652198"/>
                  </a:lnTo>
                  <a:lnTo>
                    <a:pt x="671412" y="1650864"/>
                  </a:lnTo>
                  <a:lnTo>
                    <a:pt x="673501" y="1649606"/>
                  </a:lnTo>
                  <a:lnTo>
                    <a:pt x="675590" y="1648414"/>
                  </a:lnTo>
                  <a:lnTo>
                    <a:pt x="677679" y="1647281"/>
                  </a:lnTo>
                  <a:lnTo>
                    <a:pt x="679768" y="1646188"/>
                  </a:lnTo>
                  <a:lnTo>
                    <a:pt x="681857" y="1645149"/>
                  </a:lnTo>
                  <a:lnTo>
                    <a:pt x="683946" y="1644186"/>
                  </a:lnTo>
                  <a:lnTo>
                    <a:pt x="686035" y="1643298"/>
                  </a:lnTo>
                  <a:lnTo>
                    <a:pt x="688124" y="1642444"/>
                  </a:lnTo>
                  <a:lnTo>
                    <a:pt x="690213" y="1641590"/>
                  </a:lnTo>
                  <a:lnTo>
                    <a:pt x="692302" y="1640738"/>
                  </a:lnTo>
                  <a:lnTo>
                    <a:pt x="694391" y="1639923"/>
                  </a:lnTo>
                  <a:lnTo>
                    <a:pt x="696480" y="1639182"/>
                  </a:lnTo>
                  <a:lnTo>
                    <a:pt x="698569" y="1638530"/>
                  </a:lnTo>
                  <a:lnTo>
                    <a:pt x="700658" y="1638014"/>
                  </a:lnTo>
                  <a:lnTo>
                    <a:pt x="702747" y="1637680"/>
                  </a:lnTo>
                  <a:lnTo>
                    <a:pt x="704836" y="1637553"/>
                  </a:lnTo>
                  <a:lnTo>
                    <a:pt x="706925" y="1637625"/>
                  </a:lnTo>
                  <a:lnTo>
                    <a:pt x="709014" y="1637857"/>
                  </a:lnTo>
                  <a:lnTo>
                    <a:pt x="711103" y="1638242"/>
                  </a:lnTo>
                  <a:lnTo>
                    <a:pt x="713192" y="1638772"/>
                  </a:lnTo>
                  <a:lnTo>
                    <a:pt x="715281" y="1639444"/>
                  </a:lnTo>
                  <a:lnTo>
                    <a:pt x="717370" y="1640254"/>
                  </a:lnTo>
                  <a:lnTo>
                    <a:pt x="719459" y="1641192"/>
                  </a:lnTo>
                  <a:lnTo>
                    <a:pt x="721548" y="1642250"/>
                  </a:lnTo>
                  <a:lnTo>
                    <a:pt x="723638" y="1643388"/>
                  </a:lnTo>
                  <a:lnTo>
                    <a:pt x="725727" y="1644584"/>
                  </a:lnTo>
                  <a:lnTo>
                    <a:pt x="727816" y="1645799"/>
                  </a:lnTo>
                  <a:lnTo>
                    <a:pt x="729905" y="1647002"/>
                  </a:lnTo>
                  <a:lnTo>
                    <a:pt x="731994" y="1648147"/>
                  </a:lnTo>
                  <a:lnTo>
                    <a:pt x="734083" y="1649179"/>
                  </a:lnTo>
                  <a:lnTo>
                    <a:pt x="736172" y="1650097"/>
                  </a:lnTo>
                  <a:lnTo>
                    <a:pt x="738261" y="1650927"/>
                  </a:lnTo>
                  <a:lnTo>
                    <a:pt x="740350" y="1651677"/>
                  </a:lnTo>
                  <a:lnTo>
                    <a:pt x="742439" y="1652347"/>
                  </a:lnTo>
                  <a:lnTo>
                    <a:pt x="744528" y="1652930"/>
                  </a:lnTo>
                  <a:lnTo>
                    <a:pt x="746617" y="1653409"/>
                  </a:lnTo>
                  <a:lnTo>
                    <a:pt x="748706" y="1653800"/>
                  </a:lnTo>
                  <a:lnTo>
                    <a:pt x="750795" y="1654143"/>
                  </a:lnTo>
                  <a:lnTo>
                    <a:pt x="752884" y="1654425"/>
                  </a:lnTo>
                  <a:lnTo>
                    <a:pt x="754973" y="1654648"/>
                  </a:lnTo>
                  <a:lnTo>
                    <a:pt x="757062" y="1654808"/>
                  </a:lnTo>
                  <a:lnTo>
                    <a:pt x="759151" y="1654918"/>
                  </a:lnTo>
                  <a:lnTo>
                    <a:pt x="761240" y="1654976"/>
                  </a:lnTo>
                  <a:lnTo>
                    <a:pt x="763329" y="1654962"/>
                  </a:lnTo>
                  <a:lnTo>
                    <a:pt x="765418" y="1654871"/>
                  </a:lnTo>
                  <a:lnTo>
                    <a:pt x="767507" y="1654704"/>
                  </a:lnTo>
                  <a:lnTo>
                    <a:pt x="769596" y="1654464"/>
                  </a:lnTo>
                  <a:lnTo>
                    <a:pt x="771685" y="1654197"/>
                  </a:lnTo>
                  <a:lnTo>
                    <a:pt x="773774" y="1653933"/>
                  </a:lnTo>
                  <a:lnTo>
                    <a:pt x="775863" y="1653688"/>
                  </a:lnTo>
                  <a:lnTo>
                    <a:pt x="777952" y="1653512"/>
                  </a:lnTo>
                  <a:lnTo>
                    <a:pt x="780041" y="1653438"/>
                  </a:lnTo>
                  <a:lnTo>
                    <a:pt x="782131" y="1653437"/>
                  </a:lnTo>
                  <a:lnTo>
                    <a:pt x="784220" y="1653513"/>
                  </a:lnTo>
                  <a:lnTo>
                    <a:pt x="786309" y="1653652"/>
                  </a:lnTo>
                  <a:lnTo>
                    <a:pt x="788398" y="1653848"/>
                  </a:lnTo>
                  <a:lnTo>
                    <a:pt x="790487" y="1654079"/>
                  </a:lnTo>
                  <a:lnTo>
                    <a:pt x="792576" y="1654356"/>
                  </a:lnTo>
                  <a:lnTo>
                    <a:pt x="794665" y="1654703"/>
                  </a:lnTo>
                  <a:lnTo>
                    <a:pt x="796754" y="1655108"/>
                  </a:lnTo>
                  <a:lnTo>
                    <a:pt x="798843" y="1655562"/>
                  </a:lnTo>
                  <a:lnTo>
                    <a:pt x="800932" y="1656019"/>
                  </a:lnTo>
                  <a:lnTo>
                    <a:pt x="803021" y="1656444"/>
                  </a:lnTo>
                  <a:lnTo>
                    <a:pt x="805110" y="1656792"/>
                  </a:lnTo>
                  <a:lnTo>
                    <a:pt x="807199" y="1657021"/>
                  </a:lnTo>
                  <a:lnTo>
                    <a:pt x="809288" y="1657084"/>
                  </a:lnTo>
                  <a:lnTo>
                    <a:pt x="811377" y="1656928"/>
                  </a:lnTo>
                  <a:lnTo>
                    <a:pt x="813466" y="1656531"/>
                  </a:lnTo>
                  <a:lnTo>
                    <a:pt x="815555" y="1655866"/>
                  </a:lnTo>
                  <a:lnTo>
                    <a:pt x="817644" y="1654952"/>
                  </a:lnTo>
                  <a:lnTo>
                    <a:pt x="819733" y="1653789"/>
                  </a:lnTo>
                  <a:lnTo>
                    <a:pt x="821822" y="1652391"/>
                  </a:lnTo>
                  <a:lnTo>
                    <a:pt x="823911" y="1650764"/>
                  </a:lnTo>
                  <a:lnTo>
                    <a:pt x="826000" y="1648916"/>
                  </a:lnTo>
                  <a:lnTo>
                    <a:pt x="828089" y="1646891"/>
                  </a:lnTo>
                  <a:lnTo>
                    <a:pt x="830178" y="1644704"/>
                  </a:lnTo>
                  <a:lnTo>
                    <a:pt x="832267" y="1642381"/>
                  </a:lnTo>
                  <a:lnTo>
                    <a:pt x="834356" y="1639927"/>
                  </a:lnTo>
                  <a:lnTo>
                    <a:pt x="836445" y="1637315"/>
                  </a:lnTo>
                  <a:lnTo>
                    <a:pt x="838535" y="1634565"/>
                  </a:lnTo>
                  <a:lnTo>
                    <a:pt x="840624" y="1631668"/>
                  </a:lnTo>
                  <a:lnTo>
                    <a:pt x="842713" y="1628598"/>
                  </a:lnTo>
                  <a:lnTo>
                    <a:pt x="844802" y="1625329"/>
                  </a:lnTo>
                  <a:lnTo>
                    <a:pt x="846891" y="1621902"/>
                  </a:lnTo>
                  <a:lnTo>
                    <a:pt x="848980" y="1618319"/>
                  </a:lnTo>
                  <a:lnTo>
                    <a:pt x="851069" y="1614587"/>
                  </a:lnTo>
                  <a:lnTo>
                    <a:pt x="853158" y="1610696"/>
                  </a:lnTo>
                  <a:lnTo>
                    <a:pt x="855247" y="1606628"/>
                  </a:lnTo>
                  <a:lnTo>
                    <a:pt x="857336" y="1602347"/>
                  </a:lnTo>
                  <a:lnTo>
                    <a:pt x="859425" y="1597891"/>
                  </a:lnTo>
                  <a:lnTo>
                    <a:pt x="861514" y="1593272"/>
                  </a:lnTo>
                  <a:lnTo>
                    <a:pt x="863603" y="1588488"/>
                  </a:lnTo>
                  <a:lnTo>
                    <a:pt x="865692" y="1583547"/>
                  </a:lnTo>
                  <a:lnTo>
                    <a:pt x="867781" y="1578461"/>
                  </a:lnTo>
                  <a:lnTo>
                    <a:pt x="869870" y="1573246"/>
                  </a:lnTo>
                  <a:lnTo>
                    <a:pt x="871959" y="1567924"/>
                  </a:lnTo>
                  <a:lnTo>
                    <a:pt x="874048" y="1562547"/>
                  </a:lnTo>
                  <a:lnTo>
                    <a:pt x="876137" y="1557169"/>
                  </a:lnTo>
                  <a:lnTo>
                    <a:pt x="878226" y="1551758"/>
                  </a:lnTo>
                  <a:lnTo>
                    <a:pt x="880315" y="1546337"/>
                  </a:lnTo>
                  <a:lnTo>
                    <a:pt x="882404" y="1540913"/>
                  </a:lnTo>
                  <a:lnTo>
                    <a:pt x="884493" y="1535452"/>
                  </a:lnTo>
                  <a:lnTo>
                    <a:pt x="886582" y="1529977"/>
                  </a:lnTo>
                  <a:lnTo>
                    <a:pt x="888671" y="1524550"/>
                  </a:lnTo>
                  <a:lnTo>
                    <a:pt x="890760" y="1519185"/>
                  </a:lnTo>
                  <a:lnTo>
                    <a:pt x="892849" y="1513924"/>
                  </a:lnTo>
                  <a:lnTo>
                    <a:pt x="894938" y="1508783"/>
                  </a:lnTo>
                  <a:lnTo>
                    <a:pt x="897028" y="1503773"/>
                  </a:lnTo>
                  <a:lnTo>
                    <a:pt x="899117" y="1498926"/>
                  </a:lnTo>
                  <a:lnTo>
                    <a:pt x="901206" y="1494267"/>
                  </a:lnTo>
                  <a:lnTo>
                    <a:pt x="903295" y="1489839"/>
                  </a:lnTo>
                  <a:lnTo>
                    <a:pt x="905384" y="1485635"/>
                  </a:lnTo>
                  <a:lnTo>
                    <a:pt x="907473" y="1481667"/>
                  </a:lnTo>
                  <a:lnTo>
                    <a:pt x="909562" y="1477990"/>
                  </a:lnTo>
                  <a:lnTo>
                    <a:pt x="911651" y="1474608"/>
                  </a:lnTo>
                  <a:lnTo>
                    <a:pt x="913740" y="1471488"/>
                  </a:lnTo>
                  <a:lnTo>
                    <a:pt x="915829" y="1468657"/>
                  </a:lnTo>
                  <a:lnTo>
                    <a:pt x="917918" y="1466164"/>
                  </a:lnTo>
                  <a:lnTo>
                    <a:pt x="920007" y="1464045"/>
                  </a:lnTo>
                  <a:lnTo>
                    <a:pt x="922096" y="1462301"/>
                  </a:lnTo>
                  <a:lnTo>
                    <a:pt x="924185" y="1460911"/>
                  </a:lnTo>
                  <a:lnTo>
                    <a:pt x="926274" y="1459862"/>
                  </a:lnTo>
                  <a:lnTo>
                    <a:pt x="928363" y="1459159"/>
                  </a:lnTo>
                  <a:lnTo>
                    <a:pt x="930452" y="1458756"/>
                  </a:lnTo>
                  <a:lnTo>
                    <a:pt x="932541" y="1458642"/>
                  </a:lnTo>
                  <a:lnTo>
                    <a:pt x="934630" y="1458782"/>
                  </a:lnTo>
                  <a:lnTo>
                    <a:pt x="936719" y="1459157"/>
                  </a:lnTo>
                  <a:lnTo>
                    <a:pt x="938808" y="1459752"/>
                  </a:lnTo>
                  <a:lnTo>
                    <a:pt x="940897" y="1460602"/>
                  </a:lnTo>
                  <a:lnTo>
                    <a:pt x="942986" y="1461765"/>
                  </a:lnTo>
                  <a:lnTo>
                    <a:pt x="945075" y="1463275"/>
                  </a:lnTo>
                  <a:lnTo>
                    <a:pt x="947164" y="1465168"/>
                  </a:lnTo>
                  <a:lnTo>
                    <a:pt x="949253" y="1467478"/>
                  </a:lnTo>
                  <a:lnTo>
                    <a:pt x="951342" y="1470183"/>
                  </a:lnTo>
                  <a:lnTo>
                    <a:pt x="953432" y="1473236"/>
                  </a:lnTo>
                  <a:lnTo>
                    <a:pt x="955521" y="1476637"/>
                  </a:lnTo>
                  <a:lnTo>
                    <a:pt x="957610" y="1480397"/>
                  </a:lnTo>
                  <a:lnTo>
                    <a:pt x="959699" y="1484518"/>
                  </a:lnTo>
                  <a:lnTo>
                    <a:pt x="961788" y="1489060"/>
                  </a:lnTo>
                  <a:lnTo>
                    <a:pt x="963877" y="1494000"/>
                  </a:lnTo>
                  <a:lnTo>
                    <a:pt x="965966" y="1499331"/>
                  </a:lnTo>
                  <a:lnTo>
                    <a:pt x="968055" y="1505061"/>
                  </a:lnTo>
                  <a:lnTo>
                    <a:pt x="970144" y="1511191"/>
                  </a:lnTo>
                  <a:lnTo>
                    <a:pt x="972233" y="1517692"/>
                  </a:lnTo>
                  <a:lnTo>
                    <a:pt x="974322" y="1524553"/>
                  </a:lnTo>
                  <a:lnTo>
                    <a:pt x="976411" y="1531764"/>
                  </a:lnTo>
                  <a:lnTo>
                    <a:pt x="978500" y="1539288"/>
                  </a:lnTo>
                  <a:lnTo>
                    <a:pt x="980589" y="1547032"/>
                  </a:lnTo>
                  <a:lnTo>
                    <a:pt x="982678" y="1554956"/>
                  </a:lnTo>
                  <a:lnTo>
                    <a:pt x="984767" y="1563043"/>
                  </a:lnTo>
                  <a:lnTo>
                    <a:pt x="986856" y="1571271"/>
                  </a:lnTo>
                  <a:lnTo>
                    <a:pt x="988945" y="1579629"/>
                  </a:lnTo>
                  <a:lnTo>
                    <a:pt x="991034" y="1588142"/>
                  </a:lnTo>
                  <a:lnTo>
                    <a:pt x="993123" y="1596780"/>
                  </a:lnTo>
                  <a:lnTo>
                    <a:pt x="995212" y="1605530"/>
                  </a:lnTo>
                  <a:lnTo>
                    <a:pt x="997301" y="1614343"/>
                  </a:lnTo>
                  <a:lnTo>
                    <a:pt x="999390" y="1623189"/>
                  </a:lnTo>
                  <a:lnTo>
                    <a:pt x="1001479" y="1632064"/>
                  </a:lnTo>
                  <a:lnTo>
                    <a:pt x="1003568" y="1640899"/>
                  </a:lnTo>
                  <a:lnTo>
                    <a:pt x="1005657" y="1649625"/>
                  </a:lnTo>
                  <a:lnTo>
                    <a:pt x="1007746" y="1658166"/>
                  </a:lnTo>
                  <a:lnTo>
                    <a:pt x="1009835" y="1666508"/>
                  </a:lnTo>
                  <a:lnTo>
                    <a:pt x="1011925" y="1674655"/>
                  </a:lnTo>
                  <a:lnTo>
                    <a:pt x="1014014" y="1682576"/>
                  </a:lnTo>
                  <a:lnTo>
                    <a:pt x="1016103" y="1690241"/>
                  </a:lnTo>
                  <a:lnTo>
                    <a:pt x="1018192" y="1697665"/>
                  </a:lnTo>
                  <a:lnTo>
                    <a:pt x="1020281" y="1704880"/>
                  </a:lnTo>
                  <a:lnTo>
                    <a:pt x="1022370" y="1711852"/>
                  </a:lnTo>
                  <a:lnTo>
                    <a:pt x="1024459" y="1718532"/>
                  </a:lnTo>
                  <a:lnTo>
                    <a:pt x="1026548" y="1724914"/>
                  </a:lnTo>
                  <a:lnTo>
                    <a:pt x="1028637" y="1731015"/>
                  </a:lnTo>
                  <a:lnTo>
                    <a:pt x="1030726" y="1736825"/>
                  </a:lnTo>
                  <a:lnTo>
                    <a:pt x="1032815" y="1742311"/>
                  </a:lnTo>
                  <a:lnTo>
                    <a:pt x="1034904" y="1747516"/>
                  </a:lnTo>
                  <a:lnTo>
                    <a:pt x="1036993" y="1752493"/>
                  </a:lnTo>
                  <a:lnTo>
                    <a:pt x="1039082" y="1757277"/>
                  </a:lnTo>
                  <a:lnTo>
                    <a:pt x="1041171" y="1761843"/>
                  </a:lnTo>
                  <a:lnTo>
                    <a:pt x="1043260" y="1766211"/>
                  </a:lnTo>
                  <a:lnTo>
                    <a:pt x="1045349" y="1770392"/>
                  </a:lnTo>
                  <a:lnTo>
                    <a:pt x="1047438" y="1774340"/>
                  </a:lnTo>
                  <a:lnTo>
                    <a:pt x="1049527" y="1778029"/>
                  </a:lnTo>
                  <a:lnTo>
                    <a:pt x="1051616" y="1781436"/>
                  </a:lnTo>
                  <a:lnTo>
                    <a:pt x="1053705" y="1784560"/>
                  </a:lnTo>
                  <a:lnTo>
                    <a:pt x="1055794" y="1787388"/>
                  </a:lnTo>
                  <a:lnTo>
                    <a:pt x="1057883" y="1789934"/>
                  </a:lnTo>
                  <a:lnTo>
                    <a:pt x="1059972" y="1792214"/>
                  </a:lnTo>
                  <a:lnTo>
                    <a:pt x="1062061" y="1794216"/>
                  </a:lnTo>
                  <a:lnTo>
                    <a:pt x="1064150" y="1795964"/>
                  </a:lnTo>
                  <a:lnTo>
                    <a:pt x="1066239" y="1797413"/>
                  </a:lnTo>
                  <a:lnTo>
                    <a:pt x="1068329" y="1798503"/>
                  </a:lnTo>
                  <a:lnTo>
                    <a:pt x="1070418" y="1799220"/>
                  </a:lnTo>
                  <a:lnTo>
                    <a:pt x="1072507" y="1799594"/>
                  </a:lnTo>
                  <a:lnTo>
                    <a:pt x="1074596" y="1799628"/>
                  </a:lnTo>
                  <a:lnTo>
                    <a:pt x="1076685" y="1799333"/>
                  </a:lnTo>
                  <a:lnTo>
                    <a:pt x="1078774" y="1798702"/>
                  </a:lnTo>
                  <a:lnTo>
                    <a:pt x="1080863" y="1797727"/>
                  </a:lnTo>
                  <a:lnTo>
                    <a:pt x="1082952" y="1796407"/>
                  </a:lnTo>
                  <a:lnTo>
                    <a:pt x="1085041" y="1794775"/>
                  </a:lnTo>
                  <a:lnTo>
                    <a:pt x="1087130" y="1792862"/>
                  </a:lnTo>
                  <a:lnTo>
                    <a:pt x="1089219" y="1790691"/>
                  </a:lnTo>
                  <a:lnTo>
                    <a:pt x="1091308" y="1788237"/>
                  </a:lnTo>
                  <a:lnTo>
                    <a:pt x="1093397" y="1785481"/>
                  </a:lnTo>
                  <a:lnTo>
                    <a:pt x="1095486" y="1782392"/>
                  </a:lnTo>
                  <a:lnTo>
                    <a:pt x="1097575" y="1778933"/>
                  </a:lnTo>
                  <a:lnTo>
                    <a:pt x="1099664" y="1775101"/>
                  </a:lnTo>
                  <a:lnTo>
                    <a:pt x="1101753" y="1770886"/>
                  </a:lnTo>
                  <a:lnTo>
                    <a:pt x="1103842" y="1766321"/>
                  </a:lnTo>
                  <a:lnTo>
                    <a:pt x="1105931" y="1761402"/>
                  </a:lnTo>
                  <a:lnTo>
                    <a:pt x="1108020" y="1756142"/>
                  </a:lnTo>
                  <a:lnTo>
                    <a:pt x="1110109" y="1750609"/>
                  </a:lnTo>
                  <a:lnTo>
                    <a:pt x="1112198" y="1744835"/>
                  </a:lnTo>
                  <a:lnTo>
                    <a:pt x="1114287" y="1738849"/>
                  </a:lnTo>
                  <a:lnTo>
                    <a:pt x="1116376" y="1732637"/>
                  </a:lnTo>
                  <a:lnTo>
                    <a:pt x="1118465" y="1726190"/>
                  </a:lnTo>
                  <a:lnTo>
                    <a:pt x="1120554" y="1719521"/>
                  </a:lnTo>
                  <a:lnTo>
                    <a:pt x="1122643" y="1712687"/>
                  </a:lnTo>
                  <a:lnTo>
                    <a:pt x="1124732" y="1705705"/>
                  </a:lnTo>
                  <a:lnTo>
                    <a:pt x="1126822" y="1698602"/>
                  </a:lnTo>
                  <a:lnTo>
                    <a:pt x="1128911" y="1691448"/>
                  </a:lnTo>
                  <a:lnTo>
                    <a:pt x="1131000" y="1684254"/>
                  </a:lnTo>
                  <a:lnTo>
                    <a:pt x="1133089" y="1677024"/>
                  </a:lnTo>
                  <a:lnTo>
                    <a:pt x="1135178" y="1669758"/>
                  </a:lnTo>
                  <a:lnTo>
                    <a:pt x="1137267" y="1662498"/>
                  </a:lnTo>
                  <a:lnTo>
                    <a:pt x="1139356" y="1655275"/>
                  </a:lnTo>
                  <a:lnTo>
                    <a:pt x="1141445" y="1648048"/>
                  </a:lnTo>
                  <a:lnTo>
                    <a:pt x="1143534" y="1640810"/>
                  </a:lnTo>
                  <a:lnTo>
                    <a:pt x="1145623" y="1633591"/>
                  </a:lnTo>
                  <a:lnTo>
                    <a:pt x="1147712" y="1626440"/>
                  </a:lnTo>
                  <a:lnTo>
                    <a:pt x="1149801" y="1619374"/>
                  </a:lnTo>
                  <a:lnTo>
                    <a:pt x="1151890" y="1612408"/>
                  </a:lnTo>
                  <a:lnTo>
                    <a:pt x="1153979" y="1605542"/>
                  </a:lnTo>
                  <a:lnTo>
                    <a:pt x="1156068" y="1598779"/>
                  </a:lnTo>
                  <a:lnTo>
                    <a:pt x="1158157" y="1592104"/>
                  </a:lnTo>
                  <a:lnTo>
                    <a:pt x="1160246" y="1585487"/>
                  </a:lnTo>
                  <a:lnTo>
                    <a:pt x="1162335" y="1578950"/>
                  </a:lnTo>
                  <a:lnTo>
                    <a:pt x="1164424" y="1572534"/>
                  </a:lnTo>
                  <a:lnTo>
                    <a:pt x="1166513" y="1566253"/>
                  </a:lnTo>
                  <a:lnTo>
                    <a:pt x="1168602" y="1560104"/>
                  </a:lnTo>
                  <a:lnTo>
                    <a:pt x="1170691" y="1554075"/>
                  </a:lnTo>
                  <a:lnTo>
                    <a:pt x="1172780" y="1548229"/>
                  </a:lnTo>
                  <a:lnTo>
                    <a:pt x="1174869" y="1542589"/>
                  </a:lnTo>
                  <a:lnTo>
                    <a:pt x="1176958" y="1537165"/>
                  </a:lnTo>
                  <a:lnTo>
                    <a:pt x="1179047" y="1531888"/>
                  </a:lnTo>
                  <a:lnTo>
                    <a:pt x="1181136" y="1526772"/>
                  </a:lnTo>
                  <a:lnTo>
                    <a:pt x="1183226" y="1521862"/>
                  </a:lnTo>
                  <a:lnTo>
                    <a:pt x="1185315" y="1517177"/>
                  </a:lnTo>
                  <a:lnTo>
                    <a:pt x="1187404" y="1512724"/>
                  </a:lnTo>
                  <a:lnTo>
                    <a:pt x="1189493" y="1508489"/>
                  </a:lnTo>
                  <a:lnTo>
                    <a:pt x="1191582" y="1504501"/>
                  </a:lnTo>
                  <a:lnTo>
                    <a:pt x="1193671" y="1500754"/>
                  </a:lnTo>
                  <a:lnTo>
                    <a:pt x="1195760" y="1497255"/>
                  </a:lnTo>
                  <a:lnTo>
                    <a:pt x="1197849" y="1494059"/>
                  </a:lnTo>
                  <a:lnTo>
                    <a:pt x="1199938" y="1491199"/>
                  </a:lnTo>
                  <a:lnTo>
                    <a:pt x="1202027" y="1488707"/>
                  </a:lnTo>
                  <a:lnTo>
                    <a:pt x="1204116" y="1486583"/>
                  </a:lnTo>
                  <a:lnTo>
                    <a:pt x="1206205" y="1484843"/>
                  </a:lnTo>
                  <a:lnTo>
                    <a:pt x="1208294" y="1483495"/>
                  </a:lnTo>
                  <a:lnTo>
                    <a:pt x="1210383" y="1482538"/>
                  </a:lnTo>
                  <a:lnTo>
                    <a:pt x="1212472" y="1481992"/>
                  </a:lnTo>
                  <a:lnTo>
                    <a:pt x="1214561" y="1481818"/>
                  </a:lnTo>
                  <a:lnTo>
                    <a:pt x="1216650" y="1482023"/>
                  </a:lnTo>
                  <a:lnTo>
                    <a:pt x="1218739" y="1482652"/>
                  </a:lnTo>
                  <a:lnTo>
                    <a:pt x="1220828" y="1483745"/>
                  </a:lnTo>
                  <a:lnTo>
                    <a:pt x="1222917" y="1485318"/>
                  </a:lnTo>
                  <a:lnTo>
                    <a:pt x="1225006" y="1487389"/>
                  </a:lnTo>
                  <a:lnTo>
                    <a:pt x="1227095" y="1489948"/>
                  </a:lnTo>
                  <a:lnTo>
                    <a:pt x="1229184" y="1492936"/>
                  </a:lnTo>
                  <a:lnTo>
                    <a:pt x="1231273" y="1496323"/>
                  </a:lnTo>
                  <a:lnTo>
                    <a:pt x="1233362" y="1500044"/>
                  </a:lnTo>
                  <a:lnTo>
                    <a:pt x="1235451" y="1504070"/>
                  </a:lnTo>
                  <a:lnTo>
                    <a:pt x="1237540" y="1508420"/>
                  </a:lnTo>
                  <a:lnTo>
                    <a:pt x="1239629" y="1513069"/>
                  </a:lnTo>
                  <a:lnTo>
                    <a:pt x="1241719" y="1518011"/>
                  </a:lnTo>
                  <a:lnTo>
                    <a:pt x="1243808" y="1523195"/>
                  </a:lnTo>
                  <a:lnTo>
                    <a:pt x="1245897" y="1528629"/>
                  </a:lnTo>
                  <a:lnTo>
                    <a:pt x="1247986" y="1534279"/>
                  </a:lnTo>
                  <a:lnTo>
                    <a:pt x="1250075" y="1540081"/>
                  </a:lnTo>
                  <a:lnTo>
                    <a:pt x="1252164" y="1545924"/>
                  </a:lnTo>
                  <a:lnTo>
                    <a:pt x="1254253" y="1551763"/>
                  </a:lnTo>
                  <a:lnTo>
                    <a:pt x="1256342" y="1557579"/>
                  </a:lnTo>
                  <a:lnTo>
                    <a:pt x="1258431" y="1563366"/>
                  </a:lnTo>
                  <a:lnTo>
                    <a:pt x="1260520" y="1569135"/>
                  </a:lnTo>
                  <a:lnTo>
                    <a:pt x="1262609" y="1574887"/>
                  </a:lnTo>
                  <a:lnTo>
                    <a:pt x="1264698" y="1580659"/>
                  </a:lnTo>
                  <a:lnTo>
                    <a:pt x="1266787" y="1586464"/>
                  </a:lnTo>
                  <a:lnTo>
                    <a:pt x="1268876" y="1592255"/>
                  </a:lnTo>
                  <a:lnTo>
                    <a:pt x="1270965" y="1598028"/>
                  </a:lnTo>
                  <a:lnTo>
                    <a:pt x="1273054" y="1603771"/>
                  </a:lnTo>
                  <a:lnTo>
                    <a:pt x="1275143" y="1609487"/>
                  </a:lnTo>
                  <a:lnTo>
                    <a:pt x="1277232" y="1615155"/>
                  </a:lnTo>
                  <a:lnTo>
                    <a:pt x="1279321" y="1620745"/>
                  </a:lnTo>
                  <a:lnTo>
                    <a:pt x="1281410" y="1626171"/>
                  </a:lnTo>
                  <a:lnTo>
                    <a:pt x="1283499" y="1631488"/>
                  </a:lnTo>
                  <a:lnTo>
                    <a:pt x="1285588" y="1636706"/>
                  </a:lnTo>
                  <a:lnTo>
                    <a:pt x="1287677" y="1641761"/>
                  </a:lnTo>
                  <a:lnTo>
                    <a:pt x="1289766" y="1646588"/>
                  </a:lnTo>
                  <a:lnTo>
                    <a:pt x="1291855" y="1651173"/>
                  </a:lnTo>
                  <a:lnTo>
                    <a:pt x="1293944" y="1655502"/>
                  </a:lnTo>
                  <a:lnTo>
                    <a:pt x="1296033" y="1659530"/>
                  </a:lnTo>
                  <a:lnTo>
                    <a:pt x="1298122" y="1663199"/>
                  </a:lnTo>
                  <a:lnTo>
                    <a:pt x="1300212" y="1666492"/>
                  </a:lnTo>
                  <a:lnTo>
                    <a:pt x="1302301" y="1669371"/>
                  </a:lnTo>
                  <a:lnTo>
                    <a:pt x="1304390" y="1671820"/>
                  </a:lnTo>
                  <a:lnTo>
                    <a:pt x="1306479" y="1673821"/>
                  </a:lnTo>
                  <a:lnTo>
                    <a:pt x="1308568" y="1675387"/>
                  </a:lnTo>
                  <a:lnTo>
                    <a:pt x="1310657" y="1676531"/>
                  </a:lnTo>
                  <a:lnTo>
                    <a:pt x="1312746" y="1677230"/>
                  </a:lnTo>
                  <a:lnTo>
                    <a:pt x="1314835" y="1677468"/>
                  </a:lnTo>
                  <a:lnTo>
                    <a:pt x="1316924" y="1677202"/>
                  </a:lnTo>
                  <a:lnTo>
                    <a:pt x="1319013" y="1676433"/>
                  </a:lnTo>
                  <a:lnTo>
                    <a:pt x="1321102" y="1675203"/>
                  </a:lnTo>
                  <a:lnTo>
                    <a:pt x="1323191" y="1673496"/>
                  </a:lnTo>
                  <a:lnTo>
                    <a:pt x="1325280" y="1671266"/>
                  </a:lnTo>
                  <a:lnTo>
                    <a:pt x="1327369" y="1668535"/>
                  </a:lnTo>
                  <a:lnTo>
                    <a:pt x="1329458" y="1665319"/>
                  </a:lnTo>
                  <a:lnTo>
                    <a:pt x="1331547" y="1661632"/>
                  </a:lnTo>
                  <a:lnTo>
                    <a:pt x="1333636" y="1657507"/>
                  </a:lnTo>
                  <a:lnTo>
                    <a:pt x="1335725" y="1652963"/>
                  </a:lnTo>
                  <a:lnTo>
                    <a:pt x="1337814" y="1648025"/>
                  </a:lnTo>
                  <a:lnTo>
                    <a:pt x="1339903" y="1642733"/>
                  </a:lnTo>
                  <a:lnTo>
                    <a:pt x="1341992" y="1637083"/>
                  </a:lnTo>
                  <a:lnTo>
                    <a:pt x="1344081" y="1631123"/>
                  </a:lnTo>
                  <a:lnTo>
                    <a:pt x="1346170" y="1624885"/>
                  </a:lnTo>
                  <a:lnTo>
                    <a:pt x="1348259" y="1618460"/>
                  </a:lnTo>
                  <a:lnTo>
                    <a:pt x="1350348" y="1611866"/>
                  </a:lnTo>
                  <a:lnTo>
                    <a:pt x="1352437" y="1605092"/>
                  </a:lnTo>
                  <a:lnTo>
                    <a:pt x="1354526" y="1598185"/>
                  </a:lnTo>
                  <a:lnTo>
                    <a:pt x="1356616" y="1591244"/>
                  </a:lnTo>
                  <a:lnTo>
                    <a:pt x="1358705" y="1584338"/>
                  </a:lnTo>
                  <a:lnTo>
                    <a:pt x="1360794" y="1577478"/>
                  </a:lnTo>
                  <a:lnTo>
                    <a:pt x="1362883" y="1570665"/>
                  </a:lnTo>
                  <a:lnTo>
                    <a:pt x="1364972" y="1563874"/>
                  </a:lnTo>
                  <a:lnTo>
                    <a:pt x="1367061" y="1557091"/>
                  </a:lnTo>
                  <a:lnTo>
                    <a:pt x="1369150" y="1550328"/>
                  </a:lnTo>
                  <a:lnTo>
                    <a:pt x="1371239" y="1543579"/>
                  </a:lnTo>
                  <a:lnTo>
                    <a:pt x="1373328" y="1536816"/>
                  </a:lnTo>
                  <a:lnTo>
                    <a:pt x="1375417" y="1530053"/>
                  </a:lnTo>
                  <a:lnTo>
                    <a:pt x="1377506" y="1523263"/>
                  </a:lnTo>
                  <a:lnTo>
                    <a:pt x="1379595" y="1516423"/>
                  </a:lnTo>
                  <a:lnTo>
                    <a:pt x="1381684" y="1509545"/>
                  </a:lnTo>
                  <a:lnTo>
                    <a:pt x="1383773" y="1502658"/>
                  </a:lnTo>
                  <a:lnTo>
                    <a:pt x="1385862" y="1495817"/>
                  </a:lnTo>
                  <a:lnTo>
                    <a:pt x="1387951" y="1489076"/>
                  </a:lnTo>
                  <a:lnTo>
                    <a:pt x="1390040" y="1482349"/>
                  </a:lnTo>
                  <a:lnTo>
                    <a:pt x="1392129" y="1475673"/>
                  </a:lnTo>
                  <a:lnTo>
                    <a:pt x="1394218" y="1469114"/>
                  </a:lnTo>
                  <a:lnTo>
                    <a:pt x="1396307" y="1462742"/>
                  </a:lnTo>
                  <a:lnTo>
                    <a:pt x="1398396" y="1456617"/>
                  </a:lnTo>
                  <a:lnTo>
                    <a:pt x="1400485" y="1450743"/>
                  </a:lnTo>
                  <a:lnTo>
                    <a:pt x="1402574" y="1445228"/>
                  </a:lnTo>
                  <a:lnTo>
                    <a:pt x="1404663" y="1440151"/>
                  </a:lnTo>
                  <a:lnTo>
                    <a:pt x="1406752" y="1435517"/>
                  </a:lnTo>
                  <a:lnTo>
                    <a:pt x="1408841" y="1431301"/>
                  </a:lnTo>
                  <a:lnTo>
                    <a:pt x="1410930" y="1427492"/>
                  </a:lnTo>
                  <a:lnTo>
                    <a:pt x="1413019" y="1424090"/>
                  </a:lnTo>
                  <a:lnTo>
                    <a:pt x="1415109" y="1421073"/>
                  </a:lnTo>
                  <a:lnTo>
                    <a:pt x="1417198" y="1418437"/>
                  </a:lnTo>
                  <a:lnTo>
                    <a:pt x="1419287" y="1416204"/>
                  </a:lnTo>
                  <a:lnTo>
                    <a:pt x="1421376" y="1414440"/>
                  </a:lnTo>
                  <a:lnTo>
                    <a:pt x="1423465" y="1413187"/>
                  </a:lnTo>
                  <a:lnTo>
                    <a:pt x="1425554" y="1412422"/>
                  </a:lnTo>
                  <a:lnTo>
                    <a:pt x="1427643" y="1412090"/>
                  </a:lnTo>
                  <a:lnTo>
                    <a:pt x="1429732" y="1412182"/>
                  </a:lnTo>
                  <a:lnTo>
                    <a:pt x="1431821" y="1412684"/>
                  </a:lnTo>
                  <a:lnTo>
                    <a:pt x="1433910" y="1413498"/>
                  </a:lnTo>
                  <a:lnTo>
                    <a:pt x="1435999" y="1414554"/>
                  </a:lnTo>
                  <a:lnTo>
                    <a:pt x="1438088" y="1415798"/>
                  </a:lnTo>
                  <a:lnTo>
                    <a:pt x="1440177" y="1417226"/>
                  </a:lnTo>
                  <a:lnTo>
                    <a:pt x="1442266" y="1418874"/>
                  </a:lnTo>
                  <a:lnTo>
                    <a:pt x="1444355" y="1420731"/>
                  </a:lnTo>
                  <a:lnTo>
                    <a:pt x="1446444" y="1422786"/>
                  </a:lnTo>
                  <a:lnTo>
                    <a:pt x="1448533" y="1425006"/>
                  </a:lnTo>
                  <a:lnTo>
                    <a:pt x="1450622" y="1427336"/>
                  </a:lnTo>
                  <a:lnTo>
                    <a:pt x="1452711" y="1429695"/>
                  </a:lnTo>
                  <a:lnTo>
                    <a:pt x="1454800" y="1431999"/>
                  </a:lnTo>
                  <a:lnTo>
                    <a:pt x="1456889" y="1434256"/>
                  </a:lnTo>
                  <a:lnTo>
                    <a:pt x="1458978" y="1436492"/>
                  </a:lnTo>
                  <a:lnTo>
                    <a:pt x="1461067" y="1438684"/>
                  </a:lnTo>
                  <a:lnTo>
                    <a:pt x="1463156" y="1440795"/>
                  </a:lnTo>
                  <a:lnTo>
                    <a:pt x="1465245" y="1442810"/>
                  </a:lnTo>
                  <a:lnTo>
                    <a:pt x="1467334" y="1444729"/>
                  </a:lnTo>
                  <a:lnTo>
                    <a:pt x="1469423" y="1446571"/>
                  </a:lnTo>
                  <a:lnTo>
                    <a:pt x="1471513" y="1448364"/>
                  </a:lnTo>
                  <a:lnTo>
                    <a:pt x="1473602" y="1450107"/>
                  </a:lnTo>
                  <a:lnTo>
                    <a:pt x="1475691" y="1451800"/>
                  </a:lnTo>
                  <a:lnTo>
                    <a:pt x="1477780" y="1453470"/>
                  </a:lnTo>
                  <a:lnTo>
                    <a:pt x="1479869" y="1455143"/>
                  </a:lnTo>
                  <a:lnTo>
                    <a:pt x="1481958" y="1456801"/>
                  </a:lnTo>
                  <a:lnTo>
                    <a:pt x="1484047" y="1458453"/>
                  </a:lnTo>
                  <a:lnTo>
                    <a:pt x="1486136" y="1460103"/>
                  </a:lnTo>
                  <a:lnTo>
                    <a:pt x="1488225" y="1461737"/>
                  </a:lnTo>
                  <a:lnTo>
                    <a:pt x="1490314" y="1463301"/>
                  </a:lnTo>
                  <a:lnTo>
                    <a:pt x="1492403" y="1464748"/>
                  </a:lnTo>
                  <a:lnTo>
                    <a:pt x="1494492" y="1466132"/>
                  </a:lnTo>
                  <a:lnTo>
                    <a:pt x="1496581" y="1467466"/>
                  </a:lnTo>
                  <a:lnTo>
                    <a:pt x="1498670" y="1468731"/>
                  </a:lnTo>
                  <a:lnTo>
                    <a:pt x="1500759" y="1469858"/>
                  </a:lnTo>
                  <a:lnTo>
                    <a:pt x="1502848" y="1470760"/>
                  </a:lnTo>
                  <a:lnTo>
                    <a:pt x="1504937" y="1471408"/>
                  </a:lnTo>
                  <a:lnTo>
                    <a:pt x="1507026" y="1471797"/>
                  </a:lnTo>
                  <a:lnTo>
                    <a:pt x="1509115" y="1471850"/>
                  </a:lnTo>
                  <a:lnTo>
                    <a:pt x="1511204" y="1471546"/>
                  </a:lnTo>
                  <a:lnTo>
                    <a:pt x="1513293" y="1470943"/>
                  </a:lnTo>
                  <a:lnTo>
                    <a:pt x="1515382" y="1470100"/>
                  </a:lnTo>
                  <a:lnTo>
                    <a:pt x="1517471" y="1469035"/>
                  </a:lnTo>
                  <a:lnTo>
                    <a:pt x="1519560" y="1467775"/>
                  </a:lnTo>
                  <a:lnTo>
                    <a:pt x="1521649" y="1466354"/>
                  </a:lnTo>
                  <a:lnTo>
                    <a:pt x="1523738" y="1464776"/>
                  </a:lnTo>
                  <a:lnTo>
                    <a:pt x="1525827" y="1463024"/>
                  </a:lnTo>
                  <a:lnTo>
                    <a:pt x="1527916" y="1461060"/>
                  </a:lnTo>
                  <a:lnTo>
                    <a:pt x="1530006" y="1458896"/>
                  </a:lnTo>
                  <a:lnTo>
                    <a:pt x="1532095" y="1456577"/>
                  </a:lnTo>
                  <a:lnTo>
                    <a:pt x="1534184" y="1454153"/>
                  </a:lnTo>
                  <a:lnTo>
                    <a:pt x="1536273" y="1451672"/>
                  </a:lnTo>
                  <a:lnTo>
                    <a:pt x="1538362" y="1449180"/>
                  </a:lnTo>
                  <a:lnTo>
                    <a:pt x="1540451" y="1446765"/>
                  </a:lnTo>
                  <a:lnTo>
                    <a:pt x="1542540" y="1444514"/>
                  </a:lnTo>
                  <a:lnTo>
                    <a:pt x="1544629" y="1442457"/>
                  </a:lnTo>
                  <a:lnTo>
                    <a:pt x="1546718" y="1440568"/>
                  </a:lnTo>
                  <a:lnTo>
                    <a:pt x="1548807" y="1438790"/>
                  </a:lnTo>
                  <a:lnTo>
                    <a:pt x="1550896" y="1437136"/>
                  </a:lnTo>
                  <a:lnTo>
                    <a:pt x="1552985" y="1435643"/>
                  </a:lnTo>
                  <a:lnTo>
                    <a:pt x="1555074" y="1434347"/>
                  </a:lnTo>
                  <a:lnTo>
                    <a:pt x="1557163" y="1433265"/>
                  </a:lnTo>
                  <a:lnTo>
                    <a:pt x="1559252" y="1432459"/>
                  </a:lnTo>
                  <a:lnTo>
                    <a:pt x="1561341" y="1431919"/>
                  </a:lnTo>
                  <a:lnTo>
                    <a:pt x="1563430" y="1431605"/>
                  </a:lnTo>
                  <a:lnTo>
                    <a:pt x="1565519" y="1431487"/>
                  </a:lnTo>
                  <a:lnTo>
                    <a:pt x="1567608" y="1431560"/>
                  </a:lnTo>
                  <a:lnTo>
                    <a:pt x="1569697" y="1431833"/>
                  </a:lnTo>
                  <a:lnTo>
                    <a:pt x="1571786" y="1432286"/>
                  </a:lnTo>
                  <a:lnTo>
                    <a:pt x="1573875" y="1432917"/>
                  </a:lnTo>
                  <a:lnTo>
                    <a:pt x="1575964" y="1433723"/>
                  </a:lnTo>
                  <a:lnTo>
                    <a:pt x="1578053" y="1434652"/>
                  </a:lnTo>
                  <a:lnTo>
                    <a:pt x="1580142" y="1435621"/>
                  </a:lnTo>
                  <a:lnTo>
                    <a:pt x="1582231" y="1436534"/>
                  </a:lnTo>
                  <a:lnTo>
                    <a:pt x="1584320" y="1437317"/>
                  </a:lnTo>
                  <a:lnTo>
                    <a:pt x="1586410" y="1437976"/>
                  </a:lnTo>
                  <a:lnTo>
                    <a:pt x="1588499" y="1438554"/>
                  </a:lnTo>
                  <a:lnTo>
                    <a:pt x="1590588" y="1439064"/>
                  </a:lnTo>
                  <a:lnTo>
                    <a:pt x="1592677" y="1439549"/>
                  </a:lnTo>
                  <a:lnTo>
                    <a:pt x="1594766" y="1440048"/>
                  </a:lnTo>
                  <a:lnTo>
                    <a:pt x="1596855" y="1440599"/>
                  </a:lnTo>
                  <a:lnTo>
                    <a:pt x="1598944" y="1441190"/>
                  </a:lnTo>
                  <a:lnTo>
                    <a:pt x="1601033" y="1441781"/>
                  </a:lnTo>
                  <a:lnTo>
                    <a:pt x="1603122" y="1442421"/>
                  </a:lnTo>
                  <a:lnTo>
                    <a:pt x="1605211" y="1443123"/>
                  </a:lnTo>
                  <a:lnTo>
                    <a:pt x="1607300" y="1443935"/>
                  </a:lnTo>
                  <a:lnTo>
                    <a:pt x="1609389" y="1444944"/>
                  </a:lnTo>
                  <a:lnTo>
                    <a:pt x="1611478" y="1446172"/>
                  </a:lnTo>
                  <a:lnTo>
                    <a:pt x="1613567" y="1447727"/>
                  </a:lnTo>
                  <a:lnTo>
                    <a:pt x="1615656" y="1449657"/>
                  </a:lnTo>
                  <a:lnTo>
                    <a:pt x="1617745" y="1451938"/>
                  </a:lnTo>
                  <a:lnTo>
                    <a:pt x="1619834" y="1454531"/>
                  </a:lnTo>
                  <a:lnTo>
                    <a:pt x="1621923" y="1457395"/>
                  </a:lnTo>
                  <a:lnTo>
                    <a:pt x="1624012" y="1460505"/>
                  </a:lnTo>
                  <a:lnTo>
                    <a:pt x="1626101" y="1463821"/>
                  </a:lnTo>
                  <a:lnTo>
                    <a:pt x="1628190" y="1467327"/>
                  </a:lnTo>
                  <a:lnTo>
                    <a:pt x="1630279" y="1471012"/>
                  </a:lnTo>
                  <a:lnTo>
                    <a:pt x="1632368" y="1474932"/>
                  </a:lnTo>
                  <a:lnTo>
                    <a:pt x="1634457" y="1479059"/>
                  </a:lnTo>
                  <a:lnTo>
                    <a:pt x="1636546" y="1483375"/>
                  </a:lnTo>
                  <a:lnTo>
                    <a:pt x="1638635" y="1487840"/>
                  </a:lnTo>
                  <a:lnTo>
                    <a:pt x="1640724" y="1492375"/>
                  </a:lnTo>
                  <a:lnTo>
                    <a:pt x="1642813" y="1496959"/>
                  </a:lnTo>
                  <a:lnTo>
                    <a:pt x="1644903" y="1501563"/>
                  </a:lnTo>
                  <a:lnTo>
                    <a:pt x="1646992" y="1506144"/>
                  </a:lnTo>
                  <a:lnTo>
                    <a:pt x="1649081" y="1510639"/>
                  </a:lnTo>
                  <a:lnTo>
                    <a:pt x="1651170" y="1515040"/>
                  </a:lnTo>
                  <a:lnTo>
                    <a:pt x="1653259" y="1519368"/>
                  </a:lnTo>
                  <a:lnTo>
                    <a:pt x="1655348" y="1523632"/>
                  </a:lnTo>
                  <a:lnTo>
                    <a:pt x="1657437" y="1527797"/>
                  </a:lnTo>
                  <a:lnTo>
                    <a:pt x="1659526" y="1531822"/>
                  </a:lnTo>
                  <a:lnTo>
                    <a:pt x="1661615" y="1535684"/>
                  </a:lnTo>
                  <a:lnTo>
                    <a:pt x="1663704" y="1539361"/>
                  </a:lnTo>
                  <a:lnTo>
                    <a:pt x="1665793" y="1542854"/>
                  </a:lnTo>
                  <a:lnTo>
                    <a:pt x="1667882" y="1546200"/>
                  </a:lnTo>
                  <a:lnTo>
                    <a:pt x="1669971" y="1549432"/>
                  </a:lnTo>
                  <a:lnTo>
                    <a:pt x="1672060" y="1552570"/>
                  </a:lnTo>
                  <a:lnTo>
                    <a:pt x="1674149" y="1555604"/>
                  </a:lnTo>
                  <a:lnTo>
                    <a:pt x="1676238" y="1558552"/>
                  </a:lnTo>
                  <a:lnTo>
                    <a:pt x="1678327" y="1561440"/>
                  </a:lnTo>
                  <a:lnTo>
                    <a:pt x="1680416" y="1564265"/>
                  </a:lnTo>
                  <a:lnTo>
                    <a:pt x="1682505" y="1567046"/>
                  </a:lnTo>
                  <a:lnTo>
                    <a:pt x="1684594" y="1569883"/>
                  </a:lnTo>
                  <a:lnTo>
                    <a:pt x="1686683" y="1572922"/>
                  </a:lnTo>
                  <a:lnTo>
                    <a:pt x="1688772" y="1576260"/>
                  </a:lnTo>
                  <a:lnTo>
                    <a:pt x="1690861" y="1579940"/>
                  </a:lnTo>
                  <a:lnTo>
                    <a:pt x="1692950" y="1583947"/>
                  </a:lnTo>
                  <a:lnTo>
                    <a:pt x="1695039" y="1588261"/>
                  </a:lnTo>
                  <a:lnTo>
                    <a:pt x="1697128" y="1592848"/>
                  </a:lnTo>
                  <a:lnTo>
                    <a:pt x="1699217" y="1597690"/>
                  </a:lnTo>
                  <a:lnTo>
                    <a:pt x="1701307" y="1602746"/>
                  </a:lnTo>
                  <a:lnTo>
                    <a:pt x="1703396" y="1608017"/>
                  </a:lnTo>
                  <a:lnTo>
                    <a:pt x="1705485" y="1613553"/>
                  </a:lnTo>
                  <a:lnTo>
                    <a:pt x="1707574" y="1619335"/>
                  </a:lnTo>
                  <a:lnTo>
                    <a:pt x="1709663" y="1625333"/>
                  </a:lnTo>
                  <a:lnTo>
                    <a:pt x="1711752" y="1631543"/>
                  </a:lnTo>
                  <a:lnTo>
                    <a:pt x="1713841" y="1637935"/>
                  </a:lnTo>
                  <a:lnTo>
                    <a:pt x="1715930" y="1644438"/>
                  </a:lnTo>
                  <a:lnTo>
                    <a:pt x="1718019" y="1650937"/>
                  </a:lnTo>
                  <a:lnTo>
                    <a:pt x="1720108" y="1657312"/>
                  </a:lnTo>
                  <a:lnTo>
                    <a:pt x="1722197" y="1663522"/>
                  </a:lnTo>
                  <a:lnTo>
                    <a:pt x="1724286" y="1669561"/>
                  </a:lnTo>
                  <a:lnTo>
                    <a:pt x="1726375" y="1675412"/>
                  </a:lnTo>
                  <a:lnTo>
                    <a:pt x="1728464" y="1681069"/>
                  </a:lnTo>
                  <a:lnTo>
                    <a:pt x="1730553" y="1686543"/>
                  </a:lnTo>
                  <a:lnTo>
                    <a:pt x="1732642" y="1691844"/>
                  </a:lnTo>
                  <a:lnTo>
                    <a:pt x="1734731" y="1696999"/>
                  </a:lnTo>
                  <a:lnTo>
                    <a:pt x="1736820" y="1701941"/>
                  </a:lnTo>
                  <a:lnTo>
                    <a:pt x="1738909" y="1706645"/>
                  </a:lnTo>
                  <a:lnTo>
                    <a:pt x="1740998" y="1711138"/>
                  </a:lnTo>
                  <a:lnTo>
                    <a:pt x="1743087" y="1715396"/>
                  </a:lnTo>
                  <a:lnTo>
                    <a:pt x="1745176" y="1719443"/>
                  </a:lnTo>
                  <a:lnTo>
                    <a:pt x="1747265" y="1723306"/>
                  </a:lnTo>
                  <a:lnTo>
                    <a:pt x="1749354" y="1726975"/>
                  </a:lnTo>
                  <a:lnTo>
                    <a:pt x="1751443" y="1730444"/>
                  </a:lnTo>
                  <a:lnTo>
                    <a:pt x="1753532" y="1733750"/>
                  </a:lnTo>
                  <a:lnTo>
                    <a:pt x="1755621" y="1736910"/>
                  </a:lnTo>
                  <a:lnTo>
                    <a:pt x="1757710" y="1739963"/>
                  </a:lnTo>
                  <a:lnTo>
                    <a:pt x="1759800" y="1742906"/>
                  </a:lnTo>
                  <a:lnTo>
                    <a:pt x="1761889" y="1745743"/>
                  </a:lnTo>
                  <a:lnTo>
                    <a:pt x="1763978" y="1748481"/>
                  </a:lnTo>
                  <a:lnTo>
                    <a:pt x="1766067" y="1751099"/>
                  </a:lnTo>
                  <a:lnTo>
                    <a:pt x="1768156" y="1753627"/>
                  </a:lnTo>
                  <a:lnTo>
                    <a:pt x="1770245" y="1756067"/>
                  </a:lnTo>
                  <a:lnTo>
                    <a:pt x="1772334" y="1758406"/>
                  </a:lnTo>
                  <a:lnTo>
                    <a:pt x="1774423" y="1760645"/>
                  </a:lnTo>
                  <a:lnTo>
                    <a:pt x="1776512" y="1762769"/>
                  </a:lnTo>
                  <a:lnTo>
                    <a:pt x="1778601" y="1764801"/>
                  </a:lnTo>
                  <a:lnTo>
                    <a:pt x="1780690" y="1766704"/>
                  </a:lnTo>
                  <a:lnTo>
                    <a:pt x="1782779" y="1768421"/>
                  </a:lnTo>
                  <a:lnTo>
                    <a:pt x="1784868" y="1769957"/>
                  </a:lnTo>
                  <a:lnTo>
                    <a:pt x="1786957" y="1771306"/>
                  </a:lnTo>
                  <a:lnTo>
                    <a:pt x="1789046" y="1772446"/>
                  </a:lnTo>
                  <a:lnTo>
                    <a:pt x="1791135" y="1773319"/>
                  </a:lnTo>
                  <a:lnTo>
                    <a:pt x="1793224" y="1773872"/>
                  </a:lnTo>
                  <a:lnTo>
                    <a:pt x="1795313" y="1774113"/>
                  </a:lnTo>
                  <a:lnTo>
                    <a:pt x="1797402" y="1774017"/>
                  </a:lnTo>
                  <a:lnTo>
                    <a:pt x="1799491" y="1773563"/>
                  </a:lnTo>
                  <a:lnTo>
                    <a:pt x="1801580" y="1772726"/>
                  </a:lnTo>
                  <a:lnTo>
                    <a:pt x="1803669" y="1771469"/>
                  </a:lnTo>
                  <a:lnTo>
                    <a:pt x="1805758" y="1769772"/>
                  </a:lnTo>
                  <a:lnTo>
                    <a:pt x="1807847" y="1767636"/>
                  </a:lnTo>
                  <a:lnTo>
                    <a:pt x="1809936" y="1765034"/>
                  </a:lnTo>
                  <a:lnTo>
                    <a:pt x="1812025" y="1761935"/>
                  </a:lnTo>
                  <a:lnTo>
                    <a:pt x="1814114" y="1758368"/>
                  </a:lnTo>
                  <a:lnTo>
                    <a:pt x="1816204" y="1754315"/>
                  </a:lnTo>
                  <a:lnTo>
                    <a:pt x="1818293" y="1749776"/>
                  </a:lnTo>
                  <a:lnTo>
                    <a:pt x="1820382" y="1744733"/>
                  </a:lnTo>
                  <a:lnTo>
                    <a:pt x="1822471" y="1739185"/>
                  </a:lnTo>
                  <a:lnTo>
                    <a:pt x="1824560" y="1733206"/>
                  </a:lnTo>
                  <a:lnTo>
                    <a:pt x="1826649" y="1726819"/>
                  </a:lnTo>
                  <a:lnTo>
                    <a:pt x="1828738" y="1720026"/>
                  </a:lnTo>
                  <a:lnTo>
                    <a:pt x="1830827" y="1712849"/>
                  </a:lnTo>
                  <a:lnTo>
                    <a:pt x="1832916" y="1705317"/>
                  </a:lnTo>
                  <a:lnTo>
                    <a:pt x="1835005" y="1697460"/>
                  </a:lnTo>
                  <a:lnTo>
                    <a:pt x="1837094" y="1689307"/>
                  </a:lnTo>
                  <a:lnTo>
                    <a:pt x="1839183" y="1680859"/>
                  </a:lnTo>
                  <a:lnTo>
                    <a:pt x="1841272" y="1672121"/>
                  </a:lnTo>
                  <a:lnTo>
                    <a:pt x="1843361" y="1663171"/>
                  </a:lnTo>
                  <a:lnTo>
                    <a:pt x="1845450" y="1653973"/>
                  </a:lnTo>
                  <a:lnTo>
                    <a:pt x="1847539" y="1644551"/>
                  </a:lnTo>
                  <a:lnTo>
                    <a:pt x="1849628" y="1634926"/>
                  </a:lnTo>
                  <a:lnTo>
                    <a:pt x="1851717" y="1625124"/>
                  </a:lnTo>
                  <a:lnTo>
                    <a:pt x="1853806" y="1615177"/>
                  </a:lnTo>
                  <a:lnTo>
                    <a:pt x="1855895" y="1605097"/>
                  </a:lnTo>
                  <a:lnTo>
                    <a:pt x="1857984" y="1594886"/>
                  </a:lnTo>
                  <a:lnTo>
                    <a:pt x="1860073" y="1584549"/>
                  </a:lnTo>
                  <a:lnTo>
                    <a:pt x="1862162" y="1574100"/>
                  </a:lnTo>
                  <a:lnTo>
                    <a:pt x="1864251" y="1563527"/>
                  </a:lnTo>
                  <a:lnTo>
                    <a:pt x="1866340" y="1552863"/>
                  </a:lnTo>
                  <a:lnTo>
                    <a:pt x="1868429" y="1542145"/>
                  </a:lnTo>
                  <a:lnTo>
                    <a:pt x="1870518" y="1531416"/>
                  </a:lnTo>
                  <a:lnTo>
                    <a:pt x="1872607" y="1520689"/>
                  </a:lnTo>
                  <a:lnTo>
                    <a:pt x="1874697" y="1509960"/>
                  </a:lnTo>
                  <a:lnTo>
                    <a:pt x="1876786" y="1499252"/>
                  </a:lnTo>
                  <a:lnTo>
                    <a:pt x="1878875" y="1488585"/>
                  </a:lnTo>
                  <a:lnTo>
                    <a:pt x="1880964" y="1477936"/>
                  </a:lnTo>
                  <a:lnTo>
                    <a:pt x="1883053" y="1467304"/>
                  </a:lnTo>
                  <a:lnTo>
                    <a:pt x="1885142" y="1456706"/>
                  </a:lnTo>
                  <a:lnTo>
                    <a:pt x="1887231" y="1446178"/>
                  </a:lnTo>
                  <a:lnTo>
                    <a:pt x="1889320" y="1435734"/>
                  </a:lnTo>
                  <a:lnTo>
                    <a:pt x="1891409" y="1425365"/>
                  </a:lnTo>
                  <a:lnTo>
                    <a:pt x="1893498" y="1415055"/>
                  </a:lnTo>
                  <a:lnTo>
                    <a:pt x="1895587" y="1404797"/>
                  </a:lnTo>
                  <a:lnTo>
                    <a:pt x="1897676" y="1394582"/>
                  </a:lnTo>
                  <a:lnTo>
                    <a:pt x="1899765" y="1384390"/>
                  </a:lnTo>
                  <a:lnTo>
                    <a:pt x="1901854" y="1374210"/>
                  </a:lnTo>
                  <a:lnTo>
                    <a:pt x="1903943" y="1364068"/>
                  </a:lnTo>
                  <a:lnTo>
                    <a:pt x="1906032" y="1354003"/>
                  </a:lnTo>
                  <a:lnTo>
                    <a:pt x="1908121" y="1344080"/>
                  </a:lnTo>
                  <a:lnTo>
                    <a:pt x="1910210" y="1334341"/>
                  </a:lnTo>
                  <a:lnTo>
                    <a:pt x="1912299" y="1324807"/>
                  </a:lnTo>
                  <a:lnTo>
                    <a:pt x="1914388" y="1315489"/>
                  </a:lnTo>
                  <a:lnTo>
                    <a:pt x="1916477" y="1306394"/>
                  </a:lnTo>
                  <a:lnTo>
                    <a:pt x="1918566" y="1297538"/>
                  </a:lnTo>
                  <a:lnTo>
                    <a:pt x="1920655" y="1288922"/>
                  </a:lnTo>
                  <a:lnTo>
                    <a:pt x="1922744" y="1280562"/>
                  </a:lnTo>
                  <a:lnTo>
                    <a:pt x="1924833" y="1272460"/>
                  </a:lnTo>
                  <a:lnTo>
                    <a:pt x="1926922" y="1264654"/>
                  </a:lnTo>
                  <a:lnTo>
                    <a:pt x="1929011" y="1257145"/>
                  </a:lnTo>
                  <a:lnTo>
                    <a:pt x="1931101" y="1249934"/>
                  </a:lnTo>
                  <a:lnTo>
                    <a:pt x="1933190" y="1243025"/>
                  </a:lnTo>
                  <a:lnTo>
                    <a:pt x="1935279" y="1236447"/>
                  </a:lnTo>
                  <a:lnTo>
                    <a:pt x="1937368" y="1230161"/>
                  </a:lnTo>
                  <a:lnTo>
                    <a:pt x="1939457" y="1224165"/>
                  </a:lnTo>
                  <a:lnTo>
                    <a:pt x="1941546" y="1218429"/>
                  </a:lnTo>
                  <a:lnTo>
                    <a:pt x="1943635" y="1212934"/>
                  </a:lnTo>
                  <a:lnTo>
                    <a:pt x="1945724" y="1207696"/>
                  </a:lnTo>
                  <a:lnTo>
                    <a:pt x="1947813" y="1202658"/>
                  </a:lnTo>
                  <a:lnTo>
                    <a:pt x="1949902" y="1197806"/>
                  </a:lnTo>
                  <a:lnTo>
                    <a:pt x="1951991" y="1193147"/>
                  </a:lnTo>
                  <a:lnTo>
                    <a:pt x="1954080" y="1188655"/>
                  </a:lnTo>
                  <a:lnTo>
                    <a:pt x="1956169" y="1184317"/>
                  </a:lnTo>
                  <a:lnTo>
                    <a:pt x="1958258" y="1180111"/>
                  </a:lnTo>
                  <a:lnTo>
                    <a:pt x="1960347" y="1176042"/>
                  </a:lnTo>
                  <a:lnTo>
                    <a:pt x="1962436" y="1172116"/>
                  </a:lnTo>
                  <a:lnTo>
                    <a:pt x="1964525" y="1168292"/>
                  </a:lnTo>
                  <a:lnTo>
                    <a:pt x="1966614" y="1164516"/>
                  </a:lnTo>
                  <a:lnTo>
                    <a:pt x="1968703" y="1160759"/>
                  </a:lnTo>
                  <a:lnTo>
                    <a:pt x="1970792" y="1156953"/>
                  </a:lnTo>
                  <a:lnTo>
                    <a:pt x="1972881" y="1153061"/>
                  </a:lnTo>
                  <a:lnTo>
                    <a:pt x="1974970" y="1149042"/>
                  </a:lnTo>
                  <a:lnTo>
                    <a:pt x="1977059" y="1144872"/>
                  </a:lnTo>
                  <a:lnTo>
                    <a:pt x="1979148" y="1140562"/>
                  </a:lnTo>
                  <a:lnTo>
                    <a:pt x="1981237" y="1136123"/>
                  </a:lnTo>
                  <a:lnTo>
                    <a:pt x="1983326" y="1131519"/>
                  </a:lnTo>
                  <a:lnTo>
                    <a:pt x="1985415" y="1126761"/>
                  </a:lnTo>
                  <a:lnTo>
                    <a:pt x="1987504" y="1121856"/>
                  </a:lnTo>
                  <a:lnTo>
                    <a:pt x="1989594" y="1116778"/>
                  </a:lnTo>
                  <a:lnTo>
                    <a:pt x="1991683" y="1111535"/>
                  </a:lnTo>
                  <a:lnTo>
                    <a:pt x="1993772" y="1106157"/>
                  </a:lnTo>
                  <a:lnTo>
                    <a:pt x="1995861" y="1100685"/>
                  </a:lnTo>
                  <a:lnTo>
                    <a:pt x="1997950" y="1095138"/>
                  </a:lnTo>
                  <a:lnTo>
                    <a:pt x="2000039" y="1089565"/>
                  </a:lnTo>
                  <a:lnTo>
                    <a:pt x="2002128" y="1083982"/>
                  </a:lnTo>
                  <a:lnTo>
                    <a:pt x="2004217" y="1078367"/>
                  </a:lnTo>
                  <a:lnTo>
                    <a:pt x="2006306" y="1072747"/>
                  </a:lnTo>
                  <a:lnTo>
                    <a:pt x="2008395" y="1067126"/>
                  </a:lnTo>
                  <a:lnTo>
                    <a:pt x="2010484" y="1061496"/>
                  </a:lnTo>
                  <a:lnTo>
                    <a:pt x="2012573" y="1055836"/>
                  </a:lnTo>
                  <a:lnTo>
                    <a:pt x="2014662" y="1050133"/>
                  </a:lnTo>
                  <a:lnTo>
                    <a:pt x="2016751" y="1044418"/>
                  </a:lnTo>
                  <a:lnTo>
                    <a:pt x="2018840" y="1038676"/>
                  </a:lnTo>
                  <a:lnTo>
                    <a:pt x="2020929" y="1032944"/>
                  </a:lnTo>
                  <a:lnTo>
                    <a:pt x="2023018" y="1027219"/>
                  </a:lnTo>
                  <a:lnTo>
                    <a:pt x="2025107" y="1021498"/>
                  </a:lnTo>
                  <a:lnTo>
                    <a:pt x="2027196" y="1015780"/>
                  </a:lnTo>
                  <a:lnTo>
                    <a:pt x="2029285" y="1010099"/>
                  </a:lnTo>
                  <a:lnTo>
                    <a:pt x="2031374" y="1004482"/>
                  </a:lnTo>
                  <a:lnTo>
                    <a:pt x="2033463" y="998981"/>
                  </a:lnTo>
                  <a:lnTo>
                    <a:pt x="2035552" y="993663"/>
                  </a:lnTo>
                  <a:lnTo>
                    <a:pt x="2037641" y="988535"/>
                  </a:lnTo>
                  <a:lnTo>
                    <a:pt x="2039730" y="983595"/>
                  </a:lnTo>
                  <a:lnTo>
                    <a:pt x="2041819" y="978888"/>
                  </a:lnTo>
                  <a:lnTo>
                    <a:pt x="2043908" y="974441"/>
                  </a:lnTo>
                  <a:lnTo>
                    <a:pt x="2045998" y="970264"/>
                  </a:lnTo>
                  <a:lnTo>
                    <a:pt x="2048087" y="966371"/>
                  </a:lnTo>
                  <a:lnTo>
                    <a:pt x="2050176" y="962743"/>
                  </a:lnTo>
                  <a:lnTo>
                    <a:pt x="2052265" y="959377"/>
                  </a:lnTo>
                  <a:lnTo>
                    <a:pt x="2054354" y="956326"/>
                  </a:lnTo>
                  <a:lnTo>
                    <a:pt x="2056443" y="953592"/>
                  </a:lnTo>
                  <a:lnTo>
                    <a:pt x="2058532" y="951173"/>
                  </a:lnTo>
                  <a:lnTo>
                    <a:pt x="2060621" y="949045"/>
                  </a:lnTo>
                  <a:lnTo>
                    <a:pt x="2062710" y="947193"/>
                  </a:lnTo>
                  <a:lnTo>
                    <a:pt x="2064799" y="945552"/>
                  </a:lnTo>
                  <a:lnTo>
                    <a:pt x="2066888" y="944050"/>
                  </a:lnTo>
                  <a:lnTo>
                    <a:pt x="2068977" y="942684"/>
                  </a:lnTo>
                  <a:lnTo>
                    <a:pt x="2071066" y="941480"/>
                  </a:lnTo>
                  <a:lnTo>
                    <a:pt x="2073155" y="940439"/>
                  </a:lnTo>
                  <a:lnTo>
                    <a:pt x="2075244" y="939598"/>
                  </a:lnTo>
                  <a:lnTo>
                    <a:pt x="2077333" y="938964"/>
                  </a:lnTo>
                  <a:lnTo>
                    <a:pt x="2079422" y="938536"/>
                  </a:lnTo>
                  <a:lnTo>
                    <a:pt x="2081511" y="938294"/>
                  </a:lnTo>
                  <a:lnTo>
                    <a:pt x="2083600" y="938230"/>
                  </a:lnTo>
                  <a:lnTo>
                    <a:pt x="2085689" y="938305"/>
                  </a:lnTo>
                  <a:lnTo>
                    <a:pt x="2087778" y="938494"/>
                  </a:lnTo>
                  <a:lnTo>
                    <a:pt x="2089867" y="938811"/>
                  </a:lnTo>
                  <a:lnTo>
                    <a:pt x="2091956" y="939230"/>
                  </a:lnTo>
                  <a:lnTo>
                    <a:pt x="2094045" y="939778"/>
                  </a:lnTo>
                  <a:lnTo>
                    <a:pt x="2096134" y="940486"/>
                  </a:lnTo>
                  <a:lnTo>
                    <a:pt x="2098223" y="941304"/>
                  </a:lnTo>
                  <a:lnTo>
                    <a:pt x="2100312" y="942206"/>
                  </a:lnTo>
                  <a:lnTo>
                    <a:pt x="2102401" y="943165"/>
                  </a:lnTo>
                  <a:lnTo>
                    <a:pt x="2104491" y="944149"/>
                  </a:lnTo>
                  <a:lnTo>
                    <a:pt x="2106580" y="945109"/>
                  </a:lnTo>
                  <a:lnTo>
                    <a:pt x="2108669" y="946069"/>
                  </a:lnTo>
                  <a:lnTo>
                    <a:pt x="2110758" y="947038"/>
                  </a:lnTo>
                  <a:lnTo>
                    <a:pt x="2112847" y="948022"/>
                  </a:lnTo>
                  <a:lnTo>
                    <a:pt x="2114936" y="949015"/>
                  </a:lnTo>
                  <a:lnTo>
                    <a:pt x="2117025" y="950057"/>
                  </a:lnTo>
                  <a:lnTo>
                    <a:pt x="2119114" y="951132"/>
                  </a:lnTo>
                  <a:lnTo>
                    <a:pt x="2121203" y="952186"/>
                  </a:lnTo>
                  <a:lnTo>
                    <a:pt x="2123292" y="953223"/>
                  </a:lnTo>
                  <a:lnTo>
                    <a:pt x="2125381" y="954221"/>
                  </a:lnTo>
                  <a:lnTo>
                    <a:pt x="2127470" y="955112"/>
                  </a:lnTo>
                  <a:lnTo>
                    <a:pt x="2129559" y="955897"/>
                  </a:lnTo>
                  <a:lnTo>
                    <a:pt x="2131648" y="956576"/>
                  </a:lnTo>
                  <a:lnTo>
                    <a:pt x="2133737" y="957104"/>
                  </a:lnTo>
                  <a:lnTo>
                    <a:pt x="2135826" y="957422"/>
                  </a:lnTo>
                  <a:lnTo>
                    <a:pt x="2137915" y="957471"/>
                  </a:lnTo>
                  <a:lnTo>
                    <a:pt x="2140004" y="957194"/>
                  </a:lnTo>
                  <a:lnTo>
                    <a:pt x="2142093" y="956547"/>
                  </a:lnTo>
                  <a:lnTo>
                    <a:pt x="2144182" y="955554"/>
                  </a:lnTo>
                  <a:lnTo>
                    <a:pt x="2146271" y="954185"/>
                  </a:lnTo>
                  <a:lnTo>
                    <a:pt x="2148360" y="952363"/>
                  </a:lnTo>
                  <a:lnTo>
                    <a:pt x="2150449" y="950073"/>
                  </a:lnTo>
                  <a:lnTo>
                    <a:pt x="2152538" y="947288"/>
                  </a:lnTo>
                  <a:lnTo>
                    <a:pt x="2154627" y="944002"/>
                  </a:lnTo>
                  <a:lnTo>
                    <a:pt x="2156716" y="940229"/>
                  </a:lnTo>
                  <a:lnTo>
                    <a:pt x="2158805" y="935939"/>
                  </a:lnTo>
                  <a:lnTo>
                    <a:pt x="2160895" y="931137"/>
                  </a:lnTo>
                  <a:lnTo>
                    <a:pt x="2162984" y="925819"/>
                  </a:lnTo>
                  <a:lnTo>
                    <a:pt x="2165073" y="920033"/>
                  </a:lnTo>
                  <a:lnTo>
                    <a:pt x="2167162" y="913812"/>
                  </a:lnTo>
                  <a:lnTo>
                    <a:pt x="2169251" y="907241"/>
                  </a:lnTo>
                  <a:lnTo>
                    <a:pt x="2171340" y="900437"/>
                  </a:lnTo>
                  <a:lnTo>
                    <a:pt x="2173429" y="893475"/>
                  </a:lnTo>
                  <a:lnTo>
                    <a:pt x="2175518" y="886361"/>
                  </a:lnTo>
                  <a:lnTo>
                    <a:pt x="2177607" y="879129"/>
                  </a:lnTo>
                  <a:lnTo>
                    <a:pt x="2179696" y="871819"/>
                  </a:lnTo>
                  <a:lnTo>
                    <a:pt x="2181785" y="864427"/>
                  </a:lnTo>
                  <a:lnTo>
                    <a:pt x="2183874" y="857011"/>
                  </a:lnTo>
                  <a:lnTo>
                    <a:pt x="2185963" y="849604"/>
                  </a:lnTo>
                  <a:lnTo>
                    <a:pt x="2188052" y="842252"/>
                  </a:lnTo>
                  <a:lnTo>
                    <a:pt x="2190141" y="834994"/>
                  </a:lnTo>
                  <a:lnTo>
                    <a:pt x="2192230" y="827880"/>
                  </a:lnTo>
                  <a:lnTo>
                    <a:pt x="2194319" y="820903"/>
                  </a:lnTo>
                  <a:lnTo>
                    <a:pt x="2196408" y="814054"/>
                  </a:lnTo>
                  <a:lnTo>
                    <a:pt x="2198497" y="807343"/>
                  </a:lnTo>
                  <a:lnTo>
                    <a:pt x="2200586" y="800744"/>
                  </a:lnTo>
                  <a:lnTo>
                    <a:pt x="2202675" y="794246"/>
                  </a:lnTo>
                  <a:lnTo>
                    <a:pt x="2204764" y="787847"/>
                  </a:lnTo>
                  <a:lnTo>
                    <a:pt x="2206853" y="781571"/>
                  </a:lnTo>
                  <a:lnTo>
                    <a:pt x="2208942" y="775421"/>
                  </a:lnTo>
                  <a:lnTo>
                    <a:pt x="2211031" y="769434"/>
                  </a:lnTo>
                  <a:lnTo>
                    <a:pt x="2213120" y="763628"/>
                  </a:lnTo>
                  <a:lnTo>
                    <a:pt x="2215209" y="757981"/>
                  </a:lnTo>
                  <a:lnTo>
                    <a:pt x="2217298" y="752489"/>
                  </a:lnTo>
                  <a:lnTo>
                    <a:pt x="2219388" y="747138"/>
                  </a:lnTo>
                  <a:lnTo>
                    <a:pt x="2221477" y="741896"/>
                  </a:lnTo>
                  <a:lnTo>
                    <a:pt x="2223566" y="736748"/>
                  </a:lnTo>
                  <a:lnTo>
                    <a:pt x="2225655" y="731722"/>
                  </a:lnTo>
                  <a:lnTo>
                    <a:pt x="2227744" y="726844"/>
                  </a:lnTo>
                  <a:lnTo>
                    <a:pt x="2229833" y="722106"/>
                  </a:lnTo>
                  <a:lnTo>
                    <a:pt x="2231922" y="717558"/>
                  </a:lnTo>
                  <a:lnTo>
                    <a:pt x="2234011" y="713243"/>
                  </a:lnTo>
                  <a:lnTo>
                    <a:pt x="2236100" y="709139"/>
                  </a:lnTo>
                  <a:lnTo>
                    <a:pt x="2238189" y="705244"/>
                  </a:lnTo>
                  <a:lnTo>
                    <a:pt x="2240278" y="701601"/>
                  </a:lnTo>
                  <a:lnTo>
                    <a:pt x="2242367" y="698230"/>
                  </a:lnTo>
                  <a:lnTo>
                    <a:pt x="2244456" y="695144"/>
                  </a:lnTo>
                  <a:lnTo>
                    <a:pt x="2246545" y="692346"/>
                  </a:lnTo>
                  <a:lnTo>
                    <a:pt x="2248634" y="689786"/>
                  </a:lnTo>
                  <a:lnTo>
                    <a:pt x="2250723" y="687436"/>
                  </a:lnTo>
                  <a:lnTo>
                    <a:pt x="2252812" y="685333"/>
                  </a:lnTo>
                  <a:lnTo>
                    <a:pt x="2254901" y="683503"/>
                  </a:lnTo>
                  <a:lnTo>
                    <a:pt x="2256990" y="681932"/>
                  </a:lnTo>
                  <a:lnTo>
                    <a:pt x="2259079" y="680654"/>
                  </a:lnTo>
                  <a:lnTo>
                    <a:pt x="2261168" y="679658"/>
                  </a:lnTo>
                  <a:lnTo>
                    <a:pt x="2263257" y="678947"/>
                  </a:lnTo>
                  <a:lnTo>
                    <a:pt x="2265346" y="678490"/>
                  </a:lnTo>
                  <a:lnTo>
                    <a:pt x="2267435" y="678276"/>
                  </a:lnTo>
                  <a:lnTo>
                    <a:pt x="2269524" y="678310"/>
                  </a:lnTo>
                  <a:lnTo>
                    <a:pt x="2271613" y="678552"/>
                  </a:lnTo>
                  <a:lnTo>
                    <a:pt x="2273702" y="678948"/>
                  </a:lnTo>
                  <a:lnTo>
                    <a:pt x="2275792" y="679407"/>
                  </a:lnTo>
                  <a:lnTo>
                    <a:pt x="2277881" y="679842"/>
                  </a:lnTo>
                  <a:lnTo>
                    <a:pt x="2279970" y="680240"/>
                  </a:lnTo>
                  <a:lnTo>
                    <a:pt x="2282059" y="680588"/>
                  </a:lnTo>
                  <a:lnTo>
                    <a:pt x="2284148" y="680840"/>
                  </a:lnTo>
                  <a:lnTo>
                    <a:pt x="2286237" y="680993"/>
                  </a:lnTo>
                  <a:lnTo>
                    <a:pt x="2288326" y="681031"/>
                  </a:lnTo>
                  <a:lnTo>
                    <a:pt x="2290415" y="680933"/>
                  </a:lnTo>
                  <a:lnTo>
                    <a:pt x="2292504" y="680671"/>
                  </a:lnTo>
                  <a:lnTo>
                    <a:pt x="2294593" y="680209"/>
                  </a:lnTo>
                  <a:lnTo>
                    <a:pt x="2296682" y="679533"/>
                  </a:lnTo>
                  <a:lnTo>
                    <a:pt x="2298771" y="678655"/>
                  </a:lnTo>
                  <a:lnTo>
                    <a:pt x="2300860" y="677594"/>
                  </a:lnTo>
                  <a:lnTo>
                    <a:pt x="2302949" y="676358"/>
                  </a:lnTo>
                  <a:lnTo>
                    <a:pt x="2305038" y="674959"/>
                  </a:lnTo>
                  <a:lnTo>
                    <a:pt x="2307127" y="673408"/>
                  </a:lnTo>
                  <a:lnTo>
                    <a:pt x="2309216" y="671715"/>
                  </a:lnTo>
                  <a:lnTo>
                    <a:pt x="2311305" y="669896"/>
                  </a:lnTo>
                  <a:lnTo>
                    <a:pt x="2313394" y="667957"/>
                  </a:lnTo>
                  <a:lnTo>
                    <a:pt x="2315483" y="665900"/>
                  </a:lnTo>
                  <a:lnTo>
                    <a:pt x="2317572" y="663690"/>
                  </a:lnTo>
                  <a:lnTo>
                    <a:pt x="2319661" y="661320"/>
                  </a:lnTo>
                  <a:lnTo>
                    <a:pt x="2321750" y="658778"/>
                  </a:lnTo>
                  <a:lnTo>
                    <a:pt x="2323839" y="656078"/>
                  </a:lnTo>
                  <a:lnTo>
                    <a:pt x="2325928" y="653213"/>
                  </a:lnTo>
                  <a:lnTo>
                    <a:pt x="2328017" y="650191"/>
                  </a:lnTo>
                  <a:lnTo>
                    <a:pt x="2330106" y="647023"/>
                  </a:lnTo>
                  <a:lnTo>
                    <a:pt x="2332195" y="643701"/>
                  </a:lnTo>
                  <a:lnTo>
                    <a:pt x="2334285" y="640252"/>
                  </a:lnTo>
                  <a:lnTo>
                    <a:pt x="2336374" y="636661"/>
                  </a:lnTo>
                  <a:lnTo>
                    <a:pt x="2338463" y="632901"/>
                  </a:lnTo>
                  <a:lnTo>
                    <a:pt x="2340552" y="628976"/>
                  </a:lnTo>
                  <a:lnTo>
                    <a:pt x="2342641" y="624929"/>
                  </a:lnTo>
                  <a:lnTo>
                    <a:pt x="2344730" y="620749"/>
                  </a:lnTo>
                  <a:lnTo>
                    <a:pt x="2346819" y="616438"/>
                  </a:lnTo>
                  <a:lnTo>
                    <a:pt x="2348908" y="611993"/>
                  </a:lnTo>
                  <a:lnTo>
                    <a:pt x="2350997" y="607438"/>
                  </a:lnTo>
                  <a:lnTo>
                    <a:pt x="2353086" y="602799"/>
                  </a:lnTo>
                  <a:lnTo>
                    <a:pt x="2355175" y="598146"/>
                  </a:lnTo>
                  <a:lnTo>
                    <a:pt x="2357264" y="593474"/>
                  </a:lnTo>
                  <a:lnTo>
                    <a:pt x="2359353" y="588727"/>
                  </a:lnTo>
                  <a:lnTo>
                    <a:pt x="2361442" y="583903"/>
                  </a:lnTo>
                  <a:lnTo>
                    <a:pt x="2363531" y="579015"/>
                  </a:lnTo>
                  <a:lnTo>
                    <a:pt x="2365620" y="574080"/>
                  </a:lnTo>
                  <a:lnTo>
                    <a:pt x="2367709" y="569087"/>
                  </a:lnTo>
                  <a:lnTo>
                    <a:pt x="2369798" y="564050"/>
                  </a:lnTo>
                  <a:lnTo>
                    <a:pt x="2371887" y="559015"/>
                  </a:lnTo>
                  <a:lnTo>
                    <a:pt x="2373976" y="553947"/>
                  </a:lnTo>
                  <a:lnTo>
                    <a:pt x="2376065" y="548846"/>
                  </a:lnTo>
                  <a:lnTo>
                    <a:pt x="2378154" y="543707"/>
                  </a:lnTo>
                  <a:lnTo>
                    <a:pt x="2380243" y="538566"/>
                  </a:lnTo>
                  <a:lnTo>
                    <a:pt x="2382332" y="533473"/>
                  </a:lnTo>
                  <a:lnTo>
                    <a:pt x="2384421" y="528481"/>
                  </a:lnTo>
                  <a:lnTo>
                    <a:pt x="2386510" y="523600"/>
                  </a:lnTo>
                  <a:lnTo>
                    <a:pt x="2388599" y="518884"/>
                  </a:lnTo>
                  <a:lnTo>
                    <a:pt x="2390689" y="514373"/>
                  </a:lnTo>
                  <a:lnTo>
                    <a:pt x="2392778" y="510050"/>
                  </a:lnTo>
                  <a:lnTo>
                    <a:pt x="2394867" y="505895"/>
                  </a:lnTo>
                  <a:lnTo>
                    <a:pt x="2396956" y="501911"/>
                  </a:lnTo>
                  <a:lnTo>
                    <a:pt x="2399045" y="498099"/>
                  </a:lnTo>
                  <a:lnTo>
                    <a:pt x="2401134" y="494470"/>
                  </a:lnTo>
                  <a:lnTo>
                    <a:pt x="2403223" y="491006"/>
                  </a:lnTo>
                  <a:lnTo>
                    <a:pt x="2405312" y="487691"/>
                  </a:lnTo>
                  <a:lnTo>
                    <a:pt x="2407401" y="484525"/>
                  </a:lnTo>
                  <a:lnTo>
                    <a:pt x="2409490" y="481525"/>
                  </a:lnTo>
                  <a:lnTo>
                    <a:pt x="2411579" y="478664"/>
                  </a:lnTo>
                  <a:lnTo>
                    <a:pt x="2413668" y="475945"/>
                  </a:lnTo>
                  <a:lnTo>
                    <a:pt x="2415757" y="473332"/>
                  </a:lnTo>
                  <a:lnTo>
                    <a:pt x="2417846" y="470792"/>
                  </a:lnTo>
                  <a:lnTo>
                    <a:pt x="2419935" y="468258"/>
                  </a:lnTo>
                  <a:lnTo>
                    <a:pt x="2422024" y="465714"/>
                  </a:lnTo>
                  <a:lnTo>
                    <a:pt x="2424113" y="463204"/>
                  </a:lnTo>
                  <a:lnTo>
                    <a:pt x="2426202" y="460764"/>
                  </a:lnTo>
                  <a:lnTo>
                    <a:pt x="2428291" y="458415"/>
                  </a:lnTo>
                  <a:lnTo>
                    <a:pt x="2430380" y="456155"/>
                  </a:lnTo>
                  <a:lnTo>
                    <a:pt x="2432469" y="453997"/>
                  </a:lnTo>
                  <a:lnTo>
                    <a:pt x="2434558" y="451942"/>
                  </a:lnTo>
                  <a:lnTo>
                    <a:pt x="2436647" y="449934"/>
                  </a:lnTo>
                  <a:lnTo>
                    <a:pt x="2438736" y="447913"/>
                  </a:lnTo>
                  <a:lnTo>
                    <a:pt x="2440825" y="445856"/>
                  </a:lnTo>
                  <a:lnTo>
                    <a:pt x="2442914" y="443779"/>
                  </a:lnTo>
                  <a:lnTo>
                    <a:pt x="2445003" y="441686"/>
                  </a:lnTo>
                  <a:lnTo>
                    <a:pt x="2447092" y="439543"/>
                  </a:lnTo>
                  <a:lnTo>
                    <a:pt x="2449182" y="437364"/>
                  </a:lnTo>
                  <a:lnTo>
                    <a:pt x="2451271" y="435162"/>
                  </a:lnTo>
                  <a:lnTo>
                    <a:pt x="2453360" y="432946"/>
                  </a:lnTo>
                  <a:lnTo>
                    <a:pt x="2455449" y="430724"/>
                  </a:lnTo>
                  <a:lnTo>
                    <a:pt x="2457538" y="428465"/>
                  </a:lnTo>
                  <a:lnTo>
                    <a:pt x="2459627" y="426153"/>
                  </a:lnTo>
                  <a:lnTo>
                    <a:pt x="2461716" y="423764"/>
                  </a:lnTo>
                  <a:lnTo>
                    <a:pt x="2463805" y="421337"/>
                  </a:lnTo>
                  <a:lnTo>
                    <a:pt x="2465894" y="418927"/>
                  </a:lnTo>
                  <a:lnTo>
                    <a:pt x="2467983" y="416513"/>
                  </a:lnTo>
                  <a:lnTo>
                    <a:pt x="2470072" y="414121"/>
                  </a:lnTo>
                  <a:lnTo>
                    <a:pt x="2472161" y="411747"/>
                  </a:lnTo>
                  <a:lnTo>
                    <a:pt x="2474250" y="409425"/>
                  </a:lnTo>
                  <a:lnTo>
                    <a:pt x="2476339" y="407143"/>
                  </a:lnTo>
                  <a:lnTo>
                    <a:pt x="2478428" y="404882"/>
                  </a:lnTo>
                  <a:lnTo>
                    <a:pt x="2480517" y="402659"/>
                  </a:lnTo>
                  <a:lnTo>
                    <a:pt x="2482606" y="400524"/>
                  </a:lnTo>
                  <a:lnTo>
                    <a:pt x="2484695" y="398479"/>
                  </a:lnTo>
                  <a:lnTo>
                    <a:pt x="2486784" y="396521"/>
                  </a:lnTo>
                  <a:lnTo>
                    <a:pt x="2488873" y="394610"/>
                  </a:lnTo>
                  <a:lnTo>
                    <a:pt x="2490962" y="392675"/>
                  </a:lnTo>
                  <a:lnTo>
                    <a:pt x="2493051" y="390645"/>
                  </a:lnTo>
                  <a:lnTo>
                    <a:pt x="2495140" y="388465"/>
                  </a:lnTo>
                  <a:lnTo>
                    <a:pt x="2497229" y="386143"/>
                  </a:lnTo>
                  <a:lnTo>
                    <a:pt x="2499318" y="383702"/>
                  </a:lnTo>
                  <a:lnTo>
                    <a:pt x="2501407" y="381166"/>
                  </a:lnTo>
                  <a:lnTo>
                    <a:pt x="2503496" y="378527"/>
                  </a:lnTo>
                  <a:lnTo>
                    <a:pt x="2505586" y="375792"/>
                  </a:lnTo>
                  <a:lnTo>
                    <a:pt x="2507675" y="372961"/>
                  </a:lnTo>
                  <a:lnTo>
                    <a:pt x="2509764" y="370061"/>
                  </a:lnTo>
                  <a:lnTo>
                    <a:pt x="2511853" y="367097"/>
                  </a:lnTo>
                  <a:lnTo>
                    <a:pt x="2513942" y="364045"/>
                  </a:lnTo>
                  <a:lnTo>
                    <a:pt x="2516031" y="360914"/>
                  </a:lnTo>
                  <a:lnTo>
                    <a:pt x="2518120" y="357708"/>
                  </a:lnTo>
                  <a:lnTo>
                    <a:pt x="2520209" y="354446"/>
                  </a:lnTo>
                  <a:lnTo>
                    <a:pt x="2522298" y="351190"/>
                  </a:lnTo>
                  <a:lnTo>
                    <a:pt x="2524387" y="348025"/>
                  </a:lnTo>
                  <a:lnTo>
                    <a:pt x="2526476" y="345022"/>
                  </a:lnTo>
                  <a:lnTo>
                    <a:pt x="2528565" y="342200"/>
                  </a:lnTo>
                  <a:lnTo>
                    <a:pt x="2530654" y="339531"/>
                  </a:lnTo>
                  <a:lnTo>
                    <a:pt x="2532743" y="336992"/>
                  </a:lnTo>
                  <a:lnTo>
                    <a:pt x="2534832" y="334587"/>
                  </a:lnTo>
                  <a:lnTo>
                    <a:pt x="2536921" y="332342"/>
                  </a:lnTo>
                  <a:lnTo>
                    <a:pt x="2539010" y="330238"/>
                  </a:lnTo>
                  <a:lnTo>
                    <a:pt x="2541099" y="328303"/>
                  </a:lnTo>
                  <a:lnTo>
                    <a:pt x="2543188" y="326560"/>
                  </a:lnTo>
                  <a:lnTo>
                    <a:pt x="2545277" y="325038"/>
                  </a:lnTo>
                  <a:lnTo>
                    <a:pt x="2547366" y="323681"/>
                  </a:lnTo>
                  <a:lnTo>
                    <a:pt x="2549455" y="322435"/>
                  </a:lnTo>
                  <a:lnTo>
                    <a:pt x="2551544" y="321314"/>
                  </a:lnTo>
                  <a:lnTo>
                    <a:pt x="2553633" y="320329"/>
                  </a:lnTo>
                  <a:lnTo>
                    <a:pt x="2555722" y="319440"/>
                  </a:lnTo>
                  <a:lnTo>
                    <a:pt x="2557811" y="318608"/>
                  </a:lnTo>
                  <a:lnTo>
                    <a:pt x="2559900" y="317829"/>
                  </a:lnTo>
                  <a:lnTo>
                    <a:pt x="2561989" y="317120"/>
                  </a:lnTo>
                  <a:lnTo>
                    <a:pt x="2564079" y="316475"/>
                  </a:lnTo>
                  <a:lnTo>
                    <a:pt x="2566168" y="315871"/>
                  </a:lnTo>
                  <a:lnTo>
                    <a:pt x="2568257" y="315316"/>
                  </a:lnTo>
                  <a:lnTo>
                    <a:pt x="2570346" y="314770"/>
                  </a:lnTo>
                  <a:lnTo>
                    <a:pt x="2572435" y="314229"/>
                  </a:lnTo>
                  <a:lnTo>
                    <a:pt x="2574524" y="313669"/>
                  </a:lnTo>
                  <a:lnTo>
                    <a:pt x="2576613" y="313091"/>
                  </a:lnTo>
                  <a:lnTo>
                    <a:pt x="2578702" y="312469"/>
                  </a:lnTo>
                  <a:lnTo>
                    <a:pt x="2580791" y="311784"/>
                  </a:lnTo>
                  <a:lnTo>
                    <a:pt x="2582880" y="311059"/>
                  </a:lnTo>
                  <a:lnTo>
                    <a:pt x="2584969" y="310338"/>
                  </a:lnTo>
                  <a:lnTo>
                    <a:pt x="2587058" y="309559"/>
                  </a:lnTo>
                  <a:lnTo>
                    <a:pt x="2589147" y="308710"/>
                  </a:lnTo>
                  <a:lnTo>
                    <a:pt x="2591236" y="307777"/>
                  </a:lnTo>
                  <a:lnTo>
                    <a:pt x="2593325" y="306767"/>
                  </a:lnTo>
                  <a:lnTo>
                    <a:pt x="2595414" y="305728"/>
                  </a:lnTo>
                  <a:lnTo>
                    <a:pt x="2597503" y="304718"/>
                  </a:lnTo>
                  <a:lnTo>
                    <a:pt x="2599592" y="303780"/>
                  </a:lnTo>
                  <a:lnTo>
                    <a:pt x="2601681" y="302931"/>
                  </a:lnTo>
                  <a:lnTo>
                    <a:pt x="2603770" y="302165"/>
                  </a:lnTo>
                  <a:lnTo>
                    <a:pt x="2605859" y="301459"/>
                  </a:lnTo>
                  <a:lnTo>
                    <a:pt x="2607948" y="300841"/>
                  </a:lnTo>
                  <a:lnTo>
                    <a:pt x="2610037" y="300297"/>
                  </a:lnTo>
                  <a:lnTo>
                    <a:pt x="2612126" y="299822"/>
                  </a:lnTo>
                  <a:lnTo>
                    <a:pt x="2614215" y="299413"/>
                  </a:lnTo>
                  <a:lnTo>
                    <a:pt x="2616304" y="299036"/>
                  </a:lnTo>
                  <a:lnTo>
                    <a:pt x="2618393" y="298677"/>
                  </a:lnTo>
                  <a:lnTo>
                    <a:pt x="2620483" y="298337"/>
                  </a:lnTo>
                  <a:lnTo>
                    <a:pt x="2622572" y="298009"/>
                  </a:lnTo>
                  <a:lnTo>
                    <a:pt x="2624661" y="297705"/>
                  </a:lnTo>
                  <a:lnTo>
                    <a:pt x="2626750" y="297392"/>
                  </a:lnTo>
                  <a:lnTo>
                    <a:pt x="2628839" y="297021"/>
                  </a:lnTo>
                  <a:lnTo>
                    <a:pt x="2630928" y="296533"/>
                  </a:lnTo>
                  <a:lnTo>
                    <a:pt x="2633017" y="295888"/>
                  </a:lnTo>
                  <a:lnTo>
                    <a:pt x="2635106" y="295070"/>
                  </a:lnTo>
                  <a:lnTo>
                    <a:pt x="2637195" y="294085"/>
                  </a:lnTo>
                  <a:lnTo>
                    <a:pt x="2639284" y="292934"/>
                  </a:lnTo>
                  <a:lnTo>
                    <a:pt x="2641373" y="291594"/>
                  </a:lnTo>
                  <a:lnTo>
                    <a:pt x="2643462" y="290058"/>
                  </a:lnTo>
                  <a:lnTo>
                    <a:pt x="2645551" y="288339"/>
                  </a:lnTo>
                  <a:lnTo>
                    <a:pt x="2647640" y="286463"/>
                  </a:lnTo>
                  <a:lnTo>
                    <a:pt x="2649729" y="284472"/>
                  </a:lnTo>
                  <a:lnTo>
                    <a:pt x="2651818" y="282454"/>
                  </a:lnTo>
                  <a:lnTo>
                    <a:pt x="2653907" y="280520"/>
                  </a:lnTo>
                  <a:lnTo>
                    <a:pt x="2655996" y="278690"/>
                  </a:lnTo>
                  <a:lnTo>
                    <a:pt x="2658085" y="276943"/>
                  </a:lnTo>
                  <a:lnTo>
                    <a:pt x="2660174" y="275302"/>
                  </a:lnTo>
                  <a:lnTo>
                    <a:pt x="2662263" y="273795"/>
                  </a:lnTo>
                  <a:lnTo>
                    <a:pt x="2664352" y="272450"/>
                  </a:lnTo>
                  <a:lnTo>
                    <a:pt x="2666441" y="271265"/>
                  </a:lnTo>
                  <a:lnTo>
                    <a:pt x="2668530" y="270235"/>
                  </a:lnTo>
                  <a:lnTo>
                    <a:pt x="2670619" y="269417"/>
                  </a:lnTo>
                  <a:lnTo>
                    <a:pt x="2672708" y="268825"/>
                  </a:lnTo>
                  <a:lnTo>
                    <a:pt x="2674797" y="268479"/>
                  </a:lnTo>
                  <a:lnTo>
                    <a:pt x="2676886" y="268409"/>
                  </a:lnTo>
                  <a:lnTo>
                    <a:pt x="2678976" y="268618"/>
                  </a:lnTo>
                  <a:lnTo>
                    <a:pt x="2681065" y="269110"/>
                  </a:lnTo>
                  <a:lnTo>
                    <a:pt x="2683154" y="269853"/>
                  </a:lnTo>
                  <a:lnTo>
                    <a:pt x="2685243" y="270844"/>
                  </a:lnTo>
                  <a:lnTo>
                    <a:pt x="2687332" y="272077"/>
                  </a:lnTo>
                  <a:lnTo>
                    <a:pt x="2689421" y="273483"/>
                  </a:lnTo>
                  <a:lnTo>
                    <a:pt x="2691510" y="275032"/>
                  </a:lnTo>
                  <a:lnTo>
                    <a:pt x="2693599" y="276714"/>
                  </a:lnTo>
                  <a:lnTo>
                    <a:pt x="2695688" y="278521"/>
                  </a:lnTo>
                  <a:lnTo>
                    <a:pt x="2697777" y="280472"/>
                  </a:lnTo>
                  <a:lnTo>
                    <a:pt x="2699866" y="282556"/>
                  </a:lnTo>
                  <a:lnTo>
                    <a:pt x="2701955" y="284740"/>
                  </a:lnTo>
                  <a:lnTo>
                    <a:pt x="2704044" y="287013"/>
                  </a:lnTo>
                  <a:lnTo>
                    <a:pt x="2706133" y="289377"/>
                  </a:lnTo>
                  <a:lnTo>
                    <a:pt x="2708222" y="291794"/>
                  </a:lnTo>
                  <a:lnTo>
                    <a:pt x="2710311" y="294273"/>
                  </a:lnTo>
                  <a:lnTo>
                    <a:pt x="2712400" y="296823"/>
                  </a:lnTo>
                  <a:lnTo>
                    <a:pt x="2714489" y="299424"/>
                  </a:lnTo>
                  <a:lnTo>
                    <a:pt x="2716578" y="302085"/>
                  </a:lnTo>
                  <a:lnTo>
                    <a:pt x="2718667" y="304800"/>
                  </a:lnTo>
                  <a:lnTo>
                    <a:pt x="2720756" y="307573"/>
                  </a:lnTo>
                  <a:lnTo>
                    <a:pt x="2722845" y="310411"/>
                  </a:lnTo>
                  <a:lnTo>
                    <a:pt x="2724934" y="313326"/>
                  </a:lnTo>
                  <a:lnTo>
                    <a:pt x="2727023" y="316316"/>
                  </a:lnTo>
                  <a:lnTo>
                    <a:pt x="2729112" y="319353"/>
                  </a:lnTo>
                  <a:lnTo>
                    <a:pt x="2731201" y="322415"/>
                  </a:lnTo>
                  <a:lnTo>
                    <a:pt x="2733290" y="325509"/>
                  </a:lnTo>
                  <a:lnTo>
                    <a:pt x="2735379" y="328649"/>
                  </a:lnTo>
                  <a:lnTo>
                    <a:pt x="2737469" y="331840"/>
                  </a:lnTo>
                  <a:lnTo>
                    <a:pt x="2739558" y="335107"/>
                  </a:lnTo>
                  <a:lnTo>
                    <a:pt x="2741647" y="338473"/>
                  </a:lnTo>
                  <a:lnTo>
                    <a:pt x="2743736" y="341925"/>
                  </a:lnTo>
                  <a:lnTo>
                    <a:pt x="2745825" y="345465"/>
                  </a:lnTo>
                  <a:lnTo>
                    <a:pt x="2747914" y="349105"/>
                  </a:lnTo>
                  <a:lnTo>
                    <a:pt x="2750003" y="352836"/>
                  </a:lnTo>
                  <a:lnTo>
                    <a:pt x="2752092" y="356657"/>
                  </a:lnTo>
                  <a:lnTo>
                    <a:pt x="2754181" y="360520"/>
                  </a:lnTo>
                  <a:lnTo>
                    <a:pt x="2756270" y="364357"/>
                  </a:lnTo>
                  <a:lnTo>
                    <a:pt x="2758359" y="368094"/>
                  </a:lnTo>
                  <a:lnTo>
                    <a:pt x="2760448" y="371702"/>
                  </a:lnTo>
                  <a:lnTo>
                    <a:pt x="2762537" y="375173"/>
                  </a:lnTo>
                  <a:lnTo>
                    <a:pt x="2764626" y="378492"/>
                  </a:lnTo>
                  <a:lnTo>
                    <a:pt x="2766715" y="381631"/>
                  </a:lnTo>
                  <a:lnTo>
                    <a:pt x="2768804" y="384555"/>
                  </a:lnTo>
                  <a:lnTo>
                    <a:pt x="2770893" y="387253"/>
                  </a:lnTo>
                  <a:lnTo>
                    <a:pt x="2772982" y="389696"/>
                  </a:lnTo>
                  <a:lnTo>
                    <a:pt x="2775071" y="391845"/>
                  </a:lnTo>
                  <a:lnTo>
                    <a:pt x="2777160" y="393657"/>
                  </a:lnTo>
                  <a:lnTo>
                    <a:pt x="2779249" y="395137"/>
                  </a:lnTo>
                  <a:lnTo>
                    <a:pt x="2781338" y="396233"/>
                  </a:lnTo>
                  <a:lnTo>
                    <a:pt x="2783427" y="396939"/>
                  </a:lnTo>
                  <a:lnTo>
                    <a:pt x="2785516" y="397265"/>
                  </a:lnTo>
                  <a:lnTo>
                    <a:pt x="2787605" y="397237"/>
                  </a:lnTo>
                  <a:lnTo>
                    <a:pt x="2789694" y="396865"/>
                  </a:lnTo>
                  <a:lnTo>
                    <a:pt x="2791783" y="396153"/>
                  </a:lnTo>
                  <a:lnTo>
                    <a:pt x="2793873" y="395126"/>
                  </a:lnTo>
                  <a:lnTo>
                    <a:pt x="2795962" y="393861"/>
                  </a:lnTo>
                  <a:lnTo>
                    <a:pt x="2798051" y="392417"/>
                  </a:lnTo>
                  <a:lnTo>
                    <a:pt x="2800140" y="390870"/>
                  </a:lnTo>
                  <a:lnTo>
                    <a:pt x="2802229" y="389194"/>
                  </a:lnTo>
                  <a:lnTo>
                    <a:pt x="2804318" y="387407"/>
                  </a:lnTo>
                  <a:lnTo>
                    <a:pt x="2806407" y="385524"/>
                  </a:lnTo>
                  <a:lnTo>
                    <a:pt x="2808496" y="383530"/>
                  </a:lnTo>
                  <a:lnTo>
                    <a:pt x="2810585" y="381402"/>
                  </a:lnTo>
                  <a:lnTo>
                    <a:pt x="2812674" y="379153"/>
                  </a:lnTo>
                  <a:lnTo>
                    <a:pt x="2814763" y="376767"/>
                  </a:lnTo>
                  <a:lnTo>
                    <a:pt x="2816852" y="374228"/>
                  </a:lnTo>
                  <a:lnTo>
                    <a:pt x="2818941" y="371571"/>
                  </a:lnTo>
                  <a:lnTo>
                    <a:pt x="2821030" y="368818"/>
                  </a:lnTo>
                  <a:lnTo>
                    <a:pt x="2823119" y="365999"/>
                  </a:lnTo>
                  <a:lnTo>
                    <a:pt x="2825208" y="363144"/>
                  </a:lnTo>
                  <a:lnTo>
                    <a:pt x="2827297" y="360272"/>
                  </a:lnTo>
                  <a:lnTo>
                    <a:pt x="2829386" y="357375"/>
                  </a:lnTo>
                  <a:lnTo>
                    <a:pt x="2831475" y="354442"/>
                  </a:lnTo>
                  <a:lnTo>
                    <a:pt x="2833564" y="351498"/>
                  </a:lnTo>
                  <a:lnTo>
                    <a:pt x="2835653" y="348558"/>
                  </a:lnTo>
                  <a:lnTo>
                    <a:pt x="2837742" y="345637"/>
                  </a:lnTo>
                  <a:lnTo>
                    <a:pt x="2839831" y="342745"/>
                  </a:lnTo>
                  <a:lnTo>
                    <a:pt x="2841920" y="339889"/>
                  </a:lnTo>
                  <a:lnTo>
                    <a:pt x="2844009" y="337044"/>
                  </a:lnTo>
                  <a:lnTo>
                    <a:pt x="2846098" y="334173"/>
                  </a:lnTo>
                  <a:lnTo>
                    <a:pt x="2848187" y="331267"/>
                  </a:lnTo>
                  <a:lnTo>
                    <a:pt x="2850276" y="328304"/>
                  </a:lnTo>
                  <a:lnTo>
                    <a:pt x="2852366" y="325268"/>
                  </a:lnTo>
                  <a:lnTo>
                    <a:pt x="2854455" y="322135"/>
                  </a:lnTo>
                  <a:lnTo>
                    <a:pt x="2856544" y="318874"/>
                  </a:lnTo>
                  <a:lnTo>
                    <a:pt x="2858633" y="315479"/>
                  </a:lnTo>
                  <a:lnTo>
                    <a:pt x="2860722" y="311960"/>
                  </a:lnTo>
                  <a:lnTo>
                    <a:pt x="2862811" y="308354"/>
                  </a:lnTo>
                  <a:lnTo>
                    <a:pt x="2864900" y="304626"/>
                  </a:lnTo>
                  <a:lnTo>
                    <a:pt x="2866989" y="300781"/>
                  </a:lnTo>
                  <a:lnTo>
                    <a:pt x="2869078" y="296835"/>
                  </a:lnTo>
                  <a:lnTo>
                    <a:pt x="2871167" y="292823"/>
                  </a:lnTo>
                  <a:lnTo>
                    <a:pt x="2873256" y="288786"/>
                  </a:lnTo>
                  <a:lnTo>
                    <a:pt x="2875345" y="284747"/>
                  </a:lnTo>
                  <a:lnTo>
                    <a:pt x="2877434" y="280730"/>
                  </a:lnTo>
                  <a:lnTo>
                    <a:pt x="2879523" y="276769"/>
                  </a:lnTo>
                  <a:lnTo>
                    <a:pt x="2881612" y="272908"/>
                  </a:lnTo>
                  <a:lnTo>
                    <a:pt x="2883701" y="269135"/>
                  </a:lnTo>
                  <a:lnTo>
                    <a:pt x="2885790" y="265457"/>
                  </a:lnTo>
                  <a:lnTo>
                    <a:pt x="2887879" y="261893"/>
                  </a:lnTo>
                  <a:lnTo>
                    <a:pt x="2889968" y="258412"/>
                  </a:lnTo>
                  <a:lnTo>
                    <a:pt x="2892057" y="255017"/>
                  </a:lnTo>
                  <a:lnTo>
                    <a:pt x="2894146" y="251728"/>
                  </a:lnTo>
                  <a:lnTo>
                    <a:pt x="2896235" y="248573"/>
                  </a:lnTo>
                  <a:lnTo>
                    <a:pt x="2898324" y="245567"/>
                  </a:lnTo>
                  <a:lnTo>
                    <a:pt x="2900413" y="242697"/>
                  </a:lnTo>
                  <a:lnTo>
                    <a:pt x="2902502" y="239950"/>
                  </a:lnTo>
                  <a:lnTo>
                    <a:pt x="2904591" y="237269"/>
                  </a:lnTo>
                  <a:lnTo>
                    <a:pt x="2906680" y="234640"/>
                  </a:lnTo>
                  <a:lnTo>
                    <a:pt x="2908770" y="232044"/>
                  </a:lnTo>
                  <a:lnTo>
                    <a:pt x="2910859" y="229459"/>
                  </a:lnTo>
                  <a:lnTo>
                    <a:pt x="2912948" y="226910"/>
                  </a:lnTo>
                  <a:lnTo>
                    <a:pt x="2915037" y="224417"/>
                  </a:lnTo>
                  <a:lnTo>
                    <a:pt x="2917126" y="222011"/>
                  </a:lnTo>
                  <a:lnTo>
                    <a:pt x="2919215" y="219710"/>
                  </a:lnTo>
                  <a:lnTo>
                    <a:pt x="2921304" y="217520"/>
                  </a:lnTo>
                  <a:lnTo>
                    <a:pt x="2923393" y="215415"/>
                  </a:lnTo>
                  <a:lnTo>
                    <a:pt x="2925482" y="213351"/>
                  </a:lnTo>
                  <a:lnTo>
                    <a:pt x="2927571" y="211266"/>
                  </a:lnTo>
                  <a:lnTo>
                    <a:pt x="2929660" y="209139"/>
                  </a:lnTo>
                  <a:lnTo>
                    <a:pt x="2931749" y="206963"/>
                  </a:lnTo>
                  <a:lnTo>
                    <a:pt x="2933838" y="204751"/>
                  </a:lnTo>
                  <a:lnTo>
                    <a:pt x="2935927" y="202527"/>
                  </a:lnTo>
                  <a:lnTo>
                    <a:pt x="2938016" y="200297"/>
                  </a:lnTo>
                  <a:lnTo>
                    <a:pt x="2940105" y="198084"/>
                  </a:lnTo>
                  <a:lnTo>
                    <a:pt x="2942194" y="195916"/>
                  </a:lnTo>
                  <a:lnTo>
                    <a:pt x="2944283" y="193824"/>
                  </a:lnTo>
                  <a:lnTo>
                    <a:pt x="2946372" y="191849"/>
                  </a:lnTo>
                  <a:lnTo>
                    <a:pt x="2948461" y="190025"/>
                  </a:lnTo>
                  <a:lnTo>
                    <a:pt x="2950550" y="188389"/>
                  </a:lnTo>
                  <a:lnTo>
                    <a:pt x="2952639" y="186985"/>
                  </a:lnTo>
                  <a:lnTo>
                    <a:pt x="2954728" y="185806"/>
                  </a:lnTo>
                  <a:lnTo>
                    <a:pt x="2956817" y="184868"/>
                  </a:lnTo>
                  <a:lnTo>
                    <a:pt x="2958906" y="184199"/>
                  </a:lnTo>
                  <a:lnTo>
                    <a:pt x="2960995" y="183834"/>
                  </a:lnTo>
                  <a:lnTo>
                    <a:pt x="2963084" y="183789"/>
                  </a:lnTo>
                  <a:lnTo>
                    <a:pt x="2965173" y="184014"/>
                  </a:lnTo>
                  <a:lnTo>
                    <a:pt x="2967263" y="184459"/>
                  </a:lnTo>
                  <a:lnTo>
                    <a:pt x="2969352" y="185142"/>
                  </a:lnTo>
                  <a:lnTo>
                    <a:pt x="2971441" y="186069"/>
                  </a:lnTo>
                  <a:lnTo>
                    <a:pt x="2973530" y="187207"/>
                  </a:lnTo>
                  <a:lnTo>
                    <a:pt x="2975619" y="188539"/>
                  </a:lnTo>
                  <a:lnTo>
                    <a:pt x="2977708" y="190022"/>
                  </a:lnTo>
                  <a:lnTo>
                    <a:pt x="2979797" y="191621"/>
                  </a:lnTo>
                  <a:lnTo>
                    <a:pt x="2981886" y="193322"/>
                  </a:lnTo>
                  <a:lnTo>
                    <a:pt x="2983975" y="195105"/>
                  </a:lnTo>
                  <a:lnTo>
                    <a:pt x="2986064" y="196947"/>
                  </a:lnTo>
                  <a:lnTo>
                    <a:pt x="2988153" y="198831"/>
                  </a:lnTo>
                  <a:lnTo>
                    <a:pt x="2990242" y="200777"/>
                  </a:lnTo>
                  <a:lnTo>
                    <a:pt x="2992331" y="202751"/>
                  </a:lnTo>
                  <a:lnTo>
                    <a:pt x="2994420" y="204754"/>
                  </a:lnTo>
                  <a:lnTo>
                    <a:pt x="2996509" y="206803"/>
                  </a:lnTo>
                  <a:lnTo>
                    <a:pt x="2998598" y="208881"/>
                  </a:lnTo>
                  <a:lnTo>
                    <a:pt x="3000687" y="210936"/>
                  </a:lnTo>
                  <a:lnTo>
                    <a:pt x="3002776" y="212944"/>
                  </a:lnTo>
                  <a:lnTo>
                    <a:pt x="3004865" y="214892"/>
                  </a:lnTo>
                  <a:lnTo>
                    <a:pt x="3006954" y="216768"/>
                  </a:lnTo>
                  <a:lnTo>
                    <a:pt x="3009043" y="218554"/>
                  </a:lnTo>
                  <a:lnTo>
                    <a:pt x="3011132" y="220254"/>
                  </a:lnTo>
                  <a:lnTo>
                    <a:pt x="3013221" y="221876"/>
                  </a:lnTo>
                  <a:lnTo>
                    <a:pt x="3015310" y="223450"/>
                  </a:lnTo>
                  <a:lnTo>
                    <a:pt x="3017399" y="224962"/>
                  </a:lnTo>
                  <a:lnTo>
                    <a:pt x="3019488" y="226383"/>
                  </a:lnTo>
                  <a:lnTo>
                    <a:pt x="3021577" y="227697"/>
                  </a:lnTo>
                  <a:lnTo>
                    <a:pt x="3023667" y="228887"/>
                  </a:lnTo>
                  <a:lnTo>
                    <a:pt x="3025756" y="229938"/>
                  </a:lnTo>
                  <a:lnTo>
                    <a:pt x="3027845" y="230869"/>
                  </a:lnTo>
                  <a:lnTo>
                    <a:pt x="3029934" y="231692"/>
                  </a:lnTo>
                  <a:lnTo>
                    <a:pt x="3032023" y="232428"/>
                  </a:lnTo>
                  <a:lnTo>
                    <a:pt x="3034112" y="233082"/>
                  </a:lnTo>
                  <a:lnTo>
                    <a:pt x="3036201" y="233623"/>
                  </a:lnTo>
                  <a:lnTo>
                    <a:pt x="3038290" y="234014"/>
                  </a:lnTo>
                  <a:lnTo>
                    <a:pt x="3040379" y="234221"/>
                  </a:lnTo>
                  <a:lnTo>
                    <a:pt x="3042468" y="234235"/>
                  </a:lnTo>
                  <a:lnTo>
                    <a:pt x="3044557" y="234040"/>
                  </a:lnTo>
                  <a:lnTo>
                    <a:pt x="3046646" y="233581"/>
                  </a:lnTo>
                  <a:lnTo>
                    <a:pt x="3048735" y="232820"/>
                  </a:lnTo>
                  <a:lnTo>
                    <a:pt x="3050824" y="231674"/>
                  </a:lnTo>
                  <a:lnTo>
                    <a:pt x="3052913" y="230067"/>
                  </a:lnTo>
                  <a:lnTo>
                    <a:pt x="3055002" y="227939"/>
                  </a:lnTo>
                  <a:lnTo>
                    <a:pt x="3057091" y="225269"/>
                  </a:lnTo>
                  <a:lnTo>
                    <a:pt x="3059180" y="222042"/>
                  </a:lnTo>
                  <a:lnTo>
                    <a:pt x="3061269" y="218281"/>
                  </a:lnTo>
                  <a:lnTo>
                    <a:pt x="3063358" y="214031"/>
                  </a:lnTo>
                  <a:lnTo>
                    <a:pt x="3065447" y="209294"/>
                  </a:lnTo>
                  <a:lnTo>
                    <a:pt x="3067536" y="204074"/>
                  </a:lnTo>
                  <a:lnTo>
                    <a:pt x="3069625" y="198459"/>
                  </a:lnTo>
                  <a:lnTo>
                    <a:pt x="3071714" y="192538"/>
                  </a:lnTo>
                  <a:lnTo>
                    <a:pt x="3073803" y="186365"/>
                  </a:lnTo>
                  <a:lnTo>
                    <a:pt x="3075892" y="179956"/>
                  </a:lnTo>
                  <a:lnTo>
                    <a:pt x="3077981" y="173385"/>
                  </a:lnTo>
                  <a:lnTo>
                    <a:pt x="3080070" y="166693"/>
                  </a:lnTo>
                  <a:lnTo>
                    <a:pt x="3082160" y="159928"/>
                  </a:lnTo>
                  <a:lnTo>
                    <a:pt x="3084249" y="153159"/>
                  </a:lnTo>
                  <a:lnTo>
                    <a:pt x="3086338" y="146408"/>
                  </a:lnTo>
                  <a:lnTo>
                    <a:pt x="3088427" y="139677"/>
                  </a:lnTo>
                  <a:lnTo>
                    <a:pt x="3090516" y="132998"/>
                  </a:lnTo>
                  <a:lnTo>
                    <a:pt x="3092605" y="126392"/>
                  </a:lnTo>
                  <a:lnTo>
                    <a:pt x="3094694" y="119851"/>
                  </a:lnTo>
                  <a:lnTo>
                    <a:pt x="3096783" y="113395"/>
                  </a:lnTo>
                  <a:lnTo>
                    <a:pt x="3098872" y="107059"/>
                  </a:lnTo>
                  <a:lnTo>
                    <a:pt x="3100961" y="100829"/>
                  </a:lnTo>
                  <a:lnTo>
                    <a:pt x="3103050" y="94700"/>
                  </a:lnTo>
                  <a:lnTo>
                    <a:pt x="3105139" y="88698"/>
                  </a:lnTo>
                  <a:lnTo>
                    <a:pt x="3107228" y="82862"/>
                  </a:lnTo>
                  <a:lnTo>
                    <a:pt x="3109317" y="77188"/>
                  </a:lnTo>
                  <a:lnTo>
                    <a:pt x="3111406" y="71655"/>
                  </a:lnTo>
                  <a:lnTo>
                    <a:pt x="3113495" y="66280"/>
                  </a:lnTo>
                  <a:lnTo>
                    <a:pt x="3115584" y="61056"/>
                  </a:lnTo>
                  <a:lnTo>
                    <a:pt x="3117673" y="55980"/>
                  </a:lnTo>
                  <a:lnTo>
                    <a:pt x="3119762" y="51057"/>
                  </a:lnTo>
                  <a:lnTo>
                    <a:pt x="3121851" y="46279"/>
                  </a:lnTo>
                  <a:lnTo>
                    <a:pt x="3123940" y="41679"/>
                  </a:lnTo>
                  <a:lnTo>
                    <a:pt x="3126029" y="37255"/>
                  </a:lnTo>
                  <a:lnTo>
                    <a:pt x="3128118" y="33033"/>
                  </a:lnTo>
                  <a:lnTo>
                    <a:pt x="3130207" y="29018"/>
                  </a:lnTo>
                  <a:lnTo>
                    <a:pt x="3132296" y="25203"/>
                  </a:lnTo>
                  <a:lnTo>
                    <a:pt x="3134385" y="21605"/>
                  </a:lnTo>
                  <a:lnTo>
                    <a:pt x="3136474" y="18225"/>
                  </a:lnTo>
                  <a:lnTo>
                    <a:pt x="3138564" y="15062"/>
                  </a:lnTo>
                  <a:lnTo>
                    <a:pt x="3140653" y="12138"/>
                  </a:lnTo>
                  <a:lnTo>
                    <a:pt x="3142742" y="9490"/>
                  </a:lnTo>
                  <a:lnTo>
                    <a:pt x="3144831" y="7142"/>
                  </a:lnTo>
                  <a:lnTo>
                    <a:pt x="3146920" y="5104"/>
                  </a:lnTo>
                  <a:lnTo>
                    <a:pt x="3149009" y="3381"/>
                  </a:lnTo>
                  <a:lnTo>
                    <a:pt x="3151098" y="1980"/>
                  </a:lnTo>
                  <a:lnTo>
                    <a:pt x="3153187" y="936"/>
                  </a:lnTo>
                  <a:lnTo>
                    <a:pt x="3155276" y="259"/>
                  </a:lnTo>
                  <a:lnTo>
                    <a:pt x="3157365" y="0"/>
                  </a:lnTo>
                  <a:lnTo>
                    <a:pt x="3159454" y="205"/>
                  </a:lnTo>
                  <a:lnTo>
                    <a:pt x="3161543" y="874"/>
                  </a:lnTo>
                  <a:lnTo>
                    <a:pt x="3163632" y="2053"/>
                  </a:lnTo>
                  <a:lnTo>
                    <a:pt x="3165721" y="3719"/>
                  </a:lnTo>
                  <a:lnTo>
                    <a:pt x="3167810" y="5841"/>
                  </a:lnTo>
                  <a:lnTo>
                    <a:pt x="3169899" y="8354"/>
                  </a:lnTo>
                  <a:lnTo>
                    <a:pt x="3171988" y="11247"/>
                  </a:lnTo>
                  <a:lnTo>
                    <a:pt x="3174077" y="14509"/>
                  </a:lnTo>
                  <a:lnTo>
                    <a:pt x="3176166" y="18090"/>
                  </a:lnTo>
                  <a:lnTo>
                    <a:pt x="3178255" y="21972"/>
                  </a:lnTo>
                  <a:lnTo>
                    <a:pt x="3180344" y="26153"/>
                  </a:lnTo>
                  <a:lnTo>
                    <a:pt x="3182433" y="30611"/>
                  </a:lnTo>
                  <a:lnTo>
                    <a:pt x="3184522" y="35322"/>
                  </a:lnTo>
                  <a:lnTo>
                    <a:pt x="3186611" y="40238"/>
                  </a:lnTo>
                  <a:lnTo>
                    <a:pt x="3188700" y="45281"/>
                  </a:lnTo>
                  <a:lnTo>
                    <a:pt x="3190789" y="50412"/>
                  </a:lnTo>
                  <a:lnTo>
                    <a:pt x="3192878" y="55642"/>
                  </a:lnTo>
                  <a:lnTo>
                    <a:pt x="3194967" y="60951"/>
                  </a:lnTo>
                  <a:lnTo>
                    <a:pt x="3197057" y="66323"/>
                  </a:lnTo>
                  <a:lnTo>
                    <a:pt x="3199146" y="71740"/>
                  </a:lnTo>
                  <a:lnTo>
                    <a:pt x="3201235" y="77253"/>
                  </a:lnTo>
                  <a:lnTo>
                    <a:pt x="3203324" y="82843"/>
                  </a:lnTo>
                  <a:lnTo>
                    <a:pt x="3205413" y="88485"/>
                  </a:lnTo>
                  <a:lnTo>
                    <a:pt x="3207502" y="94233"/>
                  </a:lnTo>
                  <a:lnTo>
                    <a:pt x="3209591" y="100064"/>
                  </a:lnTo>
                  <a:lnTo>
                    <a:pt x="3211680" y="105930"/>
                  </a:lnTo>
                  <a:lnTo>
                    <a:pt x="3213769" y="111796"/>
                  </a:lnTo>
                  <a:lnTo>
                    <a:pt x="3215858" y="117668"/>
                  </a:lnTo>
                  <a:lnTo>
                    <a:pt x="3217947" y="123540"/>
                  </a:lnTo>
                  <a:lnTo>
                    <a:pt x="3220036" y="129413"/>
                  </a:lnTo>
                  <a:lnTo>
                    <a:pt x="3222125" y="135320"/>
                  </a:lnTo>
                  <a:lnTo>
                    <a:pt x="3224214" y="141249"/>
                  </a:lnTo>
                  <a:lnTo>
                    <a:pt x="3226303" y="147212"/>
                  </a:lnTo>
                  <a:lnTo>
                    <a:pt x="3228392" y="153185"/>
                  </a:lnTo>
                  <a:lnTo>
                    <a:pt x="3230481" y="159173"/>
                  </a:lnTo>
                  <a:lnTo>
                    <a:pt x="3232570" y="165146"/>
                  </a:lnTo>
                  <a:lnTo>
                    <a:pt x="3234659" y="171105"/>
                  </a:lnTo>
                  <a:lnTo>
                    <a:pt x="3236748" y="177039"/>
                  </a:lnTo>
                  <a:lnTo>
                    <a:pt x="3238837" y="182912"/>
                  </a:lnTo>
                  <a:lnTo>
                    <a:pt x="3240926" y="188710"/>
                  </a:lnTo>
                  <a:lnTo>
                    <a:pt x="3243015" y="194446"/>
                  </a:lnTo>
                  <a:lnTo>
                    <a:pt x="3245104" y="200135"/>
                  </a:lnTo>
                  <a:lnTo>
                    <a:pt x="3247193" y="205797"/>
                  </a:lnTo>
                  <a:lnTo>
                    <a:pt x="3249282" y="211434"/>
                  </a:lnTo>
                  <a:lnTo>
                    <a:pt x="3251371" y="217024"/>
                  </a:lnTo>
                  <a:lnTo>
                    <a:pt x="3253461" y="222540"/>
                  </a:lnTo>
                  <a:lnTo>
                    <a:pt x="3255550" y="227977"/>
                  </a:lnTo>
                  <a:lnTo>
                    <a:pt x="3257639" y="233312"/>
                  </a:lnTo>
                  <a:lnTo>
                    <a:pt x="3259728" y="238559"/>
                  </a:lnTo>
                  <a:lnTo>
                    <a:pt x="3261817" y="243727"/>
                  </a:lnTo>
                  <a:lnTo>
                    <a:pt x="3263906" y="248811"/>
                  </a:lnTo>
                  <a:lnTo>
                    <a:pt x="3265995" y="253799"/>
                  </a:lnTo>
                  <a:lnTo>
                    <a:pt x="3268084" y="258718"/>
                  </a:lnTo>
                  <a:lnTo>
                    <a:pt x="3270173" y="263526"/>
                  </a:lnTo>
                  <a:lnTo>
                    <a:pt x="3272262" y="268200"/>
                  </a:lnTo>
                  <a:lnTo>
                    <a:pt x="3274351" y="272773"/>
                  </a:lnTo>
                  <a:lnTo>
                    <a:pt x="3276440" y="277280"/>
                  </a:lnTo>
                  <a:lnTo>
                    <a:pt x="3278529" y="281675"/>
                  </a:lnTo>
                  <a:lnTo>
                    <a:pt x="3280618" y="285972"/>
                  </a:lnTo>
                  <a:lnTo>
                    <a:pt x="3282707" y="290132"/>
                  </a:lnTo>
                  <a:lnTo>
                    <a:pt x="3284796" y="294124"/>
                  </a:lnTo>
                  <a:lnTo>
                    <a:pt x="3286885" y="297937"/>
                  </a:lnTo>
                  <a:lnTo>
                    <a:pt x="3288974" y="301513"/>
                  </a:lnTo>
                  <a:lnTo>
                    <a:pt x="3291063" y="304842"/>
                  </a:lnTo>
                  <a:lnTo>
                    <a:pt x="3293152" y="307960"/>
                  </a:lnTo>
                  <a:lnTo>
                    <a:pt x="3295241" y="310909"/>
                  </a:lnTo>
                  <a:lnTo>
                    <a:pt x="3297330" y="313709"/>
                  </a:lnTo>
                  <a:lnTo>
                    <a:pt x="3299419" y="316338"/>
                  </a:lnTo>
                  <a:lnTo>
                    <a:pt x="3301508" y="318825"/>
                  </a:lnTo>
                  <a:lnTo>
                    <a:pt x="3303597" y="321163"/>
                  </a:lnTo>
                  <a:lnTo>
                    <a:pt x="3305686" y="323327"/>
                  </a:lnTo>
                  <a:lnTo>
                    <a:pt x="3307775" y="325265"/>
                  </a:lnTo>
                  <a:lnTo>
                    <a:pt x="3309864" y="327018"/>
                  </a:lnTo>
                  <a:lnTo>
                    <a:pt x="3311954" y="328544"/>
                  </a:lnTo>
                  <a:lnTo>
                    <a:pt x="3314043" y="329823"/>
                  </a:lnTo>
                  <a:lnTo>
                    <a:pt x="3316132" y="330899"/>
                  </a:lnTo>
                  <a:lnTo>
                    <a:pt x="3318221" y="331828"/>
                  </a:lnTo>
                  <a:lnTo>
                    <a:pt x="3320310" y="332661"/>
                  </a:lnTo>
                  <a:lnTo>
                    <a:pt x="3322399" y="333413"/>
                  </a:lnTo>
                  <a:lnTo>
                    <a:pt x="3324488" y="334106"/>
                  </a:lnTo>
                  <a:lnTo>
                    <a:pt x="3326577" y="334710"/>
                  </a:lnTo>
                  <a:lnTo>
                    <a:pt x="3328666" y="335221"/>
                  </a:lnTo>
                  <a:lnTo>
                    <a:pt x="3330755" y="335631"/>
                  </a:lnTo>
                  <a:lnTo>
                    <a:pt x="3332844" y="335937"/>
                  </a:lnTo>
                  <a:lnTo>
                    <a:pt x="3334933" y="336154"/>
                  </a:lnTo>
                  <a:lnTo>
                    <a:pt x="3337022" y="336288"/>
                  </a:lnTo>
                  <a:lnTo>
                    <a:pt x="3339111" y="336358"/>
                  </a:lnTo>
                  <a:lnTo>
                    <a:pt x="3341200" y="336365"/>
                  </a:lnTo>
                  <a:lnTo>
                    <a:pt x="3343289" y="336366"/>
                  </a:lnTo>
                  <a:lnTo>
                    <a:pt x="3345378" y="336420"/>
                  </a:lnTo>
                  <a:lnTo>
                    <a:pt x="3347467" y="336539"/>
                  </a:lnTo>
                  <a:lnTo>
                    <a:pt x="3349556" y="336680"/>
                  </a:lnTo>
                  <a:lnTo>
                    <a:pt x="3351645" y="336792"/>
                  </a:lnTo>
                  <a:lnTo>
                    <a:pt x="3353734" y="336829"/>
                  </a:lnTo>
                  <a:lnTo>
                    <a:pt x="3355823" y="336794"/>
                  </a:lnTo>
                  <a:lnTo>
                    <a:pt x="3357912" y="336690"/>
                  </a:lnTo>
                  <a:lnTo>
                    <a:pt x="3360001" y="336547"/>
                  </a:lnTo>
                  <a:lnTo>
                    <a:pt x="3362090" y="336363"/>
                  </a:lnTo>
                  <a:lnTo>
                    <a:pt x="3364179" y="336142"/>
                  </a:lnTo>
                  <a:lnTo>
                    <a:pt x="3366268" y="335853"/>
                  </a:lnTo>
                  <a:lnTo>
                    <a:pt x="3368358" y="335485"/>
                  </a:lnTo>
                  <a:lnTo>
                    <a:pt x="3370447" y="335040"/>
                  </a:lnTo>
                  <a:lnTo>
                    <a:pt x="3372536" y="334487"/>
                  </a:lnTo>
                  <a:lnTo>
                    <a:pt x="3374625" y="333849"/>
                  </a:lnTo>
                  <a:lnTo>
                    <a:pt x="3376714" y="333143"/>
                  </a:lnTo>
                  <a:lnTo>
                    <a:pt x="3378803" y="332399"/>
                  </a:lnTo>
                  <a:lnTo>
                    <a:pt x="3380892" y="331598"/>
                  </a:lnTo>
                  <a:lnTo>
                    <a:pt x="3382981" y="330770"/>
                  </a:lnTo>
                  <a:lnTo>
                    <a:pt x="3385070" y="329931"/>
                  </a:lnTo>
                  <a:lnTo>
                    <a:pt x="3387159" y="329079"/>
                  </a:lnTo>
                  <a:lnTo>
                    <a:pt x="3389248" y="328251"/>
                  </a:lnTo>
                  <a:lnTo>
                    <a:pt x="3391337" y="327450"/>
                  </a:lnTo>
                  <a:lnTo>
                    <a:pt x="3393426" y="326708"/>
                  </a:lnTo>
                  <a:lnTo>
                    <a:pt x="3395515" y="326082"/>
                  </a:lnTo>
                  <a:lnTo>
                    <a:pt x="3397604" y="325563"/>
                  </a:lnTo>
                  <a:lnTo>
                    <a:pt x="3399693" y="325128"/>
                  </a:lnTo>
                  <a:lnTo>
                    <a:pt x="3401782" y="324749"/>
                  </a:lnTo>
                  <a:lnTo>
                    <a:pt x="3403871" y="324409"/>
                  </a:lnTo>
                  <a:lnTo>
                    <a:pt x="3405960" y="324076"/>
                  </a:lnTo>
                  <a:lnTo>
                    <a:pt x="3408049" y="323761"/>
                  </a:lnTo>
                  <a:lnTo>
                    <a:pt x="3410138" y="323488"/>
                  </a:lnTo>
                  <a:lnTo>
                    <a:pt x="3412227" y="323330"/>
                  </a:lnTo>
                  <a:lnTo>
                    <a:pt x="3414316" y="323306"/>
                  </a:lnTo>
                  <a:lnTo>
                    <a:pt x="3416405" y="323403"/>
                  </a:lnTo>
                  <a:lnTo>
                    <a:pt x="3418494" y="323687"/>
                  </a:lnTo>
                  <a:lnTo>
                    <a:pt x="3420583" y="324129"/>
                  </a:lnTo>
                  <a:lnTo>
                    <a:pt x="3422672" y="324707"/>
                  </a:lnTo>
                  <a:lnTo>
                    <a:pt x="3424761" y="325362"/>
                  </a:lnTo>
                  <a:lnTo>
                    <a:pt x="3426851" y="326076"/>
                  </a:lnTo>
                  <a:lnTo>
                    <a:pt x="3428940" y="326835"/>
                  </a:lnTo>
                  <a:lnTo>
                    <a:pt x="3431029" y="327667"/>
                  </a:lnTo>
                  <a:lnTo>
                    <a:pt x="3433118" y="328597"/>
                  </a:lnTo>
                  <a:lnTo>
                    <a:pt x="3435207" y="329600"/>
                  </a:lnTo>
                  <a:lnTo>
                    <a:pt x="3437296" y="330685"/>
                  </a:lnTo>
                  <a:lnTo>
                    <a:pt x="3439385" y="331835"/>
                  </a:lnTo>
                  <a:lnTo>
                    <a:pt x="3441474" y="333035"/>
                  </a:lnTo>
                  <a:lnTo>
                    <a:pt x="3443563" y="334258"/>
                  </a:lnTo>
                  <a:lnTo>
                    <a:pt x="3445652" y="335490"/>
                  </a:lnTo>
                  <a:lnTo>
                    <a:pt x="3447741" y="336667"/>
                  </a:lnTo>
                  <a:lnTo>
                    <a:pt x="3449830" y="337711"/>
                  </a:lnTo>
                  <a:lnTo>
                    <a:pt x="3451919" y="338592"/>
                  </a:lnTo>
                  <a:lnTo>
                    <a:pt x="3454008" y="339326"/>
                  </a:lnTo>
                  <a:lnTo>
                    <a:pt x="3456097" y="339968"/>
                  </a:lnTo>
                  <a:lnTo>
                    <a:pt x="3458186" y="340562"/>
                  </a:lnTo>
                  <a:lnTo>
                    <a:pt x="3460275" y="341124"/>
                  </a:lnTo>
                  <a:lnTo>
                    <a:pt x="3462364" y="341644"/>
                  </a:lnTo>
                  <a:lnTo>
                    <a:pt x="3464453" y="342121"/>
                  </a:lnTo>
                  <a:lnTo>
                    <a:pt x="3466542" y="342543"/>
                  </a:lnTo>
                  <a:lnTo>
                    <a:pt x="3468631" y="342922"/>
                  </a:lnTo>
                  <a:lnTo>
                    <a:pt x="3470720" y="343274"/>
                  </a:lnTo>
                  <a:lnTo>
                    <a:pt x="3472809" y="343612"/>
                  </a:lnTo>
                  <a:lnTo>
                    <a:pt x="3474898" y="343926"/>
                  </a:lnTo>
                  <a:lnTo>
                    <a:pt x="3476987" y="344216"/>
                  </a:lnTo>
                  <a:lnTo>
                    <a:pt x="3479076" y="344516"/>
                  </a:lnTo>
                  <a:lnTo>
                    <a:pt x="3481165" y="344814"/>
                  </a:lnTo>
                  <a:lnTo>
                    <a:pt x="3483255" y="345102"/>
                  </a:lnTo>
                  <a:lnTo>
                    <a:pt x="3485344" y="345396"/>
                  </a:lnTo>
                  <a:lnTo>
                    <a:pt x="3487433" y="345666"/>
                  </a:lnTo>
                  <a:lnTo>
                    <a:pt x="3489522" y="345876"/>
                  </a:lnTo>
                  <a:lnTo>
                    <a:pt x="3491611" y="346046"/>
                  </a:lnTo>
                  <a:lnTo>
                    <a:pt x="3493700" y="346161"/>
                  </a:lnTo>
                  <a:lnTo>
                    <a:pt x="3495789" y="346199"/>
                  </a:lnTo>
                  <a:lnTo>
                    <a:pt x="3497878" y="346176"/>
                  </a:lnTo>
                  <a:lnTo>
                    <a:pt x="3499967" y="346076"/>
                  </a:lnTo>
                  <a:lnTo>
                    <a:pt x="3502056" y="345902"/>
                  </a:lnTo>
                  <a:lnTo>
                    <a:pt x="3504145" y="345646"/>
                  </a:lnTo>
                  <a:lnTo>
                    <a:pt x="3506234" y="345327"/>
                  </a:lnTo>
                  <a:lnTo>
                    <a:pt x="3508323" y="344988"/>
                  </a:lnTo>
                  <a:lnTo>
                    <a:pt x="3510412" y="344668"/>
                  </a:lnTo>
                  <a:lnTo>
                    <a:pt x="3512501" y="344404"/>
                  </a:lnTo>
                  <a:lnTo>
                    <a:pt x="3514590" y="344140"/>
                  </a:lnTo>
                  <a:lnTo>
                    <a:pt x="3516679" y="343815"/>
                  </a:lnTo>
                  <a:lnTo>
                    <a:pt x="3518768" y="343343"/>
                  </a:lnTo>
                  <a:lnTo>
                    <a:pt x="3520857" y="342717"/>
                  </a:lnTo>
                  <a:lnTo>
                    <a:pt x="3522946" y="341893"/>
                  </a:lnTo>
                  <a:lnTo>
                    <a:pt x="3525035" y="340883"/>
                  </a:lnTo>
                  <a:lnTo>
                    <a:pt x="3527124" y="339709"/>
                  </a:lnTo>
                  <a:lnTo>
                    <a:pt x="3529213" y="338396"/>
                  </a:lnTo>
                  <a:lnTo>
                    <a:pt x="3531302" y="336953"/>
                  </a:lnTo>
                  <a:lnTo>
                    <a:pt x="3533391" y="335391"/>
                  </a:lnTo>
                  <a:lnTo>
                    <a:pt x="3535480" y="333681"/>
                  </a:lnTo>
                  <a:lnTo>
                    <a:pt x="3537569" y="331797"/>
                  </a:lnTo>
                  <a:lnTo>
                    <a:pt x="3539658" y="329762"/>
                  </a:lnTo>
                  <a:lnTo>
                    <a:pt x="3541748" y="327593"/>
                  </a:lnTo>
                  <a:lnTo>
                    <a:pt x="3543837" y="325293"/>
                  </a:lnTo>
                  <a:lnTo>
                    <a:pt x="3545926" y="322879"/>
                  </a:lnTo>
                  <a:lnTo>
                    <a:pt x="3548015" y="320376"/>
                  </a:lnTo>
                  <a:lnTo>
                    <a:pt x="3550104" y="317828"/>
                  </a:lnTo>
                  <a:lnTo>
                    <a:pt x="3552193" y="315305"/>
                  </a:lnTo>
                  <a:lnTo>
                    <a:pt x="3554282" y="312885"/>
                  </a:lnTo>
                  <a:lnTo>
                    <a:pt x="3556371" y="310599"/>
                  </a:lnTo>
                  <a:lnTo>
                    <a:pt x="3558460" y="308447"/>
                  </a:lnTo>
                  <a:lnTo>
                    <a:pt x="3560549" y="306414"/>
                  </a:lnTo>
                  <a:lnTo>
                    <a:pt x="3562638" y="304501"/>
                  </a:lnTo>
                  <a:lnTo>
                    <a:pt x="3564727" y="302704"/>
                  </a:lnTo>
                  <a:lnTo>
                    <a:pt x="3566816" y="301074"/>
                  </a:lnTo>
                  <a:lnTo>
                    <a:pt x="3568905" y="299634"/>
                  </a:lnTo>
                  <a:lnTo>
                    <a:pt x="3570994" y="298409"/>
                  </a:lnTo>
                  <a:lnTo>
                    <a:pt x="3573083" y="297393"/>
                  </a:lnTo>
                  <a:lnTo>
                    <a:pt x="3575172" y="296601"/>
                  </a:lnTo>
                  <a:lnTo>
                    <a:pt x="3577261" y="296036"/>
                  </a:lnTo>
                  <a:lnTo>
                    <a:pt x="3579350" y="295698"/>
                  </a:lnTo>
                  <a:lnTo>
                    <a:pt x="3581439" y="295593"/>
                  </a:lnTo>
                  <a:lnTo>
                    <a:pt x="3583528" y="295702"/>
                  </a:lnTo>
                  <a:lnTo>
                    <a:pt x="3585617" y="296000"/>
                  </a:lnTo>
                  <a:lnTo>
                    <a:pt x="3587706" y="296471"/>
                  </a:lnTo>
                  <a:lnTo>
                    <a:pt x="3589795" y="297078"/>
                  </a:lnTo>
                  <a:lnTo>
                    <a:pt x="3591884" y="297822"/>
                  </a:lnTo>
                  <a:lnTo>
                    <a:pt x="3593973" y="298697"/>
                  </a:lnTo>
                  <a:lnTo>
                    <a:pt x="3596062" y="299695"/>
                  </a:lnTo>
                  <a:lnTo>
                    <a:pt x="3598152" y="300780"/>
                  </a:lnTo>
                  <a:lnTo>
                    <a:pt x="3600241" y="301938"/>
                  </a:lnTo>
                  <a:lnTo>
                    <a:pt x="3602330" y="303153"/>
                  </a:lnTo>
                  <a:lnTo>
                    <a:pt x="3604419" y="304408"/>
                  </a:lnTo>
                  <a:lnTo>
                    <a:pt x="3606508" y="305688"/>
                  </a:lnTo>
                  <a:lnTo>
                    <a:pt x="3608597" y="307003"/>
                  </a:lnTo>
                  <a:lnTo>
                    <a:pt x="3610686" y="308376"/>
                  </a:lnTo>
                  <a:lnTo>
                    <a:pt x="3612775" y="309789"/>
                  </a:lnTo>
                  <a:lnTo>
                    <a:pt x="3614864" y="311207"/>
                  </a:lnTo>
                  <a:lnTo>
                    <a:pt x="3616953" y="312567"/>
                  </a:lnTo>
                  <a:lnTo>
                    <a:pt x="3619042" y="313862"/>
                  </a:lnTo>
                  <a:lnTo>
                    <a:pt x="3621131" y="315151"/>
                  </a:lnTo>
                  <a:lnTo>
                    <a:pt x="3623220" y="316487"/>
                  </a:lnTo>
                  <a:lnTo>
                    <a:pt x="3625309" y="317920"/>
                  </a:lnTo>
                  <a:lnTo>
                    <a:pt x="3627398" y="319472"/>
                  </a:lnTo>
                  <a:lnTo>
                    <a:pt x="3629487" y="321163"/>
                  </a:lnTo>
                  <a:lnTo>
                    <a:pt x="3631576" y="322970"/>
                  </a:lnTo>
                  <a:lnTo>
                    <a:pt x="3633665" y="324884"/>
                  </a:lnTo>
                  <a:lnTo>
                    <a:pt x="3635754" y="326876"/>
                  </a:lnTo>
                  <a:lnTo>
                    <a:pt x="3637843" y="328938"/>
                  </a:lnTo>
                  <a:lnTo>
                    <a:pt x="3639932" y="331078"/>
                  </a:lnTo>
                  <a:lnTo>
                    <a:pt x="3642021" y="333318"/>
                  </a:lnTo>
                  <a:lnTo>
                    <a:pt x="3644110" y="335661"/>
                  </a:lnTo>
                  <a:lnTo>
                    <a:pt x="3646199" y="338085"/>
                  </a:lnTo>
                  <a:lnTo>
                    <a:pt x="3648288" y="340624"/>
                  </a:lnTo>
                  <a:lnTo>
                    <a:pt x="3650377" y="343304"/>
                  </a:lnTo>
                  <a:lnTo>
                    <a:pt x="3652466" y="346104"/>
                  </a:lnTo>
                  <a:lnTo>
                    <a:pt x="3654555" y="348990"/>
                  </a:lnTo>
                  <a:lnTo>
                    <a:pt x="3656645" y="351898"/>
                  </a:lnTo>
                  <a:lnTo>
                    <a:pt x="3658734" y="354754"/>
                  </a:lnTo>
                  <a:lnTo>
                    <a:pt x="3660823" y="357514"/>
                  </a:lnTo>
                  <a:lnTo>
                    <a:pt x="3662912" y="360179"/>
                  </a:lnTo>
                  <a:lnTo>
                    <a:pt x="3665001" y="362735"/>
                  </a:lnTo>
                  <a:lnTo>
                    <a:pt x="3667090" y="365178"/>
                  </a:lnTo>
                  <a:lnTo>
                    <a:pt x="3669179" y="367490"/>
                  </a:lnTo>
                  <a:lnTo>
                    <a:pt x="3671268" y="369645"/>
                  </a:lnTo>
                  <a:lnTo>
                    <a:pt x="3673357" y="371602"/>
                  </a:lnTo>
                  <a:lnTo>
                    <a:pt x="3675446" y="373322"/>
                  </a:lnTo>
                  <a:lnTo>
                    <a:pt x="3677535" y="374778"/>
                  </a:lnTo>
                  <a:lnTo>
                    <a:pt x="3679624" y="375958"/>
                  </a:lnTo>
                  <a:lnTo>
                    <a:pt x="3681713" y="376846"/>
                  </a:lnTo>
                  <a:lnTo>
                    <a:pt x="3683802" y="377457"/>
                  </a:lnTo>
                  <a:lnTo>
                    <a:pt x="3685891" y="377821"/>
                  </a:lnTo>
                  <a:lnTo>
                    <a:pt x="3687980" y="377985"/>
                  </a:lnTo>
                  <a:lnTo>
                    <a:pt x="3690069" y="378026"/>
                  </a:lnTo>
                  <a:lnTo>
                    <a:pt x="3692158" y="378032"/>
                  </a:lnTo>
                  <a:lnTo>
                    <a:pt x="3694247" y="378076"/>
                  </a:lnTo>
                  <a:lnTo>
                    <a:pt x="3696336" y="378223"/>
                  </a:lnTo>
                  <a:lnTo>
                    <a:pt x="3698425" y="378476"/>
                  </a:lnTo>
                  <a:lnTo>
                    <a:pt x="3700514" y="378890"/>
                  </a:lnTo>
                  <a:lnTo>
                    <a:pt x="3702603" y="379501"/>
                  </a:lnTo>
                  <a:lnTo>
                    <a:pt x="3704692" y="380341"/>
                  </a:lnTo>
                  <a:lnTo>
                    <a:pt x="3706781" y="381455"/>
                  </a:lnTo>
                  <a:lnTo>
                    <a:pt x="3708870" y="382903"/>
                  </a:lnTo>
                  <a:lnTo>
                    <a:pt x="3710959" y="384717"/>
                  </a:lnTo>
                  <a:lnTo>
                    <a:pt x="3713049" y="386927"/>
                  </a:lnTo>
                  <a:lnTo>
                    <a:pt x="3715138" y="389493"/>
                  </a:lnTo>
                  <a:lnTo>
                    <a:pt x="3717227" y="392375"/>
                  </a:lnTo>
                  <a:lnTo>
                    <a:pt x="3719316" y="395532"/>
                  </a:lnTo>
                  <a:lnTo>
                    <a:pt x="3721405" y="398990"/>
                  </a:lnTo>
                  <a:lnTo>
                    <a:pt x="3723494" y="402783"/>
                  </a:lnTo>
                  <a:lnTo>
                    <a:pt x="3725583" y="406909"/>
                  </a:lnTo>
                  <a:lnTo>
                    <a:pt x="3727672" y="411352"/>
                  </a:lnTo>
                  <a:lnTo>
                    <a:pt x="3729761" y="416097"/>
                  </a:lnTo>
                  <a:lnTo>
                    <a:pt x="3731850" y="421134"/>
                  </a:lnTo>
                  <a:lnTo>
                    <a:pt x="3733939" y="426445"/>
                  </a:lnTo>
                  <a:lnTo>
                    <a:pt x="3736028" y="432044"/>
                  </a:lnTo>
                  <a:lnTo>
                    <a:pt x="3738117" y="437936"/>
                  </a:lnTo>
                  <a:lnTo>
                    <a:pt x="3740206" y="444104"/>
                  </a:lnTo>
                  <a:lnTo>
                    <a:pt x="3742295" y="450543"/>
                  </a:lnTo>
                  <a:lnTo>
                    <a:pt x="3744384" y="457266"/>
                  </a:lnTo>
                  <a:lnTo>
                    <a:pt x="3746473" y="464235"/>
                  </a:lnTo>
                  <a:lnTo>
                    <a:pt x="3748562" y="471455"/>
                  </a:lnTo>
                  <a:lnTo>
                    <a:pt x="3750651" y="478964"/>
                  </a:lnTo>
                  <a:lnTo>
                    <a:pt x="3752740" y="486744"/>
                  </a:lnTo>
                  <a:lnTo>
                    <a:pt x="3754829" y="494727"/>
                  </a:lnTo>
                  <a:lnTo>
                    <a:pt x="3756918" y="502872"/>
                  </a:lnTo>
                  <a:lnTo>
                    <a:pt x="3759007" y="511191"/>
                  </a:lnTo>
                  <a:lnTo>
                    <a:pt x="3761096" y="519714"/>
                  </a:lnTo>
                  <a:lnTo>
                    <a:pt x="3763185" y="528477"/>
                  </a:lnTo>
                  <a:lnTo>
                    <a:pt x="3765274" y="537525"/>
                  </a:lnTo>
                  <a:lnTo>
                    <a:pt x="3767363" y="546872"/>
                  </a:lnTo>
                  <a:lnTo>
                    <a:pt x="3769452" y="556486"/>
                  </a:lnTo>
                  <a:lnTo>
                    <a:pt x="3771542" y="566401"/>
                  </a:lnTo>
                  <a:lnTo>
                    <a:pt x="3773631" y="576631"/>
                  </a:lnTo>
                  <a:lnTo>
                    <a:pt x="3775720" y="587151"/>
                  </a:lnTo>
                  <a:lnTo>
                    <a:pt x="3777809" y="597953"/>
                  </a:lnTo>
                  <a:lnTo>
                    <a:pt x="3779898" y="609051"/>
                  </a:lnTo>
                  <a:lnTo>
                    <a:pt x="3781987" y="620442"/>
                  </a:lnTo>
                  <a:lnTo>
                    <a:pt x="3784076" y="632139"/>
                  </a:lnTo>
                  <a:lnTo>
                    <a:pt x="3786165" y="644160"/>
                  </a:lnTo>
                  <a:lnTo>
                    <a:pt x="3788254" y="656477"/>
                  </a:lnTo>
                  <a:lnTo>
                    <a:pt x="3790343" y="669052"/>
                  </a:lnTo>
                  <a:lnTo>
                    <a:pt x="3792432" y="681801"/>
                  </a:lnTo>
                  <a:lnTo>
                    <a:pt x="3794521" y="694644"/>
                  </a:lnTo>
                  <a:lnTo>
                    <a:pt x="3796610" y="707452"/>
                  </a:lnTo>
                  <a:lnTo>
                    <a:pt x="3798699" y="720094"/>
                  </a:lnTo>
                  <a:lnTo>
                    <a:pt x="3800788" y="732480"/>
                  </a:lnTo>
                  <a:lnTo>
                    <a:pt x="3802877" y="744561"/>
                  </a:lnTo>
                  <a:lnTo>
                    <a:pt x="3804966" y="756301"/>
                  </a:lnTo>
                  <a:lnTo>
                    <a:pt x="3807055" y="767670"/>
                  </a:lnTo>
                  <a:lnTo>
                    <a:pt x="3809144" y="778679"/>
                  </a:lnTo>
                  <a:lnTo>
                    <a:pt x="3811233" y="789313"/>
                  </a:lnTo>
                  <a:lnTo>
                    <a:pt x="3813322" y="799518"/>
                  </a:lnTo>
                  <a:lnTo>
                    <a:pt x="3815411" y="809225"/>
                  </a:lnTo>
                  <a:lnTo>
                    <a:pt x="3817500" y="818395"/>
                  </a:lnTo>
                  <a:lnTo>
                    <a:pt x="3819589" y="827020"/>
                  </a:lnTo>
                  <a:lnTo>
                    <a:pt x="3821678" y="835167"/>
                  </a:lnTo>
                  <a:lnTo>
                    <a:pt x="3823767" y="842948"/>
                  </a:lnTo>
                  <a:lnTo>
                    <a:pt x="3825856" y="850425"/>
                  </a:lnTo>
                  <a:lnTo>
                    <a:pt x="3827946" y="857614"/>
                  </a:lnTo>
                  <a:lnTo>
                    <a:pt x="3830035" y="864494"/>
                  </a:lnTo>
                  <a:lnTo>
                    <a:pt x="3832124" y="871112"/>
                  </a:lnTo>
                  <a:lnTo>
                    <a:pt x="3834213" y="877529"/>
                  </a:lnTo>
                  <a:lnTo>
                    <a:pt x="3836302" y="883756"/>
                  </a:lnTo>
                  <a:lnTo>
                    <a:pt x="3838391" y="889800"/>
                  </a:lnTo>
                  <a:lnTo>
                    <a:pt x="3840480" y="895645"/>
                  </a:lnTo>
                  <a:lnTo>
                    <a:pt x="3842569" y="901248"/>
                  </a:lnTo>
                  <a:lnTo>
                    <a:pt x="3844658" y="906646"/>
                  </a:lnTo>
                  <a:lnTo>
                    <a:pt x="3846747" y="911885"/>
                  </a:lnTo>
                  <a:lnTo>
                    <a:pt x="3848836" y="916986"/>
                  </a:lnTo>
                  <a:lnTo>
                    <a:pt x="3850925" y="922008"/>
                  </a:lnTo>
                  <a:lnTo>
                    <a:pt x="3853014" y="926960"/>
                  </a:lnTo>
                  <a:lnTo>
                    <a:pt x="3855103" y="931804"/>
                  </a:lnTo>
                  <a:lnTo>
                    <a:pt x="3857192" y="936496"/>
                  </a:lnTo>
                  <a:lnTo>
                    <a:pt x="3859281" y="941075"/>
                  </a:lnTo>
                  <a:lnTo>
                    <a:pt x="3861370" y="945619"/>
                  </a:lnTo>
                  <a:lnTo>
                    <a:pt x="3863459" y="950153"/>
                  </a:lnTo>
                  <a:lnTo>
                    <a:pt x="3865548" y="954679"/>
                  </a:lnTo>
                  <a:lnTo>
                    <a:pt x="3867637" y="959197"/>
                  </a:lnTo>
                  <a:lnTo>
                    <a:pt x="3869726" y="963702"/>
                  </a:lnTo>
                  <a:lnTo>
                    <a:pt x="3871815" y="968213"/>
                  </a:lnTo>
                  <a:lnTo>
                    <a:pt x="3873904" y="972803"/>
                  </a:lnTo>
                  <a:lnTo>
                    <a:pt x="3875993" y="977476"/>
                  </a:lnTo>
                  <a:lnTo>
                    <a:pt x="3878082" y="982196"/>
                  </a:lnTo>
                  <a:lnTo>
                    <a:pt x="3880171" y="986961"/>
                  </a:lnTo>
                  <a:lnTo>
                    <a:pt x="3882260" y="991811"/>
                  </a:lnTo>
                  <a:lnTo>
                    <a:pt x="3884349" y="996761"/>
                  </a:lnTo>
                  <a:lnTo>
                    <a:pt x="3886439" y="1001840"/>
                  </a:lnTo>
                  <a:lnTo>
                    <a:pt x="3888528" y="1007047"/>
                  </a:lnTo>
                  <a:lnTo>
                    <a:pt x="3890617" y="1012360"/>
                  </a:lnTo>
                  <a:lnTo>
                    <a:pt x="3892706" y="1017786"/>
                  </a:lnTo>
                  <a:lnTo>
                    <a:pt x="3894795" y="1023345"/>
                  </a:lnTo>
                  <a:lnTo>
                    <a:pt x="3896884" y="1029077"/>
                  </a:lnTo>
                  <a:lnTo>
                    <a:pt x="3898973" y="1034974"/>
                  </a:lnTo>
                  <a:lnTo>
                    <a:pt x="3901062" y="1041044"/>
                  </a:lnTo>
                  <a:lnTo>
                    <a:pt x="3903151" y="1047357"/>
                  </a:lnTo>
                  <a:lnTo>
                    <a:pt x="3905240" y="1053947"/>
                  </a:lnTo>
                  <a:lnTo>
                    <a:pt x="3907329" y="1060869"/>
                  </a:lnTo>
                  <a:lnTo>
                    <a:pt x="3909418" y="1068144"/>
                  </a:lnTo>
                  <a:lnTo>
                    <a:pt x="3911507" y="1075787"/>
                  </a:lnTo>
                  <a:lnTo>
                    <a:pt x="3913596" y="1083784"/>
                  </a:lnTo>
                  <a:lnTo>
                    <a:pt x="3915685" y="1092089"/>
                  </a:lnTo>
                  <a:lnTo>
                    <a:pt x="3917774" y="1100676"/>
                  </a:lnTo>
                  <a:lnTo>
                    <a:pt x="3919863" y="1109568"/>
                  </a:lnTo>
                  <a:lnTo>
                    <a:pt x="3921952" y="1118787"/>
                  </a:lnTo>
                  <a:lnTo>
                    <a:pt x="3924041" y="1128346"/>
                  </a:lnTo>
                  <a:lnTo>
                    <a:pt x="3926130" y="1138203"/>
                  </a:lnTo>
                  <a:lnTo>
                    <a:pt x="3928219" y="1148290"/>
                  </a:lnTo>
                  <a:lnTo>
                    <a:pt x="3930308" y="1158564"/>
                  </a:lnTo>
                  <a:lnTo>
                    <a:pt x="3932397" y="1169023"/>
                  </a:lnTo>
                  <a:lnTo>
                    <a:pt x="3934486" y="1179671"/>
                  </a:lnTo>
                  <a:lnTo>
                    <a:pt x="3936575" y="1190483"/>
                  </a:lnTo>
                  <a:lnTo>
                    <a:pt x="3938664" y="1201332"/>
                  </a:lnTo>
                  <a:lnTo>
                    <a:pt x="3940753" y="1212138"/>
                  </a:lnTo>
                  <a:lnTo>
                    <a:pt x="3942843" y="1222894"/>
                  </a:lnTo>
                  <a:lnTo>
                    <a:pt x="3944932" y="1233600"/>
                  </a:lnTo>
                  <a:lnTo>
                    <a:pt x="3947021" y="1244297"/>
                  </a:lnTo>
                  <a:lnTo>
                    <a:pt x="3949110" y="1255036"/>
                  </a:lnTo>
                  <a:lnTo>
                    <a:pt x="3951199" y="1265805"/>
                  </a:lnTo>
                  <a:lnTo>
                    <a:pt x="3953288" y="1276564"/>
                  </a:lnTo>
                  <a:lnTo>
                    <a:pt x="3955377" y="1287267"/>
                  </a:lnTo>
                  <a:lnTo>
                    <a:pt x="3957466" y="1297858"/>
                  </a:lnTo>
                  <a:lnTo>
                    <a:pt x="3959555" y="1308337"/>
                  </a:lnTo>
                  <a:lnTo>
                    <a:pt x="3961644" y="1318700"/>
                  </a:lnTo>
                  <a:lnTo>
                    <a:pt x="3963733" y="1328918"/>
                  </a:lnTo>
                  <a:lnTo>
                    <a:pt x="3965822" y="1338937"/>
                  </a:lnTo>
                  <a:lnTo>
                    <a:pt x="3967911" y="1348722"/>
                  </a:lnTo>
                  <a:lnTo>
                    <a:pt x="3970000" y="1358268"/>
                  </a:lnTo>
                  <a:lnTo>
                    <a:pt x="3972089" y="1367572"/>
                  </a:lnTo>
                  <a:lnTo>
                    <a:pt x="3974178" y="1376625"/>
                  </a:lnTo>
                  <a:lnTo>
                    <a:pt x="3976267" y="1385386"/>
                  </a:lnTo>
                  <a:lnTo>
                    <a:pt x="3978356" y="1393779"/>
                  </a:lnTo>
                  <a:lnTo>
                    <a:pt x="3980445" y="1401748"/>
                  </a:lnTo>
                  <a:lnTo>
                    <a:pt x="3982534" y="1409322"/>
                  </a:lnTo>
                  <a:lnTo>
                    <a:pt x="3984623" y="1416525"/>
                  </a:lnTo>
                  <a:lnTo>
                    <a:pt x="3986712" y="1423344"/>
                  </a:lnTo>
                  <a:lnTo>
                    <a:pt x="3988801" y="1429764"/>
                  </a:lnTo>
                  <a:lnTo>
                    <a:pt x="3990890" y="1435793"/>
                  </a:lnTo>
                  <a:lnTo>
                    <a:pt x="3992979" y="1441422"/>
                  </a:lnTo>
                  <a:lnTo>
                    <a:pt x="3995068" y="1446692"/>
                  </a:lnTo>
                  <a:lnTo>
                    <a:pt x="3997157" y="1451633"/>
                  </a:lnTo>
                  <a:lnTo>
                    <a:pt x="3999246" y="1456203"/>
                  </a:lnTo>
                  <a:lnTo>
                    <a:pt x="4001336" y="1460393"/>
                  </a:lnTo>
                  <a:lnTo>
                    <a:pt x="4003425" y="1464229"/>
                  </a:lnTo>
                  <a:lnTo>
                    <a:pt x="4005514" y="1467793"/>
                  </a:lnTo>
                  <a:lnTo>
                    <a:pt x="4007603" y="1471119"/>
                  </a:lnTo>
                  <a:lnTo>
                    <a:pt x="4009692" y="1474236"/>
                  </a:lnTo>
                  <a:lnTo>
                    <a:pt x="4011781" y="1477149"/>
                  </a:lnTo>
                  <a:lnTo>
                    <a:pt x="4013870" y="1479826"/>
                  </a:lnTo>
                  <a:lnTo>
                    <a:pt x="4015959" y="1482275"/>
                  </a:lnTo>
                  <a:lnTo>
                    <a:pt x="4018048" y="1484508"/>
                  </a:lnTo>
                  <a:lnTo>
                    <a:pt x="4020137" y="1486566"/>
                  </a:lnTo>
                  <a:lnTo>
                    <a:pt x="4022226" y="1488484"/>
                  </a:lnTo>
                  <a:lnTo>
                    <a:pt x="4024315" y="1490313"/>
                  </a:lnTo>
                  <a:lnTo>
                    <a:pt x="4026404" y="1492074"/>
                  </a:lnTo>
                  <a:lnTo>
                    <a:pt x="4028493" y="1493778"/>
                  </a:lnTo>
                  <a:lnTo>
                    <a:pt x="4030582" y="1495490"/>
                  </a:lnTo>
                  <a:lnTo>
                    <a:pt x="4032671" y="1497236"/>
                  </a:lnTo>
                  <a:lnTo>
                    <a:pt x="4034760" y="1499021"/>
                  </a:lnTo>
                  <a:lnTo>
                    <a:pt x="4036849" y="1500803"/>
                  </a:lnTo>
                  <a:lnTo>
                    <a:pt x="4038938" y="1502558"/>
                  </a:lnTo>
                  <a:lnTo>
                    <a:pt x="4041027" y="1504270"/>
                  </a:lnTo>
                  <a:lnTo>
                    <a:pt x="4043116" y="1505995"/>
                  </a:lnTo>
                  <a:lnTo>
                    <a:pt x="4045205" y="1507820"/>
                  </a:lnTo>
                  <a:lnTo>
                    <a:pt x="4047294" y="1509716"/>
                  </a:lnTo>
                  <a:lnTo>
                    <a:pt x="4049383" y="1511639"/>
                  </a:lnTo>
                  <a:lnTo>
                    <a:pt x="4051472" y="1513530"/>
                  </a:lnTo>
                  <a:lnTo>
                    <a:pt x="4053561" y="1515276"/>
                  </a:lnTo>
                  <a:lnTo>
                    <a:pt x="4055650" y="1516790"/>
                  </a:lnTo>
                  <a:lnTo>
                    <a:pt x="4057740" y="1518046"/>
                  </a:lnTo>
                  <a:lnTo>
                    <a:pt x="4059829" y="1519021"/>
                  </a:lnTo>
                  <a:lnTo>
                    <a:pt x="4061918" y="1519752"/>
                  </a:lnTo>
                  <a:lnTo>
                    <a:pt x="4064007" y="1520245"/>
                  </a:lnTo>
                  <a:lnTo>
                    <a:pt x="4066096" y="1520519"/>
                  </a:lnTo>
                  <a:lnTo>
                    <a:pt x="4068185" y="1520627"/>
                  </a:lnTo>
                  <a:lnTo>
                    <a:pt x="4070274" y="1520589"/>
                  </a:lnTo>
                  <a:lnTo>
                    <a:pt x="4072363" y="1520401"/>
                  </a:lnTo>
                  <a:lnTo>
                    <a:pt x="4074452" y="1520075"/>
                  </a:lnTo>
                  <a:lnTo>
                    <a:pt x="4076541" y="1519598"/>
                  </a:lnTo>
                  <a:lnTo>
                    <a:pt x="4078630" y="1518961"/>
                  </a:lnTo>
                  <a:lnTo>
                    <a:pt x="4080719" y="1518174"/>
                  </a:lnTo>
                  <a:lnTo>
                    <a:pt x="4082808" y="1517288"/>
                  </a:lnTo>
                  <a:lnTo>
                    <a:pt x="4084897" y="1516367"/>
                  </a:lnTo>
                  <a:lnTo>
                    <a:pt x="4086986" y="1515445"/>
                  </a:lnTo>
                  <a:lnTo>
                    <a:pt x="4089075" y="1514529"/>
                  </a:lnTo>
                  <a:lnTo>
                    <a:pt x="4091164" y="1513642"/>
                  </a:lnTo>
                  <a:lnTo>
                    <a:pt x="4093253" y="1512757"/>
                  </a:lnTo>
                  <a:lnTo>
                    <a:pt x="4095342" y="1511823"/>
                  </a:lnTo>
                  <a:lnTo>
                    <a:pt x="4097431" y="1510829"/>
                  </a:lnTo>
                  <a:lnTo>
                    <a:pt x="4099520" y="1509729"/>
                  </a:lnTo>
                  <a:lnTo>
                    <a:pt x="4101609" y="1508516"/>
                  </a:lnTo>
                  <a:lnTo>
                    <a:pt x="4103698" y="1507213"/>
                  </a:lnTo>
                  <a:lnTo>
                    <a:pt x="4105787" y="1505850"/>
                  </a:lnTo>
                  <a:lnTo>
                    <a:pt x="4107876" y="1504438"/>
                  </a:lnTo>
                  <a:lnTo>
                    <a:pt x="4109965" y="1502961"/>
                  </a:lnTo>
                  <a:lnTo>
                    <a:pt x="4112054" y="1501403"/>
                  </a:lnTo>
                  <a:lnTo>
                    <a:pt x="4114143" y="1499771"/>
                  </a:lnTo>
                  <a:lnTo>
                    <a:pt x="4116233" y="1498044"/>
                  </a:lnTo>
                  <a:lnTo>
                    <a:pt x="4118322" y="1496208"/>
                  </a:lnTo>
                  <a:lnTo>
                    <a:pt x="4120411" y="1494245"/>
                  </a:lnTo>
                  <a:lnTo>
                    <a:pt x="4122500" y="1492136"/>
                  </a:lnTo>
                  <a:lnTo>
                    <a:pt x="4124589" y="1489883"/>
                  </a:lnTo>
                  <a:lnTo>
                    <a:pt x="4126678" y="1487504"/>
                  </a:lnTo>
                  <a:lnTo>
                    <a:pt x="4128767" y="1484991"/>
                  </a:lnTo>
                  <a:lnTo>
                    <a:pt x="4130856" y="1482335"/>
                  </a:lnTo>
                  <a:lnTo>
                    <a:pt x="4132945" y="1479520"/>
                  </a:lnTo>
                  <a:lnTo>
                    <a:pt x="4135034" y="1476511"/>
                  </a:lnTo>
                  <a:lnTo>
                    <a:pt x="4137123" y="1473225"/>
                  </a:lnTo>
                  <a:lnTo>
                    <a:pt x="4139212" y="1469643"/>
                  </a:lnTo>
                  <a:lnTo>
                    <a:pt x="4141301" y="1465760"/>
                  </a:lnTo>
                  <a:lnTo>
                    <a:pt x="4143390" y="1461587"/>
                  </a:lnTo>
                  <a:lnTo>
                    <a:pt x="4145479" y="1457118"/>
                  </a:lnTo>
                  <a:lnTo>
                    <a:pt x="4147568" y="1452342"/>
                  </a:lnTo>
                  <a:lnTo>
                    <a:pt x="4149657" y="1447260"/>
                  </a:lnTo>
                  <a:lnTo>
                    <a:pt x="4151746" y="1441912"/>
                  </a:lnTo>
                  <a:lnTo>
                    <a:pt x="4153835" y="1436379"/>
                  </a:lnTo>
                  <a:lnTo>
                    <a:pt x="4155924" y="1430762"/>
                  </a:lnTo>
                  <a:lnTo>
                    <a:pt x="4158013" y="1425187"/>
                  </a:lnTo>
                  <a:lnTo>
                    <a:pt x="4160102" y="1419761"/>
                  </a:lnTo>
                  <a:lnTo>
                    <a:pt x="4162191" y="1414540"/>
                  </a:lnTo>
                  <a:lnTo>
                    <a:pt x="4164280" y="1409548"/>
                  </a:lnTo>
                  <a:lnTo>
                    <a:pt x="4166369" y="1404790"/>
                  </a:lnTo>
                  <a:lnTo>
                    <a:pt x="4168458" y="1400306"/>
                  </a:lnTo>
                  <a:lnTo>
                    <a:pt x="4170547" y="1396091"/>
                  </a:lnTo>
                  <a:lnTo>
                    <a:pt x="4172637" y="1392134"/>
                  </a:lnTo>
                  <a:lnTo>
                    <a:pt x="4174726" y="1388441"/>
                  </a:lnTo>
                  <a:lnTo>
                    <a:pt x="4176815" y="1385041"/>
                  </a:lnTo>
                  <a:lnTo>
                    <a:pt x="4178904" y="1381944"/>
                  </a:lnTo>
                  <a:lnTo>
                    <a:pt x="4180993" y="1379153"/>
                  </a:lnTo>
                  <a:lnTo>
                    <a:pt x="4183082" y="1376706"/>
                  </a:lnTo>
                  <a:lnTo>
                    <a:pt x="4185171" y="1374568"/>
                  </a:lnTo>
                  <a:lnTo>
                    <a:pt x="4187260" y="1372705"/>
                  </a:lnTo>
                  <a:lnTo>
                    <a:pt x="4189349" y="1371063"/>
                  </a:lnTo>
                  <a:lnTo>
                    <a:pt x="4191438" y="1369576"/>
                  </a:lnTo>
                  <a:lnTo>
                    <a:pt x="4193527" y="1368177"/>
                  </a:lnTo>
                  <a:lnTo>
                    <a:pt x="4195616" y="1366819"/>
                  </a:lnTo>
                  <a:lnTo>
                    <a:pt x="4197705" y="1365535"/>
                  </a:lnTo>
                  <a:lnTo>
                    <a:pt x="4199794" y="1364388"/>
                  </a:lnTo>
                  <a:lnTo>
                    <a:pt x="4201883" y="1363424"/>
                  </a:lnTo>
                  <a:lnTo>
                    <a:pt x="4203972" y="1362688"/>
                  </a:lnTo>
                  <a:lnTo>
                    <a:pt x="4206061" y="1362176"/>
                  </a:lnTo>
                  <a:lnTo>
                    <a:pt x="4208150" y="1361875"/>
                  </a:lnTo>
                  <a:lnTo>
                    <a:pt x="4210239" y="1361741"/>
                  </a:lnTo>
                  <a:lnTo>
                    <a:pt x="4212328" y="1361785"/>
                  </a:lnTo>
                  <a:lnTo>
                    <a:pt x="4214417" y="1361992"/>
                  </a:lnTo>
                  <a:lnTo>
                    <a:pt x="4216506" y="1362320"/>
                  </a:lnTo>
                  <a:lnTo>
                    <a:pt x="4218595" y="1362758"/>
                  </a:lnTo>
                  <a:lnTo>
                    <a:pt x="4220684" y="1363298"/>
                  </a:lnTo>
                  <a:lnTo>
                    <a:pt x="4222773" y="1363962"/>
                  </a:lnTo>
                  <a:lnTo>
                    <a:pt x="4224862" y="1364845"/>
                  </a:lnTo>
                  <a:lnTo>
                    <a:pt x="4226951" y="1365975"/>
                  </a:lnTo>
                  <a:lnTo>
                    <a:pt x="4229040" y="1367313"/>
                  </a:lnTo>
                  <a:lnTo>
                    <a:pt x="4231130" y="1368815"/>
                  </a:lnTo>
                  <a:lnTo>
                    <a:pt x="4233219" y="1370434"/>
                  </a:lnTo>
                  <a:lnTo>
                    <a:pt x="4235308" y="1372110"/>
                  </a:lnTo>
                  <a:lnTo>
                    <a:pt x="4237397" y="1373842"/>
                  </a:lnTo>
                  <a:lnTo>
                    <a:pt x="4239486" y="1375589"/>
                  </a:lnTo>
                  <a:lnTo>
                    <a:pt x="4241575" y="1377424"/>
                  </a:lnTo>
                  <a:lnTo>
                    <a:pt x="4243664" y="1379338"/>
                  </a:lnTo>
                  <a:lnTo>
                    <a:pt x="4245753" y="1381354"/>
                  </a:lnTo>
                  <a:lnTo>
                    <a:pt x="4247842" y="1383504"/>
                  </a:lnTo>
                  <a:lnTo>
                    <a:pt x="4249931" y="1385796"/>
                  </a:lnTo>
                  <a:lnTo>
                    <a:pt x="4252020" y="1388250"/>
                  </a:lnTo>
                  <a:lnTo>
                    <a:pt x="4254109" y="1390854"/>
                  </a:lnTo>
                  <a:lnTo>
                    <a:pt x="4256198" y="1393550"/>
                  </a:lnTo>
                  <a:lnTo>
                    <a:pt x="4258287" y="1396246"/>
                  </a:lnTo>
                  <a:lnTo>
                    <a:pt x="4260376" y="1398941"/>
                  </a:lnTo>
                  <a:lnTo>
                    <a:pt x="4262465" y="1401594"/>
                  </a:lnTo>
                  <a:lnTo>
                    <a:pt x="4264554" y="1404145"/>
                  </a:lnTo>
                  <a:lnTo>
                    <a:pt x="4266643" y="1406599"/>
                  </a:lnTo>
                  <a:lnTo>
                    <a:pt x="4268732" y="1408994"/>
                  </a:lnTo>
                  <a:lnTo>
                    <a:pt x="4270821" y="1411328"/>
                  </a:lnTo>
                  <a:lnTo>
                    <a:pt x="4272910" y="1413628"/>
                  </a:lnTo>
                  <a:lnTo>
                    <a:pt x="4274999" y="1415896"/>
                  </a:lnTo>
                  <a:lnTo>
                    <a:pt x="4277088" y="1418157"/>
                  </a:lnTo>
                  <a:lnTo>
                    <a:pt x="4279177" y="1420390"/>
                  </a:lnTo>
                  <a:lnTo>
                    <a:pt x="4281266" y="1422559"/>
                  </a:lnTo>
                  <a:lnTo>
                    <a:pt x="4283355" y="1424639"/>
                  </a:lnTo>
                  <a:lnTo>
                    <a:pt x="4285444" y="1426632"/>
                  </a:lnTo>
                  <a:lnTo>
                    <a:pt x="4287533" y="1428530"/>
                  </a:lnTo>
                  <a:lnTo>
                    <a:pt x="4289623" y="1430397"/>
                  </a:lnTo>
                  <a:lnTo>
                    <a:pt x="4291712" y="1432293"/>
                  </a:lnTo>
                  <a:lnTo>
                    <a:pt x="4293801" y="1434222"/>
                  </a:lnTo>
                  <a:lnTo>
                    <a:pt x="4295890" y="1436226"/>
                  </a:lnTo>
                  <a:lnTo>
                    <a:pt x="4297979" y="1438350"/>
                  </a:lnTo>
                  <a:lnTo>
                    <a:pt x="4300068" y="1440653"/>
                  </a:lnTo>
                  <a:lnTo>
                    <a:pt x="4302157" y="1443131"/>
                  </a:lnTo>
                  <a:lnTo>
                    <a:pt x="4304246" y="1445732"/>
                  </a:lnTo>
                  <a:lnTo>
                    <a:pt x="4306335" y="1448457"/>
                  </a:lnTo>
                  <a:lnTo>
                    <a:pt x="4308424" y="1451282"/>
                  </a:lnTo>
                  <a:lnTo>
                    <a:pt x="4310513" y="1454239"/>
                  </a:lnTo>
                  <a:lnTo>
                    <a:pt x="4312602" y="1457437"/>
                  </a:lnTo>
                  <a:lnTo>
                    <a:pt x="4314691" y="1460944"/>
                  </a:lnTo>
                  <a:lnTo>
                    <a:pt x="4316780" y="1464782"/>
                  </a:lnTo>
                  <a:lnTo>
                    <a:pt x="4318869" y="1468942"/>
                  </a:lnTo>
                  <a:lnTo>
                    <a:pt x="4320958" y="1473420"/>
                  </a:lnTo>
                  <a:lnTo>
                    <a:pt x="4323047" y="1478228"/>
                  </a:lnTo>
                  <a:lnTo>
                    <a:pt x="4325136" y="1483348"/>
                  </a:lnTo>
                  <a:lnTo>
                    <a:pt x="4327225" y="1488797"/>
                  </a:lnTo>
                  <a:lnTo>
                    <a:pt x="4329314" y="1494423"/>
                  </a:lnTo>
                  <a:lnTo>
                    <a:pt x="4331403" y="1500123"/>
                  </a:lnTo>
                  <a:lnTo>
                    <a:pt x="4333492" y="1505890"/>
                  </a:lnTo>
                  <a:lnTo>
                    <a:pt x="4335581" y="1511740"/>
                  </a:lnTo>
                  <a:lnTo>
                    <a:pt x="4337670" y="1517678"/>
                  </a:lnTo>
                  <a:lnTo>
                    <a:pt x="4339759" y="1523711"/>
                  </a:lnTo>
                  <a:lnTo>
                    <a:pt x="4341848" y="1529825"/>
                  </a:lnTo>
                  <a:lnTo>
                    <a:pt x="4343937" y="1535976"/>
                  </a:lnTo>
                  <a:lnTo>
                    <a:pt x="4346027" y="1542099"/>
                  </a:lnTo>
                  <a:lnTo>
                    <a:pt x="4348116" y="1548129"/>
                  </a:lnTo>
                  <a:lnTo>
                    <a:pt x="4350205" y="1554069"/>
                  </a:lnTo>
                  <a:lnTo>
                    <a:pt x="4352294" y="1559878"/>
                  </a:lnTo>
                  <a:lnTo>
                    <a:pt x="4354383" y="1565538"/>
                  </a:lnTo>
                  <a:lnTo>
                    <a:pt x="4356472" y="1571026"/>
                  </a:lnTo>
                  <a:lnTo>
                    <a:pt x="4358561" y="1576317"/>
                  </a:lnTo>
                  <a:lnTo>
                    <a:pt x="4360650" y="1581465"/>
                  </a:lnTo>
                  <a:lnTo>
                    <a:pt x="4362739" y="1586551"/>
                  </a:lnTo>
                  <a:lnTo>
                    <a:pt x="4364828" y="1591555"/>
                  </a:lnTo>
                  <a:lnTo>
                    <a:pt x="4366917" y="1596421"/>
                  </a:lnTo>
                  <a:lnTo>
                    <a:pt x="4369006" y="1601128"/>
                  </a:lnTo>
                  <a:lnTo>
                    <a:pt x="4371095" y="1605647"/>
                  </a:lnTo>
                  <a:lnTo>
                    <a:pt x="4373184" y="1609917"/>
                  </a:lnTo>
                  <a:lnTo>
                    <a:pt x="4375273" y="1613925"/>
                  </a:lnTo>
                  <a:lnTo>
                    <a:pt x="4377362" y="1617686"/>
                  </a:lnTo>
                  <a:lnTo>
                    <a:pt x="4379451" y="1621203"/>
                  </a:lnTo>
                  <a:lnTo>
                    <a:pt x="4381540" y="1624471"/>
                  </a:lnTo>
                  <a:lnTo>
                    <a:pt x="4383629" y="1627481"/>
                  </a:lnTo>
                  <a:lnTo>
                    <a:pt x="4385718" y="1630281"/>
                  </a:lnTo>
                  <a:lnTo>
                    <a:pt x="4387807" y="1632911"/>
                  </a:lnTo>
                  <a:lnTo>
                    <a:pt x="4389896" y="1635386"/>
                  </a:lnTo>
                  <a:lnTo>
                    <a:pt x="4391985" y="1637682"/>
                  </a:lnTo>
                  <a:lnTo>
                    <a:pt x="4394074" y="1639745"/>
                  </a:lnTo>
                  <a:lnTo>
                    <a:pt x="4396163" y="1641521"/>
                  </a:lnTo>
                  <a:lnTo>
                    <a:pt x="4398252" y="1643026"/>
                  </a:lnTo>
                  <a:lnTo>
                    <a:pt x="4400341" y="1644295"/>
                  </a:lnTo>
                  <a:lnTo>
                    <a:pt x="4402430" y="1645388"/>
                  </a:lnTo>
                  <a:lnTo>
                    <a:pt x="4404520" y="1646312"/>
                  </a:lnTo>
                  <a:lnTo>
                    <a:pt x="4406609" y="1646987"/>
                  </a:lnTo>
                  <a:lnTo>
                    <a:pt x="4408698" y="1647427"/>
                  </a:lnTo>
                  <a:lnTo>
                    <a:pt x="4410787" y="1647603"/>
                  </a:lnTo>
                  <a:lnTo>
                    <a:pt x="4412876" y="1647488"/>
                  </a:lnTo>
                  <a:lnTo>
                    <a:pt x="4414965" y="1647075"/>
                  </a:lnTo>
                  <a:lnTo>
                    <a:pt x="4417054" y="1646194"/>
                  </a:lnTo>
                  <a:lnTo>
                    <a:pt x="4419143" y="1644712"/>
                  </a:lnTo>
                  <a:lnTo>
                    <a:pt x="4421232" y="1642538"/>
                  </a:lnTo>
                  <a:lnTo>
                    <a:pt x="4423321" y="1639653"/>
                  </a:lnTo>
                  <a:lnTo>
                    <a:pt x="4425410" y="1636072"/>
                  </a:lnTo>
                  <a:lnTo>
                    <a:pt x="4427499" y="1631765"/>
                  </a:lnTo>
                  <a:lnTo>
                    <a:pt x="4429588" y="1626747"/>
                  </a:lnTo>
                  <a:lnTo>
                    <a:pt x="4431677" y="1621014"/>
                  </a:lnTo>
                  <a:lnTo>
                    <a:pt x="4433766" y="1614620"/>
                  </a:lnTo>
                  <a:lnTo>
                    <a:pt x="4435855" y="1607710"/>
                  </a:lnTo>
                  <a:lnTo>
                    <a:pt x="4437944" y="1600346"/>
                  </a:lnTo>
                  <a:lnTo>
                    <a:pt x="4440033" y="1592564"/>
                  </a:lnTo>
                  <a:lnTo>
                    <a:pt x="4442122" y="1584400"/>
                  </a:lnTo>
                  <a:lnTo>
                    <a:pt x="4444211" y="1575896"/>
                  </a:lnTo>
                  <a:lnTo>
                    <a:pt x="4446300" y="1567050"/>
                  </a:lnTo>
                  <a:lnTo>
                    <a:pt x="4448389" y="1557970"/>
                  </a:lnTo>
                  <a:lnTo>
                    <a:pt x="4450478" y="1548774"/>
                  </a:lnTo>
                  <a:lnTo>
                    <a:pt x="4452567" y="1539613"/>
                  </a:lnTo>
                  <a:lnTo>
                    <a:pt x="4454656" y="1530531"/>
                  </a:lnTo>
                  <a:lnTo>
                    <a:pt x="4456745" y="1521601"/>
                  </a:lnTo>
                  <a:lnTo>
                    <a:pt x="4458834" y="1512881"/>
                  </a:lnTo>
                  <a:lnTo>
                    <a:pt x="4460924" y="1504407"/>
                  </a:lnTo>
                  <a:lnTo>
                    <a:pt x="4463013" y="1496203"/>
                  </a:lnTo>
                  <a:lnTo>
                    <a:pt x="4465102" y="1488280"/>
                  </a:lnTo>
                  <a:lnTo>
                    <a:pt x="4467191" y="1480604"/>
                  </a:lnTo>
                  <a:lnTo>
                    <a:pt x="4469280" y="1473160"/>
                  </a:lnTo>
                  <a:lnTo>
                    <a:pt x="4471369" y="1466006"/>
                  </a:lnTo>
                  <a:lnTo>
                    <a:pt x="4473458" y="1459173"/>
                  </a:lnTo>
                  <a:lnTo>
                    <a:pt x="4475547" y="1452679"/>
                  </a:lnTo>
                  <a:lnTo>
                    <a:pt x="4477636" y="1446573"/>
                  </a:lnTo>
                  <a:lnTo>
                    <a:pt x="4479725" y="1440883"/>
                  </a:lnTo>
                  <a:lnTo>
                    <a:pt x="4481814" y="1435505"/>
                  </a:lnTo>
                  <a:lnTo>
                    <a:pt x="4483903" y="1430353"/>
                  </a:lnTo>
                  <a:lnTo>
                    <a:pt x="4485992" y="1425366"/>
                  </a:lnTo>
                  <a:lnTo>
                    <a:pt x="4488081" y="1420497"/>
                  </a:lnTo>
                  <a:lnTo>
                    <a:pt x="4490170" y="1415699"/>
                  </a:lnTo>
                  <a:lnTo>
                    <a:pt x="4492259" y="1410920"/>
                  </a:lnTo>
                  <a:lnTo>
                    <a:pt x="4494348" y="1406133"/>
                  </a:lnTo>
                  <a:lnTo>
                    <a:pt x="4496437" y="1401337"/>
                  </a:lnTo>
                  <a:lnTo>
                    <a:pt x="4498526" y="1396570"/>
                  </a:lnTo>
                  <a:lnTo>
                    <a:pt x="4500615" y="1391840"/>
                  </a:lnTo>
                  <a:lnTo>
                    <a:pt x="4502704" y="1387099"/>
                  </a:lnTo>
                  <a:lnTo>
                    <a:pt x="4504793" y="1382296"/>
                  </a:lnTo>
                  <a:lnTo>
                    <a:pt x="4506882" y="1377362"/>
                  </a:lnTo>
                  <a:lnTo>
                    <a:pt x="4508971" y="1372232"/>
                  </a:lnTo>
                  <a:lnTo>
                    <a:pt x="4511060" y="1366977"/>
                  </a:lnTo>
                  <a:lnTo>
                    <a:pt x="4513149" y="1361645"/>
                  </a:lnTo>
                  <a:lnTo>
                    <a:pt x="4515238" y="1356247"/>
                  </a:lnTo>
                  <a:lnTo>
                    <a:pt x="4517327" y="1350803"/>
                  </a:lnTo>
                  <a:lnTo>
                    <a:pt x="4519417" y="1345278"/>
                  </a:lnTo>
                  <a:lnTo>
                    <a:pt x="4521506" y="1339752"/>
                  </a:lnTo>
                  <a:lnTo>
                    <a:pt x="4523595" y="1334341"/>
                  </a:lnTo>
                  <a:lnTo>
                    <a:pt x="4525684" y="1329114"/>
                  </a:lnTo>
                  <a:lnTo>
                    <a:pt x="4527773" y="1324119"/>
                  </a:lnTo>
                  <a:lnTo>
                    <a:pt x="4529862" y="1319395"/>
                  </a:lnTo>
                  <a:lnTo>
                    <a:pt x="4531951" y="1314948"/>
                  </a:lnTo>
                  <a:lnTo>
                    <a:pt x="4534040" y="1310848"/>
                  </a:lnTo>
                  <a:lnTo>
                    <a:pt x="4536129" y="1307090"/>
                  </a:lnTo>
                  <a:lnTo>
                    <a:pt x="4538218" y="1303706"/>
                  </a:lnTo>
                  <a:lnTo>
                    <a:pt x="4540307" y="1300640"/>
                  </a:lnTo>
                  <a:lnTo>
                    <a:pt x="4542396" y="1297859"/>
                  </a:lnTo>
                  <a:lnTo>
                    <a:pt x="4544485" y="1295361"/>
                  </a:lnTo>
                  <a:lnTo>
                    <a:pt x="4546574" y="1293106"/>
                  </a:lnTo>
                  <a:lnTo>
                    <a:pt x="4548663" y="1291086"/>
                  </a:lnTo>
                  <a:lnTo>
                    <a:pt x="4550752" y="1289336"/>
                  </a:lnTo>
                  <a:lnTo>
                    <a:pt x="4552841" y="1287863"/>
                  </a:lnTo>
                  <a:lnTo>
                    <a:pt x="4554930" y="1286626"/>
                  </a:lnTo>
                  <a:lnTo>
                    <a:pt x="4557019" y="1285530"/>
                  </a:lnTo>
                  <a:lnTo>
                    <a:pt x="4559108" y="1284510"/>
                  </a:lnTo>
                  <a:lnTo>
                    <a:pt x="4561197" y="1283524"/>
                  </a:lnTo>
                  <a:lnTo>
                    <a:pt x="4563286" y="1282506"/>
                  </a:lnTo>
                  <a:lnTo>
                    <a:pt x="4565375" y="1281370"/>
                  </a:lnTo>
                  <a:lnTo>
                    <a:pt x="4567464" y="1280094"/>
                  </a:lnTo>
                  <a:lnTo>
                    <a:pt x="4569553" y="1278654"/>
                  </a:lnTo>
                  <a:lnTo>
                    <a:pt x="4571642" y="1277074"/>
                  </a:lnTo>
                  <a:lnTo>
                    <a:pt x="4573731" y="1275355"/>
                  </a:lnTo>
                  <a:lnTo>
                    <a:pt x="4575821" y="1273475"/>
                  </a:lnTo>
                  <a:lnTo>
                    <a:pt x="4577910" y="1271442"/>
                  </a:lnTo>
                  <a:lnTo>
                    <a:pt x="4579999" y="1269265"/>
                  </a:lnTo>
                  <a:lnTo>
                    <a:pt x="4582088" y="1266891"/>
                  </a:lnTo>
                  <a:lnTo>
                    <a:pt x="4584177" y="1264278"/>
                  </a:lnTo>
                  <a:lnTo>
                    <a:pt x="4586266" y="1261442"/>
                  </a:lnTo>
                  <a:lnTo>
                    <a:pt x="4588355" y="1258501"/>
                  </a:lnTo>
                  <a:lnTo>
                    <a:pt x="4590444" y="1255520"/>
                  </a:lnTo>
                  <a:lnTo>
                    <a:pt x="4592533" y="1252571"/>
                  </a:lnTo>
                  <a:lnTo>
                    <a:pt x="4594622" y="1249723"/>
                  </a:lnTo>
                  <a:lnTo>
                    <a:pt x="4596711" y="1247060"/>
                  </a:lnTo>
                  <a:lnTo>
                    <a:pt x="4598800" y="1244623"/>
                  </a:lnTo>
                  <a:lnTo>
                    <a:pt x="4600889" y="1242428"/>
                  </a:lnTo>
                  <a:lnTo>
                    <a:pt x="4602978" y="1240455"/>
                  </a:lnTo>
                  <a:lnTo>
                    <a:pt x="4605067" y="1238699"/>
                  </a:lnTo>
                  <a:lnTo>
                    <a:pt x="4607156" y="1237172"/>
                  </a:lnTo>
                  <a:lnTo>
                    <a:pt x="4609245" y="1235894"/>
                  </a:lnTo>
                  <a:lnTo>
                    <a:pt x="4611334" y="1234893"/>
                  </a:lnTo>
                  <a:lnTo>
                    <a:pt x="4613423" y="1234211"/>
                  </a:lnTo>
                  <a:lnTo>
                    <a:pt x="4615512" y="1233831"/>
                  </a:lnTo>
                  <a:lnTo>
                    <a:pt x="4617601" y="1233676"/>
                  </a:lnTo>
                  <a:lnTo>
                    <a:pt x="4619690" y="1233735"/>
                  </a:lnTo>
                  <a:lnTo>
                    <a:pt x="4621779" y="1234049"/>
                  </a:lnTo>
                  <a:lnTo>
                    <a:pt x="4623868" y="1234633"/>
                  </a:lnTo>
                  <a:lnTo>
                    <a:pt x="4625957" y="1235456"/>
                  </a:lnTo>
                  <a:lnTo>
                    <a:pt x="4628046" y="1236469"/>
                  </a:lnTo>
                  <a:lnTo>
                    <a:pt x="4630135" y="1237650"/>
                  </a:lnTo>
                  <a:lnTo>
                    <a:pt x="4632224" y="1238973"/>
                  </a:lnTo>
                  <a:lnTo>
                    <a:pt x="4634314" y="1240391"/>
                  </a:lnTo>
                  <a:lnTo>
                    <a:pt x="4636403" y="1241886"/>
                  </a:lnTo>
                  <a:lnTo>
                    <a:pt x="4638492" y="1243463"/>
                  </a:lnTo>
                  <a:lnTo>
                    <a:pt x="4640581" y="1245122"/>
                  </a:lnTo>
                  <a:lnTo>
                    <a:pt x="4642670" y="1246855"/>
                  </a:lnTo>
                  <a:lnTo>
                    <a:pt x="4644759" y="1248638"/>
                  </a:lnTo>
                  <a:lnTo>
                    <a:pt x="4646848" y="1250490"/>
                  </a:lnTo>
                  <a:lnTo>
                    <a:pt x="4648937" y="1252393"/>
                  </a:lnTo>
                  <a:lnTo>
                    <a:pt x="4651026" y="1254349"/>
                  </a:lnTo>
                  <a:lnTo>
                    <a:pt x="4653115" y="1256364"/>
                  </a:lnTo>
                  <a:lnTo>
                    <a:pt x="4655204" y="1258436"/>
                  </a:lnTo>
                  <a:lnTo>
                    <a:pt x="4657293" y="1260538"/>
                  </a:lnTo>
                  <a:lnTo>
                    <a:pt x="4659382" y="1262650"/>
                  </a:lnTo>
                  <a:lnTo>
                    <a:pt x="4661471" y="1264788"/>
                  </a:lnTo>
                  <a:lnTo>
                    <a:pt x="4663560" y="1266985"/>
                  </a:lnTo>
                  <a:lnTo>
                    <a:pt x="4665649" y="1269217"/>
                  </a:lnTo>
                  <a:lnTo>
                    <a:pt x="4667738" y="1271461"/>
                  </a:lnTo>
                  <a:lnTo>
                    <a:pt x="4669827" y="1273765"/>
                  </a:lnTo>
                  <a:lnTo>
                    <a:pt x="4671916" y="1276167"/>
                  </a:lnTo>
                  <a:lnTo>
                    <a:pt x="4674005" y="1278670"/>
                  </a:lnTo>
                  <a:lnTo>
                    <a:pt x="4676094" y="1281309"/>
                  </a:lnTo>
                  <a:lnTo>
                    <a:pt x="4678183" y="1284053"/>
                  </a:lnTo>
                  <a:lnTo>
                    <a:pt x="4680272" y="1286902"/>
                  </a:lnTo>
                  <a:lnTo>
                    <a:pt x="4682361" y="1289848"/>
                  </a:lnTo>
                  <a:lnTo>
                    <a:pt x="4684450" y="1292866"/>
                  </a:lnTo>
                  <a:lnTo>
                    <a:pt x="4686539" y="1295944"/>
                  </a:lnTo>
                  <a:lnTo>
                    <a:pt x="4688628" y="1299108"/>
                  </a:lnTo>
                  <a:lnTo>
                    <a:pt x="4690718" y="1302401"/>
                  </a:lnTo>
                  <a:lnTo>
                    <a:pt x="4692807" y="1305796"/>
                  </a:lnTo>
                  <a:lnTo>
                    <a:pt x="4694896" y="1309268"/>
                  </a:lnTo>
                  <a:lnTo>
                    <a:pt x="4696985" y="1312863"/>
                  </a:lnTo>
                  <a:lnTo>
                    <a:pt x="4699074" y="1316576"/>
                  </a:lnTo>
                  <a:lnTo>
                    <a:pt x="4701163" y="1320307"/>
                  </a:lnTo>
                  <a:lnTo>
                    <a:pt x="4703252" y="1323986"/>
                  </a:lnTo>
                  <a:lnTo>
                    <a:pt x="4705341" y="1327590"/>
                  </a:lnTo>
                  <a:lnTo>
                    <a:pt x="4707430" y="1331108"/>
                  </a:lnTo>
                  <a:lnTo>
                    <a:pt x="4709519" y="1334526"/>
                  </a:lnTo>
                  <a:lnTo>
                    <a:pt x="4711608" y="1337872"/>
                  </a:lnTo>
                  <a:lnTo>
                    <a:pt x="4713697" y="1341152"/>
                  </a:lnTo>
                  <a:lnTo>
                    <a:pt x="4715786" y="1344357"/>
                  </a:lnTo>
                  <a:lnTo>
                    <a:pt x="4717875" y="1347478"/>
                  </a:lnTo>
                  <a:lnTo>
                    <a:pt x="4719964" y="1350563"/>
                  </a:lnTo>
                  <a:lnTo>
                    <a:pt x="4722053" y="1353639"/>
                  </a:lnTo>
                  <a:lnTo>
                    <a:pt x="4724142" y="1356725"/>
                  </a:lnTo>
                  <a:lnTo>
                    <a:pt x="4726231" y="1359792"/>
                  </a:lnTo>
                  <a:lnTo>
                    <a:pt x="4728320" y="1362799"/>
                  </a:lnTo>
                  <a:lnTo>
                    <a:pt x="4730409" y="1365767"/>
                  </a:lnTo>
                  <a:lnTo>
                    <a:pt x="4732498" y="1368751"/>
                  </a:lnTo>
                  <a:lnTo>
                    <a:pt x="4734587" y="1371774"/>
                  </a:lnTo>
                  <a:lnTo>
                    <a:pt x="4736676" y="1374833"/>
                  </a:lnTo>
                  <a:lnTo>
                    <a:pt x="4738765" y="1377945"/>
                  </a:lnTo>
                  <a:lnTo>
                    <a:pt x="4740854" y="1381183"/>
                  </a:lnTo>
                  <a:lnTo>
                    <a:pt x="4742943" y="1384491"/>
                  </a:lnTo>
                  <a:lnTo>
                    <a:pt x="4745032" y="1387823"/>
                  </a:lnTo>
                  <a:lnTo>
                    <a:pt x="4747121" y="1391156"/>
                  </a:lnTo>
                  <a:lnTo>
                    <a:pt x="4749211" y="1394520"/>
                  </a:lnTo>
                  <a:lnTo>
                    <a:pt x="4751300" y="1397906"/>
                  </a:lnTo>
                  <a:lnTo>
                    <a:pt x="4753389" y="1401267"/>
                  </a:lnTo>
                  <a:lnTo>
                    <a:pt x="4755478" y="1404624"/>
                  </a:lnTo>
                  <a:lnTo>
                    <a:pt x="4757567" y="1407979"/>
                  </a:lnTo>
                  <a:lnTo>
                    <a:pt x="4759656" y="1411311"/>
                  </a:lnTo>
                  <a:lnTo>
                    <a:pt x="4761745" y="1414596"/>
                  </a:lnTo>
                  <a:lnTo>
                    <a:pt x="4763834" y="1417833"/>
                  </a:lnTo>
                  <a:lnTo>
                    <a:pt x="4765923" y="1420982"/>
                  </a:lnTo>
                  <a:lnTo>
                    <a:pt x="4768012" y="1424021"/>
                  </a:lnTo>
                  <a:lnTo>
                    <a:pt x="4770101" y="1426926"/>
                  </a:lnTo>
                  <a:lnTo>
                    <a:pt x="4772190" y="1429782"/>
                  </a:lnTo>
                  <a:lnTo>
                    <a:pt x="4774279" y="1432646"/>
                  </a:lnTo>
                  <a:lnTo>
                    <a:pt x="4776368" y="1435517"/>
                  </a:lnTo>
                  <a:lnTo>
                    <a:pt x="4778457" y="1438373"/>
                  </a:lnTo>
                  <a:lnTo>
                    <a:pt x="4780546" y="1441152"/>
                  </a:lnTo>
                  <a:lnTo>
                    <a:pt x="4782635" y="1443845"/>
                  </a:lnTo>
                  <a:lnTo>
                    <a:pt x="4784724" y="1446455"/>
                  </a:lnTo>
                  <a:lnTo>
                    <a:pt x="4786813" y="1448979"/>
                  </a:lnTo>
                  <a:lnTo>
                    <a:pt x="4788902" y="1451402"/>
                  </a:lnTo>
                  <a:lnTo>
                    <a:pt x="4790991" y="1453767"/>
                  </a:lnTo>
                  <a:lnTo>
                    <a:pt x="4793080" y="1456091"/>
                  </a:lnTo>
                  <a:lnTo>
                    <a:pt x="4795169" y="1458359"/>
                  </a:lnTo>
                  <a:lnTo>
                    <a:pt x="4797258" y="1460583"/>
                  </a:lnTo>
                  <a:lnTo>
                    <a:pt x="4799347" y="1462724"/>
                  </a:lnTo>
                  <a:lnTo>
                    <a:pt x="4801436" y="1464707"/>
                  </a:lnTo>
                  <a:lnTo>
                    <a:pt x="4803525" y="1466437"/>
                  </a:lnTo>
                  <a:lnTo>
                    <a:pt x="4805615" y="1467891"/>
                  </a:lnTo>
                  <a:lnTo>
                    <a:pt x="4807704" y="1469097"/>
                  </a:lnTo>
                  <a:lnTo>
                    <a:pt x="4809793" y="1470093"/>
                  </a:lnTo>
                  <a:lnTo>
                    <a:pt x="4811882" y="1470907"/>
                  </a:lnTo>
                  <a:lnTo>
                    <a:pt x="4813971" y="1471558"/>
                  </a:lnTo>
                  <a:lnTo>
                    <a:pt x="4816060" y="1472082"/>
                  </a:lnTo>
                  <a:lnTo>
                    <a:pt x="4818149" y="1472458"/>
                  </a:lnTo>
                  <a:lnTo>
                    <a:pt x="4820238" y="1472678"/>
                  </a:lnTo>
                  <a:lnTo>
                    <a:pt x="4822327" y="1472723"/>
                  </a:lnTo>
                  <a:lnTo>
                    <a:pt x="4824416" y="1472541"/>
                  </a:lnTo>
                  <a:lnTo>
                    <a:pt x="4826505" y="1472108"/>
                  </a:lnTo>
                  <a:lnTo>
                    <a:pt x="4828594" y="1471395"/>
                  </a:lnTo>
                  <a:lnTo>
                    <a:pt x="4830683" y="1470415"/>
                  </a:lnTo>
                  <a:lnTo>
                    <a:pt x="4832772" y="1469254"/>
                  </a:lnTo>
                  <a:lnTo>
                    <a:pt x="4834861" y="1467928"/>
                  </a:lnTo>
                  <a:lnTo>
                    <a:pt x="4836950" y="1466431"/>
                  </a:lnTo>
                  <a:lnTo>
                    <a:pt x="4839039" y="1464775"/>
                  </a:lnTo>
                  <a:lnTo>
                    <a:pt x="4841128" y="1462949"/>
                  </a:lnTo>
                  <a:lnTo>
                    <a:pt x="4843217" y="1460958"/>
                  </a:lnTo>
                  <a:lnTo>
                    <a:pt x="4845306" y="1458765"/>
                  </a:lnTo>
                  <a:lnTo>
                    <a:pt x="4847395" y="1456330"/>
                  </a:lnTo>
                  <a:lnTo>
                    <a:pt x="4849484" y="1453713"/>
                  </a:lnTo>
                  <a:lnTo>
                    <a:pt x="4851573" y="1450971"/>
                  </a:lnTo>
                  <a:lnTo>
                    <a:pt x="4853662" y="1448137"/>
                  </a:lnTo>
                  <a:lnTo>
                    <a:pt x="4855751" y="1445189"/>
                  </a:lnTo>
                  <a:lnTo>
                    <a:pt x="4857840" y="1442176"/>
                  </a:lnTo>
                  <a:lnTo>
                    <a:pt x="4859929" y="1439108"/>
                  </a:lnTo>
                  <a:lnTo>
                    <a:pt x="4862018" y="1435976"/>
                  </a:lnTo>
                  <a:lnTo>
                    <a:pt x="4864108" y="1432777"/>
                  </a:lnTo>
                  <a:lnTo>
                    <a:pt x="4866197" y="1429536"/>
                  </a:lnTo>
                  <a:lnTo>
                    <a:pt x="4868286" y="1426279"/>
                  </a:lnTo>
                  <a:lnTo>
                    <a:pt x="4870375" y="1423040"/>
                  </a:lnTo>
                  <a:lnTo>
                    <a:pt x="4872464" y="1419870"/>
                  </a:lnTo>
                  <a:lnTo>
                    <a:pt x="4874553" y="1416816"/>
                  </a:lnTo>
                  <a:lnTo>
                    <a:pt x="4876642" y="1413883"/>
                  </a:lnTo>
                  <a:lnTo>
                    <a:pt x="4878731" y="1411017"/>
                  </a:lnTo>
                  <a:lnTo>
                    <a:pt x="4880820" y="1408183"/>
                  </a:lnTo>
                  <a:lnTo>
                    <a:pt x="4882909" y="1405395"/>
                  </a:lnTo>
                  <a:lnTo>
                    <a:pt x="4884998" y="1402693"/>
                  </a:lnTo>
                  <a:lnTo>
                    <a:pt x="4887087" y="1400123"/>
                  </a:lnTo>
                  <a:lnTo>
                    <a:pt x="4889176" y="1397690"/>
                  </a:lnTo>
                  <a:lnTo>
                    <a:pt x="4891265" y="1395407"/>
                  </a:lnTo>
                  <a:lnTo>
                    <a:pt x="4893354" y="1393317"/>
                  </a:lnTo>
                  <a:lnTo>
                    <a:pt x="4895443" y="1391409"/>
                  </a:lnTo>
                  <a:lnTo>
                    <a:pt x="4897532" y="1389650"/>
                  </a:lnTo>
                  <a:lnTo>
                    <a:pt x="4899621" y="1388004"/>
                  </a:lnTo>
                  <a:lnTo>
                    <a:pt x="4901710" y="1386446"/>
                  </a:lnTo>
                  <a:lnTo>
                    <a:pt x="4903799" y="1384966"/>
                  </a:lnTo>
                  <a:lnTo>
                    <a:pt x="4905888" y="1383630"/>
                  </a:lnTo>
                  <a:lnTo>
                    <a:pt x="4907977" y="1382500"/>
                  </a:lnTo>
                  <a:lnTo>
                    <a:pt x="4910066" y="1381652"/>
                  </a:lnTo>
                  <a:lnTo>
                    <a:pt x="4912155" y="1381128"/>
                  </a:lnTo>
                  <a:lnTo>
                    <a:pt x="4914244" y="1380918"/>
                  </a:lnTo>
                  <a:lnTo>
                    <a:pt x="4916333" y="1380999"/>
                  </a:lnTo>
                  <a:lnTo>
                    <a:pt x="4918422" y="1381363"/>
                  </a:lnTo>
                  <a:lnTo>
                    <a:pt x="4920512" y="1381978"/>
                  </a:lnTo>
                  <a:lnTo>
                    <a:pt x="4922601" y="1382838"/>
                  </a:lnTo>
                  <a:lnTo>
                    <a:pt x="4924690" y="1383929"/>
                  </a:lnTo>
                  <a:lnTo>
                    <a:pt x="4926779" y="1385292"/>
                  </a:lnTo>
                  <a:lnTo>
                    <a:pt x="4928868" y="1386986"/>
                  </a:lnTo>
                  <a:lnTo>
                    <a:pt x="4930957" y="1389065"/>
                  </a:lnTo>
                  <a:lnTo>
                    <a:pt x="4933046" y="1391565"/>
                  </a:lnTo>
                  <a:lnTo>
                    <a:pt x="4935135" y="1394463"/>
                  </a:lnTo>
                  <a:lnTo>
                    <a:pt x="4937224" y="1397683"/>
                  </a:lnTo>
                  <a:lnTo>
                    <a:pt x="4939313" y="1401141"/>
                  </a:lnTo>
                  <a:lnTo>
                    <a:pt x="4941402" y="1404791"/>
                  </a:lnTo>
                  <a:lnTo>
                    <a:pt x="4943491" y="1408566"/>
                  </a:lnTo>
                  <a:lnTo>
                    <a:pt x="4945580" y="1412464"/>
                  </a:lnTo>
                  <a:lnTo>
                    <a:pt x="4947669" y="1416496"/>
                  </a:lnTo>
                  <a:lnTo>
                    <a:pt x="4949758" y="1420650"/>
                  </a:lnTo>
                  <a:lnTo>
                    <a:pt x="4951847" y="1424960"/>
                  </a:lnTo>
                  <a:lnTo>
                    <a:pt x="4953936" y="1429414"/>
                  </a:lnTo>
                  <a:lnTo>
                    <a:pt x="4956025" y="1433966"/>
                  </a:lnTo>
                  <a:lnTo>
                    <a:pt x="4958114" y="1438511"/>
                  </a:lnTo>
                  <a:lnTo>
                    <a:pt x="4960203" y="1443008"/>
                  </a:lnTo>
                  <a:lnTo>
                    <a:pt x="4962292" y="1447427"/>
                  </a:lnTo>
                  <a:lnTo>
                    <a:pt x="4964381" y="1451750"/>
                  </a:lnTo>
                  <a:lnTo>
                    <a:pt x="4966470" y="1456001"/>
                  </a:lnTo>
                  <a:lnTo>
                    <a:pt x="4968559" y="1460183"/>
                  </a:lnTo>
                  <a:lnTo>
                    <a:pt x="4970648" y="1464319"/>
                  </a:lnTo>
                  <a:lnTo>
                    <a:pt x="4972737" y="1468395"/>
                  </a:lnTo>
                  <a:lnTo>
                    <a:pt x="4974826" y="1472409"/>
                  </a:lnTo>
                  <a:lnTo>
                    <a:pt x="4976915" y="1476311"/>
                  </a:lnTo>
                  <a:lnTo>
                    <a:pt x="4979005" y="1480089"/>
                  </a:lnTo>
                  <a:lnTo>
                    <a:pt x="4981094" y="1483697"/>
                  </a:lnTo>
                  <a:lnTo>
                    <a:pt x="4983183" y="1487113"/>
                  </a:lnTo>
                  <a:lnTo>
                    <a:pt x="4985272" y="1490355"/>
                  </a:lnTo>
                  <a:lnTo>
                    <a:pt x="4987361" y="1493432"/>
                  </a:lnTo>
                  <a:lnTo>
                    <a:pt x="4989450" y="1496355"/>
                  </a:lnTo>
                  <a:lnTo>
                    <a:pt x="4991539" y="1499094"/>
                  </a:lnTo>
                  <a:lnTo>
                    <a:pt x="4993628" y="1501621"/>
                  </a:lnTo>
                  <a:lnTo>
                    <a:pt x="4995717" y="1503916"/>
                  </a:lnTo>
                  <a:lnTo>
                    <a:pt x="4997806" y="1505967"/>
                  </a:lnTo>
                  <a:lnTo>
                    <a:pt x="4999895" y="1507779"/>
                  </a:lnTo>
                  <a:lnTo>
                    <a:pt x="5001984" y="1509394"/>
                  </a:lnTo>
                  <a:lnTo>
                    <a:pt x="5004073" y="1510846"/>
                  </a:lnTo>
                  <a:lnTo>
                    <a:pt x="5006162" y="1512172"/>
                  </a:lnTo>
                  <a:lnTo>
                    <a:pt x="5008251" y="1513410"/>
                  </a:lnTo>
                  <a:lnTo>
                    <a:pt x="5010340" y="1514482"/>
                  </a:lnTo>
                  <a:lnTo>
                    <a:pt x="5012429" y="1515360"/>
                  </a:lnTo>
                  <a:lnTo>
                    <a:pt x="5014518" y="1516055"/>
                  </a:lnTo>
                  <a:lnTo>
                    <a:pt x="5016607" y="1516517"/>
                  </a:lnTo>
                  <a:lnTo>
                    <a:pt x="5018696" y="1516732"/>
                  </a:lnTo>
                  <a:lnTo>
                    <a:pt x="5020785" y="1516729"/>
                  </a:lnTo>
                  <a:lnTo>
                    <a:pt x="5022874" y="1516513"/>
                  </a:lnTo>
                  <a:lnTo>
                    <a:pt x="5024963" y="1516076"/>
                  </a:lnTo>
                  <a:lnTo>
                    <a:pt x="5027052" y="1515406"/>
                  </a:lnTo>
                  <a:lnTo>
                    <a:pt x="5029141" y="1514509"/>
                  </a:lnTo>
                  <a:lnTo>
                    <a:pt x="5031230" y="1513373"/>
                  </a:lnTo>
                  <a:lnTo>
                    <a:pt x="5033319" y="1511945"/>
                  </a:lnTo>
                  <a:lnTo>
                    <a:pt x="5035409" y="1510195"/>
                  </a:lnTo>
                  <a:lnTo>
                    <a:pt x="5037498" y="1508101"/>
                  </a:lnTo>
                  <a:lnTo>
                    <a:pt x="5039587" y="1505649"/>
                  </a:lnTo>
                  <a:lnTo>
                    <a:pt x="5041676" y="1502935"/>
                  </a:lnTo>
                  <a:lnTo>
                    <a:pt x="5043765" y="1500067"/>
                  </a:lnTo>
                  <a:lnTo>
                    <a:pt x="5045854" y="1497085"/>
                  </a:lnTo>
                  <a:lnTo>
                    <a:pt x="5047943" y="1494050"/>
                  </a:lnTo>
                  <a:lnTo>
                    <a:pt x="5050032" y="1491001"/>
                  </a:lnTo>
                  <a:lnTo>
                    <a:pt x="5052121" y="1487895"/>
                  </a:lnTo>
                  <a:lnTo>
                    <a:pt x="5054210" y="1484726"/>
                  </a:lnTo>
                  <a:lnTo>
                    <a:pt x="5056299" y="1481514"/>
                  </a:lnTo>
                  <a:lnTo>
                    <a:pt x="5058388" y="1478281"/>
                  </a:lnTo>
                  <a:lnTo>
                    <a:pt x="5060477" y="1475044"/>
                  </a:lnTo>
                  <a:lnTo>
                    <a:pt x="5062566" y="1471891"/>
                  </a:lnTo>
                  <a:lnTo>
                    <a:pt x="5064655" y="1468882"/>
                  </a:lnTo>
                  <a:lnTo>
                    <a:pt x="5066744" y="1466037"/>
                  </a:lnTo>
                  <a:lnTo>
                    <a:pt x="5068833" y="1463382"/>
                  </a:lnTo>
                  <a:lnTo>
                    <a:pt x="5070922" y="1460890"/>
                  </a:lnTo>
                  <a:lnTo>
                    <a:pt x="5073011" y="1458540"/>
                  </a:lnTo>
                  <a:lnTo>
                    <a:pt x="5075100" y="1456295"/>
                  </a:lnTo>
                  <a:lnTo>
                    <a:pt x="5077189" y="1454094"/>
                  </a:lnTo>
                  <a:lnTo>
                    <a:pt x="5079278" y="1451941"/>
                  </a:lnTo>
                  <a:lnTo>
                    <a:pt x="5081367" y="1449806"/>
                  </a:lnTo>
                  <a:lnTo>
                    <a:pt x="5083456" y="1447688"/>
                  </a:lnTo>
                  <a:lnTo>
                    <a:pt x="5085545" y="1445627"/>
                  </a:lnTo>
                  <a:lnTo>
                    <a:pt x="5087634" y="1443649"/>
                  </a:lnTo>
                  <a:lnTo>
                    <a:pt x="5089723" y="1441785"/>
                  </a:lnTo>
                  <a:lnTo>
                    <a:pt x="5091812" y="1440044"/>
                  </a:lnTo>
                  <a:lnTo>
                    <a:pt x="5093902" y="1438396"/>
                  </a:lnTo>
                  <a:lnTo>
                    <a:pt x="5095991" y="1436852"/>
                  </a:lnTo>
                  <a:lnTo>
                    <a:pt x="5098080" y="1435455"/>
                  </a:lnTo>
                  <a:lnTo>
                    <a:pt x="5100169" y="1434205"/>
                  </a:lnTo>
                  <a:lnTo>
                    <a:pt x="5102258" y="1433082"/>
                  </a:lnTo>
                  <a:lnTo>
                    <a:pt x="5104347" y="1432065"/>
                  </a:lnTo>
                  <a:lnTo>
                    <a:pt x="5106436" y="1431122"/>
                  </a:lnTo>
                  <a:lnTo>
                    <a:pt x="5108525" y="1430251"/>
                  </a:lnTo>
                  <a:lnTo>
                    <a:pt x="5110614" y="1429420"/>
                  </a:lnTo>
                  <a:lnTo>
                    <a:pt x="5112703" y="1428647"/>
                  </a:lnTo>
                  <a:lnTo>
                    <a:pt x="5114792" y="1428012"/>
                  </a:lnTo>
                  <a:lnTo>
                    <a:pt x="5116881" y="1427564"/>
                  </a:lnTo>
                  <a:lnTo>
                    <a:pt x="5118970" y="1427323"/>
                  </a:lnTo>
                  <a:lnTo>
                    <a:pt x="5121059" y="1427309"/>
                  </a:lnTo>
                  <a:lnTo>
                    <a:pt x="5123148" y="1427528"/>
                  </a:lnTo>
                  <a:lnTo>
                    <a:pt x="5125237" y="1427964"/>
                  </a:lnTo>
                  <a:lnTo>
                    <a:pt x="5127326" y="1428567"/>
                  </a:lnTo>
                  <a:lnTo>
                    <a:pt x="5129415" y="1429337"/>
                  </a:lnTo>
                  <a:lnTo>
                    <a:pt x="5131504" y="1430325"/>
                  </a:lnTo>
                  <a:lnTo>
                    <a:pt x="5133593" y="1431541"/>
                  </a:lnTo>
                  <a:lnTo>
                    <a:pt x="5135682" y="1432994"/>
                  </a:lnTo>
                  <a:lnTo>
                    <a:pt x="5137771" y="1434726"/>
                  </a:lnTo>
                  <a:lnTo>
                    <a:pt x="5139860" y="1436745"/>
                  </a:lnTo>
                  <a:lnTo>
                    <a:pt x="5141949" y="1439041"/>
                  </a:lnTo>
                  <a:lnTo>
                    <a:pt x="5144038" y="1441639"/>
                  </a:lnTo>
                  <a:lnTo>
                    <a:pt x="5146127" y="1444458"/>
                  </a:lnTo>
                  <a:lnTo>
                    <a:pt x="5148216" y="1447407"/>
                  </a:lnTo>
                  <a:lnTo>
                    <a:pt x="5150306" y="1450409"/>
                  </a:lnTo>
                  <a:lnTo>
                    <a:pt x="5152395" y="1453444"/>
                  </a:lnTo>
                  <a:lnTo>
                    <a:pt x="5154484" y="1456491"/>
                  </a:lnTo>
                  <a:lnTo>
                    <a:pt x="5156573" y="1459554"/>
                  </a:lnTo>
                  <a:lnTo>
                    <a:pt x="5158662" y="1462697"/>
                  </a:lnTo>
                  <a:lnTo>
                    <a:pt x="5160751" y="1465904"/>
                  </a:lnTo>
                  <a:lnTo>
                    <a:pt x="5162840" y="1469150"/>
                  </a:lnTo>
                  <a:lnTo>
                    <a:pt x="5164929" y="1472446"/>
                  </a:lnTo>
                  <a:lnTo>
                    <a:pt x="5167018" y="1475751"/>
                  </a:lnTo>
                  <a:lnTo>
                    <a:pt x="5169107" y="1479014"/>
                  </a:lnTo>
                  <a:lnTo>
                    <a:pt x="5171196" y="1482231"/>
                  </a:lnTo>
                  <a:lnTo>
                    <a:pt x="5173285" y="1485407"/>
                  </a:lnTo>
                  <a:lnTo>
                    <a:pt x="5175374" y="1488554"/>
                  </a:lnTo>
                  <a:lnTo>
                    <a:pt x="5177463" y="1491705"/>
                  </a:lnTo>
                  <a:lnTo>
                    <a:pt x="5179552" y="1494877"/>
                  </a:lnTo>
                  <a:lnTo>
                    <a:pt x="5181641" y="1498137"/>
                  </a:lnTo>
                  <a:lnTo>
                    <a:pt x="5183730" y="1501499"/>
                  </a:lnTo>
                  <a:lnTo>
                    <a:pt x="5185819" y="1505008"/>
                  </a:lnTo>
                  <a:lnTo>
                    <a:pt x="5187908" y="1508698"/>
                  </a:lnTo>
                  <a:lnTo>
                    <a:pt x="5189997" y="1512546"/>
                  </a:lnTo>
                  <a:lnTo>
                    <a:pt x="5192086" y="1516539"/>
                  </a:lnTo>
                  <a:lnTo>
                    <a:pt x="5194175" y="1520640"/>
                  </a:lnTo>
                  <a:lnTo>
                    <a:pt x="5196264" y="1524832"/>
                  </a:lnTo>
                  <a:lnTo>
                    <a:pt x="5198353" y="1529108"/>
                  </a:lnTo>
                  <a:lnTo>
                    <a:pt x="5200442" y="1533475"/>
                  </a:lnTo>
                  <a:lnTo>
                    <a:pt x="5202531" y="1537883"/>
                  </a:lnTo>
                  <a:lnTo>
                    <a:pt x="5204620" y="1542344"/>
                  </a:lnTo>
                  <a:lnTo>
                    <a:pt x="5206709" y="1546905"/>
                  </a:lnTo>
                  <a:lnTo>
                    <a:pt x="5208799" y="1551590"/>
                  </a:lnTo>
                  <a:lnTo>
                    <a:pt x="5210888" y="1556411"/>
                  </a:lnTo>
                  <a:lnTo>
                    <a:pt x="5212977" y="1561348"/>
                  </a:lnTo>
                  <a:lnTo>
                    <a:pt x="5215066" y="1566413"/>
                  </a:lnTo>
                  <a:lnTo>
                    <a:pt x="5217155" y="1571594"/>
                  </a:lnTo>
                  <a:lnTo>
                    <a:pt x="5219244" y="1576846"/>
                  </a:lnTo>
                  <a:lnTo>
                    <a:pt x="5221333" y="1582118"/>
                  </a:lnTo>
                  <a:lnTo>
                    <a:pt x="5223422" y="1587388"/>
                  </a:lnTo>
                  <a:lnTo>
                    <a:pt x="5225511" y="1592633"/>
                  </a:lnTo>
                  <a:lnTo>
                    <a:pt x="5227600" y="1597828"/>
                  </a:lnTo>
                  <a:lnTo>
                    <a:pt x="5229689" y="1602958"/>
                  </a:lnTo>
                  <a:lnTo>
                    <a:pt x="5231778" y="1608055"/>
                  </a:lnTo>
                  <a:lnTo>
                    <a:pt x="5233867" y="1613174"/>
                  </a:lnTo>
                  <a:lnTo>
                    <a:pt x="5235956" y="1618292"/>
                  </a:lnTo>
                  <a:lnTo>
                    <a:pt x="5238045" y="1623382"/>
                  </a:lnTo>
                  <a:lnTo>
                    <a:pt x="5240134" y="1628429"/>
                  </a:lnTo>
                  <a:lnTo>
                    <a:pt x="5242223" y="1633404"/>
                  </a:lnTo>
                  <a:lnTo>
                    <a:pt x="5244312" y="1638303"/>
                  </a:lnTo>
                  <a:lnTo>
                    <a:pt x="5246401" y="1643129"/>
                  </a:lnTo>
                  <a:lnTo>
                    <a:pt x="5248490" y="1647884"/>
                  </a:lnTo>
                  <a:lnTo>
                    <a:pt x="5250579" y="1652556"/>
                  </a:lnTo>
                  <a:lnTo>
                    <a:pt x="5252668" y="1657173"/>
                  </a:lnTo>
                  <a:lnTo>
                    <a:pt x="5254757" y="1661721"/>
                  </a:lnTo>
                  <a:lnTo>
                    <a:pt x="5256846" y="1666229"/>
                  </a:lnTo>
                  <a:lnTo>
                    <a:pt x="5258935" y="1670700"/>
                  </a:lnTo>
                  <a:lnTo>
                    <a:pt x="5261024" y="1675158"/>
                  </a:lnTo>
                  <a:lnTo>
                    <a:pt x="5263113" y="1679585"/>
                  </a:lnTo>
                  <a:lnTo>
                    <a:pt x="5265203" y="1683931"/>
                  </a:lnTo>
                  <a:lnTo>
                    <a:pt x="5267292" y="1688125"/>
                  </a:lnTo>
                  <a:lnTo>
                    <a:pt x="5269381" y="1692116"/>
                  </a:lnTo>
                  <a:lnTo>
                    <a:pt x="5271470" y="1695861"/>
                  </a:lnTo>
                  <a:lnTo>
                    <a:pt x="5273559" y="1699382"/>
                  </a:lnTo>
                  <a:lnTo>
                    <a:pt x="5275648" y="1702658"/>
                  </a:lnTo>
                  <a:lnTo>
                    <a:pt x="5277737" y="1705667"/>
                  </a:lnTo>
                  <a:lnTo>
                    <a:pt x="5279826" y="1708368"/>
                  </a:lnTo>
                  <a:lnTo>
                    <a:pt x="5281915" y="1710751"/>
                  </a:lnTo>
                  <a:lnTo>
                    <a:pt x="5284004" y="1712809"/>
                  </a:lnTo>
                  <a:lnTo>
                    <a:pt x="5286093" y="1714526"/>
                  </a:lnTo>
                  <a:lnTo>
                    <a:pt x="5288182" y="1715896"/>
                  </a:lnTo>
                  <a:lnTo>
                    <a:pt x="5290271" y="1716909"/>
                  </a:lnTo>
                  <a:lnTo>
                    <a:pt x="5292360" y="1717521"/>
                  </a:lnTo>
                  <a:lnTo>
                    <a:pt x="5294449" y="1717710"/>
                  </a:lnTo>
                  <a:lnTo>
                    <a:pt x="5296538" y="1717507"/>
                  </a:lnTo>
                  <a:lnTo>
                    <a:pt x="5298627" y="1716947"/>
                  </a:lnTo>
                  <a:lnTo>
                    <a:pt x="5300716" y="1716054"/>
                  </a:lnTo>
                  <a:lnTo>
                    <a:pt x="5302805" y="1714830"/>
                  </a:lnTo>
                  <a:lnTo>
                    <a:pt x="5304894" y="1713277"/>
                  </a:lnTo>
                  <a:lnTo>
                    <a:pt x="5306983" y="1711427"/>
                  </a:lnTo>
                  <a:lnTo>
                    <a:pt x="5309072" y="1709313"/>
                  </a:lnTo>
                  <a:lnTo>
                    <a:pt x="5311161" y="1706905"/>
                  </a:lnTo>
                  <a:lnTo>
                    <a:pt x="5313250" y="1704196"/>
                  </a:lnTo>
                  <a:lnTo>
                    <a:pt x="5315339" y="1701195"/>
                  </a:lnTo>
                  <a:lnTo>
                    <a:pt x="5317428" y="1697947"/>
                  </a:lnTo>
                  <a:lnTo>
                    <a:pt x="5319517" y="1694431"/>
                  </a:lnTo>
                  <a:lnTo>
                    <a:pt x="5321606" y="1690613"/>
                  </a:lnTo>
                  <a:lnTo>
                    <a:pt x="5323696" y="1686496"/>
                  </a:lnTo>
                  <a:lnTo>
                    <a:pt x="5325785" y="1682068"/>
                  </a:lnTo>
                  <a:lnTo>
                    <a:pt x="5327874" y="1677290"/>
                  </a:lnTo>
                  <a:lnTo>
                    <a:pt x="5329963" y="1672159"/>
                  </a:lnTo>
                  <a:lnTo>
                    <a:pt x="5332052" y="1666687"/>
                  </a:lnTo>
                  <a:lnTo>
                    <a:pt x="5334141" y="1660877"/>
                  </a:lnTo>
                  <a:lnTo>
                    <a:pt x="5336230" y="1654755"/>
                  </a:lnTo>
                  <a:lnTo>
                    <a:pt x="5338319" y="1648302"/>
                  </a:lnTo>
                  <a:lnTo>
                    <a:pt x="5340408" y="1641494"/>
                  </a:lnTo>
                  <a:lnTo>
                    <a:pt x="5342497" y="1634346"/>
                  </a:lnTo>
                  <a:lnTo>
                    <a:pt x="5344586" y="1626838"/>
                  </a:lnTo>
                  <a:lnTo>
                    <a:pt x="5346675" y="1619002"/>
                  </a:lnTo>
                  <a:lnTo>
                    <a:pt x="5348764" y="1610854"/>
                  </a:lnTo>
                  <a:lnTo>
                    <a:pt x="5350853" y="1602404"/>
                  </a:lnTo>
                  <a:lnTo>
                    <a:pt x="5352942" y="1593643"/>
                  </a:lnTo>
                  <a:lnTo>
                    <a:pt x="5355031" y="1584580"/>
                  </a:lnTo>
                  <a:lnTo>
                    <a:pt x="5357120" y="1575258"/>
                  </a:lnTo>
                  <a:lnTo>
                    <a:pt x="5359209" y="1565762"/>
                  </a:lnTo>
                  <a:lnTo>
                    <a:pt x="5361298" y="1556152"/>
                  </a:lnTo>
                  <a:lnTo>
                    <a:pt x="5363387" y="1546428"/>
                  </a:lnTo>
                  <a:lnTo>
                    <a:pt x="5365476" y="1536604"/>
                  </a:lnTo>
                  <a:lnTo>
                    <a:pt x="5367565" y="1526667"/>
                  </a:lnTo>
                  <a:lnTo>
                    <a:pt x="5369654" y="1516652"/>
                  </a:lnTo>
                  <a:lnTo>
                    <a:pt x="5371743" y="1506648"/>
                  </a:lnTo>
                  <a:lnTo>
                    <a:pt x="5373832" y="1496751"/>
                  </a:lnTo>
                  <a:lnTo>
                    <a:pt x="5375921" y="1487043"/>
                  </a:lnTo>
                  <a:lnTo>
                    <a:pt x="5378010" y="1477532"/>
                  </a:lnTo>
                  <a:lnTo>
                    <a:pt x="5380100" y="1468258"/>
                  </a:lnTo>
                  <a:lnTo>
                    <a:pt x="5382189" y="1459253"/>
                  </a:lnTo>
                  <a:lnTo>
                    <a:pt x="5384278" y="1450604"/>
                  </a:lnTo>
                  <a:lnTo>
                    <a:pt x="5386367" y="1442376"/>
                  </a:lnTo>
                  <a:lnTo>
                    <a:pt x="5388456" y="1434578"/>
                  </a:lnTo>
                  <a:lnTo>
                    <a:pt x="5390545" y="1427248"/>
                  </a:lnTo>
                  <a:lnTo>
                    <a:pt x="5392634" y="1420380"/>
                  </a:lnTo>
                  <a:lnTo>
                    <a:pt x="5394723" y="1413961"/>
                  </a:lnTo>
                  <a:lnTo>
                    <a:pt x="5396812" y="1408000"/>
                  </a:lnTo>
                  <a:lnTo>
                    <a:pt x="5398901" y="1402513"/>
                  </a:lnTo>
                  <a:lnTo>
                    <a:pt x="5400990" y="1397502"/>
                  </a:lnTo>
                  <a:lnTo>
                    <a:pt x="5403079" y="1392928"/>
                  </a:lnTo>
                  <a:lnTo>
                    <a:pt x="5405168" y="1388702"/>
                  </a:lnTo>
                  <a:lnTo>
                    <a:pt x="5407257" y="1384809"/>
                  </a:lnTo>
                  <a:lnTo>
                    <a:pt x="5409346" y="1381253"/>
                  </a:lnTo>
                  <a:lnTo>
                    <a:pt x="5411435" y="1378023"/>
                  </a:lnTo>
                  <a:lnTo>
                    <a:pt x="5413524" y="1375081"/>
                  </a:lnTo>
                  <a:lnTo>
                    <a:pt x="5415613" y="1372385"/>
                  </a:lnTo>
                  <a:lnTo>
                    <a:pt x="5417702" y="1369937"/>
                  </a:lnTo>
                  <a:lnTo>
                    <a:pt x="5419791" y="1367707"/>
                  </a:lnTo>
                  <a:lnTo>
                    <a:pt x="5421880" y="1365639"/>
                  </a:lnTo>
                  <a:lnTo>
                    <a:pt x="5423969" y="1363731"/>
                  </a:lnTo>
                  <a:lnTo>
                    <a:pt x="5426058" y="1362030"/>
                  </a:lnTo>
                  <a:lnTo>
                    <a:pt x="5428147" y="1360572"/>
                  </a:lnTo>
                  <a:lnTo>
                    <a:pt x="5430236" y="1359397"/>
                  </a:lnTo>
                  <a:lnTo>
                    <a:pt x="5432325" y="1358527"/>
                  </a:lnTo>
                  <a:lnTo>
                    <a:pt x="5434414" y="1357982"/>
                  </a:lnTo>
                  <a:lnTo>
                    <a:pt x="5436503" y="1357822"/>
                  </a:lnTo>
                  <a:lnTo>
                    <a:pt x="5438593" y="1358068"/>
                  </a:lnTo>
                  <a:lnTo>
                    <a:pt x="5440682" y="1358730"/>
                  </a:lnTo>
                  <a:lnTo>
                    <a:pt x="5442771" y="1359793"/>
                  </a:lnTo>
                  <a:lnTo>
                    <a:pt x="5444860" y="1361259"/>
                  </a:lnTo>
                  <a:lnTo>
                    <a:pt x="5446949" y="1363165"/>
                  </a:lnTo>
                  <a:lnTo>
                    <a:pt x="5449038" y="1365534"/>
                  </a:lnTo>
                  <a:lnTo>
                    <a:pt x="5451127" y="1368387"/>
                  </a:lnTo>
                  <a:lnTo>
                    <a:pt x="5453216" y="1371717"/>
                  </a:lnTo>
                  <a:lnTo>
                    <a:pt x="5455305" y="1375502"/>
                  </a:lnTo>
                  <a:lnTo>
                    <a:pt x="5457394" y="1379738"/>
                  </a:lnTo>
                  <a:lnTo>
                    <a:pt x="5459483" y="1384445"/>
                  </a:lnTo>
                  <a:lnTo>
                    <a:pt x="5461572" y="1389610"/>
                  </a:lnTo>
                  <a:lnTo>
                    <a:pt x="5463661" y="1395221"/>
                  </a:lnTo>
                  <a:lnTo>
                    <a:pt x="5465750" y="1401232"/>
                  </a:lnTo>
                  <a:lnTo>
                    <a:pt x="5467839" y="1407611"/>
                  </a:lnTo>
                  <a:lnTo>
                    <a:pt x="5469928" y="1414328"/>
                  </a:lnTo>
                  <a:lnTo>
                    <a:pt x="5472017" y="1421342"/>
                  </a:lnTo>
                  <a:lnTo>
                    <a:pt x="5474106" y="1428646"/>
                  </a:lnTo>
                  <a:lnTo>
                    <a:pt x="5476195" y="1436206"/>
                  </a:lnTo>
                  <a:lnTo>
                    <a:pt x="5478284" y="1443942"/>
                  </a:lnTo>
                  <a:lnTo>
                    <a:pt x="5480373" y="1451814"/>
                  </a:lnTo>
                  <a:lnTo>
                    <a:pt x="5482462" y="1459813"/>
                  </a:lnTo>
                  <a:lnTo>
                    <a:pt x="5484551" y="1467924"/>
                  </a:lnTo>
                  <a:lnTo>
                    <a:pt x="5486640" y="1476109"/>
                  </a:lnTo>
                  <a:lnTo>
                    <a:pt x="5488729" y="1484314"/>
                  </a:lnTo>
                  <a:lnTo>
                    <a:pt x="5490818" y="1492444"/>
                  </a:lnTo>
                  <a:lnTo>
                    <a:pt x="5492907" y="1500432"/>
                  </a:lnTo>
                  <a:lnTo>
                    <a:pt x="5494997" y="1508227"/>
                  </a:lnTo>
                  <a:lnTo>
                    <a:pt x="5497086" y="1515789"/>
                  </a:lnTo>
                  <a:lnTo>
                    <a:pt x="5499175" y="1523135"/>
                  </a:lnTo>
                  <a:lnTo>
                    <a:pt x="5501264" y="1530278"/>
                  </a:lnTo>
                  <a:lnTo>
                    <a:pt x="5503353" y="1537223"/>
                  </a:lnTo>
                  <a:lnTo>
                    <a:pt x="5505442" y="1543944"/>
                  </a:lnTo>
                  <a:lnTo>
                    <a:pt x="5507531" y="1550450"/>
                  </a:lnTo>
                  <a:lnTo>
                    <a:pt x="5509620" y="1556807"/>
                  </a:lnTo>
                  <a:lnTo>
                    <a:pt x="5511709" y="1563070"/>
                  </a:lnTo>
                  <a:lnTo>
                    <a:pt x="5513798" y="1569247"/>
                  </a:lnTo>
                  <a:lnTo>
                    <a:pt x="5515887" y="1575339"/>
                  </a:lnTo>
                  <a:lnTo>
                    <a:pt x="5517976" y="1581352"/>
                  </a:lnTo>
                  <a:lnTo>
                    <a:pt x="5520065" y="1587288"/>
                  </a:lnTo>
                  <a:lnTo>
                    <a:pt x="5522154" y="1593137"/>
                  </a:lnTo>
                  <a:lnTo>
                    <a:pt x="5524243" y="1598918"/>
                  </a:lnTo>
                  <a:lnTo>
                    <a:pt x="5526332" y="1604655"/>
                  </a:lnTo>
                  <a:lnTo>
                    <a:pt x="5528421" y="1610381"/>
                  </a:lnTo>
                  <a:lnTo>
                    <a:pt x="5530510" y="1616065"/>
                  </a:lnTo>
                  <a:lnTo>
                    <a:pt x="5532599" y="1621677"/>
                  </a:lnTo>
                  <a:lnTo>
                    <a:pt x="5534688" y="1627193"/>
                  </a:lnTo>
                  <a:lnTo>
                    <a:pt x="5536777" y="1632578"/>
                  </a:lnTo>
                  <a:lnTo>
                    <a:pt x="5538866" y="1637857"/>
                  </a:lnTo>
                  <a:lnTo>
                    <a:pt x="5540955" y="1643004"/>
                  </a:lnTo>
                  <a:lnTo>
                    <a:pt x="5543044" y="1647977"/>
                  </a:lnTo>
                  <a:lnTo>
                    <a:pt x="5545133" y="1652751"/>
                  </a:lnTo>
                  <a:lnTo>
                    <a:pt x="5547222" y="1657306"/>
                  </a:lnTo>
                  <a:lnTo>
                    <a:pt x="5549311" y="1661640"/>
                  </a:lnTo>
                  <a:lnTo>
                    <a:pt x="5551400" y="1665759"/>
                  </a:lnTo>
                  <a:lnTo>
                    <a:pt x="5553490" y="1669654"/>
                  </a:lnTo>
                  <a:lnTo>
                    <a:pt x="5555579" y="1673287"/>
                  </a:lnTo>
                  <a:lnTo>
                    <a:pt x="5557668" y="1676636"/>
                  </a:lnTo>
                  <a:lnTo>
                    <a:pt x="5559757" y="1679709"/>
                  </a:lnTo>
                  <a:lnTo>
                    <a:pt x="5561846" y="1682522"/>
                  </a:lnTo>
                  <a:lnTo>
                    <a:pt x="5563935" y="1685068"/>
                  </a:lnTo>
                  <a:lnTo>
                    <a:pt x="5566024" y="1687324"/>
                  </a:lnTo>
                  <a:lnTo>
                    <a:pt x="5568113" y="1689277"/>
                  </a:lnTo>
                  <a:lnTo>
                    <a:pt x="5570202" y="1690853"/>
                  </a:lnTo>
                  <a:lnTo>
                    <a:pt x="5572291" y="1692033"/>
                  </a:lnTo>
                  <a:lnTo>
                    <a:pt x="5574380" y="1692818"/>
                  </a:lnTo>
                  <a:lnTo>
                    <a:pt x="5576469" y="1693211"/>
                  </a:lnTo>
                  <a:lnTo>
                    <a:pt x="5578558" y="1693248"/>
                  </a:lnTo>
                  <a:lnTo>
                    <a:pt x="5580647" y="1692948"/>
                  </a:lnTo>
                  <a:lnTo>
                    <a:pt x="5582736" y="1692332"/>
                  </a:lnTo>
                  <a:lnTo>
                    <a:pt x="5584825" y="1691393"/>
                  </a:lnTo>
                  <a:lnTo>
                    <a:pt x="5586914" y="1690144"/>
                  </a:lnTo>
                  <a:lnTo>
                    <a:pt x="5589003" y="1688566"/>
                  </a:lnTo>
                  <a:lnTo>
                    <a:pt x="5591092" y="1686673"/>
                  </a:lnTo>
                  <a:lnTo>
                    <a:pt x="5593181" y="1684474"/>
                  </a:lnTo>
                  <a:lnTo>
                    <a:pt x="5595270" y="1682000"/>
                  </a:lnTo>
                  <a:lnTo>
                    <a:pt x="5597359" y="1679311"/>
                  </a:lnTo>
                  <a:lnTo>
                    <a:pt x="5599448" y="1676446"/>
                  </a:lnTo>
                  <a:lnTo>
                    <a:pt x="5601537" y="1673459"/>
                  </a:lnTo>
                  <a:lnTo>
                    <a:pt x="5603626" y="1670363"/>
                  </a:lnTo>
                  <a:lnTo>
                    <a:pt x="5605715" y="1667174"/>
                  </a:lnTo>
                  <a:lnTo>
                    <a:pt x="5607804" y="1663915"/>
                  </a:lnTo>
                  <a:lnTo>
                    <a:pt x="5609894" y="1660590"/>
                  </a:lnTo>
                  <a:lnTo>
                    <a:pt x="5611983" y="1657201"/>
                  </a:lnTo>
                  <a:lnTo>
                    <a:pt x="5614072" y="1653715"/>
                  </a:lnTo>
                  <a:lnTo>
                    <a:pt x="5616161" y="1650129"/>
                  </a:lnTo>
                  <a:lnTo>
                    <a:pt x="5618250" y="1646446"/>
                  </a:lnTo>
                  <a:lnTo>
                    <a:pt x="5620339" y="1642692"/>
                  </a:lnTo>
                  <a:lnTo>
                    <a:pt x="5622428" y="1638874"/>
                  </a:lnTo>
                  <a:lnTo>
                    <a:pt x="5624517" y="1635026"/>
                  </a:lnTo>
                  <a:lnTo>
                    <a:pt x="5626606" y="1631188"/>
                  </a:lnTo>
                  <a:lnTo>
                    <a:pt x="5628695" y="1627326"/>
                  </a:lnTo>
                  <a:lnTo>
                    <a:pt x="5630784" y="1623422"/>
                  </a:lnTo>
                  <a:lnTo>
                    <a:pt x="5632873" y="1619451"/>
                  </a:lnTo>
                  <a:lnTo>
                    <a:pt x="5634962" y="1615416"/>
                  </a:lnTo>
                  <a:lnTo>
                    <a:pt x="5637051" y="1611317"/>
                  </a:lnTo>
                  <a:lnTo>
                    <a:pt x="5639140" y="1607161"/>
                  </a:lnTo>
                  <a:lnTo>
                    <a:pt x="5641229" y="1602983"/>
                  </a:lnTo>
                  <a:lnTo>
                    <a:pt x="5643318" y="1598795"/>
                  </a:lnTo>
                  <a:lnTo>
                    <a:pt x="5645407" y="1594572"/>
                  </a:lnTo>
                  <a:lnTo>
                    <a:pt x="5647496" y="1590343"/>
                  </a:lnTo>
                  <a:lnTo>
                    <a:pt x="5649585" y="1586117"/>
                  </a:lnTo>
                  <a:lnTo>
                    <a:pt x="5651674" y="1581907"/>
                  </a:lnTo>
                  <a:lnTo>
                    <a:pt x="5653763" y="1577732"/>
                  </a:lnTo>
                  <a:lnTo>
                    <a:pt x="5655852" y="1573568"/>
                  </a:lnTo>
                  <a:lnTo>
                    <a:pt x="5657941" y="1569394"/>
                  </a:lnTo>
                  <a:lnTo>
                    <a:pt x="5660030" y="1565237"/>
                  </a:lnTo>
                  <a:lnTo>
                    <a:pt x="5662119" y="1561133"/>
                  </a:lnTo>
                  <a:lnTo>
                    <a:pt x="5664208" y="1557110"/>
                  </a:lnTo>
                  <a:lnTo>
                    <a:pt x="5666297" y="1553179"/>
                  </a:lnTo>
                  <a:lnTo>
                    <a:pt x="5668387" y="1549343"/>
                  </a:lnTo>
                  <a:lnTo>
                    <a:pt x="5670476" y="1545614"/>
                  </a:lnTo>
                  <a:lnTo>
                    <a:pt x="5672565" y="1542017"/>
                  </a:lnTo>
                  <a:lnTo>
                    <a:pt x="5674654" y="1538605"/>
                  </a:lnTo>
                  <a:lnTo>
                    <a:pt x="5676743" y="1535485"/>
                  </a:lnTo>
                  <a:lnTo>
                    <a:pt x="5678832" y="1532678"/>
                  </a:lnTo>
                  <a:lnTo>
                    <a:pt x="5680921" y="1530221"/>
                  </a:lnTo>
                  <a:lnTo>
                    <a:pt x="5683010" y="1528090"/>
                  </a:lnTo>
                  <a:lnTo>
                    <a:pt x="5685099" y="1526270"/>
                  </a:lnTo>
                  <a:lnTo>
                    <a:pt x="5687188" y="1524744"/>
                  </a:lnTo>
                  <a:lnTo>
                    <a:pt x="5689277" y="1523526"/>
                  </a:lnTo>
                  <a:lnTo>
                    <a:pt x="5691366" y="1522597"/>
                  </a:lnTo>
                  <a:lnTo>
                    <a:pt x="5693455" y="1521984"/>
                  </a:lnTo>
                  <a:lnTo>
                    <a:pt x="5695544" y="1521700"/>
                  </a:lnTo>
                  <a:lnTo>
                    <a:pt x="5697633" y="1521716"/>
                  </a:lnTo>
                  <a:lnTo>
                    <a:pt x="5699722" y="1522039"/>
                  </a:lnTo>
                  <a:lnTo>
                    <a:pt x="5701811" y="1522671"/>
                  </a:lnTo>
                  <a:lnTo>
                    <a:pt x="5703900" y="1523547"/>
                  </a:lnTo>
                  <a:lnTo>
                    <a:pt x="5705989" y="1524622"/>
                  </a:lnTo>
                  <a:lnTo>
                    <a:pt x="5708078" y="1525841"/>
                  </a:lnTo>
                  <a:lnTo>
                    <a:pt x="5710167" y="1527143"/>
                  </a:lnTo>
                  <a:lnTo>
                    <a:pt x="5712256" y="1528484"/>
                  </a:lnTo>
                  <a:lnTo>
                    <a:pt x="5714345" y="1529850"/>
                  </a:lnTo>
                  <a:lnTo>
                    <a:pt x="5716434" y="1531241"/>
                  </a:lnTo>
                  <a:lnTo>
                    <a:pt x="5718523" y="1532689"/>
                  </a:lnTo>
                  <a:lnTo>
                    <a:pt x="5720612" y="1534205"/>
                  </a:lnTo>
                  <a:lnTo>
                    <a:pt x="5722701" y="1535776"/>
                  </a:lnTo>
                  <a:lnTo>
                    <a:pt x="5724790" y="1537351"/>
                  </a:lnTo>
                  <a:lnTo>
                    <a:pt x="5726880" y="1538880"/>
                  </a:lnTo>
                  <a:lnTo>
                    <a:pt x="5728969" y="1540373"/>
                  </a:lnTo>
                  <a:lnTo>
                    <a:pt x="5731058" y="1541803"/>
                  </a:lnTo>
                  <a:lnTo>
                    <a:pt x="5733147" y="1543191"/>
                  </a:lnTo>
                  <a:lnTo>
                    <a:pt x="5735236" y="1544623"/>
                  </a:lnTo>
                  <a:lnTo>
                    <a:pt x="5737325" y="1546135"/>
                  </a:lnTo>
                  <a:lnTo>
                    <a:pt x="5739414" y="1547795"/>
                  </a:lnTo>
                  <a:lnTo>
                    <a:pt x="5741503" y="1549623"/>
                  </a:lnTo>
                  <a:lnTo>
                    <a:pt x="5743592" y="1551602"/>
                  </a:lnTo>
                  <a:lnTo>
                    <a:pt x="5745681" y="1553732"/>
                  </a:lnTo>
                  <a:lnTo>
                    <a:pt x="5747770" y="1555981"/>
                  </a:lnTo>
                  <a:lnTo>
                    <a:pt x="5749859" y="1558349"/>
                  </a:lnTo>
                  <a:lnTo>
                    <a:pt x="5751948" y="1560833"/>
                  </a:lnTo>
                  <a:lnTo>
                    <a:pt x="5754037" y="1563422"/>
                  </a:lnTo>
                  <a:lnTo>
                    <a:pt x="5756126" y="1566119"/>
                  </a:lnTo>
                  <a:lnTo>
                    <a:pt x="5758215" y="1568937"/>
                  </a:lnTo>
                  <a:lnTo>
                    <a:pt x="5760304" y="1571870"/>
                  </a:lnTo>
                  <a:lnTo>
                    <a:pt x="5762393" y="1574942"/>
                  </a:lnTo>
                  <a:lnTo>
                    <a:pt x="5764482" y="1578126"/>
                  </a:lnTo>
                  <a:lnTo>
                    <a:pt x="5766571" y="1581366"/>
                  </a:lnTo>
                  <a:lnTo>
                    <a:pt x="5768660" y="1584627"/>
                  </a:lnTo>
                  <a:lnTo>
                    <a:pt x="5770749" y="1587858"/>
                  </a:lnTo>
                  <a:lnTo>
                    <a:pt x="5772838" y="1591041"/>
                  </a:lnTo>
                  <a:lnTo>
                    <a:pt x="5774927" y="1594207"/>
                  </a:lnTo>
                  <a:lnTo>
                    <a:pt x="5777016" y="1597334"/>
                  </a:lnTo>
                  <a:lnTo>
                    <a:pt x="5779105" y="1600414"/>
                  </a:lnTo>
                  <a:lnTo>
                    <a:pt x="5781194" y="1603375"/>
                  </a:lnTo>
                  <a:lnTo>
                    <a:pt x="5783284" y="1606161"/>
                  </a:lnTo>
                  <a:lnTo>
                    <a:pt x="5785373" y="1608763"/>
                  </a:lnTo>
                  <a:lnTo>
                    <a:pt x="5787462" y="1611193"/>
                  </a:lnTo>
                  <a:lnTo>
                    <a:pt x="5789551" y="1613481"/>
                  </a:lnTo>
                  <a:lnTo>
                    <a:pt x="5791640" y="1615636"/>
                  </a:lnTo>
                  <a:lnTo>
                    <a:pt x="5793729" y="1617618"/>
                  </a:lnTo>
                  <a:lnTo>
                    <a:pt x="5795818" y="1619446"/>
                  </a:lnTo>
                  <a:lnTo>
                    <a:pt x="5797907" y="1621148"/>
                  </a:lnTo>
                  <a:lnTo>
                    <a:pt x="5799996" y="1622701"/>
                  </a:lnTo>
                  <a:lnTo>
                    <a:pt x="5802085" y="1624127"/>
                  </a:lnTo>
                  <a:lnTo>
                    <a:pt x="5804174" y="1625447"/>
                  </a:lnTo>
                  <a:lnTo>
                    <a:pt x="5806263" y="1626644"/>
                  </a:lnTo>
                  <a:lnTo>
                    <a:pt x="5808352" y="1627756"/>
                  </a:lnTo>
                  <a:lnTo>
                    <a:pt x="5810441" y="1628810"/>
                  </a:lnTo>
                  <a:lnTo>
                    <a:pt x="5812530" y="1629856"/>
                  </a:lnTo>
                  <a:lnTo>
                    <a:pt x="5814619" y="1630955"/>
                  </a:lnTo>
                  <a:lnTo>
                    <a:pt x="5816708" y="1632132"/>
                  </a:lnTo>
                  <a:lnTo>
                    <a:pt x="5818797" y="1633391"/>
                  </a:lnTo>
                  <a:lnTo>
                    <a:pt x="5820886" y="1634714"/>
                  </a:lnTo>
                  <a:lnTo>
                    <a:pt x="5822975" y="1636108"/>
                  </a:lnTo>
                  <a:lnTo>
                    <a:pt x="5825064" y="1637577"/>
                  </a:lnTo>
                  <a:lnTo>
                    <a:pt x="5827153" y="1639116"/>
                  </a:lnTo>
                  <a:lnTo>
                    <a:pt x="5829242" y="1640715"/>
                  </a:lnTo>
                  <a:lnTo>
                    <a:pt x="5831331" y="1642423"/>
                  </a:lnTo>
                  <a:lnTo>
                    <a:pt x="5833420" y="1644241"/>
                  </a:lnTo>
                  <a:lnTo>
                    <a:pt x="5835509" y="1646151"/>
                  </a:lnTo>
                  <a:lnTo>
                    <a:pt x="5837598" y="1648162"/>
                  </a:lnTo>
                  <a:lnTo>
                    <a:pt x="5839687" y="1650208"/>
                  </a:lnTo>
                  <a:lnTo>
                    <a:pt x="5841777" y="1652286"/>
                  </a:lnTo>
                  <a:lnTo>
                    <a:pt x="5843866" y="1654316"/>
                  </a:lnTo>
                  <a:lnTo>
                    <a:pt x="5845955" y="1656194"/>
                  </a:lnTo>
                  <a:lnTo>
                    <a:pt x="5848044" y="1657938"/>
                  </a:lnTo>
                  <a:lnTo>
                    <a:pt x="5850133" y="1659580"/>
                  </a:lnTo>
                  <a:lnTo>
                    <a:pt x="5852222" y="1661126"/>
                  </a:lnTo>
                  <a:lnTo>
                    <a:pt x="5854311" y="1662560"/>
                  </a:lnTo>
                  <a:lnTo>
                    <a:pt x="5856400" y="1663832"/>
                  </a:lnTo>
                  <a:lnTo>
                    <a:pt x="5858489" y="1664944"/>
                  </a:lnTo>
                  <a:lnTo>
                    <a:pt x="5860578" y="1665904"/>
                  </a:lnTo>
                  <a:lnTo>
                    <a:pt x="5862667" y="1666684"/>
                  </a:lnTo>
                  <a:lnTo>
                    <a:pt x="5864756" y="1667250"/>
                  </a:lnTo>
                  <a:lnTo>
                    <a:pt x="5866845" y="1667593"/>
                  </a:lnTo>
                  <a:lnTo>
                    <a:pt x="5868934" y="1667690"/>
                  </a:lnTo>
                  <a:lnTo>
                    <a:pt x="5871023" y="1667592"/>
                  </a:lnTo>
                  <a:lnTo>
                    <a:pt x="5873112" y="1667290"/>
                  </a:lnTo>
                  <a:lnTo>
                    <a:pt x="5875201" y="1666813"/>
                  </a:lnTo>
                  <a:lnTo>
                    <a:pt x="5877290" y="1666180"/>
                  </a:lnTo>
                  <a:lnTo>
                    <a:pt x="5879379" y="1665337"/>
                  </a:lnTo>
                  <a:lnTo>
                    <a:pt x="5881468" y="1664255"/>
                  </a:lnTo>
                  <a:lnTo>
                    <a:pt x="5883557" y="1662944"/>
                  </a:lnTo>
                  <a:lnTo>
                    <a:pt x="5885646" y="1661423"/>
                  </a:lnTo>
                  <a:lnTo>
                    <a:pt x="5887735" y="1659769"/>
                  </a:lnTo>
                  <a:lnTo>
                    <a:pt x="5889824" y="1657978"/>
                  </a:lnTo>
                  <a:lnTo>
                    <a:pt x="5891913" y="1656037"/>
                  </a:lnTo>
                  <a:lnTo>
                    <a:pt x="5894002" y="1653926"/>
                  </a:lnTo>
                  <a:lnTo>
                    <a:pt x="5896091" y="1651647"/>
                  </a:lnTo>
                  <a:lnTo>
                    <a:pt x="5898181" y="1649252"/>
                  </a:lnTo>
                  <a:lnTo>
                    <a:pt x="5900270" y="1646775"/>
                  </a:lnTo>
                  <a:lnTo>
                    <a:pt x="5902359" y="1644150"/>
                  </a:lnTo>
                  <a:lnTo>
                    <a:pt x="5904448" y="1641414"/>
                  </a:lnTo>
                  <a:lnTo>
                    <a:pt x="5906537" y="1638571"/>
                  </a:lnTo>
                  <a:lnTo>
                    <a:pt x="5908626" y="1635625"/>
                  </a:lnTo>
                  <a:lnTo>
                    <a:pt x="5910715" y="1632600"/>
                  </a:lnTo>
                  <a:lnTo>
                    <a:pt x="5912804" y="1629498"/>
                  </a:lnTo>
                  <a:lnTo>
                    <a:pt x="5914893" y="1626286"/>
                  </a:lnTo>
                  <a:lnTo>
                    <a:pt x="5916982" y="1622964"/>
                  </a:lnTo>
                  <a:lnTo>
                    <a:pt x="5919071" y="1619508"/>
                  </a:lnTo>
                  <a:lnTo>
                    <a:pt x="5921160" y="1615893"/>
                  </a:lnTo>
                  <a:lnTo>
                    <a:pt x="5921340" y="1826954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188720" y="2330383"/>
              <a:ext cx="0" cy="1415352"/>
            </a:xfrm>
            <a:custGeom>
              <a:avLst/>
              <a:pathLst>
                <a:path w="0" h="1415352">
                  <a:moveTo>
                    <a:pt x="0" y="1415352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1097280" y="3745735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1097280" y="3273951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1097280" y="2802167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1097280" y="2330383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tx11"/>
            <p:cNvSpPr/>
            <p:nvPr/>
          </p:nvSpPr>
          <p:spPr>
            <a:xfrm rot="-5400000">
              <a:off x="864154" y="3689106"/>
              <a:ext cx="96961" cy="1132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</a:t>
              </a:r>
            </a:p>
          </p:txBody>
        </p:sp>
        <p:sp>
          <p:nvSpPr>
            <p:cNvPr id="13" name="tx12"/>
            <p:cNvSpPr/>
            <p:nvPr/>
          </p:nvSpPr>
          <p:spPr>
            <a:xfrm rot="-5400000">
              <a:off x="863149" y="3216317"/>
              <a:ext cx="96961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14" name="tx13"/>
            <p:cNvSpPr/>
            <p:nvPr/>
          </p:nvSpPr>
          <p:spPr>
            <a:xfrm rot="-5400000">
              <a:off x="865233" y="2746617"/>
              <a:ext cx="96961" cy="1111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</a:t>
              </a:r>
            </a:p>
          </p:txBody>
        </p:sp>
        <p:sp>
          <p:nvSpPr>
            <p:cNvPr id="15" name="tx14"/>
            <p:cNvSpPr/>
            <p:nvPr/>
          </p:nvSpPr>
          <p:spPr>
            <a:xfrm rot="-5400000">
              <a:off x="863149" y="2272749"/>
              <a:ext cx="96961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</a:t>
              </a:r>
            </a:p>
          </p:txBody>
        </p:sp>
        <p:sp>
          <p:nvSpPr>
            <p:cNvPr id="16" name="pg15"/>
            <p:cNvSpPr/>
            <p:nvPr/>
          </p:nvSpPr>
          <p:spPr>
            <a:xfrm>
              <a:off x="1188720" y="1965959"/>
              <a:ext cx="6766559" cy="1897221"/>
            </a:xfrm>
            <a:custGeom>
              <a:avLst/>
              <a:pathLst>
                <a:path w="6766559" h="1897221">
                  <a:moveTo>
                    <a:pt x="0" y="1897221"/>
                  </a:moveTo>
                  <a:lnTo>
                    <a:pt x="6766559" y="1897221"/>
                  </a:lnTo>
                  <a:lnTo>
                    <a:pt x="6766559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tx16"/>
            <p:cNvSpPr/>
            <p:nvPr/>
          </p:nvSpPr>
          <p:spPr>
            <a:xfrm>
              <a:off x="3861866" y="1673289"/>
              <a:ext cx="1420266" cy="1764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e75_ecto_cnt_n</a:t>
              </a:r>
            </a:p>
          </p:txBody>
        </p:sp>
        <p:sp>
          <p:nvSpPr>
            <p:cNvPr id="18" name="tx17"/>
            <p:cNvSpPr/>
            <p:nvPr/>
          </p:nvSpPr>
          <p:spPr>
            <a:xfrm>
              <a:off x="4192897" y="4410636"/>
              <a:ext cx="758204" cy="1474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prof$start</a:t>
              </a:r>
            </a:p>
          </p:txBody>
        </p:sp>
        <p:sp>
          <p:nvSpPr>
            <p:cNvPr id="19" name="pg18"/>
            <p:cNvSpPr/>
            <p:nvPr/>
          </p:nvSpPr>
          <p:spPr>
            <a:xfrm>
              <a:off x="1487497" y="2036227"/>
              <a:ext cx="6165122" cy="1826954"/>
            </a:xfrm>
            <a:custGeom>
              <a:avLst/>
              <a:pathLst>
                <a:path w="6165122" h="1826954">
                  <a:moveTo>
                    <a:pt x="0" y="1826954"/>
                  </a:moveTo>
                  <a:lnTo>
                    <a:pt x="196" y="1593865"/>
                  </a:lnTo>
                  <a:lnTo>
                    <a:pt x="2285" y="1591195"/>
                  </a:lnTo>
                  <a:lnTo>
                    <a:pt x="4374" y="1588483"/>
                  </a:lnTo>
                  <a:lnTo>
                    <a:pt x="6463" y="1585701"/>
                  </a:lnTo>
                  <a:lnTo>
                    <a:pt x="8552" y="1582812"/>
                  </a:lnTo>
                  <a:lnTo>
                    <a:pt x="10641" y="1579790"/>
                  </a:lnTo>
                  <a:lnTo>
                    <a:pt x="12730" y="1576636"/>
                  </a:lnTo>
                  <a:lnTo>
                    <a:pt x="14820" y="1573399"/>
                  </a:lnTo>
                  <a:lnTo>
                    <a:pt x="16909" y="1570087"/>
                  </a:lnTo>
                  <a:lnTo>
                    <a:pt x="18998" y="1566692"/>
                  </a:lnTo>
                  <a:lnTo>
                    <a:pt x="21087" y="1563308"/>
                  </a:lnTo>
                  <a:lnTo>
                    <a:pt x="23176" y="1559992"/>
                  </a:lnTo>
                  <a:lnTo>
                    <a:pt x="25265" y="1556724"/>
                  </a:lnTo>
                  <a:lnTo>
                    <a:pt x="27354" y="1553573"/>
                  </a:lnTo>
                  <a:lnTo>
                    <a:pt x="29443" y="1550568"/>
                  </a:lnTo>
                  <a:lnTo>
                    <a:pt x="31532" y="1547695"/>
                  </a:lnTo>
                  <a:lnTo>
                    <a:pt x="33621" y="1544939"/>
                  </a:lnTo>
                  <a:lnTo>
                    <a:pt x="35710" y="1542330"/>
                  </a:lnTo>
                  <a:lnTo>
                    <a:pt x="37799" y="1539830"/>
                  </a:lnTo>
                  <a:lnTo>
                    <a:pt x="39888" y="1537442"/>
                  </a:lnTo>
                  <a:lnTo>
                    <a:pt x="41977" y="1535210"/>
                  </a:lnTo>
                  <a:lnTo>
                    <a:pt x="44066" y="1533141"/>
                  </a:lnTo>
                  <a:lnTo>
                    <a:pt x="46155" y="1531241"/>
                  </a:lnTo>
                  <a:lnTo>
                    <a:pt x="48244" y="1529525"/>
                  </a:lnTo>
                  <a:lnTo>
                    <a:pt x="50333" y="1527996"/>
                  </a:lnTo>
                  <a:lnTo>
                    <a:pt x="52422" y="1526604"/>
                  </a:lnTo>
                  <a:lnTo>
                    <a:pt x="54511" y="1525314"/>
                  </a:lnTo>
                  <a:lnTo>
                    <a:pt x="56600" y="1524112"/>
                  </a:lnTo>
                  <a:lnTo>
                    <a:pt x="58689" y="1522971"/>
                  </a:lnTo>
                  <a:lnTo>
                    <a:pt x="60778" y="1521912"/>
                  </a:lnTo>
                  <a:lnTo>
                    <a:pt x="62867" y="1520938"/>
                  </a:lnTo>
                  <a:lnTo>
                    <a:pt x="64956" y="1520038"/>
                  </a:lnTo>
                  <a:lnTo>
                    <a:pt x="67045" y="1519222"/>
                  </a:lnTo>
                  <a:lnTo>
                    <a:pt x="69134" y="1518551"/>
                  </a:lnTo>
                  <a:lnTo>
                    <a:pt x="71224" y="1518032"/>
                  </a:lnTo>
                  <a:lnTo>
                    <a:pt x="73313" y="1517618"/>
                  </a:lnTo>
                  <a:lnTo>
                    <a:pt x="75402" y="1517336"/>
                  </a:lnTo>
                  <a:lnTo>
                    <a:pt x="77491" y="1517201"/>
                  </a:lnTo>
                  <a:lnTo>
                    <a:pt x="79580" y="1517240"/>
                  </a:lnTo>
                  <a:lnTo>
                    <a:pt x="81669" y="1517488"/>
                  </a:lnTo>
                  <a:lnTo>
                    <a:pt x="83758" y="1517962"/>
                  </a:lnTo>
                  <a:lnTo>
                    <a:pt x="85847" y="1518694"/>
                  </a:lnTo>
                  <a:lnTo>
                    <a:pt x="87936" y="1519750"/>
                  </a:lnTo>
                  <a:lnTo>
                    <a:pt x="90025" y="1521199"/>
                  </a:lnTo>
                  <a:lnTo>
                    <a:pt x="92114" y="1523060"/>
                  </a:lnTo>
                  <a:lnTo>
                    <a:pt x="94203" y="1525359"/>
                  </a:lnTo>
                  <a:lnTo>
                    <a:pt x="96292" y="1528120"/>
                  </a:lnTo>
                  <a:lnTo>
                    <a:pt x="98381" y="1531321"/>
                  </a:lnTo>
                  <a:lnTo>
                    <a:pt x="100470" y="1534972"/>
                  </a:lnTo>
                  <a:lnTo>
                    <a:pt x="102559" y="1539108"/>
                  </a:lnTo>
                  <a:lnTo>
                    <a:pt x="104648" y="1543724"/>
                  </a:lnTo>
                  <a:lnTo>
                    <a:pt x="106737" y="1548792"/>
                  </a:lnTo>
                  <a:lnTo>
                    <a:pt x="108826" y="1554298"/>
                  </a:lnTo>
                  <a:lnTo>
                    <a:pt x="110915" y="1560235"/>
                  </a:lnTo>
                  <a:lnTo>
                    <a:pt x="113004" y="1566591"/>
                  </a:lnTo>
                  <a:lnTo>
                    <a:pt x="115093" y="1573347"/>
                  </a:lnTo>
                  <a:lnTo>
                    <a:pt x="117182" y="1580467"/>
                  </a:lnTo>
                  <a:lnTo>
                    <a:pt x="119271" y="1587906"/>
                  </a:lnTo>
                  <a:lnTo>
                    <a:pt x="121360" y="1595596"/>
                  </a:lnTo>
                  <a:lnTo>
                    <a:pt x="123449" y="1603528"/>
                  </a:lnTo>
                  <a:lnTo>
                    <a:pt x="125538" y="1611644"/>
                  </a:lnTo>
                  <a:lnTo>
                    <a:pt x="127627" y="1619869"/>
                  </a:lnTo>
                  <a:lnTo>
                    <a:pt x="129717" y="1628185"/>
                  </a:lnTo>
                  <a:lnTo>
                    <a:pt x="131806" y="1636543"/>
                  </a:lnTo>
                  <a:lnTo>
                    <a:pt x="133895" y="1644851"/>
                  </a:lnTo>
                  <a:lnTo>
                    <a:pt x="135984" y="1653089"/>
                  </a:lnTo>
                  <a:lnTo>
                    <a:pt x="138073" y="1661257"/>
                  </a:lnTo>
                  <a:lnTo>
                    <a:pt x="140162" y="1669333"/>
                  </a:lnTo>
                  <a:lnTo>
                    <a:pt x="142251" y="1677315"/>
                  </a:lnTo>
                  <a:lnTo>
                    <a:pt x="144340" y="1685249"/>
                  </a:lnTo>
                  <a:lnTo>
                    <a:pt x="146429" y="1693147"/>
                  </a:lnTo>
                  <a:lnTo>
                    <a:pt x="148518" y="1701007"/>
                  </a:lnTo>
                  <a:lnTo>
                    <a:pt x="150607" y="1708810"/>
                  </a:lnTo>
                  <a:lnTo>
                    <a:pt x="152696" y="1716546"/>
                  </a:lnTo>
                  <a:lnTo>
                    <a:pt x="154785" y="1724178"/>
                  </a:lnTo>
                  <a:lnTo>
                    <a:pt x="156874" y="1731678"/>
                  </a:lnTo>
                  <a:lnTo>
                    <a:pt x="158963" y="1739065"/>
                  </a:lnTo>
                  <a:lnTo>
                    <a:pt x="161052" y="1746339"/>
                  </a:lnTo>
                  <a:lnTo>
                    <a:pt x="163141" y="1753520"/>
                  </a:lnTo>
                  <a:lnTo>
                    <a:pt x="165230" y="1760648"/>
                  </a:lnTo>
                  <a:lnTo>
                    <a:pt x="167319" y="1767732"/>
                  </a:lnTo>
                  <a:lnTo>
                    <a:pt x="169408" y="1774776"/>
                  </a:lnTo>
                  <a:lnTo>
                    <a:pt x="171497" y="1781779"/>
                  </a:lnTo>
                  <a:lnTo>
                    <a:pt x="173586" y="1788713"/>
                  </a:lnTo>
                  <a:lnTo>
                    <a:pt x="175675" y="1795534"/>
                  </a:lnTo>
                  <a:lnTo>
                    <a:pt x="177764" y="1802240"/>
                  </a:lnTo>
                  <a:lnTo>
                    <a:pt x="179853" y="1808851"/>
                  </a:lnTo>
                  <a:lnTo>
                    <a:pt x="181942" y="1815330"/>
                  </a:lnTo>
                  <a:lnTo>
                    <a:pt x="184031" y="1821667"/>
                  </a:lnTo>
                  <a:lnTo>
                    <a:pt x="185830" y="1826954"/>
                  </a:lnTo>
                  <a:lnTo>
                    <a:pt x="243782" y="1826954"/>
                  </a:lnTo>
                  <a:lnTo>
                    <a:pt x="244614" y="1824649"/>
                  </a:lnTo>
                  <a:lnTo>
                    <a:pt x="246703" y="1818615"/>
                  </a:lnTo>
                  <a:lnTo>
                    <a:pt x="248792" y="1812375"/>
                  </a:lnTo>
                  <a:lnTo>
                    <a:pt x="250881" y="1805933"/>
                  </a:lnTo>
                  <a:lnTo>
                    <a:pt x="252970" y="1799318"/>
                  </a:lnTo>
                  <a:lnTo>
                    <a:pt x="255059" y="1792554"/>
                  </a:lnTo>
                  <a:lnTo>
                    <a:pt x="257148" y="1785683"/>
                  </a:lnTo>
                  <a:lnTo>
                    <a:pt x="259237" y="1778709"/>
                  </a:lnTo>
                  <a:lnTo>
                    <a:pt x="261326" y="1771686"/>
                  </a:lnTo>
                  <a:lnTo>
                    <a:pt x="263415" y="1764679"/>
                  </a:lnTo>
                  <a:lnTo>
                    <a:pt x="265504" y="1757737"/>
                  </a:lnTo>
                  <a:lnTo>
                    <a:pt x="267593" y="1750920"/>
                  </a:lnTo>
                  <a:lnTo>
                    <a:pt x="269682" y="1744217"/>
                  </a:lnTo>
                  <a:lnTo>
                    <a:pt x="271771" y="1737618"/>
                  </a:lnTo>
                  <a:lnTo>
                    <a:pt x="273860" y="1731134"/>
                  </a:lnTo>
                  <a:lnTo>
                    <a:pt x="275949" y="1724797"/>
                  </a:lnTo>
                  <a:lnTo>
                    <a:pt x="278038" y="1718609"/>
                  </a:lnTo>
                  <a:lnTo>
                    <a:pt x="280127" y="1712565"/>
                  </a:lnTo>
                  <a:lnTo>
                    <a:pt x="282216" y="1706673"/>
                  </a:lnTo>
                  <a:lnTo>
                    <a:pt x="284305" y="1700934"/>
                  </a:lnTo>
                  <a:lnTo>
                    <a:pt x="286394" y="1695359"/>
                  </a:lnTo>
                  <a:lnTo>
                    <a:pt x="288483" y="1689958"/>
                  </a:lnTo>
                  <a:lnTo>
                    <a:pt x="290572" y="1684787"/>
                  </a:lnTo>
                  <a:lnTo>
                    <a:pt x="292661" y="1679830"/>
                  </a:lnTo>
                  <a:lnTo>
                    <a:pt x="294750" y="1675076"/>
                  </a:lnTo>
                  <a:lnTo>
                    <a:pt x="296839" y="1670525"/>
                  </a:lnTo>
                  <a:lnTo>
                    <a:pt x="298928" y="1666165"/>
                  </a:lnTo>
                  <a:lnTo>
                    <a:pt x="301018" y="1662027"/>
                  </a:lnTo>
                  <a:lnTo>
                    <a:pt x="303107" y="1658137"/>
                  </a:lnTo>
                  <a:lnTo>
                    <a:pt x="305196" y="1654532"/>
                  </a:lnTo>
                  <a:lnTo>
                    <a:pt x="307285" y="1651257"/>
                  </a:lnTo>
                  <a:lnTo>
                    <a:pt x="309374" y="1648337"/>
                  </a:lnTo>
                  <a:lnTo>
                    <a:pt x="311463" y="1645774"/>
                  </a:lnTo>
                  <a:lnTo>
                    <a:pt x="313552" y="1643554"/>
                  </a:lnTo>
                  <a:lnTo>
                    <a:pt x="315641" y="1641624"/>
                  </a:lnTo>
                  <a:lnTo>
                    <a:pt x="317730" y="1639966"/>
                  </a:lnTo>
                  <a:lnTo>
                    <a:pt x="319819" y="1638610"/>
                  </a:lnTo>
                  <a:lnTo>
                    <a:pt x="321908" y="1637560"/>
                  </a:lnTo>
                  <a:lnTo>
                    <a:pt x="323997" y="1636795"/>
                  </a:lnTo>
                  <a:lnTo>
                    <a:pt x="326086" y="1636292"/>
                  </a:lnTo>
                  <a:lnTo>
                    <a:pt x="328175" y="1636058"/>
                  </a:lnTo>
                  <a:lnTo>
                    <a:pt x="330264" y="1636068"/>
                  </a:lnTo>
                  <a:lnTo>
                    <a:pt x="332353" y="1636311"/>
                  </a:lnTo>
                  <a:lnTo>
                    <a:pt x="334442" y="1636785"/>
                  </a:lnTo>
                  <a:lnTo>
                    <a:pt x="336531" y="1637456"/>
                  </a:lnTo>
                  <a:lnTo>
                    <a:pt x="338620" y="1638266"/>
                  </a:lnTo>
                  <a:lnTo>
                    <a:pt x="340709" y="1639205"/>
                  </a:lnTo>
                  <a:lnTo>
                    <a:pt x="342798" y="1640268"/>
                  </a:lnTo>
                  <a:lnTo>
                    <a:pt x="344887" y="1641474"/>
                  </a:lnTo>
                  <a:lnTo>
                    <a:pt x="346976" y="1642843"/>
                  </a:lnTo>
                  <a:lnTo>
                    <a:pt x="349065" y="1644352"/>
                  </a:lnTo>
                  <a:lnTo>
                    <a:pt x="351154" y="1645975"/>
                  </a:lnTo>
                  <a:lnTo>
                    <a:pt x="353243" y="1647659"/>
                  </a:lnTo>
                  <a:lnTo>
                    <a:pt x="355332" y="1649356"/>
                  </a:lnTo>
                  <a:lnTo>
                    <a:pt x="357421" y="1651024"/>
                  </a:lnTo>
                  <a:lnTo>
                    <a:pt x="359511" y="1652631"/>
                  </a:lnTo>
                  <a:lnTo>
                    <a:pt x="361600" y="1654159"/>
                  </a:lnTo>
                  <a:lnTo>
                    <a:pt x="363689" y="1655623"/>
                  </a:lnTo>
                  <a:lnTo>
                    <a:pt x="365778" y="1657041"/>
                  </a:lnTo>
                  <a:lnTo>
                    <a:pt x="367867" y="1658376"/>
                  </a:lnTo>
                  <a:lnTo>
                    <a:pt x="369956" y="1659616"/>
                  </a:lnTo>
                  <a:lnTo>
                    <a:pt x="372045" y="1660709"/>
                  </a:lnTo>
                  <a:lnTo>
                    <a:pt x="374134" y="1661628"/>
                  </a:lnTo>
                  <a:lnTo>
                    <a:pt x="376223" y="1662380"/>
                  </a:lnTo>
                  <a:lnTo>
                    <a:pt x="378312" y="1663000"/>
                  </a:lnTo>
                  <a:lnTo>
                    <a:pt x="380401" y="1663455"/>
                  </a:lnTo>
                  <a:lnTo>
                    <a:pt x="382490" y="1663729"/>
                  </a:lnTo>
                  <a:lnTo>
                    <a:pt x="384579" y="1663802"/>
                  </a:lnTo>
                  <a:lnTo>
                    <a:pt x="386668" y="1663703"/>
                  </a:lnTo>
                  <a:lnTo>
                    <a:pt x="388757" y="1663458"/>
                  </a:lnTo>
                  <a:lnTo>
                    <a:pt x="390846" y="1663110"/>
                  </a:lnTo>
                  <a:lnTo>
                    <a:pt x="392935" y="1662633"/>
                  </a:lnTo>
                  <a:lnTo>
                    <a:pt x="395024" y="1661991"/>
                  </a:lnTo>
                  <a:lnTo>
                    <a:pt x="397113" y="1661124"/>
                  </a:lnTo>
                  <a:lnTo>
                    <a:pt x="399202" y="1660065"/>
                  </a:lnTo>
                  <a:lnTo>
                    <a:pt x="401291" y="1658825"/>
                  </a:lnTo>
                  <a:lnTo>
                    <a:pt x="403380" y="1657450"/>
                  </a:lnTo>
                  <a:lnTo>
                    <a:pt x="405469" y="1655934"/>
                  </a:lnTo>
                  <a:lnTo>
                    <a:pt x="407558" y="1654257"/>
                  </a:lnTo>
                  <a:lnTo>
                    <a:pt x="409647" y="1652354"/>
                  </a:lnTo>
                  <a:lnTo>
                    <a:pt x="411736" y="1650192"/>
                  </a:lnTo>
                  <a:lnTo>
                    <a:pt x="413825" y="1647741"/>
                  </a:lnTo>
                  <a:lnTo>
                    <a:pt x="415915" y="1645017"/>
                  </a:lnTo>
                  <a:lnTo>
                    <a:pt x="418004" y="1642026"/>
                  </a:lnTo>
                  <a:lnTo>
                    <a:pt x="420093" y="1638832"/>
                  </a:lnTo>
                  <a:lnTo>
                    <a:pt x="422182" y="1635496"/>
                  </a:lnTo>
                  <a:lnTo>
                    <a:pt x="424271" y="1632052"/>
                  </a:lnTo>
                  <a:lnTo>
                    <a:pt x="426360" y="1628475"/>
                  </a:lnTo>
                  <a:lnTo>
                    <a:pt x="428449" y="1624790"/>
                  </a:lnTo>
                  <a:lnTo>
                    <a:pt x="430538" y="1621031"/>
                  </a:lnTo>
                  <a:lnTo>
                    <a:pt x="432627" y="1617193"/>
                  </a:lnTo>
                  <a:lnTo>
                    <a:pt x="434716" y="1613293"/>
                  </a:lnTo>
                  <a:lnTo>
                    <a:pt x="436805" y="1609372"/>
                  </a:lnTo>
                  <a:lnTo>
                    <a:pt x="438894" y="1605438"/>
                  </a:lnTo>
                  <a:lnTo>
                    <a:pt x="440983" y="1601553"/>
                  </a:lnTo>
                  <a:lnTo>
                    <a:pt x="443072" y="1597823"/>
                  </a:lnTo>
                  <a:lnTo>
                    <a:pt x="445161" y="1594316"/>
                  </a:lnTo>
                  <a:lnTo>
                    <a:pt x="447250" y="1591076"/>
                  </a:lnTo>
                  <a:lnTo>
                    <a:pt x="449339" y="1588119"/>
                  </a:lnTo>
                  <a:lnTo>
                    <a:pt x="451428" y="1585422"/>
                  </a:lnTo>
                  <a:lnTo>
                    <a:pt x="453517" y="1582969"/>
                  </a:lnTo>
                  <a:lnTo>
                    <a:pt x="455606" y="1580766"/>
                  </a:lnTo>
                  <a:lnTo>
                    <a:pt x="457695" y="1578812"/>
                  </a:lnTo>
                  <a:lnTo>
                    <a:pt x="459784" y="1577116"/>
                  </a:lnTo>
                  <a:lnTo>
                    <a:pt x="461873" y="1575662"/>
                  </a:lnTo>
                  <a:lnTo>
                    <a:pt x="463962" y="1574471"/>
                  </a:lnTo>
                  <a:lnTo>
                    <a:pt x="466051" y="1573543"/>
                  </a:lnTo>
                  <a:lnTo>
                    <a:pt x="468140" y="1572865"/>
                  </a:lnTo>
                  <a:lnTo>
                    <a:pt x="470229" y="1572397"/>
                  </a:lnTo>
                  <a:lnTo>
                    <a:pt x="472318" y="1572126"/>
                  </a:lnTo>
                  <a:lnTo>
                    <a:pt x="474408" y="1572026"/>
                  </a:lnTo>
                  <a:lnTo>
                    <a:pt x="476497" y="1572070"/>
                  </a:lnTo>
                  <a:lnTo>
                    <a:pt x="478586" y="1572239"/>
                  </a:lnTo>
                  <a:lnTo>
                    <a:pt x="480675" y="1572483"/>
                  </a:lnTo>
                  <a:lnTo>
                    <a:pt x="482764" y="1572752"/>
                  </a:lnTo>
                  <a:lnTo>
                    <a:pt x="484853" y="1573011"/>
                  </a:lnTo>
                  <a:lnTo>
                    <a:pt x="486942" y="1573278"/>
                  </a:lnTo>
                  <a:lnTo>
                    <a:pt x="489031" y="1573589"/>
                  </a:lnTo>
                  <a:lnTo>
                    <a:pt x="491120" y="1573980"/>
                  </a:lnTo>
                  <a:lnTo>
                    <a:pt x="493209" y="1574437"/>
                  </a:lnTo>
                  <a:lnTo>
                    <a:pt x="495298" y="1574918"/>
                  </a:lnTo>
                  <a:lnTo>
                    <a:pt x="497387" y="1575395"/>
                  </a:lnTo>
                  <a:lnTo>
                    <a:pt x="499476" y="1575864"/>
                  </a:lnTo>
                  <a:lnTo>
                    <a:pt x="501565" y="1576382"/>
                  </a:lnTo>
                  <a:lnTo>
                    <a:pt x="503654" y="1576974"/>
                  </a:lnTo>
                  <a:lnTo>
                    <a:pt x="505743" y="1577638"/>
                  </a:lnTo>
                  <a:lnTo>
                    <a:pt x="507832" y="1578336"/>
                  </a:lnTo>
                  <a:lnTo>
                    <a:pt x="509921" y="1579070"/>
                  </a:lnTo>
                  <a:lnTo>
                    <a:pt x="512010" y="1579889"/>
                  </a:lnTo>
                  <a:lnTo>
                    <a:pt x="514099" y="1580867"/>
                  </a:lnTo>
                  <a:lnTo>
                    <a:pt x="516188" y="1582076"/>
                  </a:lnTo>
                  <a:lnTo>
                    <a:pt x="518277" y="1583511"/>
                  </a:lnTo>
                  <a:lnTo>
                    <a:pt x="520366" y="1585150"/>
                  </a:lnTo>
                  <a:lnTo>
                    <a:pt x="522455" y="1586966"/>
                  </a:lnTo>
                  <a:lnTo>
                    <a:pt x="524544" y="1588970"/>
                  </a:lnTo>
                  <a:lnTo>
                    <a:pt x="526633" y="1591135"/>
                  </a:lnTo>
                  <a:lnTo>
                    <a:pt x="528722" y="1593446"/>
                  </a:lnTo>
                  <a:lnTo>
                    <a:pt x="530812" y="1595934"/>
                  </a:lnTo>
                  <a:lnTo>
                    <a:pt x="532901" y="1598584"/>
                  </a:lnTo>
                  <a:lnTo>
                    <a:pt x="534990" y="1601338"/>
                  </a:lnTo>
                  <a:lnTo>
                    <a:pt x="537079" y="1604184"/>
                  </a:lnTo>
                  <a:lnTo>
                    <a:pt x="539168" y="1607133"/>
                  </a:lnTo>
                  <a:lnTo>
                    <a:pt x="541257" y="1610144"/>
                  </a:lnTo>
                  <a:lnTo>
                    <a:pt x="543346" y="1613189"/>
                  </a:lnTo>
                  <a:lnTo>
                    <a:pt x="545435" y="1616203"/>
                  </a:lnTo>
                  <a:lnTo>
                    <a:pt x="547524" y="1619081"/>
                  </a:lnTo>
                  <a:lnTo>
                    <a:pt x="549613" y="1621764"/>
                  </a:lnTo>
                  <a:lnTo>
                    <a:pt x="551702" y="1624226"/>
                  </a:lnTo>
                  <a:lnTo>
                    <a:pt x="553791" y="1626441"/>
                  </a:lnTo>
                  <a:lnTo>
                    <a:pt x="555880" y="1628412"/>
                  </a:lnTo>
                  <a:lnTo>
                    <a:pt x="557969" y="1630146"/>
                  </a:lnTo>
                  <a:lnTo>
                    <a:pt x="560058" y="1631657"/>
                  </a:lnTo>
                  <a:lnTo>
                    <a:pt x="562147" y="1632962"/>
                  </a:lnTo>
                  <a:lnTo>
                    <a:pt x="564236" y="1634107"/>
                  </a:lnTo>
                  <a:lnTo>
                    <a:pt x="566325" y="1635167"/>
                  </a:lnTo>
                  <a:lnTo>
                    <a:pt x="568414" y="1636172"/>
                  </a:lnTo>
                  <a:lnTo>
                    <a:pt x="570503" y="1637101"/>
                  </a:lnTo>
                  <a:lnTo>
                    <a:pt x="572592" y="1637951"/>
                  </a:lnTo>
                  <a:lnTo>
                    <a:pt x="574681" y="1638750"/>
                  </a:lnTo>
                  <a:lnTo>
                    <a:pt x="576770" y="1639494"/>
                  </a:lnTo>
                  <a:lnTo>
                    <a:pt x="578859" y="1640187"/>
                  </a:lnTo>
                  <a:lnTo>
                    <a:pt x="580948" y="1640860"/>
                  </a:lnTo>
                  <a:lnTo>
                    <a:pt x="583037" y="1641548"/>
                  </a:lnTo>
                  <a:lnTo>
                    <a:pt x="585126" y="1642311"/>
                  </a:lnTo>
                  <a:lnTo>
                    <a:pt x="587215" y="1643186"/>
                  </a:lnTo>
                  <a:lnTo>
                    <a:pt x="589305" y="1644218"/>
                  </a:lnTo>
                  <a:lnTo>
                    <a:pt x="591394" y="1645410"/>
                  </a:lnTo>
                  <a:lnTo>
                    <a:pt x="593483" y="1646753"/>
                  </a:lnTo>
                  <a:lnTo>
                    <a:pt x="595572" y="1648173"/>
                  </a:lnTo>
                  <a:lnTo>
                    <a:pt x="597661" y="1649629"/>
                  </a:lnTo>
                  <a:lnTo>
                    <a:pt x="599750" y="1651083"/>
                  </a:lnTo>
                  <a:lnTo>
                    <a:pt x="601839" y="1652593"/>
                  </a:lnTo>
                  <a:lnTo>
                    <a:pt x="603928" y="1654174"/>
                  </a:lnTo>
                  <a:lnTo>
                    <a:pt x="606017" y="1655839"/>
                  </a:lnTo>
                  <a:lnTo>
                    <a:pt x="608106" y="1657577"/>
                  </a:lnTo>
                  <a:lnTo>
                    <a:pt x="610195" y="1659368"/>
                  </a:lnTo>
                  <a:lnTo>
                    <a:pt x="612284" y="1661221"/>
                  </a:lnTo>
                  <a:lnTo>
                    <a:pt x="614373" y="1663147"/>
                  </a:lnTo>
                  <a:lnTo>
                    <a:pt x="616462" y="1665116"/>
                  </a:lnTo>
                  <a:lnTo>
                    <a:pt x="618551" y="1667083"/>
                  </a:lnTo>
                  <a:lnTo>
                    <a:pt x="620640" y="1668992"/>
                  </a:lnTo>
                  <a:lnTo>
                    <a:pt x="622729" y="1670852"/>
                  </a:lnTo>
                  <a:lnTo>
                    <a:pt x="624818" y="1672691"/>
                  </a:lnTo>
                  <a:lnTo>
                    <a:pt x="626907" y="1674557"/>
                  </a:lnTo>
                  <a:lnTo>
                    <a:pt x="628996" y="1676452"/>
                  </a:lnTo>
                  <a:lnTo>
                    <a:pt x="631085" y="1678396"/>
                  </a:lnTo>
                  <a:lnTo>
                    <a:pt x="633174" y="1680363"/>
                  </a:lnTo>
                  <a:lnTo>
                    <a:pt x="635263" y="1682328"/>
                  </a:lnTo>
                  <a:lnTo>
                    <a:pt x="637352" y="1684229"/>
                  </a:lnTo>
                  <a:lnTo>
                    <a:pt x="639441" y="1686113"/>
                  </a:lnTo>
                  <a:lnTo>
                    <a:pt x="641530" y="1688014"/>
                  </a:lnTo>
                  <a:lnTo>
                    <a:pt x="643619" y="1689908"/>
                  </a:lnTo>
                  <a:lnTo>
                    <a:pt x="645709" y="1691775"/>
                  </a:lnTo>
                  <a:lnTo>
                    <a:pt x="647798" y="1693629"/>
                  </a:lnTo>
                  <a:lnTo>
                    <a:pt x="649887" y="1695465"/>
                  </a:lnTo>
                  <a:lnTo>
                    <a:pt x="651976" y="1697337"/>
                  </a:lnTo>
                  <a:lnTo>
                    <a:pt x="654065" y="1699253"/>
                  </a:lnTo>
                  <a:lnTo>
                    <a:pt x="656154" y="1701160"/>
                  </a:lnTo>
                  <a:lnTo>
                    <a:pt x="658243" y="1703022"/>
                  </a:lnTo>
                  <a:lnTo>
                    <a:pt x="660332" y="1704790"/>
                  </a:lnTo>
                  <a:lnTo>
                    <a:pt x="662421" y="1706447"/>
                  </a:lnTo>
                  <a:lnTo>
                    <a:pt x="664510" y="1707993"/>
                  </a:lnTo>
                  <a:lnTo>
                    <a:pt x="666599" y="1709432"/>
                  </a:lnTo>
                  <a:lnTo>
                    <a:pt x="668688" y="1710750"/>
                  </a:lnTo>
                  <a:lnTo>
                    <a:pt x="670777" y="1711890"/>
                  </a:lnTo>
                  <a:lnTo>
                    <a:pt x="672866" y="1712805"/>
                  </a:lnTo>
                  <a:lnTo>
                    <a:pt x="674955" y="1713508"/>
                  </a:lnTo>
                  <a:lnTo>
                    <a:pt x="677044" y="1714045"/>
                  </a:lnTo>
                  <a:lnTo>
                    <a:pt x="679133" y="1714416"/>
                  </a:lnTo>
                  <a:lnTo>
                    <a:pt x="681222" y="1714607"/>
                  </a:lnTo>
                  <a:lnTo>
                    <a:pt x="683311" y="1714635"/>
                  </a:lnTo>
                  <a:lnTo>
                    <a:pt x="685400" y="1714493"/>
                  </a:lnTo>
                  <a:lnTo>
                    <a:pt x="687489" y="1714186"/>
                  </a:lnTo>
                  <a:lnTo>
                    <a:pt x="689578" y="1713727"/>
                  </a:lnTo>
                  <a:lnTo>
                    <a:pt x="691667" y="1713148"/>
                  </a:lnTo>
                  <a:lnTo>
                    <a:pt x="693756" y="1712463"/>
                  </a:lnTo>
                  <a:lnTo>
                    <a:pt x="695845" y="1711663"/>
                  </a:lnTo>
                  <a:lnTo>
                    <a:pt x="697934" y="1710731"/>
                  </a:lnTo>
                  <a:lnTo>
                    <a:pt x="700023" y="1709693"/>
                  </a:lnTo>
                  <a:lnTo>
                    <a:pt x="702112" y="1708580"/>
                  </a:lnTo>
                  <a:lnTo>
                    <a:pt x="704202" y="1707441"/>
                  </a:lnTo>
                  <a:lnTo>
                    <a:pt x="706291" y="1706340"/>
                  </a:lnTo>
                  <a:lnTo>
                    <a:pt x="708380" y="1705233"/>
                  </a:lnTo>
                  <a:lnTo>
                    <a:pt x="710469" y="1704109"/>
                  </a:lnTo>
                  <a:lnTo>
                    <a:pt x="712558" y="1702973"/>
                  </a:lnTo>
                  <a:lnTo>
                    <a:pt x="714647" y="1701815"/>
                  </a:lnTo>
                  <a:lnTo>
                    <a:pt x="716736" y="1700653"/>
                  </a:lnTo>
                  <a:lnTo>
                    <a:pt x="718825" y="1699486"/>
                  </a:lnTo>
                  <a:lnTo>
                    <a:pt x="720914" y="1698306"/>
                  </a:lnTo>
                  <a:lnTo>
                    <a:pt x="723003" y="1697127"/>
                  </a:lnTo>
                  <a:lnTo>
                    <a:pt x="725092" y="1695952"/>
                  </a:lnTo>
                  <a:lnTo>
                    <a:pt x="727181" y="1694782"/>
                  </a:lnTo>
                  <a:lnTo>
                    <a:pt x="729270" y="1693597"/>
                  </a:lnTo>
                  <a:lnTo>
                    <a:pt x="731359" y="1692376"/>
                  </a:lnTo>
                  <a:lnTo>
                    <a:pt x="733448" y="1691102"/>
                  </a:lnTo>
                  <a:lnTo>
                    <a:pt x="735537" y="1689737"/>
                  </a:lnTo>
                  <a:lnTo>
                    <a:pt x="737626" y="1688238"/>
                  </a:lnTo>
                  <a:lnTo>
                    <a:pt x="739715" y="1686613"/>
                  </a:lnTo>
                  <a:lnTo>
                    <a:pt x="741804" y="1684913"/>
                  </a:lnTo>
                  <a:lnTo>
                    <a:pt x="743893" y="1683167"/>
                  </a:lnTo>
                  <a:lnTo>
                    <a:pt x="745982" y="1681357"/>
                  </a:lnTo>
                  <a:lnTo>
                    <a:pt x="748071" y="1679514"/>
                  </a:lnTo>
                  <a:lnTo>
                    <a:pt x="750160" y="1677675"/>
                  </a:lnTo>
                  <a:lnTo>
                    <a:pt x="752249" y="1675869"/>
                  </a:lnTo>
                  <a:lnTo>
                    <a:pt x="754338" y="1674105"/>
                  </a:lnTo>
                  <a:lnTo>
                    <a:pt x="756427" y="1672400"/>
                  </a:lnTo>
                  <a:lnTo>
                    <a:pt x="758516" y="1670761"/>
                  </a:lnTo>
                  <a:lnTo>
                    <a:pt x="760606" y="1669242"/>
                  </a:lnTo>
                  <a:lnTo>
                    <a:pt x="762695" y="1667904"/>
                  </a:lnTo>
                  <a:lnTo>
                    <a:pt x="764784" y="1666829"/>
                  </a:lnTo>
                  <a:lnTo>
                    <a:pt x="766873" y="1666057"/>
                  </a:lnTo>
                  <a:lnTo>
                    <a:pt x="768962" y="1665595"/>
                  </a:lnTo>
                  <a:lnTo>
                    <a:pt x="771051" y="1665439"/>
                  </a:lnTo>
                  <a:lnTo>
                    <a:pt x="773140" y="1665567"/>
                  </a:lnTo>
                  <a:lnTo>
                    <a:pt x="775229" y="1665964"/>
                  </a:lnTo>
                  <a:lnTo>
                    <a:pt x="777318" y="1666653"/>
                  </a:lnTo>
                  <a:lnTo>
                    <a:pt x="779407" y="1667625"/>
                  </a:lnTo>
                  <a:lnTo>
                    <a:pt x="781496" y="1668854"/>
                  </a:lnTo>
                  <a:lnTo>
                    <a:pt x="783585" y="1670298"/>
                  </a:lnTo>
                  <a:lnTo>
                    <a:pt x="785674" y="1671926"/>
                  </a:lnTo>
                  <a:lnTo>
                    <a:pt x="787763" y="1673728"/>
                  </a:lnTo>
                  <a:lnTo>
                    <a:pt x="789852" y="1675704"/>
                  </a:lnTo>
                  <a:lnTo>
                    <a:pt x="791941" y="1677840"/>
                  </a:lnTo>
                  <a:lnTo>
                    <a:pt x="794030" y="1680102"/>
                  </a:lnTo>
                  <a:lnTo>
                    <a:pt x="796119" y="1682386"/>
                  </a:lnTo>
                  <a:lnTo>
                    <a:pt x="798208" y="1684619"/>
                  </a:lnTo>
                  <a:lnTo>
                    <a:pt x="800297" y="1686782"/>
                  </a:lnTo>
                  <a:lnTo>
                    <a:pt x="802386" y="1688892"/>
                  </a:lnTo>
                  <a:lnTo>
                    <a:pt x="804475" y="1690947"/>
                  </a:lnTo>
                  <a:lnTo>
                    <a:pt x="806564" y="1692929"/>
                  </a:lnTo>
                  <a:lnTo>
                    <a:pt x="808653" y="1694851"/>
                  </a:lnTo>
                  <a:lnTo>
                    <a:pt x="810742" y="1696635"/>
                  </a:lnTo>
                  <a:lnTo>
                    <a:pt x="812831" y="1698260"/>
                  </a:lnTo>
                  <a:lnTo>
                    <a:pt x="814920" y="1699737"/>
                  </a:lnTo>
                  <a:lnTo>
                    <a:pt x="817009" y="1701063"/>
                  </a:lnTo>
                  <a:lnTo>
                    <a:pt x="819099" y="1702240"/>
                  </a:lnTo>
                  <a:lnTo>
                    <a:pt x="821188" y="1703260"/>
                  </a:lnTo>
                  <a:lnTo>
                    <a:pt x="823277" y="1704111"/>
                  </a:lnTo>
                  <a:lnTo>
                    <a:pt x="825366" y="1704794"/>
                  </a:lnTo>
                  <a:lnTo>
                    <a:pt x="827455" y="1705349"/>
                  </a:lnTo>
                  <a:lnTo>
                    <a:pt x="829544" y="1705781"/>
                  </a:lnTo>
                  <a:lnTo>
                    <a:pt x="831633" y="1706108"/>
                  </a:lnTo>
                  <a:lnTo>
                    <a:pt x="833722" y="1706284"/>
                  </a:lnTo>
                  <a:lnTo>
                    <a:pt x="835811" y="1706306"/>
                  </a:lnTo>
                  <a:lnTo>
                    <a:pt x="837900" y="1706201"/>
                  </a:lnTo>
                  <a:lnTo>
                    <a:pt x="839989" y="1705940"/>
                  </a:lnTo>
                  <a:lnTo>
                    <a:pt x="842078" y="1705566"/>
                  </a:lnTo>
                  <a:lnTo>
                    <a:pt x="844167" y="1705092"/>
                  </a:lnTo>
                  <a:lnTo>
                    <a:pt x="846256" y="1704546"/>
                  </a:lnTo>
                  <a:lnTo>
                    <a:pt x="848345" y="1703934"/>
                  </a:lnTo>
                  <a:lnTo>
                    <a:pt x="850434" y="1703254"/>
                  </a:lnTo>
                  <a:lnTo>
                    <a:pt x="852523" y="1702499"/>
                  </a:lnTo>
                  <a:lnTo>
                    <a:pt x="854612" y="1701638"/>
                  </a:lnTo>
                  <a:lnTo>
                    <a:pt x="856701" y="1700664"/>
                  </a:lnTo>
                  <a:lnTo>
                    <a:pt x="858790" y="1699577"/>
                  </a:lnTo>
                  <a:lnTo>
                    <a:pt x="860879" y="1698376"/>
                  </a:lnTo>
                  <a:lnTo>
                    <a:pt x="862968" y="1697061"/>
                  </a:lnTo>
                  <a:lnTo>
                    <a:pt x="865057" y="1695672"/>
                  </a:lnTo>
                  <a:lnTo>
                    <a:pt x="867146" y="1694212"/>
                  </a:lnTo>
                  <a:lnTo>
                    <a:pt x="869235" y="1692648"/>
                  </a:lnTo>
                  <a:lnTo>
                    <a:pt x="871324" y="1690990"/>
                  </a:lnTo>
                  <a:lnTo>
                    <a:pt x="873413" y="1689251"/>
                  </a:lnTo>
                  <a:lnTo>
                    <a:pt x="875503" y="1687433"/>
                  </a:lnTo>
                  <a:lnTo>
                    <a:pt x="877592" y="1685526"/>
                  </a:lnTo>
                  <a:lnTo>
                    <a:pt x="879681" y="1683546"/>
                  </a:lnTo>
                  <a:lnTo>
                    <a:pt x="881770" y="1681502"/>
                  </a:lnTo>
                  <a:lnTo>
                    <a:pt x="883859" y="1679409"/>
                  </a:lnTo>
                  <a:lnTo>
                    <a:pt x="885948" y="1677264"/>
                  </a:lnTo>
                  <a:lnTo>
                    <a:pt x="888037" y="1675088"/>
                  </a:lnTo>
                  <a:lnTo>
                    <a:pt x="890126" y="1672895"/>
                  </a:lnTo>
                  <a:lnTo>
                    <a:pt x="892215" y="1670715"/>
                  </a:lnTo>
                  <a:lnTo>
                    <a:pt x="894304" y="1668542"/>
                  </a:lnTo>
                  <a:lnTo>
                    <a:pt x="896393" y="1666369"/>
                  </a:lnTo>
                  <a:lnTo>
                    <a:pt x="898482" y="1664205"/>
                  </a:lnTo>
                  <a:lnTo>
                    <a:pt x="900571" y="1662106"/>
                  </a:lnTo>
                  <a:lnTo>
                    <a:pt x="902660" y="1660144"/>
                  </a:lnTo>
                  <a:lnTo>
                    <a:pt x="904749" y="1658326"/>
                  </a:lnTo>
                  <a:lnTo>
                    <a:pt x="906838" y="1656638"/>
                  </a:lnTo>
                  <a:lnTo>
                    <a:pt x="908927" y="1655064"/>
                  </a:lnTo>
                  <a:lnTo>
                    <a:pt x="911016" y="1653591"/>
                  </a:lnTo>
                  <a:lnTo>
                    <a:pt x="913105" y="1652198"/>
                  </a:lnTo>
                  <a:lnTo>
                    <a:pt x="915194" y="1650864"/>
                  </a:lnTo>
                  <a:lnTo>
                    <a:pt x="917283" y="1649606"/>
                  </a:lnTo>
                  <a:lnTo>
                    <a:pt x="919372" y="1648414"/>
                  </a:lnTo>
                  <a:lnTo>
                    <a:pt x="921461" y="1647281"/>
                  </a:lnTo>
                  <a:lnTo>
                    <a:pt x="923550" y="1646188"/>
                  </a:lnTo>
                  <a:lnTo>
                    <a:pt x="925639" y="1645149"/>
                  </a:lnTo>
                  <a:lnTo>
                    <a:pt x="927728" y="1644186"/>
                  </a:lnTo>
                  <a:lnTo>
                    <a:pt x="929817" y="1643298"/>
                  </a:lnTo>
                  <a:lnTo>
                    <a:pt x="931906" y="1642444"/>
                  </a:lnTo>
                  <a:lnTo>
                    <a:pt x="933996" y="1641590"/>
                  </a:lnTo>
                  <a:lnTo>
                    <a:pt x="936085" y="1640738"/>
                  </a:lnTo>
                  <a:lnTo>
                    <a:pt x="938174" y="1639923"/>
                  </a:lnTo>
                  <a:lnTo>
                    <a:pt x="940263" y="1639182"/>
                  </a:lnTo>
                  <a:lnTo>
                    <a:pt x="942352" y="1638530"/>
                  </a:lnTo>
                  <a:lnTo>
                    <a:pt x="944441" y="1638014"/>
                  </a:lnTo>
                  <a:lnTo>
                    <a:pt x="946530" y="1637680"/>
                  </a:lnTo>
                  <a:lnTo>
                    <a:pt x="948619" y="1637553"/>
                  </a:lnTo>
                  <a:lnTo>
                    <a:pt x="950708" y="1637625"/>
                  </a:lnTo>
                  <a:lnTo>
                    <a:pt x="952797" y="1637857"/>
                  </a:lnTo>
                  <a:lnTo>
                    <a:pt x="954886" y="1638242"/>
                  </a:lnTo>
                  <a:lnTo>
                    <a:pt x="956975" y="1638772"/>
                  </a:lnTo>
                  <a:lnTo>
                    <a:pt x="959064" y="1639444"/>
                  </a:lnTo>
                  <a:lnTo>
                    <a:pt x="961153" y="1640254"/>
                  </a:lnTo>
                  <a:lnTo>
                    <a:pt x="963242" y="1641192"/>
                  </a:lnTo>
                  <a:lnTo>
                    <a:pt x="965331" y="1642250"/>
                  </a:lnTo>
                  <a:lnTo>
                    <a:pt x="967420" y="1643388"/>
                  </a:lnTo>
                  <a:lnTo>
                    <a:pt x="969509" y="1644584"/>
                  </a:lnTo>
                  <a:lnTo>
                    <a:pt x="971598" y="1645799"/>
                  </a:lnTo>
                  <a:lnTo>
                    <a:pt x="973687" y="1647002"/>
                  </a:lnTo>
                  <a:lnTo>
                    <a:pt x="975776" y="1648147"/>
                  </a:lnTo>
                  <a:lnTo>
                    <a:pt x="977865" y="1649179"/>
                  </a:lnTo>
                  <a:lnTo>
                    <a:pt x="979954" y="1650097"/>
                  </a:lnTo>
                  <a:lnTo>
                    <a:pt x="982043" y="1650927"/>
                  </a:lnTo>
                  <a:lnTo>
                    <a:pt x="984132" y="1651677"/>
                  </a:lnTo>
                  <a:lnTo>
                    <a:pt x="986221" y="1652347"/>
                  </a:lnTo>
                  <a:lnTo>
                    <a:pt x="988310" y="1652930"/>
                  </a:lnTo>
                  <a:lnTo>
                    <a:pt x="990399" y="1653409"/>
                  </a:lnTo>
                  <a:lnTo>
                    <a:pt x="992489" y="1653800"/>
                  </a:lnTo>
                  <a:lnTo>
                    <a:pt x="994578" y="1654143"/>
                  </a:lnTo>
                  <a:lnTo>
                    <a:pt x="996667" y="1654425"/>
                  </a:lnTo>
                  <a:lnTo>
                    <a:pt x="998756" y="1654648"/>
                  </a:lnTo>
                  <a:lnTo>
                    <a:pt x="1000845" y="1654808"/>
                  </a:lnTo>
                  <a:lnTo>
                    <a:pt x="1002934" y="1654918"/>
                  </a:lnTo>
                  <a:lnTo>
                    <a:pt x="1005023" y="1654976"/>
                  </a:lnTo>
                  <a:lnTo>
                    <a:pt x="1007112" y="1654962"/>
                  </a:lnTo>
                  <a:lnTo>
                    <a:pt x="1009201" y="1654871"/>
                  </a:lnTo>
                  <a:lnTo>
                    <a:pt x="1011290" y="1654704"/>
                  </a:lnTo>
                  <a:lnTo>
                    <a:pt x="1013379" y="1654464"/>
                  </a:lnTo>
                  <a:lnTo>
                    <a:pt x="1015468" y="1654197"/>
                  </a:lnTo>
                  <a:lnTo>
                    <a:pt x="1017557" y="1653933"/>
                  </a:lnTo>
                  <a:lnTo>
                    <a:pt x="1019646" y="1653688"/>
                  </a:lnTo>
                  <a:lnTo>
                    <a:pt x="1021735" y="1653512"/>
                  </a:lnTo>
                  <a:lnTo>
                    <a:pt x="1023824" y="1653438"/>
                  </a:lnTo>
                  <a:lnTo>
                    <a:pt x="1025913" y="1653437"/>
                  </a:lnTo>
                  <a:lnTo>
                    <a:pt x="1028002" y="1653513"/>
                  </a:lnTo>
                  <a:lnTo>
                    <a:pt x="1030091" y="1653652"/>
                  </a:lnTo>
                  <a:lnTo>
                    <a:pt x="1032180" y="1653848"/>
                  </a:lnTo>
                  <a:lnTo>
                    <a:pt x="1034269" y="1654079"/>
                  </a:lnTo>
                  <a:lnTo>
                    <a:pt x="1036358" y="1654356"/>
                  </a:lnTo>
                  <a:lnTo>
                    <a:pt x="1038447" y="1654703"/>
                  </a:lnTo>
                  <a:lnTo>
                    <a:pt x="1040536" y="1655108"/>
                  </a:lnTo>
                  <a:lnTo>
                    <a:pt x="1042625" y="1655562"/>
                  </a:lnTo>
                  <a:lnTo>
                    <a:pt x="1044714" y="1656019"/>
                  </a:lnTo>
                  <a:lnTo>
                    <a:pt x="1046803" y="1656444"/>
                  </a:lnTo>
                  <a:lnTo>
                    <a:pt x="1048893" y="1656792"/>
                  </a:lnTo>
                  <a:lnTo>
                    <a:pt x="1050982" y="1657021"/>
                  </a:lnTo>
                  <a:lnTo>
                    <a:pt x="1053071" y="1657084"/>
                  </a:lnTo>
                  <a:lnTo>
                    <a:pt x="1055160" y="1656928"/>
                  </a:lnTo>
                  <a:lnTo>
                    <a:pt x="1057249" y="1656531"/>
                  </a:lnTo>
                  <a:lnTo>
                    <a:pt x="1059338" y="1655866"/>
                  </a:lnTo>
                  <a:lnTo>
                    <a:pt x="1061427" y="1654952"/>
                  </a:lnTo>
                  <a:lnTo>
                    <a:pt x="1063516" y="1653789"/>
                  </a:lnTo>
                  <a:lnTo>
                    <a:pt x="1065605" y="1652391"/>
                  </a:lnTo>
                  <a:lnTo>
                    <a:pt x="1067694" y="1650764"/>
                  </a:lnTo>
                  <a:lnTo>
                    <a:pt x="1069783" y="1648916"/>
                  </a:lnTo>
                  <a:lnTo>
                    <a:pt x="1071872" y="1646891"/>
                  </a:lnTo>
                  <a:lnTo>
                    <a:pt x="1073961" y="1644704"/>
                  </a:lnTo>
                  <a:lnTo>
                    <a:pt x="1076050" y="1642381"/>
                  </a:lnTo>
                  <a:lnTo>
                    <a:pt x="1078139" y="1639927"/>
                  </a:lnTo>
                  <a:lnTo>
                    <a:pt x="1080228" y="1637315"/>
                  </a:lnTo>
                  <a:lnTo>
                    <a:pt x="1082317" y="1634565"/>
                  </a:lnTo>
                  <a:lnTo>
                    <a:pt x="1084406" y="1631668"/>
                  </a:lnTo>
                  <a:lnTo>
                    <a:pt x="1086495" y="1628598"/>
                  </a:lnTo>
                  <a:lnTo>
                    <a:pt x="1088584" y="1625329"/>
                  </a:lnTo>
                  <a:lnTo>
                    <a:pt x="1090673" y="1621902"/>
                  </a:lnTo>
                  <a:lnTo>
                    <a:pt x="1092762" y="1618319"/>
                  </a:lnTo>
                  <a:lnTo>
                    <a:pt x="1094851" y="1614587"/>
                  </a:lnTo>
                  <a:lnTo>
                    <a:pt x="1096940" y="1610696"/>
                  </a:lnTo>
                  <a:lnTo>
                    <a:pt x="1099029" y="1606628"/>
                  </a:lnTo>
                  <a:lnTo>
                    <a:pt x="1101118" y="1602347"/>
                  </a:lnTo>
                  <a:lnTo>
                    <a:pt x="1103207" y="1597891"/>
                  </a:lnTo>
                  <a:lnTo>
                    <a:pt x="1105296" y="1593272"/>
                  </a:lnTo>
                  <a:lnTo>
                    <a:pt x="1107386" y="1588488"/>
                  </a:lnTo>
                  <a:lnTo>
                    <a:pt x="1109475" y="1583547"/>
                  </a:lnTo>
                  <a:lnTo>
                    <a:pt x="1111564" y="1578461"/>
                  </a:lnTo>
                  <a:lnTo>
                    <a:pt x="1113653" y="1573246"/>
                  </a:lnTo>
                  <a:lnTo>
                    <a:pt x="1115742" y="1567924"/>
                  </a:lnTo>
                  <a:lnTo>
                    <a:pt x="1117831" y="1562547"/>
                  </a:lnTo>
                  <a:lnTo>
                    <a:pt x="1119920" y="1557169"/>
                  </a:lnTo>
                  <a:lnTo>
                    <a:pt x="1122009" y="1551758"/>
                  </a:lnTo>
                  <a:lnTo>
                    <a:pt x="1124098" y="1546337"/>
                  </a:lnTo>
                  <a:lnTo>
                    <a:pt x="1126187" y="1540913"/>
                  </a:lnTo>
                  <a:lnTo>
                    <a:pt x="1128276" y="1535452"/>
                  </a:lnTo>
                  <a:lnTo>
                    <a:pt x="1130365" y="1529977"/>
                  </a:lnTo>
                  <a:lnTo>
                    <a:pt x="1132454" y="1524550"/>
                  </a:lnTo>
                  <a:lnTo>
                    <a:pt x="1134543" y="1519185"/>
                  </a:lnTo>
                  <a:lnTo>
                    <a:pt x="1136632" y="1513924"/>
                  </a:lnTo>
                  <a:lnTo>
                    <a:pt x="1138721" y="1508783"/>
                  </a:lnTo>
                  <a:lnTo>
                    <a:pt x="1140810" y="1503773"/>
                  </a:lnTo>
                  <a:lnTo>
                    <a:pt x="1142899" y="1498926"/>
                  </a:lnTo>
                  <a:lnTo>
                    <a:pt x="1144988" y="1494267"/>
                  </a:lnTo>
                  <a:lnTo>
                    <a:pt x="1147077" y="1489839"/>
                  </a:lnTo>
                  <a:lnTo>
                    <a:pt x="1149166" y="1485635"/>
                  </a:lnTo>
                  <a:lnTo>
                    <a:pt x="1151255" y="1481667"/>
                  </a:lnTo>
                  <a:lnTo>
                    <a:pt x="1153344" y="1477990"/>
                  </a:lnTo>
                  <a:lnTo>
                    <a:pt x="1155433" y="1474608"/>
                  </a:lnTo>
                  <a:lnTo>
                    <a:pt x="1157522" y="1471488"/>
                  </a:lnTo>
                  <a:lnTo>
                    <a:pt x="1159611" y="1468657"/>
                  </a:lnTo>
                  <a:lnTo>
                    <a:pt x="1161700" y="1466164"/>
                  </a:lnTo>
                  <a:lnTo>
                    <a:pt x="1163790" y="1464045"/>
                  </a:lnTo>
                  <a:lnTo>
                    <a:pt x="1165879" y="1462301"/>
                  </a:lnTo>
                  <a:lnTo>
                    <a:pt x="1167968" y="1460911"/>
                  </a:lnTo>
                  <a:lnTo>
                    <a:pt x="1170057" y="1459862"/>
                  </a:lnTo>
                  <a:lnTo>
                    <a:pt x="1172146" y="1459159"/>
                  </a:lnTo>
                  <a:lnTo>
                    <a:pt x="1174235" y="1458756"/>
                  </a:lnTo>
                  <a:lnTo>
                    <a:pt x="1176324" y="1458642"/>
                  </a:lnTo>
                  <a:lnTo>
                    <a:pt x="1178413" y="1458782"/>
                  </a:lnTo>
                  <a:lnTo>
                    <a:pt x="1180502" y="1459157"/>
                  </a:lnTo>
                  <a:lnTo>
                    <a:pt x="1182591" y="1459752"/>
                  </a:lnTo>
                  <a:lnTo>
                    <a:pt x="1184680" y="1460602"/>
                  </a:lnTo>
                  <a:lnTo>
                    <a:pt x="1186769" y="1461765"/>
                  </a:lnTo>
                  <a:lnTo>
                    <a:pt x="1188858" y="1463275"/>
                  </a:lnTo>
                  <a:lnTo>
                    <a:pt x="1190947" y="1465168"/>
                  </a:lnTo>
                  <a:lnTo>
                    <a:pt x="1193036" y="1467478"/>
                  </a:lnTo>
                  <a:lnTo>
                    <a:pt x="1195125" y="1470183"/>
                  </a:lnTo>
                  <a:lnTo>
                    <a:pt x="1197214" y="1473236"/>
                  </a:lnTo>
                  <a:lnTo>
                    <a:pt x="1199303" y="1476637"/>
                  </a:lnTo>
                  <a:lnTo>
                    <a:pt x="1201392" y="1480397"/>
                  </a:lnTo>
                  <a:lnTo>
                    <a:pt x="1203481" y="1484518"/>
                  </a:lnTo>
                  <a:lnTo>
                    <a:pt x="1205570" y="1489060"/>
                  </a:lnTo>
                  <a:lnTo>
                    <a:pt x="1207659" y="1494000"/>
                  </a:lnTo>
                  <a:lnTo>
                    <a:pt x="1209748" y="1499331"/>
                  </a:lnTo>
                  <a:lnTo>
                    <a:pt x="1211837" y="1505061"/>
                  </a:lnTo>
                  <a:lnTo>
                    <a:pt x="1213926" y="1511191"/>
                  </a:lnTo>
                  <a:lnTo>
                    <a:pt x="1216015" y="1517692"/>
                  </a:lnTo>
                  <a:lnTo>
                    <a:pt x="1218104" y="1524553"/>
                  </a:lnTo>
                  <a:lnTo>
                    <a:pt x="1220193" y="1531764"/>
                  </a:lnTo>
                  <a:lnTo>
                    <a:pt x="1222283" y="1539288"/>
                  </a:lnTo>
                  <a:lnTo>
                    <a:pt x="1224372" y="1547032"/>
                  </a:lnTo>
                  <a:lnTo>
                    <a:pt x="1226461" y="1554956"/>
                  </a:lnTo>
                  <a:lnTo>
                    <a:pt x="1228550" y="1563043"/>
                  </a:lnTo>
                  <a:lnTo>
                    <a:pt x="1230639" y="1571271"/>
                  </a:lnTo>
                  <a:lnTo>
                    <a:pt x="1232728" y="1579629"/>
                  </a:lnTo>
                  <a:lnTo>
                    <a:pt x="1234817" y="1588142"/>
                  </a:lnTo>
                  <a:lnTo>
                    <a:pt x="1236906" y="1596780"/>
                  </a:lnTo>
                  <a:lnTo>
                    <a:pt x="1238995" y="1605530"/>
                  </a:lnTo>
                  <a:lnTo>
                    <a:pt x="1241084" y="1614343"/>
                  </a:lnTo>
                  <a:lnTo>
                    <a:pt x="1243173" y="1623189"/>
                  </a:lnTo>
                  <a:lnTo>
                    <a:pt x="1245262" y="1632064"/>
                  </a:lnTo>
                  <a:lnTo>
                    <a:pt x="1247351" y="1640899"/>
                  </a:lnTo>
                  <a:lnTo>
                    <a:pt x="1249440" y="1649625"/>
                  </a:lnTo>
                  <a:lnTo>
                    <a:pt x="1251529" y="1658166"/>
                  </a:lnTo>
                  <a:lnTo>
                    <a:pt x="1253618" y="1666508"/>
                  </a:lnTo>
                  <a:lnTo>
                    <a:pt x="1255707" y="1674655"/>
                  </a:lnTo>
                  <a:lnTo>
                    <a:pt x="1257796" y="1682576"/>
                  </a:lnTo>
                  <a:lnTo>
                    <a:pt x="1259885" y="1690241"/>
                  </a:lnTo>
                  <a:lnTo>
                    <a:pt x="1261974" y="1697665"/>
                  </a:lnTo>
                  <a:lnTo>
                    <a:pt x="1264063" y="1704880"/>
                  </a:lnTo>
                  <a:lnTo>
                    <a:pt x="1266152" y="1711852"/>
                  </a:lnTo>
                  <a:lnTo>
                    <a:pt x="1268241" y="1718532"/>
                  </a:lnTo>
                  <a:lnTo>
                    <a:pt x="1270330" y="1724914"/>
                  </a:lnTo>
                  <a:lnTo>
                    <a:pt x="1272419" y="1731015"/>
                  </a:lnTo>
                  <a:lnTo>
                    <a:pt x="1274508" y="1736825"/>
                  </a:lnTo>
                  <a:lnTo>
                    <a:pt x="1276597" y="1742311"/>
                  </a:lnTo>
                  <a:lnTo>
                    <a:pt x="1278687" y="1747516"/>
                  </a:lnTo>
                  <a:lnTo>
                    <a:pt x="1280776" y="1752493"/>
                  </a:lnTo>
                  <a:lnTo>
                    <a:pt x="1282865" y="1757277"/>
                  </a:lnTo>
                  <a:lnTo>
                    <a:pt x="1284954" y="1761843"/>
                  </a:lnTo>
                  <a:lnTo>
                    <a:pt x="1287043" y="1766211"/>
                  </a:lnTo>
                  <a:lnTo>
                    <a:pt x="1289132" y="1770392"/>
                  </a:lnTo>
                  <a:lnTo>
                    <a:pt x="1291221" y="1774340"/>
                  </a:lnTo>
                  <a:lnTo>
                    <a:pt x="1293310" y="1778029"/>
                  </a:lnTo>
                  <a:lnTo>
                    <a:pt x="1295399" y="1781436"/>
                  </a:lnTo>
                  <a:lnTo>
                    <a:pt x="1297488" y="1784560"/>
                  </a:lnTo>
                  <a:lnTo>
                    <a:pt x="1299577" y="1787388"/>
                  </a:lnTo>
                  <a:lnTo>
                    <a:pt x="1301666" y="1789934"/>
                  </a:lnTo>
                  <a:lnTo>
                    <a:pt x="1303755" y="1792214"/>
                  </a:lnTo>
                  <a:lnTo>
                    <a:pt x="1305844" y="1794216"/>
                  </a:lnTo>
                  <a:lnTo>
                    <a:pt x="1307933" y="1795964"/>
                  </a:lnTo>
                  <a:lnTo>
                    <a:pt x="1310022" y="1797413"/>
                  </a:lnTo>
                  <a:lnTo>
                    <a:pt x="1312111" y="1798503"/>
                  </a:lnTo>
                  <a:lnTo>
                    <a:pt x="1314200" y="1799220"/>
                  </a:lnTo>
                  <a:lnTo>
                    <a:pt x="1316289" y="1799594"/>
                  </a:lnTo>
                  <a:lnTo>
                    <a:pt x="1318378" y="1799628"/>
                  </a:lnTo>
                  <a:lnTo>
                    <a:pt x="1320467" y="1799333"/>
                  </a:lnTo>
                  <a:lnTo>
                    <a:pt x="1322556" y="1798702"/>
                  </a:lnTo>
                  <a:lnTo>
                    <a:pt x="1324645" y="1797727"/>
                  </a:lnTo>
                  <a:lnTo>
                    <a:pt x="1326734" y="1796407"/>
                  </a:lnTo>
                  <a:lnTo>
                    <a:pt x="1328823" y="1794775"/>
                  </a:lnTo>
                  <a:lnTo>
                    <a:pt x="1330912" y="1792862"/>
                  </a:lnTo>
                  <a:lnTo>
                    <a:pt x="1333001" y="1790691"/>
                  </a:lnTo>
                  <a:lnTo>
                    <a:pt x="1335090" y="1788237"/>
                  </a:lnTo>
                  <a:lnTo>
                    <a:pt x="1337180" y="1785481"/>
                  </a:lnTo>
                  <a:lnTo>
                    <a:pt x="1339269" y="1782392"/>
                  </a:lnTo>
                  <a:lnTo>
                    <a:pt x="1341358" y="1778933"/>
                  </a:lnTo>
                  <a:lnTo>
                    <a:pt x="1343447" y="1775101"/>
                  </a:lnTo>
                  <a:lnTo>
                    <a:pt x="1345536" y="1770886"/>
                  </a:lnTo>
                  <a:lnTo>
                    <a:pt x="1347625" y="1766321"/>
                  </a:lnTo>
                  <a:lnTo>
                    <a:pt x="1349714" y="1761402"/>
                  </a:lnTo>
                  <a:lnTo>
                    <a:pt x="1351803" y="1756142"/>
                  </a:lnTo>
                  <a:lnTo>
                    <a:pt x="1353892" y="1750609"/>
                  </a:lnTo>
                  <a:lnTo>
                    <a:pt x="1355981" y="1744835"/>
                  </a:lnTo>
                  <a:lnTo>
                    <a:pt x="1358070" y="1738849"/>
                  </a:lnTo>
                  <a:lnTo>
                    <a:pt x="1360159" y="1732637"/>
                  </a:lnTo>
                  <a:lnTo>
                    <a:pt x="1362248" y="1726190"/>
                  </a:lnTo>
                  <a:lnTo>
                    <a:pt x="1364337" y="1719521"/>
                  </a:lnTo>
                  <a:lnTo>
                    <a:pt x="1366426" y="1712687"/>
                  </a:lnTo>
                  <a:lnTo>
                    <a:pt x="1368515" y="1705705"/>
                  </a:lnTo>
                  <a:lnTo>
                    <a:pt x="1370604" y="1698602"/>
                  </a:lnTo>
                  <a:lnTo>
                    <a:pt x="1372693" y="1691448"/>
                  </a:lnTo>
                  <a:lnTo>
                    <a:pt x="1374782" y="1684254"/>
                  </a:lnTo>
                  <a:lnTo>
                    <a:pt x="1376871" y="1677024"/>
                  </a:lnTo>
                  <a:lnTo>
                    <a:pt x="1378960" y="1669758"/>
                  </a:lnTo>
                  <a:lnTo>
                    <a:pt x="1381049" y="1662498"/>
                  </a:lnTo>
                  <a:lnTo>
                    <a:pt x="1383138" y="1655275"/>
                  </a:lnTo>
                  <a:lnTo>
                    <a:pt x="1385227" y="1648048"/>
                  </a:lnTo>
                  <a:lnTo>
                    <a:pt x="1387316" y="1640810"/>
                  </a:lnTo>
                  <a:lnTo>
                    <a:pt x="1389405" y="1633591"/>
                  </a:lnTo>
                  <a:lnTo>
                    <a:pt x="1391494" y="1626440"/>
                  </a:lnTo>
                  <a:lnTo>
                    <a:pt x="1393584" y="1619374"/>
                  </a:lnTo>
                  <a:lnTo>
                    <a:pt x="1395673" y="1612408"/>
                  </a:lnTo>
                  <a:lnTo>
                    <a:pt x="1397762" y="1605542"/>
                  </a:lnTo>
                  <a:lnTo>
                    <a:pt x="1399851" y="1598779"/>
                  </a:lnTo>
                  <a:lnTo>
                    <a:pt x="1401940" y="1592104"/>
                  </a:lnTo>
                  <a:lnTo>
                    <a:pt x="1404029" y="1585487"/>
                  </a:lnTo>
                  <a:lnTo>
                    <a:pt x="1406118" y="1578950"/>
                  </a:lnTo>
                  <a:lnTo>
                    <a:pt x="1408207" y="1572534"/>
                  </a:lnTo>
                  <a:lnTo>
                    <a:pt x="1410296" y="1566253"/>
                  </a:lnTo>
                  <a:lnTo>
                    <a:pt x="1412385" y="1560104"/>
                  </a:lnTo>
                  <a:lnTo>
                    <a:pt x="1414474" y="1554075"/>
                  </a:lnTo>
                  <a:lnTo>
                    <a:pt x="1416563" y="1548229"/>
                  </a:lnTo>
                  <a:lnTo>
                    <a:pt x="1418652" y="1542589"/>
                  </a:lnTo>
                  <a:lnTo>
                    <a:pt x="1420741" y="1537165"/>
                  </a:lnTo>
                  <a:lnTo>
                    <a:pt x="1422830" y="1531888"/>
                  </a:lnTo>
                  <a:lnTo>
                    <a:pt x="1424919" y="1526772"/>
                  </a:lnTo>
                  <a:lnTo>
                    <a:pt x="1427008" y="1521862"/>
                  </a:lnTo>
                  <a:lnTo>
                    <a:pt x="1429097" y="1517177"/>
                  </a:lnTo>
                  <a:lnTo>
                    <a:pt x="1431186" y="1512724"/>
                  </a:lnTo>
                  <a:lnTo>
                    <a:pt x="1433275" y="1508489"/>
                  </a:lnTo>
                  <a:lnTo>
                    <a:pt x="1435364" y="1504501"/>
                  </a:lnTo>
                  <a:lnTo>
                    <a:pt x="1437453" y="1500754"/>
                  </a:lnTo>
                  <a:lnTo>
                    <a:pt x="1439542" y="1497255"/>
                  </a:lnTo>
                  <a:lnTo>
                    <a:pt x="1441631" y="1494059"/>
                  </a:lnTo>
                  <a:lnTo>
                    <a:pt x="1443720" y="1491199"/>
                  </a:lnTo>
                  <a:lnTo>
                    <a:pt x="1445809" y="1488707"/>
                  </a:lnTo>
                  <a:lnTo>
                    <a:pt x="1447898" y="1486583"/>
                  </a:lnTo>
                  <a:lnTo>
                    <a:pt x="1449987" y="1484843"/>
                  </a:lnTo>
                  <a:lnTo>
                    <a:pt x="1452077" y="1483495"/>
                  </a:lnTo>
                  <a:lnTo>
                    <a:pt x="1454166" y="1482538"/>
                  </a:lnTo>
                  <a:lnTo>
                    <a:pt x="1456255" y="1481992"/>
                  </a:lnTo>
                  <a:lnTo>
                    <a:pt x="1458344" y="1481818"/>
                  </a:lnTo>
                  <a:lnTo>
                    <a:pt x="1460433" y="1482023"/>
                  </a:lnTo>
                  <a:lnTo>
                    <a:pt x="1462522" y="1482652"/>
                  </a:lnTo>
                  <a:lnTo>
                    <a:pt x="1464611" y="1483745"/>
                  </a:lnTo>
                  <a:lnTo>
                    <a:pt x="1466700" y="1485318"/>
                  </a:lnTo>
                  <a:lnTo>
                    <a:pt x="1468789" y="1487389"/>
                  </a:lnTo>
                  <a:lnTo>
                    <a:pt x="1470878" y="1489948"/>
                  </a:lnTo>
                  <a:lnTo>
                    <a:pt x="1472967" y="1492936"/>
                  </a:lnTo>
                  <a:lnTo>
                    <a:pt x="1475056" y="1496323"/>
                  </a:lnTo>
                  <a:lnTo>
                    <a:pt x="1477145" y="1500044"/>
                  </a:lnTo>
                  <a:lnTo>
                    <a:pt x="1479234" y="1504070"/>
                  </a:lnTo>
                  <a:lnTo>
                    <a:pt x="1481323" y="1508420"/>
                  </a:lnTo>
                  <a:lnTo>
                    <a:pt x="1483412" y="1513069"/>
                  </a:lnTo>
                  <a:lnTo>
                    <a:pt x="1485501" y="1518011"/>
                  </a:lnTo>
                  <a:lnTo>
                    <a:pt x="1487590" y="1523195"/>
                  </a:lnTo>
                  <a:lnTo>
                    <a:pt x="1489679" y="1528629"/>
                  </a:lnTo>
                  <a:lnTo>
                    <a:pt x="1491768" y="1534279"/>
                  </a:lnTo>
                  <a:lnTo>
                    <a:pt x="1493857" y="1540081"/>
                  </a:lnTo>
                  <a:lnTo>
                    <a:pt x="1495946" y="1545924"/>
                  </a:lnTo>
                  <a:lnTo>
                    <a:pt x="1498035" y="1551763"/>
                  </a:lnTo>
                  <a:lnTo>
                    <a:pt x="1500124" y="1557579"/>
                  </a:lnTo>
                  <a:lnTo>
                    <a:pt x="1502213" y="1563366"/>
                  </a:lnTo>
                  <a:lnTo>
                    <a:pt x="1504302" y="1569135"/>
                  </a:lnTo>
                  <a:lnTo>
                    <a:pt x="1506391" y="1574887"/>
                  </a:lnTo>
                  <a:lnTo>
                    <a:pt x="1508481" y="1580659"/>
                  </a:lnTo>
                  <a:lnTo>
                    <a:pt x="1510570" y="1586464"/>
                  </a:lnTo>
                  <a:lnTo>
                    <a:pt x="1512659" y="1592255"/>
                  </a:lnTo>
                  <a:lnTo>
                    <a:pt x="1514748" y="1598028"/>
                  </a:lnTo>
                  <a:lnTo>
                    <a:pt x="1516837" y="1603771"/>
                  </a:lnTo>
                  <a:lnTo>
                    <a:pt x="1518926" y="1609487"/>
                  </a:lnTo>
                  <a:lnTo>
                    <a:pt x="1521015" y="1615155"/>
                  </a:lnTo>
                  <a:lnTo>
                    <a:pt x="1523104" y="1620745"/>
                  </a:lnTo>
                  <a:lnTo>
                    <a:pt x="1525193" y="1626171"/>
                  </a:lnTo>
                  <a:lnTo>
                    <a:pt x="1527282" y="1631488"/>
                  </a:lnTo>
                  <a:lnTo>
                    <a:pt x="1529371" y="1636706"/>
                  </a:lnTo>
                  <a:lnTo>
                    <a:pt x="1531460" y="1641761"/>
                  </a:lnTo>
                  <a:lnTo>
                    <a:pt x="1533549" y="1646588"/>
                  </a:lnTo>
                  <a:lnTo>
                    <a:pt x="1535638" y="1651173"/>
                  </a:lnTo>
                  <a:lnTo>
                    <a:pt x="1537727" y="1655502"/>
                  </a:lnTo>
                  <a:lnTo>
                    <a:pt x="1539816" y="1659530"/>
                  </a:lnTo>
                  <a:lnTo>
                    <a:pt x="1541905" y="1663199"/>
                  </a:lnTo>
                  <a:lnTo>
                    <a:pt x="1543994" y="1666492"/>
                  </a:lnTo>
                  <a:lnTo>
                    <a:pt x="1546083" y="1669371"/>
                  </a:lnTo>
                  <a:lnTo>
                    <a:pt x="1548172" y="1671820"/>
                  </a:lnTo>
                  <a:lnTo>
                    <a:pt x="1550261" y="1673821"/>
                  </a:lnTo>
                  <a:lnTo>
                    <a:pt x="1552350" y="1675387"/>
                  </a:lnTo>
                  <a:lnTo>
                    <a:pt x="1554439" y="1676531"/>
                  </a:lnTo>
                  <a:lnTo>
                    <a:pt x="1556528" y="1677230"/>
                  </a:lnTo>
                  <a:lnTo>
                    <a:pt x="1558617" y="1677468"/>
                  </a:lnTo>
                  <a:lnTo>
                    <a:pt x="1560706" y="1677202"/>
                  </a:lnTo>
                  <a:lnTo>
                    <a:pt x="1562795" y="1676433"/>
                  </a:lnTo>
                  <a:lnTo>
                    <a:pt x="1564884" y="1675203"/>
                  </a:lnTo>
                  <a:lnTo>
                    <a:pt x="1566974" y="1673496"/>
                  </a:lnTo>
                  <a:lnTo>
                    <a:pt x="1569063" y="1671266"/>
                  </a:lnTo>
                  <a:lnTo>
                    <a:pt x="1571152" y="1668535"/>
                  </a:lnTo>
                  <a:lnTo>
                    <a:pt x="1573241" y="1665319"/>
                  </a:lnTo>
                  <a:lnTo>
                    <a:pt x="1575330" y="1661632"/>
                  </a:lnTo>
                  <a:lnTo>
                    <a:pt x="1577419" y="1657507"/>
                  </a:lnTo>
                  <a:lnTo>
                    <a:pt x="1579508" y="1652963"/>
                  </a:lnTo>
                  <a:lnTo>
                    <a:pt x="1581597" y="1648025"/>
                  </a:lnTo>
                  <a:lnTo>
                    <a:pt x="1583686" y="1642733"/>
                  </a:lnTo>
                  <a:lnTo>
                    <a:pt x="1585775" y="1637083"/>
                  </a:lnTo>
                  <a:lnTo>
                    <a:pt x="1587864" y="1631123"/>
                  </a:lnTo>
                  <a:lnTo>
                    <a:pt x="1589953" y="1624885"/>
                  </a:lnTo>
                  <a:lnTo>
                    <a:pt x="1592042" y="1618460"/>
                  </a:lnTo>
                  <a:lnTo>
                    <a:pt x="1594131" y="1611866"/>
                  </a:lnTo>
                  <a:lnTo>
                    <a:pt x="1596220" y="1605092"/>
                  </a:lnTo>
                  <a:lnTo>
                    <a:pt x="1598309" y="1598185"/>
                  </a:lnTo>
                  <a:lnTo>
                    <a:pt x="1600398" y="1591244"/>
                  </a:lnTo>
                  <a:lnTo>
                    <a:pt x="1602487" y="1584338"/>
                  </a:lnTo>
                  <a:lnTo>
                    <a:pt x="1604576" y="1577478"/>
                  </a:lnTo>
                  <a:lnTo>
                    <a:pt x="1606665" y="1570665"/>
                  </a:lnTo>
                  <a:lnTo>
                    <a:pt x="1608754" y="1563874"/>
                  </a:lnTo>
                  <a:lnTo>
                    <a:pt x="1610843" y="1557091"/>
                  </a:lnTo>
                  <a:lnTo>
                    <a:pt x="1612932" y="1550328"/>
                  </a:lnTo>
                  <a:lnTo>
                    <a:pt x="1615021" y="1543579"/>
                  </a:lnTo>
                  <a:lnTo>
                    <a:pt x="1617110" y="1536816"/>
                  </a:lnTo>
                  <a:lnTo>
                    <a:pt x="1619199" y="1530053"/>
                  </a:lnTo>
                  <a:lnTo>
                    <a:pt x="1621288" y="1523263"/>
                  </a:lnTo>
                  <a:lnTo>
                    <a:pt x="1623378" y="1516423"/>
                  </a:lnTo>
                  <a:lnTo>
                    <a:pt x="1625467" y="1509545"/>
                  </a:lnTo>
                  <a:lnTo>
                    <a:pt x="1627556" y="1502658"/>
                  </a:lnTo>
                  <a:lnTo>
                    <a:pt x="1629645" y="1495817"/>
                  </a:lnTo>
                  <a:lnTo>
                    <a:pt x="1631734" y="1489076"/>
                  </a:lnTo>
                  <a:lnTo>
                    <a:pt x="1633823" y="1482349"/>
                  </a:lnTo>
                  <a:lnTo>
                    <a:pt x="1635912" y="1475673"/>
                  </a:lnTo>
                  <a:lnTo>
                    <a:pt x="1638001" y="1469114"/>
                  </a:lnTo>
                  <a:lnTo>
                    <a:pt x="1640090" y="1462742"/>
                  </a:lnTo>
                  <a:lnTo>
                    <a:pt x="1642179" y="1456617"/>
                  </a:lnTo>
                  <a:lnTo>
                    <a:pt x="1644268" y="1450743"/>
                  </a:lnTo>
                  <a:lnTo>
                    <a:pt x="1646357" y="1445228"/>
                  </a:lnTo>
                  <a:lnTo>
                    <a:pt x="1648446" y="1440151"/>
                  </a:lnTo>
                  <a:lnTo>
                    <a:pt x="1650535" y="1435517"/>
                  </a:lnTo>
                  <a:lnTo>
                    <a:pt x="1652624" y="1431301"/>
                  </a:lnTo>
                  <a:lnTo>
                    <a:pt x="1654713" y="1427492"/>
                  </a:lnTo>
                  <a:lnTo>
                    <a:pt x="1656802" y="1424090"/>
                  </a:lnTo>
                  <a:lnTo>
                    <a:pt x="1658891" y="1421073"/>
                  </a:lnTo>
                  <a:lnTo>
                    <a:pt x="1660980" y="1418437"/>
                  </a:lnTo>
                  <a:lnTo>
                    <a:pt x="1663069" y="1416204"/>
                  </a:lnTo>
                  <a:lnTo>
                    <a:pt x="1665158" y="1414440"/>
                  </a:lnTo>
                  <a:lnTo>
                    <a:pt x="1667247" y="1413187"/>
                  </a:lnTo>
                  <a:lnTo>
                    <a:pt x="1669336" y="1412422"/>
                  </a:lnTo>
                  <a:lnTo>
                    <a:pt x="1671425" y="1412090"/>
                  </a:lnTo>
                  <a:lnTo>
                    <a:pt x="1673514" y="1412182"/>
                  </a:lnTo>
                  <a:lnTo>
                    <a:pt x="1675603" y="1412684"/>
                  </a:lnTo>
                  <a:lnTo>
                    <a:pt x="1677692" y="1413498"/>
                  </a:lnTo>
                  <a:lnTo>
                    <a:pt x="1679781" y="1414554"/>
                  </a:lnTo>
                  <a:lnTo>
                    <a:pt x="1681871" y="1415798"/>
                  </a:lnTo>
                  <a:lnTo>
                    <a:pt x="1683960" y="1417226"/>
                  </a:lnTo>
                  <a:lnTo>
                    <a:pt x="1686049" y="1418874"/>
                  </a:lnTo>
                  <a:lnTo>
                    <a:pt x="1688138" y="1420731"/>
                  </a:lnTo>
                  <a:lnTo>
                    <a:pt x="1690227" y="1422786"/>
                  </a:lnTo>
                  <a:lnTo>
                    <a:pt x="1692316" y="1425006"/>
                  </a:lnTo>
                  <a:lnTo>
                    <a:pt x="1694405" y="1427336"/>
                  </a:lnTo>
                  <a:lnTo>
                    <a:pt x="1696494" y="1429695"/>
                  </a:lnTo>
                  <a:lnTo>
                    <a:pt x="1698583" y="1431999"/>
                  </a:lnTo>
                  <a:lnTo>
                    <a:pt x="1700672" y="1434256"/>
                  </a:lnTo>
                  <a:lnTo>
                    <a:pt x="1702761" y="1436492"/>
                  </a:lnTo>
                  <a:lnTo>
                    <a:pt x="1704850" y="1438684"/>
                  </a:lnTo>
                  <a:lnTo>
                    <a:pt x="1706939" y="1440795"/>
                  </a:lnTo>
                  <a:lnTo>
                    <a:pt x="1709028" y="1442810"/>
                  </a:lnTo>
                  <a:lnTo>
                    <a:pt x="1711117" y="1444729"/>
                  </a:lnTo>
                  <a:lnTo>
                    <a:pt x="1713206" y="1446571"/>
                  </a:lnTo>
                  <a:lnTo>
                    <a:pt x="1715295" y="1448364"/>
                  </a:lnTo>
                  <a:lnTo>
                    <a:pt x="1717384" y="1450107"/>
                  </a:lnTo>
                  <a:lnTo>
                    <a:pt x="1719473" y="1451800"/>
                  </a:lnTo>
                  <a:lnTo>
                    <a:pt x="1721562" y="1453470"/>
                  </a:lnTo>
                  <a:lnTo>
                    <a:pt x="1723651" y="1455143"/>
                  </a:lnTo>
                  <a:lnTo>
                    <a:pt x="1725740" y="1456801"/>
                  </a:lnTo>
                  <a:lnTo>
                    <a:pt x="1727829" y="1458453"/>
                  </a:lnTo>
                  <a:lnTo>
                    <a:pt x="1729918" y="1460103"/>
                  </a:lnTo>
                  <a:lnTo>
                    <a:pt x="1732007" y="1461737"/>
                  </a:lnTo>
                  <a:lnTo>
                    <a:pt x="1734096" y="1463301"/>
                  </a:lnTo>
                  <a:lnTo>
                    <a:pt x="1736185" y="1464748"/>
                  </a:lnTo>
                  <a:lnTo>
                    <a:pt x="1738275" y="1466132"/>
                  </a:lnTo>
                  <a:lnTo>
                    <a:pt x="1740364" y="1467466"/>
                  </a:lnTo>
                  <a:lnTo>
                    <a:pt x="1742453" y="1468731"/>
                  </a:lnTo>
                  <a:lnTo>
                    <a:pt x="1744542" y="1469858"/>
                  </a:lnTo>
                  <a:lnTo>
                    <a:pt x="1746631" y="1470760"/>
                  </a:lnTo>
                  <a:lnTo>
                    <a:pt x="1748720" y="1471408"/>
                  </a:lnTo>
                  <a:lnTo>
                    <a:pt x="1750809" y="1471797"/>
                  </a:lnTo>
                  <a:lnTo>
                    <a:pt x="1752898" y="1471850"/>
                  </a:lnTo>
                  <a:lnTo>
                    <a:pt x="1754987" y="1471546"/>
                  </a:lnTo>
                  <a:lnTo>
                    <a:pt x="1757076" y="1470943"/>
                  </a:lnTo>
                  <a:lnTo>
                    <a:pt x="1759165" y="1470100"/>
                  </a:lnTo>
                  <a:lnTo>
                    <a:pt x="1761254" y="1469035"/>
                  </a:lnTo>
                  <a:lnTo>
                    <a:pt x="1763343" y="1467775"/>
                  </a:lnTo>
                  <a:lnTo>
                    <a:pt x="1765432" y="1466354"/>
                  </a:lnTo>
                  <a:lnTo>
                    <a:pt x="1767521" y="1464776"/>
                  </a:lnTo>
                  <a:lnTo>
                    <a:pt x="1769610" y="1463024"/>
                  </a:lnTo>
                  <a:lnTo>
                    <a:pt x="1771699" y="1461060"/>
                  </a:lnTo>
                  <a:lnTo>
                    <a:pt x="1773788" y="1458896"/>
                  </a:lnTo>
                  <a:lnTo>
                    <a:pt x="1775877" y="1456577"/>
                  </a:lnTo>
                  <a:lnTo>
                    <a:pt x="1777966" y="1454153"/>
                  </a:lnTo>
                  <a:lnTo>
                    <a:pt x="1780055" y="1451672"/>
                  </a:lnTo>
                  <a:lnTo>
                    <a:pt x="1782144" y="1449180"/>
                  </a:lnTo>
                  <a:lnTo>
                    <a:pt x="1784233" y="1446765"/>
                  </a:lnTo>
                  <a:lnTo>
                    <a:pt x="1786322" y="1444514"/>
                  </a:lnTo>
                  <a:lnTo>
                    <a:pt x="1788411" y="1442457"/>
                  </a:lnTo>
                  <a:lnTo>
                    <a:pt x="1790500" y="1440568"/>
                  </a:lnTo>
                  <a:lnTo>
                    <a:pt x="1792589" y="1438790"/>
                  </a:lnTo>
                  <a:lnTo>
                    <a:pt x="1794678" y="1437136"/>
                  </a:lnTo>
                  <a:lnTo>
                    <a:pt x="1796768" y="1435643"/>
                  </a:lnTo>
                  <a:lnTo>
                    <a:pt x="1798857" y="1434347"/>
                  </a:lnTo>
                  <a:lnTo>
                    <a:pt x="1800946" y="1433265"/>
                  </a:lnTo>
                  <a:lnTo>
                    <a:pt x="1803035" y="1432459"/>
                  </a:lnTo>
                  <a:lnTo>
                    <a:pt x="1805124" y="1431919"/>
                  </a:lnTo>
                  <a:lnTo>
                    <a:pt x="1807213" y="1431605"/>
                  </a:lnTo>
                  <a:lnTo>
                    <a:pt x="1809302" y="1431487"/>
                  </a:lnTo>
                  <a:lnTo>
                    <a:pt x="1811391" y="1431560"/>
                  </a:lnTo>
                  <a:lnTo>
                    <a:pt x="1813480" y="1431833"/>
                  </a:lnTo>
                  <a:lnTo>
                    <a:pt x="1815569" y="1432286"/>
                  </a:lnTo>
                  <a:lnTo>
                    <a:pt x="1817658" y="1432917"/>
                  </a:lnTo>
                  <a:lnTo>
                    <a:pt x="1819747" y="1433723"/>
                  </a:lnTo>
                  <a:lnTo>
                    <a:pt x="1821836" y="1434652"/>
                  </a:lnTo>
                  <a:lnTo>
                    <a:pt x="1823925" y="1435621"/>
                  </a:lnTo>
                  <a:lnTo>
                    <a:pt x="1826014" y="1436534"/>
                  </a:lnTo>
                  <a:lnTo>
                    <a:pt x="1828103" y="1437317"/>
                  </a:lnTo>
                  <a:lnTo>
                    <a:pt x="1830192" y="1437976"/>
                  </a:lnTo>
                  <a:lnTo>
                    <a:pt x="1832281" y="1438554"/>
                  </a:lnTo>
                  <a:lnTo>
                    <a:pt x="1834370" y="1439064"/>
                  </a:lnTo>
                  <a:lnTo>
                    <a:pt x="1836459" y="1439549"/>
                  </a:lnTo>
                  <a:lnTo>
                    <a:pt x="1838548" y="1440048"/>
                  </a:lnTo>
                  <a:lnTo>
                    <a:pt x="1840637" y="1440599"/>
                  </a:lnTo>
                  <a:lnTo>
                    <a:pt x="1842726" y="1441190"/>
                  </a:lnTo>
                  <a:lnTo>
                    <a:pt x="1844815" y="1441781"/>
                  </a:lnTo>
                  <a:lnTo>
                    <a:pt x="1846904" y="1442421"/>
                  </a:lnTo>
                  <a:lnTo>
                    <a:pt x="1848993" y="1443123"/>
                  </a:lnTo>
                  <a:lnTo>
                    <a:pt x="1851082" y="1443935"/>
                  </a:lnTo>
                  <a:lnTo>
                    <a:pt x="1853172" y="1444944"/>
                  </a:lnTo>
                  <a:lnTo>
                    <a:pt x="1855261" y="1446172"/>
                  </a:lnTo>
                  <a:lnTo>
                    <a:pt x="1857350" y="1447727"/>
                  </a:lnTo>
                  <a:lnTo>
                    <a:pt x="1859439" y="1449657"/>
                  </a:lnTo>
                  <a:lnTo>
                    <a:pt x="1861528" y="1451938"/>
                  </a:lnTo>
                  <a:lnTo>
                    <a:pt x="1863617" y="1454531"/>
                  </a:lnTo>
                  <a:lnTo>
                    <a:pt x="1865706" y="1457395"/>
                  </a:lnTo>
                  <a:lnTo>
                    <a:pt x="1867795" y="1460505"/>
                  </a:lnTo>
                  <a:lnTo>
                    <a:pt x="1869884" y="1463821"/>
                  </a:lnTo>
                  <a:lnTo>
                    <a:pt x="1871973" y="1467327"/>
                  </a:lnTo>
                  <a:lnTo>
                    <a:pt x="1874062" y="1471012"/>
                  </a:lnTo>
                  <a:lnTo>
                    <a:pt x="1876151" y="1474932"/>
                  </a:lnTo>
                  <a:lnTo>
                    <a:pt x="1878240" y="1479059"/>
                  </a:lnTo>
                  <a:lnTo>
                    <a:pt x="1880329" y="1483375"/>
                  </a:lnTo>
                  <a:lnTo>
                    <a:pt x="1882418" y="1487840"/>
                  </a:lnTo>
                  <a:lnTo>
                    <a:pt x="1884507" y="1492375"/>
                  </a:lnTo>
                  <a:lnTo>
                    <a:pt x="1886596" y="1496959"/>
                  </a:lnTo>
                  <a:lnTo>
                    <a:pt x="1888685" y="1501563"/>
                  </a:lnTo>
                  <a:lnTo>
                    <a:pt x="1890774" y="1506144"/>
                  </a:lnTo>
                  <a:lnTo>
                    <a:pt x="1892863" y="1510639"/>
                  </a:lnTo>
                  <a:lnTo>
                    <a:pt x="1894952" y="1515040"/>
                  </a:lnTo>
                  <a:lnTo>
                    <a:pt x="1897041" y="1519368"/>
                  </a:lnTo>
                  <a:lnTo>
                    <a:pt x="1899130" y="1523632"/>
                  </a:lnTo>
                  <a:lnTo>
                    <a:pt x="1901219" y="1527797"/>
                  </a:lnTo>
                  <a:lnTo>
                    <a:pt x="1903308" y="1531822"/>
                  </a:lnTo>
                  <a:lnTo>
                    <a:pt x="1905397" y="1535684"/>
                  </a:lnTo>
                  <a:lnTo>
                    <a:pt x="1907486" y="1539361"/>
                  </a:lnTo>
                  <a:lnTo>
                    <a:pt x="1909575" y="1542854"/>
                  </a:lnTo>
                  <a:lnTo>
                    <a:pt x="1911665" y="1546200"/>
                  </a:lnTo>
                  <a:lnTo>
                    <a:pt x="1913754" y="1549432"/>
                  </a:lnTo>
                  <a:lnTo>
                    <a:pt x="1915843" y="1552570"/>
                  </a:lnTo>
                  <a:lnTo>
                    <a:pt x="1917932" y="1555604"/>
                  </a:lnTo>
                  <a:lnTo>
                    <a:pt x="1920021" y="1558552"/>
                  </a:lnTo>
                  <a:lnTo>
                    <a:pt x="1922110" y="1561440"/>
                  </a:lnTo>
                  <a:lnTo>
                    <a:pt x="1924199" y="1564265"/>
                  </a:lnTo>
                  <a:lnTo>
                    <a:pt x="1926288" y="1567046"/>
                  </a:lnTo>
                  <a:lnTo>
                    <a:pt x="1928377" y="1569883"/>
                  </a:lnTo>
                  <a:lnTo>
                    <a:pt x="1930466" y="1572922"/>
                  </a:lnTo>
                  <a:lnTo>
                    <a:pt x="1932555" y="1576260"/>
                  </a:lnTo>
                  <a:lnTo>
                    <a:pt x="1934644" y="1579940"/>
                  </a:lnTo>
                  <a:lnTo>
                    <a:pt x="1936733" y="1583947"/>
                  </a:lnTo>
                  <a:lnTo>
                    <a:pt x="1938822" y="1588261"/>
                  </a:lnTo>
                  <a:lnTo>
                    <a:pt x="1940911" y="1592848"/>
                  </a:lnTo>
                  <a:lnTo>
                    <a:pt x="1943000" y="1597690"/>
                  </a:lnTo>
                  <a:lnTo>
                    <a:pt x="1945089" y="1602746"/>
                  </a:lnTo>
                  <a:lnTo>
                    <a:pt x="1947178" y="1608017"/>
                  </a:lnTo>
                  <a:lnTo>
                    <a:pt x="1949267" y="1613553"/>
                  </a:lnTo>
                  <a:lnTo>
                    <a:pt x="1951356" y="1619335"/>
                  </a:lnTo>
                  <a:lnTo>
                    <a:pt x="1953445" y="1625333"/>
                  </a:lnTo>
                  <a:lnTo>
                    <a:pt x="1955534" y="1631543"/>
                  </a:lnTo>
                  <a:lnTo>
                    <a:pt x="1957623" y="1637935"/>
                  </a:lnTo>
                  <a:lnTo>
                    <a:pt x="1959712" y="1644438"/>
                  </a:lnTo>
                  <a:lnTo>
                    <a:pt x="1961801" y="1650937"/>
                  </a:lnTo>
                  <a:lnTo>
                    <a:pt x="1963890" y="1657312"/>
                  </a:lnTo>
                  <a:lnTo>
                    <a:pt x="1965979" y="1663522"/>
                  </a:lnTo>
                  <a:lnTo>
                    <a:pt x="1968069" y="1669561"/>
                  </a:lnTo>
                  <a:lnTo>
                    <a:pt x="1970158" y="1675412"/>
                  </a:lnTo>
                  <a:lnTo>
                    <a:pt x="1972247" y="1681069"/>
                  </a:lnTo>
                  <a:lnTo>
                    <a:pt x="1974336" y="1686543"/>
                  </a:lnTo>
                  <a:lnTo>
                    <a:pt x="1976425" y="1691844"/>
                  </a:lnTo>
                  <a:lnTo>
                    <a:pt x="1978514" y="1696999"/>
                  </a:lnTo>
                  <a:lnTo>
                    <a:pt x="1980603" y="1701941"/>
                  </a:lnTo>
                  <a:lnTo>
                    <a:pt x="1982692" y="1706645"/>
                  </a:lnTo>
                  <a:lnTo>
                    <a:pt x="1984781" y="1711138"/>
                  </a:lnTo>
                  <a:lnTo>
                    <a:pt x="1986870" y="1715396"/>
                  </a:lnTo>
                  <a:lnTo>
                    <a:pt x="1988959" y="1719443"/>
                  </a:lnTo>
                  <a:lnTo>
                    <a:pt x="1991048" y="1723306"/>
                  </a:lnTo>
                  <a:lnTo>
                    <a:pt x="1993137" y="1726975"/>
                  </a:lnTo>
                  <a:lnTo>
                    <a:pt x="1995226" y="1730444"/>
                  </a:lnTo>
                  <a:lnTo>
                    <a:pt x="1997315" y="1733750"/>
                  </a:lnTo>
                  <a:lnTo>
                    <a:pt x="1999404" y="1736910"/>
                  </a:lnTo>
                  <a:lnTo>
                    <a:pt x="2001493" y="1739963"/>
                  </a:lnTo>
                  <a:lnTo>
                    <a:pt x="2003582" y="1742906"/>
                  </a:lnTo>
                  <a:lnTo>
                    <a:pt x="2005671" y="1745743"/>
                  </a:lnTo>
                  <a:lnTo>
                    <a:pt x="2007760" y="1748481"/>
                  </a:lnTo>
                  <a:lnTo>
                    <a:pt x="2009849" y="1751099"/>
                  </a:lnTo>
                  <a:lnTo>
                    <a:pt x="2011938" y="1753627"/>
                  </a:lnTo>
                  <a:lnTo>
                    <a:pt x="2014027" y="1756067"/>
                  </a:lnTo>
                  <a:lnTo>
                    <a:pt x="2016116" y="1758406"/>
                  </a:lnTo>
                  <a:lnTo>
                    <a:pt x="2018205" y="1760645"/>
                  </a:lnTo>
                  <a:lnTo>
                    <a:pt x="2020294" y="1762769"/>
                  </a:lnTo>
                  <a:lnTo>
                    <a:pt x="2022383" y="1764801"/>
                  </a:lnTo>
                  <a:lnTo>
                    <a:pt x="2024472" y="1766704"/>
                  </a:lnTo>
                  <a:lnTo>
                    <a:pt x="2026562" y="1768421"/>
                  </a:lnTo>
                  <a:lnTo>
                    <a:pt x="2028651" y="1769957"/>
                  </a:lnTo>
                  <a:lnTo>
                    <a:pt x="2030740" y="1771306"/>
                  </a:lnTo>
                  <a:lnTo>
                    <a:pt x="2032829" y="1772446"/>
                  </a:lnTo>
                  <a:lnTo>
                    <a:pt x="2034918" y="1773319"/>
                  </a:lnTo>
                  <a:lnTo>
                    <a:pt x="2037007" y="1773872"/>
                  </a:lnTo>
                  <a:lnTo>
                    <a:pt x="2039096" y="1774113"/>
                  </a:lnTo>
                  <a:lnTo>
                    <a:pt x="2041185" y="1774017"/>
                  </a:lnTo>
                  <a:lnTo>
                    <a:pt x="2043274" y="1773563"/>
                  </a:lnTo>
                  <a:lnTo>
                    <a:pt x="2045363" y="1772726"/>
                  </a:lnTo>
                  <a:lnTo>
                    <a:pt x="2047452" y="1771469"/>
                  </a:lnTo>
                  <a:lnTo>
                    <a:pt x="2049541" y="1769772"/>
                  </a:lnTo>
                  <a:lnTo>
                    <a:pt x="2051630" y="1767636"/>
                  </a:lnTo>
                  <a:lnTo>
                    <a:pt x="2053719" y="1765034"/>
                  </a:lnTo>
                  <a:lnTo>
                    <a:pt x="2055808" y="1761935"/>
                  </a:lnTo>
                  <a:lnTo>
                    <a:pt x="2057897" y="1758368"/>
                  </a:lnTo>
                  <a:lnTo>
                    <a:pt x="2059986" y="1754315"/>
                  </a:lnTo>
                  <a:lnTo>
                    <a:pt x="2062075" y="1749776"/>
                  </a:lnTo>
                  <a:lnTo>
                    <a:pt x="2064164" y="1744733"/>
                  </a:lnTo>
                  <a:lnTo>
                    <a:pt x="2066253" y="1739185"/>
                  </a:lnTo>
                  <a:lnTo>
                    <a:pt x="2068342" y="1733206"/>
                  </a:lnTo>
                  <a:lnTo>
                    <a:pt x="2070431" y="1726819"/>
                  </a:lnTo>
                  <a:lnTo>
                    <a:pt x="2072520" y="1720026"/>
                  </a:lnTo>
                  <a:lnTo>
                    <a:pt x="2074609" y="1712849"/>
                  </a:lnTo>
                  <a:lnTo>
                    <a:pt x="2076698" y="1705317"/>
                  </a:lnTo>
                  <a:lnTo>
                    <a:pt x="2078787" y="1697460"/>
                  </a:lnTo>
                  <a:lnTo>
                    <a:pt x="2080876" y="1689307"/>
                  </a:lnTo>
                  <a:lnTo>
                    <a:pt x="2082966" y="1680859"/>
                  </a:lnTo>
                  <a:lnTo>
                    <a:pt x="2085055" y="1672121"/>
                  </a:lnTo>
                  <a:lnTo>
                    <a:pt x="2087144" y="1663171"/>
                  </a:lnTo>
                  <a:lnTo>
                    <a:pt x="2089233" y="1653973"/>
                  </a:lnTo>
                  <a:lnTo>
                    <a:pt x="2091322" y="1644551"/>
                  </a:lnTo>
                  <a:lnTo>
                    <a:pt x="2093411" y="1634926"/>
                  </a:lnTo>
                  <a:lnTo>
                    <a:pt x="2095500" y="1625124"/>
                  </a:lnTo>
                  <a:lnTo>
                    <a:pt x="2097589" y="1615177"/>
                  </a:lnTo>
                  <a:lnTo>
                    <a:pt x="2099678" y="1605097"/>
                  </a:lnTo>
                  <a:lnTo>
                    <a:pt x="2101767" y="1594886"/>
                  </a:lnTo>
                  <a:lnTo>
                    <a:pt x="2103856" y="1584549"/>
                  </a:lnTo>
                  <a:lnTo>
                    <a:pt x="2105945" y="1574100"/>
                  </a:lnTo>
                  <a:lnTo>
                    <a:pt x="2108034" y="1563527"/>
                  </a:lnTo>
                  <a:lnTo>
                    <a:pt x="2110123" y="1552863"/>
                  </a:lnTo>
                  <a:lnTo>
                    <a:pt x="2112212" y="1542145"/>
                  </a:lnTo>
                  <a:lnTo>
                    <a:pt x="2114301" y="1531416"/>
                  </a:lnTo>
                  <a:lnTo>
                    <a:pt x="2116390" y="1520689"/>
                  </a:lnTo>
                  <a:lnTo>
                    <a:pt x="2118479" y="1509960"/>
                  </a:lnTo>
                  <a:lnTo>
                    <a:pt x="2120568" y="1499252"/>
                  </a:lnTo>
                  <a:lnTo>
                    <a:pt x="2122657" y="1488585"/>
                  </a:lnTo>
                  <a:lnTo>
                    <a:pt x="2124746" y="1477936"/>
                  </a:lnTo>
                  <a:lnTo>
                    <a:pt x="2126835" y="1467304"/>
                  </a:lnTo>
                  <a:lnTo>
                    <a:pt x="2128924" y="1456706"/>
                  </a:lnTo>
                  <a:lnTo>
                    <a:pt x="2131013" y="1446178"/>
                  </a:lnTo>
                  <a:lnTo>
                    <a:pt x="2133102" y="1435734"/>
                  </a:lnTo>
                  <a:lnTo>
                    <a:pt x="2135191" y="1425365"/>
                  </a:lnTo>
                  <a:lnTo>
                    <a:pt x="2137280" y="1415055"/>
                  </a:lnTo>
                  <a:lnTo>
                    <a:pt x="2139369" y="1404797"/>
                  </a:lnTo>
                  <a:lnTo>
                    <a:pt x="2141459" y="1394582"/>
                  </a:lnTo>
                  <a:lnTo>
                    <a:pt x="2143548" y="1384390"/>
                  </a:lnTo>
                  <a:lnTo>
                    <a:pt x="2145637" y="1374210"/>
                  </a:lnTo>
                  <a:lnTo>
                    <a:pt x="2147726" y="1364068"/>
                  </a:lnTo>
                  <a:lnTo>
                    <a:pt x="2149815" y="1354003"/>
                  </a:lnTo>
                  <a:lnTo>
                    <a:pt x="2151904" y="1344080"/>
                  </a:lnTo>
                  <a:lnTo>
                    <a:pt x="2153993" y="1334341"/>
                  </a:lnTo>
                  <a:lnTo>
                    <a:pt x="2156082" y="1324807"/>
                  </a:lnTo>
                  <a:lnTo>
                    <a:pt x="2158171" y="1315489"/>
                  </a:lnTo>
                  <a:lnTo>
                    <a:pt x="2160260" y="1306394"/>
                  </a:lnTo>
                  <a:lnTo>
                    <a:pt x="2162349" y="1297538"/>
                  </a:lnTo>
                  <a:lnTo>
                    <a:pt x="2164438" y="1288922"/>
                  </a:lnTo>
                  <a:lnTo>
                    <a:pt x="2166527" y="1280562"/>
                  </a:lnTo>
                  <a:lnTo>
                    <a:pt x="2168616" y="1272460"/>
                  </a:lnTo>
                  <a:lnTo>
                    <a:pt x="2170705" y="1264654"/>
                  </a:lnTo>
                  <a:lnTo>
                    <a:pt x="2172794" y="1257145"/>
                  </a:lnTo>
                  <a:lnTo>
                    <a:pt x="2174883" y="1249934"/>
                  </a:lnTo>
                  <a:lnTo>
                    <a:pt x="2176972" y="1243025"/>
                  </a:lnTo>
                  <a:lnTo>
                    <a:pt x="2179061" y="1236447"/>
                  </a:lnTo>
                  <a:lnTo>
                    <a:pt x="2181150" y="1230161"/>
                  </a:lnTo>
                  <a:lnTo>
                    <a:pt x="2183239" y="1224165"/>
                  </a:lnTo>
                  <a:lnTo>
                    <a:pt x="2185328" y="1218429"/>
                  </a:lnTo>
                  <a:lnTo>
                    <a:pt x="2187417" y="1212934"/>
                  </a:lnTo>
                  <a:lnTo>
                    <a:pt x="2189506" y="1207696"/>
                  </a:lnTo>
                  <a:lnTo>
                    <a:pt x="2191595" y="1202658"/>
                  </a:lnTo>
                  <a:lnTo>
                    <a:pt x="2193684" y="1197806"/>
                  </a:lnTo>
                  <a:lnTo>
                    <a:pt x="2195773" y="1193147"/>
                  </a:lnTo>
                  <a:lnTo>
                    <a:pt x="2197863" y="1188655"/>
                  </a:lnTo>
                  <a:lnTo>
                    <a:pt x="2199952" y="1184317"/>
                  </a:lnTo>
                  <a:lnTo>
                    <a:pt x="2202041" y="1180111"/>
                  </a:lnTo>
                  <a:lnTo>
                    <a:pt x="2204130" y="1176042"/>
                  </a:lnTo>
                  <a:lnTo>
                    <a:pt x="2206219" y="1172116"/>
                  </a:lnTo>
                  <a:lnTo>
                    <a:pt x="2208308" y="1168292"/>
                  </a:lnTo>
                  <a:lnTo>
                    <a:pt x="2210397" y="1164516"/>
                  </a:lnTo>
                  <a:lnTo>
                    <a:pt x="2212486" y="1160759"/>
                  </a:lnTo>
                  <a:lnTo>
                    <a:pt x="2214575" y="1156953"/>
                  </a:lnTo>
                  <a:lnTo>
                    <a:pt x="2216664" y="1153061"/>
                  </a:lnTo>
                  <a:lnTo>
                    <a:pt x="2218753" y="1149042"/>
                  </a:lnTo>
                  <a:lnTo>
                    <a:pt x="2220842" y="1144872"/>
                  </a:lnTo>
                  <a:lnTo>
                    <a:pt x="2222931" y="1140562"/>
                  </a:lnTo>
                  <a:lnTo>
                    <a:pt x="2225020" y="1136123"/>
                  </a:lnTo>
                  <a:lnTo>
                    <a:pt x="2227109" y="1131519"/>
                  </a:lnTo>
                  <a:lnTo>
                    <a:pt x="2229198" y="1126761"/>
                  </a:lnTo>
                  <a:lnTo>
                    <a:pt x="2231287" y="1121856"/>
                  </a:lnTo>
                  <a:lnTo>
                    <a:pt x="2233376" y="1116778"/>
                  </a:lnTo>
                  <a:lnTo>
                    <a:pt x="2235465" y="1111535"/>
                  </a:lnTo>
                  <a:lnTo>
                    <a:pt x="2237554" y="1106157"/>
                  </a:lnTo>
                  <a:lnTo>
                    <a:pt x="2239643" y="1100685"/>
                  </a:lnTo>
                  <a:lnTo>
                    <a:pt x="2241732" y="1095138"/>
                  </a:lnTo>
                  <a:lnTo>
                    <a:pt x="2243821" y="1089565"/>
                  </a:lnTo>
                  <a:lnTo>
                    <a:pt x="2245910" y="1083982"/>
                  </a:lnTo>
                  <a:lnTo>
                    <a:pt x="2247999" y="1078367"/>
                  </a:lnTo>
                  <a:lnTo>
                    <a:pt x="2250088" y="1072747"/>
                  </a:lnTo>
                  <a:lnTo>
                    <a:pt x="2252177" y="1067126"/>
                  </a:lnTo>
                  <a:lnTo>
                    <a:pt x="2254266" y="1061496"/>
                  </a:lnTo>
                  <a:lnTo>
                    <a:pt x="2256356" y="1055836"/>
                  </a:lnTo>
                  <a:lnTo>
                    <a:pt x="2258445" y="1050133"/>
                  </a:lnTo>
                  <a:lnTo>
                    <a:pt x="2260534" y="1044418"/>
                  </a:lnTo>
                  <a:lnTo>
                    <a:pt x="2262623" y="1038676"/>
                  </a:lnTo>
                  <a:lnTo>
                    <a:pt x="2264712" y="1032944"/>
                  </a:lnTo>
                  <a:lnTo>
                    <a:pt x="2266801" y="1027219"/>
                  </a:lnTo>
                  <a:lnTo>
                    <a:pt x="2268890" y="1021498"/>
                  </a:lnTo>
                  <a:lnTo>
                    <a:pt x="2270979" y="1015780"/>
                  </a:lnTo>
                  <a:lnTo>
                    <a:pt x="2273068" y="1010099"/>
                  </a:lnTo>
                  <a:lnTo>
                    <a:pt x="2275157" y="1004482"/>
                  </a:lnTo>
                  <a:lnTo>
                    <a:pt x="2277246" y="998981"/>
                  </a:lnTo>
                  <a:lnTo>
                    <a:pt x="2279335" y="993663"/>
                  </a:lnTo>
                  <a:lnTo>
                    <a:pt x="2281424" y="988535"/>
                  </a:lnTo>
                  <a:lnTo>
                    <a:pt x="2283513" y="983595"/>
                  </a:lnTo>
                  <a:lnTo>
                    <a:pt x="2285602" y="978888"/>
                  </a:lnTo>
                  <a:lnTo>
                    <a:pt x="2287691" y="974441"/>
                  </a:lnTo>
                  <a:lnTo>
                    <a:pt x="2289780" y="970264"/>
                  </a:lnTo>
                  <a:lnTo>
                    <a:pt x="2291869" y="966371"/>
                  </a:lnTo>
                  <a:lnTo>
                    <a:pt x="2293958" y="962743"/>
                  </a:lnTo>
                  <a:lnTo>
                    <a:pt x="2296047" y="959377"/>
                  </a:lnTo>
                  <a:lnTo>
                    <a:pt x="2298136" y="956326"/>
                  </a:lnTo>
                  <a:lnTo>
                    <a:pt x="2300225" y="953592"/>
                  </a:lnTo>
                  <a:lnTo>
                    <a:pt x="2302314" y="951173"/>
                  </a:lnTo>
                  <a:lnTo>
                    <a:pt x="2304403" y="949045"/>
                  </a:lnTo>
                  <a:lnTo>
                    <a:pt x="2306492" y="947193"/>
                  </a:lnTo>
                  <a:lnTo>
                    <a:pt x="2308581" y="945552"/>
                  </a:lnTo>
                  <a:lnTo>
                    <a:pt x="2310670" y="944050"/>
                  </a:lnTo>
                  <a:lnTo>
                    <a:pt x="2312760" y="942684"/>
                  </a:lnTo>
                  <a:lnTo>
                    <a:pt x="2314849" y="941480"/>
                  </a:lnTo>
                  <a:lnTo>
                    <a:pt x="2316938" y="940439"/>
                  </a:lnTo>
                  <a:lnTo>
                    <a:pt x="2319027" y="939598"/>
                  </a:lnTo>
                  <a:lnTo>
                    <a:pt x="2321116" y="938964"/>
                  </a:lnTo>
                  <a:lnTo>
                    <a:pt x="2323205" y="938536"/>
                  </a:lnTo>
                  <a:lnTo>
                    <a:pt x="2325294" y="938294"/>
                  </a:lnTo>
                  <a:lnTo>
                    <a:pt x="2327383" y="938230"/>
                  </a:lnTo>
                  <a:lnTo>
                    <a:pt x="2329472" y="938305"/>
                  </a:lnTo>
                  <a:lnTo>
                    <a:pt x="2331561" y="938494"/>
                  </a:lnTo>
                  <a:lnTo>
                    <a:pt x="2333650" y="938811"/>
                  </a:lnTo>
                  <a:lnTo>
                    <a:pt x="2335739" y="939230"/>
                  </a:lnTo>
                  <a:lnTo>
                    <a:pt x="2337828" y="939778"/>
                  </a:lnTo>
                  <a:lnTo>
                    <a:pt x="2339917" y="940486"/>
                  </a:lnTo>
                  <a:lnTo>
                    <a:pt x="2342006" y="941304"/>
                  </a:lnTo>
                  <a:lnTo>
                    <a:pt x="2344095" y="942206"/>
                  </a:lnTo>
                  <a:lnTo>
                    <a:pt x="2346184" y="943165"/>
                  </a:lnTo>
                  <a:lnTo>
                    <a:pt x="2348273" y="944149"/>
                  </a:lnTo>
                  <a:lnTo>
                    <a:pt x="2350362" y="945109"/>
                  </a:lnTo>
                  <a:lnTo>
                    <a:pt x="2352451" y="946069"/>
                  </a:lnTo>
                  <a:lnTo>
                    <a:pt x="2354540" y="947038"/>
                  </a:lnTo>
                  <a:lnTo>
                    <a:pt x="2356629" y="948022"/>
                  </a:lnTo>
                  <a:lnTo>
                    <a:pt x="2358718" y="949015"/>
                  </a:lnTo>
                  <a:lnTo>
                    <a:pt x="2360807" y="950057"/>
                  </a:lnTo>
                  <a:lnTo>
                    <a:pt x="2362896" y="951132"/>
                  </a:lnTo>
                  <a:lnTo>
                    <a:pt x="2364985" y="952186"/>
                  </a:lnTo>
                  <a:lnTo>
                    <a:pt x="2367074" y="953223"/>
                  </a:lnTo>
                  <a:lnTo>
                    <a:pt x="2369163" y="954221"/>
                  </a:lnTo>
                  <a:lnTo>
                    <a:pt x="2371253" y="955112"/>
                  </a:lnTo>
                  <a:lnTo>
                    <a:pt x="2373342" y="955897"/>
                  </a:lnTo>
                  <a:lnTo>
                    <a:pt x="2375431" y="956576"/>
                  </a:lnTo>
                  <a:lnTo>
                    <a:pt x="2377520" y="957104"/>
                  </a:lnTo>
                  <a:lnTo>
                    <a:pt x="2379609" y="957422"/>
                  </a:lnTo>
                  <a:lnTo>
                    <a:pt x="2381698" y="957471"/>
                  </a:lnTo>
                  <a:lnTo>
                    <a:pt x="2383787" y="957194"/>
                  </a:lnTo>
                  <a:lnTo>
                    <a:pt x="2385876" y="956547"/>
                  </a:lnTo>
                  <a:lnTo>
                    <a:pt x="2387965" y="955554"/>
                  </a:lnTo>
                  <a:lnTo>
                    <a:pt x="2390054" y="954185"/>
                  </a:lnTo>
                  <a:lnTo>
                    <a:pt x="2392143" y="952363"/>
                  </a:lnTo>
                  <a:lnTo>
                    <a:pt x="2394232" y="950073"/>
                  </a:lnTo>
                  <a:lnTo>
                    <a:pt x="2396321" y="947288"/>
                  </a:lnTo>
                  <a:lnTo>
                    <a:pt x="2398410" y="944002"/>
                  </a:lnTo>
                  <a:lnTo>
                    <a:pt x="2400499" y="940229"/>
                  </a:lnTo>
                  <a:lnTo>
                    <a:pt x="2402588" y="935939"/>
                  </a:lnTo>
                  <a:lnTo>
                    <a:pt x="2404677" y="931137"/>
                  </a:lnTo>
                  <a:lnTo>
                    <a:pt x="2406766" y="925819"/>
                  </a:lnTo>
                  <a:lnTo>
                    <a:pt x="2408855" y="920033"/>
                  </a:lnTo>
                  <a:lnTo>
                    <a:pt x="2410944" y="913812"/>
                  </a:lnTo>
                  <a:lnTo>
                    <a:pt x="2413033" y="907241"/>
                  </a:lnTo>
                  <a:lnTo>
                    <a:pt x="2415122" y="900437"/>
                  </a:lnTo>
                  <a:lnTo>
                    <a:pt x="2417211" y="893475"/>
                  </a:lnTo>
                  <a:lnTo>
                    <a:pt x="2419300" y="886361"/>
                  </a:lnTo>
                  <a:lnTo>
                    <a:pt x="2421389" y="879129"/>
                  </a:lnTo>
                  <a:lnTo>
                    <a:pt x="2423478" y="871819"/>
                  </a:lnTo>
                  <a:lnTo>
                    <a:pt x="2425567" y="864427"/>
                  </a:lnTo>
                  <a:lnTo>
                    <a:pt x="2427656" y="857011"/>
                  </a:lnTo>
                  <a:lnTo>
                    <a:pt x="2429746" y="849604"/>
                  </a:lnTo>
                  <a:lnTo>
                    <a:pt x="2431835" y="842252"/>
                  </a:lnTo>
                  <a:lnTo>
                    <a:pt x="2433924" y="834994"/>
                  </a:lnTo>
                  <a:lnTo>
                    <a:pt x="2436013" y="827880"/>
                  </a:lnTo>
                  <a:lnTo>
                    <a:pt x="2438102" y="820903"/>
                  </a:lnTo>
                  <a:lnTo>
                    <a:pt x="2440191" y="814054"/>
                  </a:lnTo>
                  <a:lnTo>
                    <a:pt x="2442280" y="807343"/>
                  </a:lnTo>
                  <a:lnTo>
                    <a:pt x="2444369" y="800744"/>
                  </a:lnTo>
                  <a:lnTo>
                    <a:pt x="2446458" y="794246"/>
                  </a:lnTo>
                  <a:lnTo>
                    <a:pt x="2448547" y="787847"/>
                  </a:lnTo>
                  <a:lnTo>
                    <a:pt x="2450636" y="781571"/>
                  </a:lnTo>
                  <a:lnTo>
                    <a:pt x="2452725" y="775421"/>
                  </a:lnTo>
                  <a:lnTo>
                    <a:pt x="2454814" y="769434"/>
                  </a:lnTo>
                  <a:lnTo>
                    <a:pt x="2456903" y="763628"/>
                  </a:lnTo>
                  <a:lnTo>
                    <a:pt x="2458992" y="757981"/>
                  </a:lnTo>
                  <a:lnTo>
                    <a:pt x="2461081" y="752489"/>
                  </a:lnTo>
                  <a:lnTo>
                    <a:pt x="2463170" y="747138"/>
                  </a:lnTo>
                  <a:lnTo>
                    <a:pt x="2465259" y="741896"/>
                  </a:lnTo>
                  <a:lnTo>
                    <a:pt x="2467348" y="736748"/>
                  </a:lnTo>
                  <a:lnTo>
                    <a:pt x="2469437" y="731722"/>
                  </a:lnTo>
                  <a:lnTo>
                    <a:pt x="2471526" y="726844"/>
                  </a:lnTo>
                  <a:lnTo>
                    <a:pt x="2473615" y="722106"/>
                  </a:lnTo>
                  <a:lnTo>
                    <a:pt x="2475704" y="717558"/>
                  </a:lnTo>
                  <a:lnTo>
                    <a:pt x="2477793" y="713243"/>
                  </a:lnTo>
                  <a:lnTo>
                    <a:pt x="2479882" y="709139"/>
                  </a:lnTo>
                  <a:lnTo>
                    <a:pt x="2481971" y="705244"/>
                  </a:lnTo>
                  <a:lnTo>
                    <a:pt x="2484060" y="701601"/>
                  </a:lnTo>
                  <a:lnTo>
                    <a:pt x="2486150" y="698230"/>
                  </a:lnTo>
                  <a:lnTo>
                    <a:pt x="2488239" y="695144"/>
                  </a:lnTo>
                  <a:lnTo>
                    <a:pt x="2490328" y="692346"/>
                  </a:lnTo>
                  <a:lnTo>
                    <a:pt x="2492417" y="689786"/>
                  </a:lnTo>
                  <a:lnTo>
                    <a:pt x="2494506" y="687436"/>
                  </a:lnTo>
                  <a:lnTo>
                    <a:pt x="2496595" y="685333"/>
                  </a:lnTo>
                  <a:lnTo>
                    <a:pt x="2498684" y="683503"/>
                  </a:lnTo>
                  <a:lnTo>
                    <a:pt x="2500773" y="681932"/>
                  </a:lnTo>
                  <a:lnTo>
                    <a:pt x="2502862" y="680654"/>
                  </a:lnTo>
                  <a:lnTo>
                    <a:pt x="2504951" y="679658"/>
                  </a:lnTo>
                  <a:lnTo>
                    <a:pt x="2507040" y="678947"/>
                  </a:lnTo>
                  <a:lnTo>
                    <a:pt x="2509129" y="678490"/>
                  </a:lnTo>
                  <a:lnTo>
                    <a:pt x="2511218" y="678276"/>
                  </a:lnTo>
                  <a:lnTo>
                    <a:pt x="2513307" y="678310"/>
                  </a:lnTo>
                  <a:lnTo>
                    <a:pt x="2515396" y="678552"/>
                  </a:lnTo>
                  <a:lnTo>
                    <a:pt x="2517485" y="678948"/>
                  </a:lnTo>
                  <a:lnTo>
                    <a:pt x="2519574" y="679407"/>
                  </a:lnTo>
                  <a:lnTo>
                    <a:pt x="2521663" y="679842"/>
                  </a:lnTo>
                  <a:lnTo>
                    <a:pt x="2523752" y="680240"/>
                  </a:lnTo>
                  <a:lnTo>
                    <a:pt x="2525841" y="680588"/>
                  </a:lnTo>
                  <a:lnTo>
                    <a:pt x="2527930" y="680840"/>
                  </a:lnTo>
                  <a:lnTo>
                    <a:pt x="2530019" y="680993"/>
                  </a:lnTo>
                  <a:lnTo>
                    <a:pt x="2532108" y="681031"/>
                  </a:lnTo>
                  <a:lnTo>
                    <a:pt x="2534197" y="680933"/>
                  </a:lnTo>
                  <a:lnTo>
                    <a:pt x="2536286" y="680671"/>
                  </a:lnTo>
                  <a:lnTo>
                    <a:pt x="2538375" y="680209"/>
                  </a:lnTo>
                  <a:lnTo>
                    <a:pt x="2540464" y="679533"/>
                  </a:lnTo>
                  <a:lnTo>
                    <a:pt x="2542553" y="678655"/>
                  </a:lnTo>
                  <a:lnTo>
                    <a:pt x="2544643" y="677594"/>
                  </a:lnTo>
                  <a:lnTo>
                    <a:pt x="2546732" y="676358"/>
                  </a:lnTo>
                  <a:lnTo>
                    <a:pt x="2548821" y="674959"/>
                  </a:lnTo>
                  <a:lnTo>
                    <a:pt x="2550910" y="673408"/>
                  </a:lnTo>
                  <a:lnTo>
                    <a:pt x="2552999" y="671715"/>
                  </a:lnTo>
                  <a:lnTo>
                    <a:pt x="2555088" y="669896"/>
                  </a:lnTo>
                  <a:lnTo>
                    <a:pt x="2557177" y="667957"/>
                  </a:lnTo>
                  <a:lnTo>
                    <a:pt x="2559266" y="665900"/>
                  </a:lnTo>
                  <a:lnTo>
                    <a:pt x="2561355" y="663690"/>
                  </a:lnTo>
                  <a:lnTo>
                    <a:pt x="2563444" y="661320"/>
                  </a:lnTo>
                  <a:lnTo>
                    <a:pt x="2565533" y="658778"/>
                  </a:lnTo>
                  <a:lnTo>
                    <a:pt x="2567622" y="656078"/>
                  </a:lnTo>
                  <a:lnTo>
                    <a:pt x="2569711" y="653213"/>
                  </a:lnTo>
                  <a:lnTo>
                    <a:pt x="2571800" y="650191"/>
                  </a:lnTo>
                  <a:lnTo>
                    <a:pt x="2573889" y="647023"/>
                  </a:lnTo>
                  <a:lnTo>
                    <a:pt x="2575978" y="643701"/>
                  </a:lnTo>
                  <a:lnTo>
                    <a:pt x="2578067" y="640252"/>
                  </a:lnTo>
                  <a:lnTo>
                    <a:pt x="2580156" y="636661"/>
                  </a:lnTo>
                  <a:lnTo>
                    <a:pt x="2582245" y="632901"/>
                  </a:lnTo>
                  <a:lnTo>
                    <a:pt x="2584334" y="628976"/>
                  </a:lnTo>
                  <a:lnTo>
                    <a:pt x="2586423" y="624929"/>
                  </a:lnTo>
                  <a:lnTo>
                    <a:pt x="2588512" y="620749"/>
                  </a:lnTo>
                  <a:lnTo>
                    <a:pt x="2590601" y="616438"/>
                  </a:lnTo>
                  <a:lnTo>
                    <a:pt x="2592690" y="611993"/>
                  </a:lnTo>
                  <a:lnTo>
                    <a:pt x="2594779" y="607438"/>
                  </a:lnTo>
                  <a:lnTo>
                    <a:pt x="2596868" y="602799"/>
                  </a:lnTo>
                  <a:lnTo>
                    <a:pt x="2598957" y="598146"/>
                  </a:lnTo>
                  <a:lnTo>
                    <a:pt x="2601047" y="593474"/>
                  </a:lnTo>
                  <a:lnTo>
                    <a:pt x="2603136" y="588727"/>
                  </a:lnTo>
                  <a:lnTo>
                    <a:pt x="2605225" y="583903"/>
                  </a:lnTo>
                  <a:lnTo>
                    <a:pt x="2607314" y="579015"/>
                  </a:lnTo>
                  <a:lnTo>
                    <a:pt x="2609403" y="574080"/>
                  </a:lnTo>
                  <a:lnTo>
                    <a:pt x="2611492" y="569087"/>
                  </a:lnTo>
                  <a:lnTo>
                    <a:pt x="2613581" y="564050"/>
                  </a:lnTo>
                  <a:lnTo>
                    <a:pt x="2615670" y="559015"/>
                  </a:lnTo>
                  <a:lnTo>
                    <a:pt x="2617759" y="553947"/>
                  </a:lnTo>
                  <a:lnTo>
                    <a:pt x="2619848" y="548846"/>
                  </a:lnTo>
                  <a:lnTo>
                    <a:pt x="2621937" y="543707"/>
                  </a:lnTo>
                  <a:lnTo>
                    <a:pt x="2624026" y="538566"/>
                  </a:lnTo>
                  <a:lnTo>
                    <a:pt x="2626115" y="533473"/>
                  </a:lnTo>
                  <a:lnTo>
                    <a:pt x="2628204" y="528481"/>
                  </a:lnTo>
                  <a:lnTo>
                    <a:pt x="2630293" y="523600"/>
                  </a:lnTo>
                  <a:lnTo>
                    <a:pt x="2632382" y="518884"/>
                  </a:lnTo>
                  <a:lnTo>
                    <a:pt x="2634471" y="514373"/>
                  </a:lnTo>
                  <a:lnTo>
                    <a:pt x="2636560" y="510050"/>
                  </a:lnTo>
                  <a:lnTo>
                    <a:pt x="2638649" y="505895"/>
                  </a:lnTo>
                  <a:lnTo>
                    <a:pt x="2640738" y="501911"/>
                  </a:lnTo>
                  <a:lnTo>
                    <a:pt x="2642827" y="498099"/>
                  </a:lnTo>
                  <a:lnTo>
                    <a:pt x="2644916" y="494470"/>
                  </a:lnTo>
                  <a:lnTo>
                    <a:pt x="2647005" y="491006"/>
                  </a:lnTo>
                  <a:lnTo>
                    <a:pt x="2649094" y="487691"/>
                  </a:lnTo>
                  <a:lnTo>
                    <a:pt x="2651183" y="484525"/>
                  </a:lnTo>
                  <a:lnTo>
                    <a:pt x="2653272" y="481525"/>
                  </a:lnTo>
                  <a:lnTo>
                    <a:pt x="2655361" y="478664"/>
                  </a:lnTo>
                  <a:lnTo>
                    <a:pt x="2657450" y="475945"/>
                  </a:lnTo>
                  <a:lnTo>
                    <a:pt x="2659540" y="473332"/>
                  </a:lnTo>
                  <a:lnTo>
                    <a:pt x="2661629" y="470792"/>
                  </a:lnTo>
                  <a:lnTo>
                    <a:pt x="2663718" y="468258"/>
                  </a:lnTo>
                  <a:lnTo>
                    <a:pt x="2665807" y="465714"/>
                  </a:lnTo>
                  <a:lnTo>
                    <a:pt x="2667896" y="463204"/>
                  </a:lnTo>
                  <a:lnTo>
                    <a:pt x="2669985" y="460764"/>
                  </a:lnTo>
                  <a:lnTo>
                    <a:pt x="2672074" y="458415"/>
                  </a:lnTo>
                  <a:lnTo>
                    <a:pt x="2674163" y="456155"/>
                  </a:lnTo>
                  <a:lnTo>
                    <a:pt x="2676252" y="453997"/>
                  </a:lnTo>
                  <a:lnTo>
                    <a:pt x="2678341" y="451942"/>
                  </a:lnTo>
                  <a:lnTo>
                    <a:pt x="2680430" y="449934"/>
                  </a:lnTo>
                  <a:lnTo>
                    <a:pt x="2682519" y="447913"/>
                  </a:lnTo>
                  <a:lnTo>
                    <a:pt x="2684608" y="445856"/>
                  </a:lnTo>
                  <a:lnTo>
                    <a:pt x="2686697" y="443779"/>
                  </a:lnTo>
                  <a:lnTo>
                    <a:pt x="2688786" y="441686"/>
                  </a:lnTo>
                  <a:lnTo>
                    <a:pt x="2690875" y="439543"/>
                  </a:lnTo>
                  <a:lnTo>
                    <a:pt x="2692964" y="437364"/>
                  </a:lnTo>
                  <a:lnTo>
                    <a:pt x="2695053" y="435162"/>
                  </a:lnTo>
                  <a:lnTo>
                    <a:pt x="2697142" y="432946"/>
                  </a:lnTo>
                  <a:lnTo>
                    <a:pt x="2699231" y="430724"/>
                  </a:lnTo>
                  <a:lnTo>
                    <a:pt x="2701320" y="428465"/>
                  </a:lnTo>
                  <a:lnTo>
                    <a:pt x="2703409" y="426153"/>
                  </a:lnTo>
                  <a:lnTo>
                    <a:pt x="2705498" y="423764"/>
                  </a:lnTo>
                  <a:lnTo>
                    <a:pt x="2707587" y="421337"/>
                  </a:lnTo>
                  <a:lnTo>
                    <a:pt x="2709676" y="418927"/>
                  </a:lnTo>
                  <a:lnTo>
                    <a:pt x="2711765" y="416513"/>
                  </a:lnTo>
                  <a:lnTo>
                    <a:pt x="2713854" y="414121"/>
                  </a:lnTo>
                  <a:lnTo>
                    <a:pt x="2715944" y="411747"/>
                  </a:lnTo>
                  <a:lnTo>
                    <a:pt x="2718033" y="409425"/>
                  </a:lnTo>
                  <a:lnTo>
                    <a:pt x="2720122" y="407143"/>
                  </a:lnTo>
                  <a:lnTo>
                    <a:pt x="2722211" y="404882"/>
                  </a:lnTo>
                  <a:lnTo>
                    <a:pt x="2724300" y="402659"/>
                  </a:lnTo>
                  <a:lnTo>
                    <a:pt x="2726389" y="400524"/>
                  </a:lnTo>
                  <a:lnTo>
                    <a:pt x="2728478" y="398479"/>
                  </a:lnTo>
                  <a:lnTo>
                    <a:pt x="2730567" y="396521"/>
                  </a:lnTo>
                  <a:lnTo>
                    <a:pt x="2732656" y="394610"/>
                  </a:lnTo>
                  <a:lnTo>
                    <a:pt x="2734745" y="392675"/>
                  </a:lnTo>
                  <a:lnTo>
                    <a:pt x="2736834" y="390645"/>
                  </a:lnTo>
                  <a:lnTo>
                    <a:pt x="2738923" y="388465"/>
                  </a:lnTo>
                  <a:lnTo>
                    <a:pt x="2741012" y="386143"/>
                  </a:lnTo>
                  <a:lnTo>
                    <a:pt x="2743101" y="383702"/>
                  </a:lnTo>
                  <a:lnTo>
                    <a:pt x="2745190" y="381166"/>
                  </a:lnTo>
                  <a:lnTo>
                    <a:pt x="2747279" y="378527"/>
                  </a:lnTo>
                  <a:lnTo>
                    <a:pt x="2749368" y="375792"/>
                  </a:lnTo>
                  <a:lnTo>
                    <a:pt x="2751457" y="372961"/>
                  </a:lnTo>
                  <a:lnTo>
                    <a:pt x="2753546" y="370061"/>
                  </a:lnTo>
                  <a:lnTo>
                    <a:pt x="2755635" y="367097"/>
                  </a:lnTo>
                  <a:lnTo>
                    <a:pt x="2757724" y="364045"/>
                  </a:lnTo>
                  <a:lnTo>
                    <a:pt x="2759813" y="360914"/>
                  </a:lnTo>
                  <a:lnTo>
                    <a:pt x="2761902" y="357708"/>
                  </a:lnTo>
                  <a:lnTo>
                    <a:pt x="2763991" y="354446"/>
                  </a:lnTo>
                  <a:lnTo>
                    <a:pt x="2766080" y="351190"/>
                  </a:lnTo>
                  <a:lnTo>
                    <a:pt x="2768169" y="348025"/>
                  </a:lnTo>
                  <a:lnTo>
                    <a:pt x="2770258" y="345022"/>
                  </a:lnTo>
                  <a:lnTo>
                    <a:pt x="2772347" y="342200"/>
                  </a:lnTo>
                  <a:lnTo>
                    <a:pt x="2774437" y="339531"/>
                  </a:lnTo>
                  <a:lnTo>
                    <a:pt x="2776526" y="336992"/>
                  </a:lnTo>
                  <a:lnTo>
                    <a:pt x="2778615" y="334587"/>
                  </a:lnTo>
                  <a:lnTo>
                    <a:pt x="2780704" y="332342"/>
                  </a:lnTo>
                  <a:lnTo>
                    <a:pt x="2782793" y="330238"/>
                  </a:lnTo>
                  <a:lnTo>
                    <a:pt x="2784882" y="328303"/>
                  </a:lnTo>
                  <a:lnTo>
                    <a:pt x="2786971" y="326560"/>
                  </a:lnTo>
                  <a:lnTo>
                    <a:pt x="2789060" y="325038"/>
                  </a:lnTo>
                  <a:lnTo>
                    <a:pt x="2791149" y="323681"/>
                  </a:lnTo>
                  <a:lnTo>
                    <a:pt x="2793238" y="322435"/>
                  </a:lnTo>
                  <a:lnTo>
                    <a:pt x="2795327" y="321314"/>
                  </a:lnTo>
                  <a:lnTo>
                    <a:pt x="2797416" y="320329"/>
                  </a:lnTo>
                  <a:lnTo>
                    <a:pt x="2799505" y="319440"/>
                  </a:lnTo>
                  <a:lnTo>
                    <a:pt x="2801594" y="318608"/>
                  </a:lnTo>
                  <a:lnTo>
                    <a:pt x="2803683" y="317829"/>
                  </a:lnTo>
                  <a:lnTo>
                    <a:pt x="2805772" y="317120"/>
                  </a:lnTo>
                  <a:lnTo>
                    <a:pt x="2807861" y="316475"/>
                  </a:lnTo>
                  <a:lnTo>
                    <a:pt x="2809950" y="315871"/>
                  </a:lnTo>
                  <a:lnTo>
                    <a:pt x="2812039" y="315316"/>
                  </a:lnTo>
                  <a:lnTo>
                    <a:pt x="2814128" y="314770"/>
                  </a:lnTo>
                  <a:lnTo>
                    <a:pt x="2816217" y="314229"/>
                  </a:lnTo>
                  <a:lnTo>
                    <a:pt x="2818306" y="313669"/>
                  </a:lnTo>
                  <a:lnTo>
                    <a:pt x="2820395" y="313091"/>
                  </a:lnTo>
                  <a:lnTo>
                    <a:pt x="2822484" y="312469"/>
                  </a:lnTo>
                  <a:lnTo>
                    <a:pt x="2824573" y="311784"/>
                  </a:lnTo>
                  <a:lnTo>
                    <a:pt x="2826662" y="311059"/>
                  </a:lnTo>
                  <a:lnTo>
                    <a:pt x="2828751" y="310338"/>
                  </a:lnTo>
                  <a:lnTo>
                    <a:pt x="2830841" y="309559"/>
                  </a:lnTo>
                  <a:lnTo>
                    <a:pt x="2832930" y="308710"/>
                  </a:lnTo>
                  <a:lnTo>
                    <a:pt x="2835019" y="307777"/>
                  </a:lnTo>
                  <a:lnTo>
                    <a:pt x="2837108" y="306767"/>
                  </a:lnTo>
                  <a:lnTo>
                    <a:pt x="2839197" y="305728"/>
                  </a:lnTo>
                  <a:lnTo>
                    <a:pt x="2841286" y="304718"/>
                  </a:lnTo>
                  <a:lnTo>
                    <a:pt x="2843375" y="303780"/>
                  </a:lnTo>
                  <a:lnTo>
                    <a:pt x="2845464" y="302931"/>
                  </a:lnTo>
                  <a:lnTo>
                    <a:pt x="2847553" y="302165"/>
                  </a:lnTo>
                  <a:lnTo>
                    <a:pt x="2849642" y="301459"/>
                  </a:lnTo>
                  <a:lnTo>
                    <a:pt x="2851731" y="300841"/>
                  </a:lnTo>
                  <a:lnTo>
                    <a:pt x="2853820" y="300297"/>
                  </a:lnTo>
                  <a:lnTo>
                    <a:pt x="2855909" y="299822"/>
                  </a:lnTo>
                  <a:lnTo>
                    <a:pt x="2857998" y="299413"/>
                  </a:lnTo>
                  <a:lnTo>
                    <a:pt x="2860087" y="299036"/>
                  </a:lnTo>
                  <a:lnTo>
                    <a:pt x="2862176" y="298677"/>
                  </a:lnTo>
                  <a:lnTo>
                    <a:pt x="2864265" y="298337"/>
                  </a:lnTo>
                  <a:lnTo>
                    <a:pt x="2866354" y="298009"/>
                  </a:lnTo>
                  <a:lnTo>
                    <a:pt x="2868443" y="297705"/>
                  </a:lnTo>
                  <a:lnTo>
                    <a:pt x="2870532" y="297392"/>
                  </a:lnTo>
                  <a:lnTo>
                    <a:pt x="2872621" y="297021"/>
                  </a:lnTo>
                  <a:lnTo>
                    <a:pt x="2874710" y="296533"/>
                  </a:lnTo>
                  <a:lnTo>
                    <a:pt x="2876799" y="295888"/>
                  </a:lnTo>
                  <a:lnTo>
                    <a:pt x="2878888" y="295070"/>
                  </a:lnTo>
                  <a:lnTo>
                    <a:pt x="2880977" y="294085"/>
                  </a:lnTo>
                  <a:lnTo>
                    <a:pt x="2883066" y="292934"/>
                  </a:lnTo>
                  <a:lnTo>
                    <a:pt x="2885155" y="291594"/>
                  </a:lnTo>
                  <a:lnTo>
                    <a:pt x="2887244" y="290058"/>
                  </a:lnTo>
                  <a:lnTo>
                    <a:pt x="2889334" y="288339"/>
                  </a:lnTo>
                  <a:lnTo>
                    <a:pt x="2891423" y="286463"/>
                  </a:lnTo>
                  <a:lnTo>
                    <a:pt x="2893512" y="284472"/>
                  </a:lnTo>
                  <a:lnTo>
                    <a:pt x="2895601" y="282454"/>
                  </a:lnTo>
                  <a:lnTo>
                    <a:pt x="2897690" y="280520"/>
                  </a:lnTo>
                  <a:lnTo>
                    <a:pt x="2899779" y="278690"/>
                  </a:lnTo>
                  <a:lnTo>
                    <a:pt x="2901868" y="276943"/>
                  </a:lnTo>
                  <a:lnTo>
                    <a:pt x="2903957" y="275302"/>
                  </a:lnTo>
                  <a:lnTo>
                    <a:pt x="2906046" y="273795"/>
                  </a:lnTo>
                  <a:lnTo>
                    <a:pt x="2908135" y="272450"/>
                  </a:lnTo>
                  <a:lnTo>
                    <a:pt x="2910224" y="271265"/>
                  </a:lnTo>
                  <a:lnTo>
                    <a:pt x="2912313" y="270235"/>
                  </a:lnTo>
                  <a:lnTo>
                    <a:pt x="2914402" y="269417"/>
                  </a:lnTo>
                  <a:lnTo>
                    <a:pt x="2916491" y="268825"/>
                  </a:lnTo>
                  <a:lnTo>
                    <a:pt x="2918580" y="268479"/>
                  </a:lnTo>
                  <a:lnTo>
                    <a:pt x="2920669" y="268409"/>
                  </a:lnTo>
                  <a:lnTo>
                    <a:pt x="2922758" y="268618"/>
                  </a:lnTo>
                  <a:lnTo>
                    <a:pt x="2924847" y="269110"/>
                  </a:lnTo>
                  <a:lnTo>
                    <a:pt x="2926936" y="269853"/>
                  </a:lnTo>
                  <a:lnTo>
                    <a:pt x="2929025" y="270844"/>
                  </a:lnTo>
                  <a:lnTo>
                    <a:pt x="2931114" y="272077"/>
                  </a:lnTo>
                  <a:lnTo>
                    <a:pt x="2933203" y="273483"/>
                  </a:lnTo>
                  <a:lnTo>
                    <a:pt x="2935292" y="275032"/>
                  </a:lnTo>
                  <a:lnTo>
                    <a:pt x="2937381" y="276714"/>
                  </a:lnTo>
                  <a:lnTo>
                    <a:pt x="2939470" y="278521"/>
                  </a:lnTo>
                  <a:lnTo>
                    <a:pt x="2941559" y="280472"/>
                  </a:lnTo>
                  <a:lnTo>
                    <a:pt x="2943648" y="282556"/>
                  </a:lnTo>
                  <a:lnTo>
                    <a:pt x="2945738" y="284740"/>
                  </a:lnTo>
                  <a:lnTo>
                    <a:pt x="2947827" y="287013"/>
                  </a:lnTo>
                  <a:lnTo>
                    <a:pt x="2949916" y="289377"/>
                  </a:lnTo>
                  <a:lnTo>
                    <a:pt x="2952005" y="291794"/>
                  </a:lnTo>
                  <a:lnTo>
                    <a:pt x="2954094" y="294273"/>
                  </a:lnTo>
                  <a:lnTo>
                    <a:pt x="2956183" y="296823"/>
                  </a:lnTo>
                  <a:lnTo>
                    <a:pt x="2958272" y="299424"/>
                  </a:lnTo>
                  <a:lnTo>
                    <a:pt x="2960361" y="302085"/>
                  </a:lnTo>
                  <a:lnTo>
                    <a:pt x="2962450" y="304800"/>
                  </a:lnTo>
                  <a:lnTo>
                    <a:pt x="2964539" y="307573"/>
                  </a:lnTo>
                  <a:lnTo>
                    <a:pt x="2966628" y="310411"/>
                  </a:lnTo>
                  <a:lnTo>
                    <a:pt x="2968717" y="313326"/>
                  </a:lnTo>
                  <a:lnTo>
                    <a:pt x="2970806" y="316316"/>
                  </a:lnTo>
                  <a:lnTo>
                    <a:pt x="2972895" y="319353"/>
                  </a:lnTo>
                  <a:lnTo>
                    <a:pt x="2974984" y="322415"/>
                  </a:lnTo>
                  <a:lnTo>
                    <a:pt x="2977073" y="325509"/>
                  </a:lnTo>
                  <a:lnTo>
                    <a:pt x="2979162" y="328649"/>
                  </a:lnTo>
                  <a:lnTo>
                    <a:pt x="2981251" y="331840"/>
                  </a:lnTo>
                  <a:lnTo>
                    <a:pt x="2983340" y="335107"/>
                  </a:lnTo>
                  <a:lnTo>
                    <a:pt x="2985429" y="338473"/>
                  </a:lnTo>
                  <a:lnTo>
                    <a:pt x="2987518" y="341925"/>
                  </a:lnTo>
                  <a:lnTo>
                    <a:pt x="2989607" y="345465"/>
                  </a:lnTo>
                  <a:lnTo>
                    <a:pt x="2991696" y="349105"/>
                  </a:lnTo>
                  <a:lnTo>
                    <a:pt x="2993785" y="352836"/>
                  </a:lnTo>
                  <a:lnTo>
                    <a:pt x="2995874" y="356657"/>
                  </a:lnTo>
                  <a:lnTo>
                    <a:pt x="2997963" y="360520"/>
                  </a:lnTo>
                  <a:lnTo>
                    <a:pt x="3000052" y="364357"/>
                  </a:lnTo>
                  <a:lnTo>
                    <a:pt x="3002141" y="368094"/>
                  </a:lnTo>
                  <a:lnTo>
                    <a:pt x="3004231" y="371702"/>
                  </a:lnTo>
                  <a:lnTo>
                    <a:pt x="3006320" y="375173"/>
                  </a:lnTo>
                  <a:lnTo>
                    <a:pt x="3008409" y="378492"/>
                  </a:lnTo>
                  <a:lnTo>
                    <a:pt x="3010498" y="381631"/>
                  </a:lnTo>
                  <a:lnTo>
                    <a:pt x="3012587" y="384555"/>
                  </a:lnTo>
                  <a:lnTo>
                    <a:pt x="3014676" y="387253"/>
                  </a:lnTo>
                  <a:lnTo>
                    <a:pt x="3016765" y="389696"/>
                  </a:lnTo>
                  <a:lnTo>
                    <a:pt x="3018854" y="391845"/>
                  </a:lnTo>
                  <a:lnTo>
                    <a:pt x="3020943" y="393657"/>
                  </a:lnTo>
                  <a:lnTo>
                    <a:pt x="3023032" y="395137"/>
                  </a:lnTo>
                  <a:lnTo>
                    <a:pt x="3025121" y="396233"/>
                  </a:lnTo>
                  <a:lnTo>
                    <a:pt x="3027210" y="396939"/>
                  </a:lnTo>
                  <a:lnTo>
                    <a:pt x="3029299" y="397265"/>
                  </a:lnTo>
                  <a:lnTo>
                    <a:pt x="3031388" y="397237"/>
                  </a:lnTo>
                  <a:lnTo>
                    <a:pt x="3033477" y="396865"/>
                  </a:lnTo>
                  <a:lnTo>
                    <a:pt x="3035566" y="396153"/>
                  </a:lnTo>
                  <a:lnTo>
                    <a:pt x="3037655" y="395126"/>
                  </a:lnTo>
                  <a:lnTo>
                    <a:pt x="3039744" y="393861"/>
                  </a:lnTo>
                  <a:lnTo>
                    <a:pt x="3041833" y="392417"/>
                  </a:lnTo>
                  <a:lnTo>
                    <a:pt x="3043922" y="390870"/>
                  </a:lnTo>
                  <a:lnTo>
                    <a:pt x="3046011" y="389194"/>
                  </a:lnTo>
                  <a:lnTo>
                    <a:pt x="3048100" y="387407"/>
                  </a:lnTo>
                  <a:lnTo>
                    <a:pt x="3050189" y="385524"/>
                  </a:lnTo>
                  <a:lnTo>
                    <a:pt x="3052278" y="383530"/>
                  </a:lnTo>
                  <a:lnTo>
                    <a:pt x="3054367" y="381402"/>
                  </a:lnTo>
                  <a:lnTo>
                    <a:pt x="3056456" y="379153"/>
                  </a:lnTo>
                  <a:lnTo>
                    <a:pt x="3058545" y="376767"/>
                  </a:lnTo>
                  <a:lnTo>
                    <a:pt x="3060635" y="374228"/>
                  </a:lnTo>
                  <a:lnTo>
                    <a:pt x="3062724" y="371571"/>
                  </a:lnTo>
                  <a:lnTo>
                    <a:pt x="3064813" y="368818"/>
                  </a:lnTo>
                  <a:lnTo>
                    <a:pt x="3066902" y="365999"/>
                  </a:lnTo>
                  <a:lnTo>
                    <a:pt x="3068991" y="363144"/>
                  </a:lnTo>
                  <a:lnTo>
                    <a:pt x="3071080" y="360272"/>
                  </a:lnTo>
                  <a:lnTo>
                    <a:pt x="3073169" y="357375"/>
                  </a:lnTo>
                  <a:lnTo>
                    <a:pt x="3075258" y="354442"/>
                  </a:lnTo>
                  <a:lnTo>
                    <a:pt x="3077347" y="351498"/>
                  </a:lnTo>
                  <a:lnTo>
                    <a:pt x="3079436" y="348558"/>
                  </a:lnTo>
                  <a:lnTo>
                    <a:pt x="3081525" y="345637"/>
                  </a:lnTo>
                  <a:lnTo>
                    <a:pt x="3083614" y="342745"/>
                  </a:lnTo>
                  <a:lnTo>
                    <a:pt x="3085703" y="339889"/>
                  </a:lnTo>
                  <a:lnTo>
                    <a:pt x="3087792" y="337044"/>
                  </a:lnTo>
                  <a:lnTo>
                    <a:pt x="3089881" y="334173"/>
                  </a:lnTo>
                  <a:lnTo>
                    <a:pt x="3091970" y="331267"/>
                  </a:lnTo>
                  <a:lnTo>
                    <a:pt x="3094059" y="328304"/>
                  </a:lnTo>
                  <a:lnTo>
                    <a:pt x="3096148" y="325268"/>
                  </a:lnTo>
                  <a:lnTo>
                    <a:pt x="3098237" y="322135"/>
                  </a:lnTo>
                  <a:lnTo>
                    <a:pt x="3100326" y="318874"/>
                  </a:lnTo>
                  <a:lnTo>
                    <a:pt x="3102415" y="315479"/>
                  </a:lnTo>
                  <a:lnTo>
                    <a:pt x="3104504" y="311960"/>
                  </a:lnTo>
                  <a:lnTo>
                    <a:pt x="3106593" y="308354"/>
                  </a:lnTo>
                  <a:lnTo>
                    <a:pt x="3108682" y="304626"/>
                  </a:lnTo>
                  <a:lnTo>
                    <a:pt x="3110771" y="300781"/>
                  </a:lnTo>
                  <a:lnTo>
                    <a:pt x="3112860" y="296835"/>
                  </a:lnTo>
                  <a:lnTo>
                    <a:pt x="3114949" y="292823"/>
                  </a:lnTo>
                  <a:lnTo>
                    <a:pt x="3117038" y="288786"/>
                  </a:lnTo>
                  <a:lnTo>
                    <a:pt x="3119128" y="284747"/>
                  </a:lnTo>
                  <a:lnTo>
                    <a:pt x="3121217" y="280730"/>
                  </a:lnTo>
                  <a:lnTo>
                    <a:pt x="3123306" y="276769"/>
                  </a:lnTo>
                  <a:lnTo>
                    <a:pt x="3125395" y="272908"/>
                  </a:lnTo>
                  <a:lnTo>
                    <a:pt x="3127484" y="269135"/>
                  </a:lnTo>
                  <a:lnTo>
                    <a:pt x="3129573" y="265457"/>
                  </a:lnTo>
                  <a:lnTo>
                    <a:pt x="3131662" y="261893"/>
                  </a:lnTo>
                  <a:lnTo>
                    <a:pt x="3133751" y="258412"/>
                  </a:lnTo>
                  <a:lnTo>
                    <a:pt x="3135840" y="255017"/>
                  </a:lnTo>
                  <a:lnTo>
                    <a:pt x="3137929" y="251728"/>
                  </a:lnTo>
                  <a:lnTo>
                    <a:pt x="3140018" y="248573"/>
                  </a:lnTo>
                  <a:lnTo>
                    <a:pt x="3142107" y="245567"/>
                  </a:lnTo>
                  <a:lnTo>
                    <a:pt x="3144196" y="242697"/>
                  </a:lnTo>
                  <a:lnTo>
                    <a:pt x="3146285" y="239950"/>
                  </a:lnTo>
                  <a:lnTo>
                    <a:pt x="3148374" y="237269"/>
                  </a:lnTo>
                  <a:lnTo>
                    <a:pt x="3150463" y="234640"/>
                  </a:lnTo>
                  <a:lnTo>
                    <a:pt x="3152552" y="232044"/>
                  </a:lnTo>
                  <a:lnTo>
                    <a:pt x="3154641" y="229459"/>
                  </a:lnTo>
                  <a:lnTo>
                    <a:pt x="3156730" y="226910"/>
                  </a:lnTo>
                  <a:lnTo>
                    <a:pt x="3158819" y="224417"/>
                  </a:lnTo>
                  <a:lnTo>
                    <a:pt x="3160908" y="222011"/>
                  </a:lnTo>
                  <a:lnTo>
                    <a:pt x="3162997" y="219710"/>
                  </a:lnTo>
                  <a:lnTo>
                    <a:pt x="3165086" y="217520"/>
                  </a:lnTo>
                  <a:lnTo>
                    <a:pt x="3167175" y="215415"/>
                  </a:lnTo>
                  <a:lnTo>
                    <a:pt x="3169264" y="213351"/>
                  </a:lnTo>
                  <a:lnTo>
                    <a:pt x="3171353" y="211266"/>
                  </a:lnTo>
                  <a:lnTo>
                    <a:pt x="3173442" y="209139"/>
                  </a:lnTo>
                  <a:lnTo>
                    <a:pt x="3175532" y="206963"/>
                  </a:lnTo>
                  <a:lnTo>
                    <a:pt x="3177621" y="204751"/>
                  </a:lnTo>
                  <a:lnTo>
                    <a:pt x="3179710" y="202527"/>
                  </a:lnTo>
                  <a:lnTo>
                    <a:pt x="3181799" y="200297"/>
                  </a:lnTo>
                  <a:lnTo>
                    <a:pt x="3183888" y="198084"/>
                  </a:lnTo>
                  <a:lnTo>
                    <a:pt x="3185977" y="195916"/>
                  </a:lnTo>
                  <a:lnTo>
                    <a:pt x="3188066" y="193824"/>
                  </a:lnTo>
                  <a:lnTo>
                    <a:pt x="3190155" y="191849"/>
                  </a:lnTo>
                  <a:lnTo>
                    <a:pt x="3192244" y="190025"/>
                  </a:lnTo>
                  <a:lnTo>
                    <a:pt x="3194333" y="188389"/>
                  </a:lnTo>
                  <a:lnTo>
                    <a:pt x="3196422" y="186985"/>
                  </a:lnTo>
                  <a:lnTo>
                    <a:pt x="3198511" y="185806"/>
                  </a:lnTo>
                  <a:lnTo>
                    <a:pt x="3200600" y="184868"/>
                  </a:lnTo>
                  <a:lnTo>
                    <a:pt x="3202689" y="184199"/>
                  </a:lnTo>
                  <a:lnTo>
                    <a:pt x="3204778" y="183834"/>
                  </a:lnTo>
                  <a:lnTo>
                    <a:pt x="3206867" y="183789"/>
                  </a:lnTo>
                  <a:lnTo>
                    <a:pt x="3208956" y="184014"/>
                  </a:lnTo>
                  <a:lnTo>
                    <a:pt x="3211045" y="184459"/>
                  </a:lnTo>
                  <a:lnTo>
                    <a:pt x="3213134" y="185142"/>
                  </a:lnTo>
                  <a:lnTo>
                    <a:pt x="3215223" y="186069"/>
                  </a:lnTo>
                  <a:lnTo>
                    <a:pt x="3217312" y="187207"/>
                  </a:lnTo>
                  <a:lnTo>
                    <a:pt x="3219401" y="188539"/>
                  </a:lnTo>
                  <a:lnTo>
                    <a:pt x="3221490" y="190022"/>
                  </a:lnTo>
                  <a:lnTo>
                    <a:pt x="3223579" y="191621"/>
                  </a:lnTo>
                  <a:lnTo>
                    <a:pt x="3225668" y="193322"/>
                  </a:lnTo>
                  <a:lnTo>
                    <a:pt x="3227757" y="195105"/>
                  </a:lnTo>
                  <a:lnTo>
                    <a:pt x="3229846" y="196947"/>
                  </a:lnTo>
                  <a:lnTo>
                    <a:pt x="3231935" y="198831"/>
                  </a:lnTo>
                  <a:lnTo>
                    <a:pt x="3234025" y="200777"/>
                  </a:lnTo>
                  <a:lnTo>
                    <a:pt x="3236114" y="202751"/>
                  </a:lnTo>
                  <a:lnTo>
                    <a:pt x="3238203" y="204754"/>
                  </a:lnTo>
                  <a:lnTo>
                    <a:pt x="3240292" y="206803"/>
                  </a:lnTo>
                  <a:lnTo>
                    <a:pt x="3242381" y="208881"/>
                  </a:lnTo>
                  <a:lnTo>
                    <a:pt x="3244470" y="210936"/>
                  </a:lnTo>
                  <a:lnTo>
                    <a:pt x="3246559" y="212944"/>
                  </a:lnTo>
                  <a:lnTo>
                    <a:pt x="3248648" y="214892"/>
                  </a:lnTo>
                  <a:lnTo>
                    <a:pt x="3250737" y="216768"/>
                  </a:lnTo>
                  <a:lnTo>
                    <a:pt x="3252826" y="218554"/>
                  </a:lnTo>
                  <a:lnTo>
                    <a:pt x="3254915" y="220254"/>
                  </a:lnTo>
                  <a:lnTo>
                    <a:pt x="3257004" y="221876"/>
                  </a:lnTo>
                  <a:lnTo>
                    <a:pt x="3259093" y="223450"/>
                  </a:lnTo>
                  <a:lnTo>
                    <a:pt x="3261182" y="224962"/>
                  </a:lnTo>
                  <a:lnTo>
                    <a:pt x="3263271" y="226383"/>
                  </a:lnTo>
                  <a:lnTo>
                    <a:pt x="3265360" y="227697"/>
                  </a:lnTo>
                  <a:lnTo>
                    <a:pt x="3267449" y="228887"/>
                  </a:lnTo>
                  <a:lnTo>
                    <a:pt x="3269538" y="229938"/>
                  </a:lnTo>
                  <a:lnTo>
                    <a:pt x="3271627" y="230869"/>
                  </a:lnTo>
                  <a:lnTo>
                    <a:pt x="3273716" y="231692"/>
                  </a:lnTo>
                  <a:lnTo>
                    <a:pt x="3275805" y="232428"/>
                  </a:lnTo>
                  <a:lnTo>
                    <a:pt x="3277894" y="233082"/>
                  </a:lnTo>
                  <a:lnTo>
                    <a:pt x="3279983" y="233623"/>
                  </a:lnTo>
                  <a:lnTo>
                    <a:pt x="3282072" y="234014"/>
                  </a:lnTo>
                  <a:lnTo>
                    <a:pt x="3284161" y="234221"/>
                  </a:lnTo>
                  <a:lnTo>
                    <a:pt x="3286250" y="234235"/>
                  </a:lnTo>
                  <a:lnTo>
                    <a:pt x="3288339" y="234040"/>
                  </a:lnTo>
                  <a:lnTo>
                    <a:pt x="3290429" y="233581"/>
                  </a:lnTo>
                  <a:lnTo>
                    <a:pt x="3292518" y="232820"/>
                  </a:lnTo>
                  <a:lnTo>
                    <a:pt x="3294607" y="231674"/>
                  </a:lnTo>
                  <a:lnTo>
                    <a:pt x="3296696" y="230067"/>
                  </a:lnTo>
                  <a:lnTo>
                    <a:pt x="3298785" y="227939"/>
                  </a:lnTo>
                  <a:lnTo>
                    <a:pt x="3300874" y="225269"/>
                  </a:lnTo>
                  <a:lnTo>
                    <a:pt x="3302963" y="222042"/>
                  </a:lnTo>
                  <a:lnTo>
                    <a:pt x="3305052" y="218281"/>
                  </a:lnTo>
                  <a:lnTo>
                    <a:pt x="3307141" y="214031"/>
                  </a:lnTo>
                  <a:lnTo>
                    <a:pt x="3309230" y="209294"/>
                  </a:lnTo>
                  <a:lnTo>
                    <a:pt x="3311319" y="204074"/>
                  </a:lnTo>
                  <a:lnTo>
                    <a:pt x="3313408" y="198459"/>
                  </a:lnTo>
                  <a:lnTo>
                    <a:pt x="3315497" y="192538"/>
                  </a:lnTo>
                  <a:lnTo>
                    <a:pt x="3317586" y="186365"/>
                  </a:lnTo>
                  <a:lnTo>
                    <a:pt x="3319675" y="179956"/>
                  </a:lnTo>
                  <a:lnTo>
                    <a:pt x="3321764" y="173385"/>
                  </a:lnTo>
                  <a:lnTo>
                    <a:pt x="3323853" y="166693"/>
                  </a:lnTo>
                  <a:lnTo>
                    <a:pt x="3325942" y="159928"/>
                  </a:lnTo>
                  <a:lnTo>
                    <a:pt x="3328031" y="153159"/>
                  </a:lnTo>
                  <a:lnTo>
                    <a:pt x="3330120" y="146408"/>
                  </a:lnTo>
                  <a:lnTo>
                    <a:pt x="3332209" y="139677"/>
                  </a:lnTo>
                  <a:lnTo>
                    <a:pt x="3334298" y="132998"/>
                  </a:lnTo>
                  <a:lnTo>
                    <a:pt x="3336387" y="126392"/>
                  </a:lnTo>
                  <a:lnTo>
                    <a:pt x="3338476" y="119851"/>
                  </a:lnTo>
                  <a:lnTo>
                    <a:pt x="3340565" y="113395"/>
                  </a:lnTo>
                  <a:lnTo>
                    <a:pt x="3342654" y="107059"/>
                  </a:lnTo>
                  <a:lnTo>
                    <a:pt x="3344743" y="100829"/>
                  </a:lnTo>
                  <a:lnTo>
                    <a:pt x="3346832" y="94700"/>
                  </a:lnTo>
                  <a:lnTo>
                    <a:pt x="3348922" y="88698"/>
                  </a:lnTo>
                  <a:lnTo>
                    <a:pt x="3351011" y="82862"/>
                  </a:lnTo>
                  <a:lnTo>
                    <a:pt x="3353100" y="77188"/>
                  </a:lnTo>
                  <a:lnTo>
                    <a:pt x="3355189" y="71655"/>
                  </a:lnTo>
                  <a:lnTo>
                    <a:pt x="3357278" y="66280"/>
                  </a:lnTo>
                  <a:lnTo>
                    <a:pt x="3359367" y="61056"/>
                  </a:lnTo>
                  <a:lnTo>
                    <a:pt x="3361456" y="55980"/>
                  </a:lnTo>
                  <a:lnTo>
                    <a:pt x="3363545" y="51057"/>
                  </a:lnTo>
                  <a:lnTo>
                    <a:pt x="3365634" y="46279"/>
                  </a:lnTo>
                  <a:lnTo>
                    <a:pt x="3367723" y="41679"/>
                  </a:lnTo>
                  <a:lnTo>
                    <a:pt x="3369812" y="37255"/>
                  </a:lnTo>
                  <a:lnTo>
                    <a:pt x="3371901" y="33033"/>
                  </a:lnTo>
                  <a:lnTo>
                    <a:pt x="3373990" y="29018"/>
                  </a:lnTo>
                  <a:lnTo>
                    <a:pt x="3376079" y="25203"/>
                  </a:lnTo>
                  <a:lnTo>
                    <a:pt x="3378168" y="21605"/>
                  </a:lnTo>
                  <a:lnTo>
                    <a:pt x="3380257" y="18225"/>
                  </a:lnTo>
                  <a:lnTo>
                    <a:pt x="3382346" y="15062"/>
                  </a:lnTo>
                  <a:lnTo>
                    <a:pt x="3384435" y="12138"/>
                  </a:lnTo>
                  <a:lnTo>
                    <a:pt x="3386524" y="9490"/>
                  </a:lnTo>
                  <a:lnTo>
                    <a:pt x="3388613" y="7142"/>
                  </a:lnTo>
                  <a:lnTo>
                    <a:pt x="3390702" y="5104"/>
                  </a:lnTo>
                  <a:lnTo>
                    <a:pt x="3392791" y="3381"/>
                  </a:lnTo>
                  <a:lnTo>
                    <a:pt x="3394880" y="1980"/>
                  </a:lnTo>
                  <a:lnTo>
                    <a:pt x="3396969" y="936"/>
                  </a:lnTo>
                  <a:lnTo>
                    <a:pt x="3399058" y="259"/>
                  </a:lnTo>
                  <a:lnTo>
                    <a:pt x="3401147" y="0"/>
                  </a:lnTo>
                  <a:lnTo>
                    <a:pt x="3403236" y="205"/>
                  </a:lnTo>
                  <a:lnTo>
                    <a:pt x="3405326" y="874"/>
                  </a:lnTo>
                  <a:lnTo>
                    <a:pt x="3407415" y="2053"/>
                  </a:lnTo>
                  <a:lnTo>
                    <a:pt x="3409504" y="3719"/>
                  </a:lnTo>
                  <a:lnTo>
                    <a:pt x="3411593" y="5841"/>
                  </a:lnTo>
                  <a:lnTo>
                    <a:pt x="3413682" y="8354"/>
                  </a:lnTo>
                  <a:lnTo>
                    <a:pt x="3415771" y="11247"/>
                  </a:lnTo>
                  <a:lnTo>
                    <a:pt x="3417860" y="14509"/>
                  </a:lnTo>
                  <a:lnTo>
                    <a:pt x="3419949" y="18090"/>
                  </a:lnTo>
                  <a:lnTo>
                    <a:pt x="3422038" y="21972"/>
                  </a:lnTo>
                  <a:lnTo>
                    <a:pt x="3424127" y="26153"/>
                  </a:lnTo>
                  <a:lnTo>
                    <a:pt x="3426216" y="30611"/>
                  </a:lnTo>
                  <a:lnTo>
                    <a:pt x="3428305" y="35322"/>
                  </a:lnTo>
                  <a:lnTo>
                    <a:pt x="3430394" y="40238"/>
                  </a:lnTo>
                  <a:lnTo>
                    <a:pt x="3432483" y="45281"/>
                  </a:lnTo>
                  <a:lnTo>
                    <a:pt x="3434572" y="50412"/>
                  </a:lnTo>
                  <a:lnTo>
                    <a:pt x="3436661" y="55642"/>
                  </a:lnTo>
                  <a:lnTo>
                    <a:pt x="3438750" y="60951"/>
                  </a:lnTo>
                  <a:lnTo>
                    <a:pt x="3440839" y="66323"/>
                  </a:lnTo>
                  <a:lnTo>
                    <a:pt x="3442928" y="71740"/>
                  </a:lnTo>
                  <a:lnTo>
                    <a:pt x="3445017" y="77253"/>
                  </a:lnTo>
                  <a:lnTo>
                    <a:pt x="3447106" y="82843"/>
                  </a:lnTo>
                  <a:lnTo>
                    <a:pt x="3449195" y="88485"/>
                  </a:lnTo>
                  <a:lnTo>
                    <a:pt x="3451284" y="94233"/>
                  </a:lnTo>
                  <a:lnTo>
                    <a:pt x="3453373" y="100064"/>
                  </a:lnTo>
                  <a:lnTo>
                    <a:pt x="3455462" y="105930"/>
                  </a:lnTo>
                  <a:lnTo>
                    <a:pt x="3457551" y="111796"/>
                  </a:lnTo>
                  <a:lnTo>
                    <a:pt x="3459640" y="117668"/>
                  </a:lnTo>
                  <a:lnTo>
                    <a:pt x="3461729" y="123540"/>
                  </a:lnTo>
                  <a:lnTo>
                    <a:pt x="3463819" y="129413"/>
                  </a:lnTo>
                  <a:lnTo>
                    <a:pt x="3465908" y="135320"/>
                  </a:lnTo>
                  <a:lnTo>
                    <a:pt x="3467997" y="141249"/>
                  </a:lnTo>
                  <a:lnTo>
                    <a:pt x="3470086" y="147212"/>
                  </a:lnTo>
                  <a:lnTo>
                    <a:pt x="3472175" y="153185"/>
                  </a:lnTo>
                  <a:lnTo>
                    <a:pt x="3474264" y="159173"/>
                  </a:lnTo>
                  <a:lnTo>
                    <a:pt x="3476353" y="165146"/>
                  </a:lnTo>
                  <a:lnTo>
                    <a:pt x="3478442" y="171105"/>
                  </a:lnTo>
                  <a:lnTo>
                    <a:pt x="3480531" y="177039"/>
                  </a:lnTo>
                  <a:lnTo>
                    <a:pt x="3482620" y="182912"/>
                  </a:lnTo>
                  <a:lnTo>
                    <a:pt x="3484709" y="188710"/>
                  </a:lnTo>
                  <a:lnTo>
                    <a:pt x="3486798" y="194446"/>
                  </a:lnTo>
                  <a:lnTo>
                    <a:pt x="3488887" y="200135"/>
                  </a:lnTo>
                  <a:lnTo>
                    <a:pt x="3490976" y="205797"/>
                  </a:lnTo>
                  <a:lnTo>
                    <a:pt x="3493065" y="211434"/>
                  </a:lnTo>
                  <a:lnTo>
                    <a:pt x="3495154" y="217024"/>
                  </a:lnTo>
                  <a:lnTo>
                    <a:pt x="3497243" y="222540"/>
                  </a:lnTo>
                  <a:lnTo>
                    <a:pt x="3499332" y="227977"/>
                  </a:lnTo>
                  <a:lnTo>
                    <a:pt x="3501421" y="233312"/>
                  </a:lnTo>
                  <a:lnTo>
                    <a:pt x="3503510" y="238559"/>
                  </a:lnTo>
                  <a:lnTo>
                    <a:pt x="3505599" y="243727"/>
                  </a:lnTo>
                  <a:lnTo>
                    <a:pt x="3507688" y="248811"/>
                  </a:lnTo>
                  <a:lnTo>
                    <a:pt x="3509777" y="253799"/>
                  </a:lnTo>
                  <a:lnTo>
                    <a:pt x="3511866" y="258718"/>
                  </a:lnTo>
                  <a:lnTo>
                    <a:pt x="3513955" y="263526"/>
                  </a:lnTo>
                  <a:lnTo>
                    <a:pt x="3516044" y="268200"/>
                  </a:lnTo>
                  <a:lnTo>
                    <a:pt x="3518133" y="272773"/>
                  </a:lnTo>
                  <a:lnTo>
                    <a:pt x="3520223" y="277280"/>
                  </a:lnTo>
                  <a:lnTo>
                    <a:pt x="3522312" y="281675"/>
                  </a:lnTo>
                  <a:lnTo>
                    <a:pt x="3524401" y="285972"/>
                  </a:lnTo>
                  <a:lnTo>
                    <a:pt x="3526490" y="290132"/>
                  </a:lnTo>
                  <a:lnTo>
                    <a:pt x="3528579" y="294124"/>
                  </a:lnTo>
                  <a:lnTo>
                    <a:pt x="3530668" y="297937"/>
                  </a:lnTo>
                  <a:lnTo>
                    <a:pt x="3532757" y="301513"/>
                  </a:lnTo>
                  <a:lnTo>
                    <a:pt x="3534846" y="304842"/>
                  </a:lnTo>
                  <a:lnTo>
                    <a:pt x="3536935" y="307960"/>
                  </a:lnTo>
                  <a:lnTo>
                    <a:pt x="3539024" y="310909"/>
                  </a:lnTo>
                  <a:lnTo>
                    <a:pt x="3541113" y="313709"/>
                  </a:lnTo>
                  <a:lnTo>
                    <a:pt x="3543202" y="316338"/>
                  </a:lnTo>
                  <a:lnTo>
                    <a:pt x="3545291" y="318825"/>
                  </a:lnTo>
                  <a:lnTo>
                    <a:pt x="3547380" y="321163"/>
                  </a:lnTo>
                  <a:lnTo>
                    <a:pt x="3549469" y="323327"/>
                  </a:lnTo>
                  <a:lnTo>
                    <a:pt x="3551558" y="325265"/>
                  </a:lnTo>
                  <a:lnTo>
                    <a:pt x="3553647" y="327018"/>
                  </a:lnTo>
                  <a:lnTo>
                    <a:pt x="3555736" y="328544"/>
                  </a:lnTo>
                  <a:lnTo>
                    <a:pt x="3557825" y="329823"/>
                  </a:lnTo>
                  <a:lnTo>
                    <a:pt x="3559914" y="330899"/>
                  </a:lnTo>
                  <a:lnTo>
                    <a:pt x="3562003" y="331828"/>
                  </a:lnTo>
                  <a:lnTo>
                    <a:pt x="3564092" y="332661"/>
                  </a:lnTo>
                  <a:lnTo>
                    <a:pt x="3566181" y="333413"/>
                  </a:lnTo>
                  <a:lnTo>
                    <a:pt x="3568270" y="334106"/>
                  </a:lnTo>
                  <a:lnTo>
                    <a:pt x="3570359" y="334710"/>
                  </a:lnTo>
                  <a:lnTo>
                    <a:pt x="3572448" y="335221"/>
                  </a:lnTo>
                  <a:lnTo>
                    <a:pt x="3574537" y="335631"/>
                  </a:lnTo>
                  <a:lnTo>
                    <a:pt x="3576626" y="335937"/>
                  </a:lnTo>
                  <a:lnTo>
                    <a:pt x="3578716" y="336154"/>
                  </a:lnTo>
                  <a:lnTo>
                    <a:pt x="3580805" y="336288"/>
                  </a:lnTo>
                  <a:lnTo>
                    <a:pt x="3582894" y="336358"/>
                  </a:lnTo>
                  <a:lnTo>
                    <a:pt x="3584983" y="336365"/>
                  </a:lnTo>
                  <a:lnTo>
                    <a:pt x="3587072" y="336366"/>
                  </a:lnTo>
                  <a:lnTo>
                    <a:pt x="3589161" y="336420"/>
                  </a:lnTo>
                  <a:lnTo>
                    <a:pt x="3591250" y="336539"/>
                  </a:lnTo>
                  <a:lnTo>
                    <a:pt x="3593339" y="336680"/>
                  </a:lnTo>
                  <a:lnTo>
                    <a:pt x="3595428" y="336792"/>
                  </a:lnTo>
                  <a:lnTo>
                    <a:pt x="3597517" y="336829"/>
                  </a:lnTo>
                  <a:lnTo>
                    <a:pt x="3599606" y="336794"/>
                  </a:lnTo>
                  <a:lnTo>
                    <a:pt x="3601695" y="336690"/>
                  </a:lnTo>
                  <a:lnTo>
                    <a:pt x="3603784" y="336547"/>
                  </a:lnTo>
                  <a:lnTo>
                    <a:pt x="3605873" y="336363"/>
                  </a:lnTo>
                  <a:lnTo>
                    <a:pt x="3607962" y="336142"/>
                  </a:lnTo>
                  <a:lnTo>
                    <a:pt x="3610051" y="335853"/>
                  </a:lnTo>
                  <a:lnTo>
                    <a:pt x="3612140" y="335485"/>
                  </a:lnTo>
                  <a:lnTo>
                    <a:pt x="3614229" y="335040"/>
                  </a:lnTo>
                  <a:lnTo>
                    <a:pt x="3616318" y="334487"/>
                  </a:lnTo>
                  <a:lnTo>
                    <a:pt x="3618407" y="333849"/>
                  </a:lnTo>
                  <a:lnTo>
                    <a:pt x="3620496" y="333143"/>
                  </a:lnTo>
                  <a:lnTo>
                    <a:pt x="3622585" y="332399"/>
                  </a:lnTo>
                  <a:lnTo>
                    <a:pt x="3624674" y="331598"/>
                  </a:lnTo>
                  <a:lnTo>
                    <a:pt x="3626763" y="330770"/>
                  </a:lnTo>
                  <a:lnTo>
                    <a:pt x="3628852" y="329931"/>
                  </a:lnTo>
                  <a:lnTo>
                    <a:pt x="3630941" y="329079"/>
                  </a:lnTo>
                  <a:lnTo>
                    <a:pt x="3633030" y="328251"/>
                  </a:lnTo>
                  <a:lnTo>
                    <a:pt x="3635120" y="327450"/>
                  </a:lnTo>
                  <a:lnTo>
                    <a:pt x="3637209" y="326708"/>
                  </a:lnTo>
                  <a:lnTo>
                    <a:pt x="3639298" y="326082"/>
                  </a:lnTo>
                  <a:lnTo>
                    <a:pt x="3641387" y="325563"/>
                  </a:lnTo>
                  <a:lnTo>
                    <a:pt x="3643476" y="325128"/>
                  </a:lnTo>
                  <a:lnTo>
                    <a:pt x="3645565" y="324749"/>
                  </a:lnTo>
                  <a:lnTo>
                    <a:pt x="3647654" y="324409"/>
                  </a:lnTo>
                  <a:lnTo>
                    <a:pt x="3649743" y="324076"/>
                  </a:lnTo>
                  <a:lnTo>
                    <a:pt x="3651832" y="323761"/>
                  </a:lnTo>
                  <a:lnTo>
                    <a:pt x="3653921" y="323488"/>
                  </a:lnTo>
                  <a:lnTo>
                    <a:pt x="3656010" y="323330"/>
                  </a:lnTo>
                  <a:lnTo>
                    <a:pt x="3658099" y="323306"/>
                  </a:lnTo>
                  <a:lnTo>
                    <a:pt x="3660188" y="323403"/>
                  </a:lnTo>
                  <a:lnTo>
                    <a:pt x="3662277" y="323687"/>
                  </a:lnTo>
                  <a:lnTo>
                    <a:pt x="3664366" y="324129"/>
                  </a:lnTo>
                  <a:lnTo>
                    <a:pt x="3666455" y="324707"/>
                  </a:lnTo>
                  <a:lnTo>
                    <a:pt x="3668544" y="325362"/>
                  </a:lnTo>
                  <a:lnTo>
                    <a:pt x="3670633" y="326076"/>
                  </a:lnTo>
                  <a:lnTo>
                    <a:pt x="3672722" y="326835"/>
                  </a:lnTo>
                  <a:lnTo>
                    <a:pt x="3674811" y="327667"/>
                  </a:lnTo>
                  <a:lnTo>
                    <a:pt x="3676900" y="328597"/>
                  </a:lnTo>
                  <a:lnTo>
                    <a:pt x="3678989" y="329600"/>
                  </a:lnTo>
                  <a:lnTo>
                    <a:pt x="3681078" y="330685"/>
                  </a:lnTo>
                  <a:lnTo>
                    <a:pt x="3683167" y="331835"/>
                  </a:lnTo>
                  <a:lnTo>
                    <a:pt x="3685256" y="333035"/>
                  </a:lnTo>
                  <a:lnTo>
                    <a:pt x="3687345" y="334258"/>
                  </a:lnTo>
                  <a:lnTo>
                    <a:pt x="3689434" y="335490"/>
                  </a:lnTo>
                  <a:lnTo>
                    <a:pt x="3691523" y="336667"/>
                  </a:lnTo>
                  <a:lnTo>
                    <a:pt x="3693613" y="337711"/>
                  </a:lnTo>
                  <a:lnTo>
                    <a:pt x="3695702" y="338592"/>
                  </a:lnTo>
                  <a:lnTo>
                    <a:pt x="3697791" y="339326"/>
                  </a:lnTo>
                  <a:lnTo>
                    <a:pt x="3699880" y="339968"/>
                  </a:lnTo>
                  <a:lnTo>
                    <a:pt x="3701969" y="340562"/>
                  </a:lnTo>
                  <a:lnTo>
                    <a:pt x="3704058" y="341124"/>
                  </a:lnTo>
                  <a:lnTo>
                    <a:pt x="3706147" y="341644"/>
                  </a:lnTo>
                  <a:lnTo>
                    <a:pt x="3708236" y="342121"/>
                  </a:lnTo>
                  <a:lnTo>
                    <a:pt x="3710325" y="342543"/>
                  </a:lnTo>
                  <a:lnTo>
                    <a:pt x="3712414" y="342922"/>
                  </a:lnTo>
                  <a:lnTo>
                    <a:pt x="3714503" y="343274"/>
                  </a:lnTo>
                  <a:lnTo>
                    <a:pt x="3716592" y="343612"/>
                  </a:lnTo>
                  <a:lnTo>
                    <a:pt x="3718681" y="343926"/>
                  </a:lnTo>
                  <a:lnTo>
                    <a:pt x="3720770" y="344216"/>
                  </a:lnTo>
                  <a:lnTo>
                    <a:pt x="3722859" y="344516"/>
                  </a:lnTo>
                  <a:lnTo>
                    <a:pt x="3724948" y="344814"/>
                  </a:lnTo>
                  <a:lnTo>
                    <a:pt x="3727037" y="345102"/>
                  </a:lnTo>
                  <a:lnTo>
                    <a:pt x="3729126" y="345396"/>
                  </a:lnTo>
                  <a:lnTo>
                    <a:pt x="3731215" y="345666"/>
                  </a:lnTo>
                  <a:lnTo>
                    <a:pt x="3733304" y="345876"/>
                  </a:lnTo>
                  <a:lnTo>
                    <a:pt x="3735393" y="346046"/>
                  </a:lnTo>
                  <a:lnTo>
                    <a:pt x="3737482" y="346161"/>
                  </a:lnTo>
                  <a:lnTo>
                    <a:pt x="3739571" y="346199"/>
                  </a:lnTo>
                  <a:lnTo>
                    <a:pt x="3741660" y="346176"/>
                  </a:lnTo>
                  <a:lnTo>
                    <a:pt x="3743749" y="346076"/>
                  </a:lnTo>
                  <a:lnTo>
                    <a:pt x="3745838" y="345902"/>
                  </a:lnTo>
                  <a:lnTo>
                    <a:pt x="3747927" y="345646"/>
                  </a:lnTo>
                  <a:lnTo>
                    <a:pt x="3750017" y="345327"/>
                  </a:lnTo>
                  <a:lnTo>
                    <a:pt x="3752106" y="344988"/>
                  </a:lnTo>
                  <a:lnTo>
                    <a:pt x="3754195" y="344668"/>
                  </a:lnTo>
                  <a:lnTo>
                    <a:pt x="3756284" y="344404"/>
                  </a:lnTo>
                  <a:lnTo>
                    <a:pt x="3758373" y="344140"/>
                  </a:lnTo>
                  <a:lnTo>
                    <a:pt x="3760462" y="343815"/>
                  </a:lnTo>
                  <a:lnTo>
                    <a:pt x="3762551" y="343343"/>
                  </a:lnTo>
                  <a:lnTo>
                    <a:pt x="3764640" y="342717"/>
                  </a:lnTo>
                  <a:lnTo>
                    <a:pt x="3766729" y="341893"/>
                  </a:lnTo>
                  <a:lnTo>
                    <a:pt x="3768818" y="340883"/>
                  </a:lnTo>
                  <a:lnTo>
                    <a:pt x="3770907" y="339709"/>
                  </a:lnTo>
                  <a:lnTo>
                    <a:pt x="3772996" y="338396"/>
                  </a:lnTo>
                  <a:lnTo>
                    <a:pt x="3775085" y="336953"/>
                  </a:lnTo>
                  <a:lnTo>
                    <a:pt x="3777174" y="335391"/>
                  </a:lnTo>
                  <a:lnTo>
                    <a:pt x="3779263" y="333681"/>
                  </a:lnTo>
                  <a:lnTo>
                    <a:pt x="3781352" y="331797"/>
                  </a:lnTo>
                  <a:lnTo>
                    <a:pt x="3783441" y="329762"/>
                  </a:lnTo>
                  <a:lnTo>
                    <a:pt x="3785530" y="327593"/>
                  </a:lnTo>
                  <a:lnTo>
                    <a:pt x="3787619" y="325293"/>
                  </a:lnTo>
                  <a:lnTo>
                    <a:pt x="3789708" y="322879"/>
                  </a:lnTo>
                  <a:lnTo>
                    <a:pt x="3791797" y="320376"/>
                  </a:lnTo>
                  <a:lnTo>
                    <a:pt x="3793886" y="317828"/>
                  </a:lnTo>
                  <a:lnTo>
                    <a:pt x="3795975" y="315305"/>
                  </a:lnTo>
                  <a:lnTo>
                    <a:pt x="3798064" y="312885"/>
                  </a:lnTo>
                  <a:lnTo>
                    <a:pt x="3800153" y="310599"/>
                  </a:lnTo>
                  <a:lnTo>
                    <a:pt x="3802242" y="308447"/>
                  </a:lnTo>
                  <a:lnTo>
                    <a:pt x="3804331" y="306414"/>
                  </a:lnTo>
                  <a:lnTo>
                    <a:pt x="3806420" y="304501"/>
                  </a:lnTo>
                  <a:lnTo>
                    <a:pt x="3808510" y="302704"/>
                  </a:lnTo>
                  <a:lnTo>
                    <a:pt x="3810599" y="301074"/>
                  </a:lnTo>
                  <a:lnTo>
                    <a:pt x="3812688" y="299634"/>
                  </a:lnTo>
                  <a:lnTo>
                    <a:pt x="3814777" y="298409"/>
                  </a:lnTo>
                  <a:lnTo>
                    <a:pt x="3816866" y="297393"/>
                  </a:lnTo>
                  <a:lnTo>
                    <a:pt x="3818955" y="296601"/>
                  </a:lnTo>
                  <a:lnTo>
                    <a:pt x="3821044" y="296036"/>
                  </a:lnTo>
                  <a:lnTo>
                    <a:pt x="3823133" y="295698"/>
                  </a:lnTo>
                  <a:lnTo>
                    <a:pt x="3825222" y="295593"/>
                  </a:lnTo>
                  <a:lnTo>
                    <a:pt x="3827311" y="295702"/>
                  </a:lnTo>
                  <a:lnTo>
                    <a:pt x="3829400" y="296000"/>
                  </a:lnTo>
                  <a:lnTo>
                    <a:pt x="3831489" y="296471"/>
                  </a:lnTo>
                  <a:lnTo>
                    <a:pt x="3833578" y="297078"/>
                  </a:lnTo>
                  <a:lnTo>
                    <a:pt x="3835667" y="297822"/>
                  </a:lnTo>
                  <a:lnTo>
                    <a:pt x="3837756" y="298697"/>
                  </a:lnTo>
                  <a:lnTo>
                    <a:pt x="3839845" y="299695"/>
                  </a:lnTo>
                  <a:lnTo>
                    <a:pt x="3841934" y="300780"/>
                  </a:lnTo>
                  <a:lnTo>
                    <a:pt x="3844023" y="301938"/>
                  </a:lnTo>
                  <a:lnTo>
                    <a:pt x="3846112" y="303153"/>
                  </a:lnTo>
                  <a:lnTo>
                    <a:pt x="3848201" y="304408"/>
                  </a:lnTo>
                  <a:lnTo>
                    <a:pt x="3850290" y="305688"/>
                  </a:lnTo>
                  <a:lnTo>
                    <a:pt x="3852379" y="307003"/>
                  </a:lnTo>
                  <a:lnTo>
                    <a:pt x="3854468" y="308376"/>
                  </a:lnTo>
                  <a:lnTo>
                    <a:pt x="3856557" y="309789"/>
                  </a:lnTo>
                  <a:lnTo>
                    <a:pt x="3858646" y="311207"/>
                  </a:lnTo>
                  <a:lnTo>
                    <a:pt x="3860735" y="312567"/>
                  </a:lnTo>
                  <a:lnTo>
                    <a:pt x="3862824" y="313862"/>
                  </a:lnTo>
                  <a:lnTo>
                    <a:pt x="3864913" y="315151"/>
                  </a:lnTo>
                  <a:lnTo>
                    <a:pt x="3867003" y="316487"/>
                  </a:lnTo>
                  <a:lnTo>
                    <a:pt x="3869092" y="317920"/>
                  </a:lnTo>
                  <a:lnTo>
                    <a:pt x="3871181" y="319472"/>
                  </a:lnTo>
                  <a:lnTo>
                    <a:pt x="3873270" y="321163"/>
                  </a:lnTo>
                  <a:lnTo>
                    <a:pt x="3875359" y="322970"/>
                  </a:lnTo>
                  <a:lnTo>
                    <a:pt x="3877448" y="324884"/>
                  </a:lnTo>
                  <a:lnTo>
                    <a:pt x="3879537" y="326876"/>
                  </a:lnTo>
                  <a:lnTo>
                    <a:pt x="3881626" y="328938"/>
                  </a:lnTo>
                  <a:lnTo>
                    <a:pt x="3883715" y="331078"/>
                  </a:lnTo>
                  <a:lnTo>
                    <a:pt x="3885804" y="333318"/>
                  </a:lnTo>
                  <a:lnTo>
                    <a:pt x="3887893" y="335661"/>
                  </a:lnTo>
                  <a:lnTo>
                    <a:pt x="3889982" y="338085"/>
                  </a:lnTo>
                  <a:lnTo>
                    <a:pt x="3892071" y="340624"/>
                  </a:lnTo>
                  <a:lnTo>
                    <a:pt x="3894160" y="343304"/>
                  </a:lnTo>
                  <a:lnTo>
                    <a:pt x="3896249" y="346104"/>
                  </a:lnTo>
                  <a:lnTo>
                    <a:pt x="3898338" y="348990"/>
                  </a:lnTo>
                  <a:lnTo>
                    <a:pt x="3900427" y="351898"/>
                  </a:lnTo>
                  <a:lnTo>
                    <a:pt x="3902516" y="354754"/>
                  </a:lnTo>
                  <a:lnTo>
                    <a:pt x="3904605" y="357514"/>
                  </a:lnTo>
                  <a:lnTo>
                    <a:pt x="3906694" y="360179"/>
                  </a:lnTo>
                  <a:lnTo>
                    <a:pt x="3908783" y="362735"/>
                  </a:lnTo>
                  <a:lnTo>
                    <a:pt x="3910872" y="365178"/>
                  </a:lnTo>
                  <a:lnTo>
                    <a:pt x="3912961" y="367490"/>
                  </a:lnTo>
                  <a:lnTo>
                    <a:pt x="3915050" y="369645"/>
                  </a:lnTo>
                  <a:lnTo>
                    <a:pt x="3917139" y="371602"/>
                  </a:lnTo>
                  <a:lnTo>
                    <a:pt x="3919228" y="373322"/>
                  </a:lnTo>
                  <a:lnTo>
                    <a:pt x="3921317" y="374778"/>
                  </a:lnTo>
                  <a:lnTo>
                    <a:pt x="3923407" y="375958"/>
                  </a:lnTo>
                  <a:lnTo>
                    <a:pt x="3925496" y="376846"/>
                  </a:lnTo>
                  <a:lnTo>
                    <a:pt x="3927585" y="377457"/>
                  </a:lnTo>
                  <a:lnTo>
                    <a:pt x="3929674" y="377821"/>
                  </a:lnTo>
                  <a:lnTo>
                    <a:pt x="3931763" y="377985"/>
                  </a:lnTo>
                  <a:lnTo>
                    <a:pt x="3933852" y="378026"/>
                  </a:lnTo>
                  <a:lnTo>
                    <a:pt x="3935941" y="378032"/>
                  </a:lnTo>
                  <a:lnTo>
                    <a:pt x="3938030" y="378076"/>
                  </a:lnTo>
                  <a:lnTo>
                    <a:pt x="3940119" y="378223"/>
                  </a:lnTo>
                  <a:lnTo>
                    <a:pt x="3942208" y="378476"/>
                  </a:lnTo>
                  <a:lnTo>
                    <a:pt x="3944297" y="378890"/>
                  </a:lnTo>
                  <a:lnTo>
                    <a:pt x="3946386" y="379501"/>
                  </a:lnTo>
                  <a:lnTo>
                    <a:pt x="3948475" y="380341"/>
                  </a:lnTo>
                  <a:lnTo>
                    <a:pt x="3950564" y="381455"/>
                  </a:lnTo>
                  <a:lnTo>
                    <a:pt x="3952653" y="382903"/>
                  </a:lnTo>
                  <a:lnTo>
                    <a:pt x="3954742" y="384717"/>
                  </a:lnTo>
                  <a:lnTo>
                    <a:pt x="3956831" y="386927"/>
                  </a:lnTo>
                  <a:lnTo>
                    <a:pt x="3958920" y="389493"/>
                  </a:lnTo>
                  <a:lnTo>
                    <a:pt x="3961009" y="392375"/>
                  </a:lnTo>
                  <a:lnTo>
                    <a:pt x="3963098" y="395532"/>
                  </a:lnTo>
                  <a:lnTo>
                    <a:pt x="3965187" y="398990"/>
                  </a:lnTo>
                  <a:lnTo>
                    <a:pt x="3967276" y="402783"/>
                  </a:lnTo>
                  <a:lnTo>
                    <a:pt x="3969365" y="406909"/>
                  </a:lnTo>
                  <a:lnTo>
                    <a:pt x="3971454" y="411352"/>
                  </a:lnTo>
                  <a:lnTo>
                    <a:pt x="3973543" y="416097"/>
                  </a:lnTo>
                  <a:lnTo>
                    <a:pt x="3975632" y="421134"/>
                  </a:lnTo>
                  <a:lnTo>
                    <a:pt x="3977721" y="426445"/>
                  </a:lnTo>
                  <a:lnTo>
                    <a:pt x="3979810" y="432044"/>
                  </a:lnTo>
                  <a:lnTo>
                    <a:pt x="3981900" y="437936"/>
                  </a:lnTo>
                  <a:lnTo>
                    <a:pt x="3983989" y="444104"/>
                  </a:lnTo>
                  <a:lnTo>
                    <a:pt x="3986078" y="450543"/>
                  </a:lnTo>
                  <a:lnTo>
                    <a:pt x="3988167" y="457266"/>
                  </a:lnTo>
                  <a:lnTo>
                    <a:pt x="3990256" y="464235"/>
                  </a:lnTo>
                  <a:lnTo>
                    <a:pt x="3992345" y="471455"/>
                  </a:lnTo>
                  <a:lnTo>
                    <a:pt x="3994434" y="478964"/>
                  </a:lnTo>
                  <a:lnTo>
                    <a:pt x="3996523" y="486744"/>
                  </a:lnTo>
                  <a:lnTo>
                    <a:pt x="3998612" y="494727"/>
                  </a:lnTo>
                  <a:lnTo>
                    <a:pt x="4000701" y="502872"/>
                  </a:lnTo>
                  <a:lnTo>
                    <a:pt x="4002790" y="511191"/>
                  </a:lnTo>
                  <a:lnTo>
                    <a:pt x="4004879" y="519714"/>
                  </a:lnTo>
                  <a:lnTo>
                    <a:pt x="4006968" y="528477"/>
                  </a:lnTo>
                  <a:lnTo>
                    <a:pt x="4009057" y="537525"/>
                  </a:lnTo>
                  <a:lnTo>
                    <a:pt x="4011146" y="546872"/>
                  </a:lnTo>
                  <a:lnTo>
                    <a:pt x="4013235" y="556486"/>
                  </a:lnTo>
                  <a:lnTo>
                    <a:pt x="4015324" y="566401"/>
                  </a:lnTo>
                  <a:lnTo>
                    <a:pt x="4017413" y="576631"/>
                  </a:lnTo>
                  <a:lnTo>
                    <a:pt x="4019502" y="587151"/>
                  </a:lnTo>
                  <a:lnTo>
                    <a:pt x="4021591" y="597953"/>
                  </a:lnTo>
                  <a:lnTo>
                    <a:pt x="4023680" y="609051"/>
                  </a:lnTo>
                  <a:lnTo>
                    <a:pt x="4025769" y="620442"/>
                  </a:lnTo>
                  <a:lnTo>
                    <a:pt x="4027858" y="632139"/>
                  </a:lnTo>
                  <a:lnTo>
                    <a:pt x="4029947" y="644160"/>
                  </a:lnTo>
                  <a:lnTo>
                    <a:pt x="4032036" y="656477"/>
                  </a:lnTo>
                  <a:lnTo>
                    <a:pt x="4034125" y="669052"/>
                  </a:lnTo>
                  <a:lnTo>
                    <a:pt x="4036214" y="681801"/>
                  </a:lnTo>
                  <a:lnTo>
                    <a:pt x="4038304" y="694644"/>
                  </a:lnTo>
                  <a:lnTo>
                    <a:pt x="4040393" y="707452"/>
                  </a:lnTo>
                  <a:lnTo>
                    <a:pt x="4042482" y="720094"/>
                  </a:lnTo>
                  <a:lnTo>
                    <a:pt x="4044571" y="732480"/>
                  </a:lnTo>
                  <a:lnTo>
                    <a:pt x="4046660" y="744561"/>
                  </a:lnTo>
                  <a:lnTo>
                    <a:pt x="4048749" y="756301"/>
                  </a:lnTo>
                  <a:lnTo>
                    <a:pt x="4050838" y="767670"/>
                  </a:lnTo>
                  <a:lnTo>
                    <a:pt x="4052927" y="778679"/>
                  </a:lnTo>
                  <a:lnTo>
                    <a:pt x="4055016" y="789313"/>
                  </a:lnTo>
                  <a:lnTo>
                    <a:pt x="4057105" y="799518"/>
                  </a:lnTo>
                  <a:lnTo>
                    <a:pt x="4059194" y="809225"/>
                  </a:lnTo>
                  <a:lnTo>
                    <a:pt x="4061283" y="818395"/>
                  </a:lnTo>
                  <a:lnTo>
                    <a:pt x="4063372" y="827020"/>
                  </a:lnTo>
                  <a:lnTo>
                    <a:pt x="4065461" y="835167"/>
                  </a:lnTo>
                  <a:lnTo>
                    <a:pt x="4067550" y="842948"/>
                  </a:lnTo>
                  <a:lnTo>
                    <a:pt x="4069639" y="850425"/>
                  </a:lnTo>
                  <a:lnTo>
                    <a:pt x="4071728" y="857614"/>
                  </a:lnTo>
                  <a:lnTo>
                    <a:pt x="4073817" y="864494"/>
                  </a:lnTo>
                  <a:lnTo>
                    <a:pt x="4075906" y="871112"/>
                  </a:lnTo>
                  <a:lnTo>
                    <a:pt x="4077995" y="877529"/>
                  </a:lnTo>
                  <a:lnTo>
                    <a:pt x="4080084" y="883756"/>
                  </a:lnTo>
                  <a:lnTo>
                    <a:pt x="4082173" y="889800"/>
                  </a:lnTo>
                  <a:lnTo>
                    <a:pt x="4084262" y="895645"/>
                  </a:lnTo>
                  <a:lnTo>
                    <a:pt x="4086351" y="901248"/>
                  </a:lnTo>
                  <a:lnTo>
                    <a:pt x="4088440" y="906646"/>
                  </a:lnTo>
                  <a:lnTo>
                    <a:pt x="4090529" y="911885"/>
                  </a:lnTo>
                  <a:lnTo>
                    <a:pt x="4092618" y="916986"/>
                  </a:lnTo>
                  <a:lnTo>
                    <a:pt x="4094707" y="922008"/>
                  </a:lnTo>
                  <a:lnTo>
                    <a:pt x="4096797" y="926960"/>
                  </a:lnTo>
                  <a:lnTo>
                    <a:pt x="4098886" y="931804"/>
                  </a:lnTo>
                  <a:lnTo>
                    <a:pt x="4100975" y="936496"/>
                  </a:lnTo>
                  <a:lnTo>
                    <a:pt x="4103064" y="941075"/>
                  </a:lnTo>
                  <a:lnTo>
                    <a:pt x="4105153" y="945619"/>
                  </a:lnTo>
                  <a:lnTo>
                    <a:pt x="4107242" y="950153"/>
                  </a:lnTo>
                  <a:lnTo>
                    <a:pt x="4109331" y="954679"/>
                  </a:lnTo>
                  <a:lnTo>
                    <a:pt x="4111420" y="959197"/>
                  </a:lnTo>
                  <a:lnTo>
                    <a:pt x="4113509" y="963702"/>
                  </a:lnTo>
                  <a:lnTo>
                    <a:pt x="4115598" y="968213"/>
                  </a:lnTo>
                  <a:lnTo>
                    <a:pt x="4117687" y="972803"/>
                  </a:lnTo>
                  <a:lnTo>
                    <a:pt x="4119776" y="977476"/>
                  </a:lnTo>
                  <a:lnTo>
                    <a:pt x="4121865" y="982196"/>
                  </a:lnTo>
                  <a:lnTo>
                    <a:pt x="4123954" y="986961"/>
                  </a:lnTo>
                  <a:lnTo>
                    <a:pt x="4126043" y="991811"/>
                  </a:lnTo>
                  <a:lnTo>
                    <a:pt x="4128132" y="996761"/>
                  </a:lnTo>
                  <a:lnTo>
                    <a:pt x="4130221" y="1001840"/>
                  </a:lnTo>
                  <a:lnTo>
                    <a:pt x="4132310" y="1007047"/>
                  </a:lnTo>
                  <a:lnTo>
                    <a:pt x="4134399" y="1012360"/>
                  </a:lnTo>
                  <a:lnTo>
                    <a:pt x="4136488" y="1017786"/>
                  </a:lnTo>
                  <a:lnTo>
                    <a:pt x="4138577" y="1023345"/>
                  </a:lnTo>
                  <a:lnTo>
                    <a:pt x="4140666" y="1029077"/>
                  </a:lnTo>
                  <a:lnTo>
                    <a:pt x="4142755" y="1034974"/>
                  </a:lnTo>
                  <a:lnTo>
                    <a:pt x="4144844" y="1041044"/>
                  </a:lnTo>
                  <a:lnTo>
                    <a:pt x="4146933" y="1047357"/>
                  </a:lnTo>
                  <a:lnTo>
                    <a:pt x="4149022" y="1053947"/>
                  </a:lnTo>
                  <a:lnTo>
                    <a:pt x="4151111" y="1060869"/>
                  </a:lnTo>
                  <a:lnTo>
                    <a:pt x="4153201" y="1068144"/>
                  </a:lnTo>
                  <a:lnTo>
                    <a:pt x="4155290" y="1075787"/>
                  </a:lnTo>
                  <a:lnTo>
                    <a:pt x="4157379" y="1083784"/>
                  </a:lnTo>
                  <a:lnTo>
                    <a:pt x="4159468" y="1092089"/>
                  </a:lnTo>
                  <a:lnTo>
                    <a:pt x="4161557" y="1100676"/>
                  </a:lnTo>
                  <a:lnTo>
                    <a:pt x="4163646" y="1109568"/>
                  </a:lnTo>
                  <a:lnTo>
                    <a:pt x="4165735" y="1118787"/>
                  </a:lnTo>
                  <a:lnTo>
                    <a:pt x="4167824" y="1128346"/>
                  </a:lnTo>
                  <a:lnTo>
                    <a:pt x="4169913" y="1138203"/>
                  </a:lnTo>
                  <a:lnTo>
                    <a:pt x="4172002" y="1148290"/>
                  </a:lnTo>
                  <a:lnTo>
                    <a:pt x="4174091" y="1158564"/>
                  </a:lnTo>
                  <a:lnTo>
                    <a:pt x="4176180" y="1169023"/>
                  </a:lnTo>
                  <a:lnTo>
                    <a:pt x="4178269" y="1179671"/>
                  </a:lnTo>
                  <a:lnTo>
                    <a:pt x="4180358" y="1190483"/>
                  </a:lnTo>
                  <a:lnTo>
                    <a:pt x="4182447" y="1201332"/>
                  </a:lnTo>
                  <a:lnTo>
                    <a:pt x="4184536" y="1212138"/>
                  </a:lnTo>
                  <a:lnTo>
                    <a:pt x="4186625" y="1222894"/>
                  </a:lnTo>
                  <a:lnTo>
                    <a:pt x="4188714" y="1233600"/>
                  </a:lnTo>
                  <a:lnTo>
                    <a:pt x="4190803" y="1244297"/>
                  </a:lnTo>
                  <a:lnTo>
                    <a:pt x="4192892" y="1255036"/>
                  </a:lnTo>
                  <a:lnTo>
                    <a:pt x="4194981" y="1265805"/>
                  </a:lnTo>
                  <a:lnTo>
                    <a:pt x="4197070" y="1276564"/>
                  </a:lnTo>
                  <a:lnTo>
                    <a:pt x="4199159" y="1287267"/>
                  </a:lnTo>
                  <a:lnTo>
                    <a:pt x="4201248" y="1297858"/>
                  </a:lnTo>
                  <a:lnTo>
                    <a:pt x="4203337" y="1308337"/>
                  </a:lnTo>
                  <a:lnTo>
                    <a:pt x="4205426" y="1318700"/>
                  </a:lnTo>
                  <a:lnTo>
                    <a:pt x="4207515" y="1328918"/>
                  </a:lnTo>
                  <a:lnTo>
                    <a:pt x="4209604" y="1338937"/>
                  </a:lnTo>
                  <a:lnTo>
                    <a:pt x="4211694" y="1348722"/>
                  </a:lnTo>
                  <a:lnTo>
                    <a:pt x="4213783" y="1358268"/>
                  </a:lnTo>
                  <a:lnTo>
                    <a:pt x="4215872" y="1367572"/>
                  </a:lnTo>
                  <a:lnTo>
                    <a:pt x="4217961" y="1376625"/>
                  </a:lnTo>
                  <a:lnTo>
                    <a:pt x="4220050" y="1385386"/>
                  </a:lnTo>
                  <a:lnTo>
                    <a:pt x="4222139" y="1393779"/>
                  </a:lnTo>
                  <a:lnTo>
                    <a:pt x="4224228" y="1401748"/>
                  </a:lnTo>
                  <a:lnTo>
                    <a:pt x="4226317" y="1409322"/>
                  </a:lnTo>
                  <a:lnTo>
                    <a:pt x="4228406" y="1416525"/>
                  </a:lnTo>
                  <a:lnTo>
                    <a:pt x="4230495" y="1423344"/>
                  </a:lnTo>
                  <a:lnTo>
                    <a:pt x="4232584" y="1429764"/>
                  </a:lnTo>
                  <a:lnTo>
                    <a:pt x="4234673" y="1435793"/>
                  </a:lnTo>
                  <a:lnTo>
                    <a:pt x="4236762" y="1441422"/>
                  </a:lnTo>
                  <a:lnTo>
                    <a:pt x="4238851" y="1446692"/>
                  </a:lnTo>
                  <a:lnTo>
                    <a:pt x="4240940" y="1451633"/>
                  </a:lnTo>
                  <a:lnTo>
                    <a:pt x="4243029" y="1456203"/>
                  </a:lnTo>
                  <a:lnTo>
                    <a:pt x="4245118" y="1460393"/>
                  </a:lnTo>
                  <a:lnTo>
                    <a:pt x="4247207" y="1464229"/>
                  </a:lnTo>
                  <a:lnTo>
                    <a:pt x="4249296" y="1467793"/>
                  </a:lnTo>
                  <a:lnTo>
                    <a:pt x="4251385" y="1471119"/>
                  </a:lnTo>
                  <a:lnTo>
                    <a:pt x="4253474" y="1474236"/>
                  </a:lnTo>
                  <a:lnTo>
                    <a:pt x="4255563" y="1477149"/>
                  </a:lnTo>
                  <a:lnTo>
                    <a:pt x="4257652" y="1479826"/>
                  </a:lnTo>
                  <a:lnTo>
                    <a:pt x="4259741" y="1482275"/>
                  </a:lnTo>
                  <a:lnTo>
                    <a:pt x="4261830" y="1484508"/>
                  </a:lnTo>
                  <a:lnTo>
                    <a:pt x="4263919" y="1486566"/>
                  </a:lnTo>
                  <a:lnTo>
                    <a:pt x="4266008" y="1488484"/>
                  </a:lnTo>
                  <a:lnTo>
                    <a:pt x="4268098" y="1490313"/>
                  </a:lnTo>
                  <a:lnTo>
                    <a:pt x="4270187" y="1492074"/>
                  </a:lnTo>
                  <a:lnTo>
                    <a:pt x="4272276" y="1493778"/>
                  </a:lnTo>
                  <a:lnTo>
                    <a:pt x="4274365" y="1495490"/>
                  </a:lnTo>
                  <a:lnTo>
                    <a:pt x="4276454" y="1497236"/>
                  </a:lnTo>
                  <a:lnTo>
                    <a:pt x="4278543" y="1499021"/>
                  </a:lnTo>
                  <a:lnTo>
                    <a:pt x="4280632" y="1500803"/>
                  </a:lnTo>
                  <a:lnTo>
                    <a:pt x="4282721" y="1502558"/>
                  </a:lnTo>
                  <a:lnTo>
                    <a:pt x="4284810" y="1504270"/>
                  </a:lnTo>
                  <a:lnTo>
                    <a:pt x="4286899" y="1505995"/>
                  </a:lnTo>
                  <a:lnTo>
                    <a:pt x="4288988" y="1507820"/>
                  </a:lnTo>
                  <a:lnTo>
                    <a:pt x="4291077" y="1509716"/>
                  </a:lnTo>
                  <a:lnTo>
                    <a:pt x="4293166" y="1511639"/>
                  </a:lnTo>
                  <a:lnTo>
                    <a:pt x="4295255" y="1513530"/>
                  </a:lnTo>
                  <a:lnTo>
                    <a:pt x="4297344" y="1515276"/>
                  </a:lnTo>
                  <a:lnTo>
                    <a:pt x="4299433" y="1516790"/>
                  </a:lnTo>
                  <a:lnTo>
                    <a:pt x="4301522" y="1518046"/>
                  </a:lnTo>
                  <a:lnTo>
                    <a:pt x="4303611" y="1519021"/>
                  </a:lnTo>
                  <a:lnTo>
                    <a:pt x="4305700" y="1519752"/>
                  </a:lnTo>
                  <a:lnTo>
                    <a:pt x="4307789" y="1520245"/>
                  </a:lnTo>
                  <a:lnTo>
                    <a:pt x="4309878" y="1520519"/>
                  </a:lnTo>
                  <a:lnTo>
                    <a:pt x="4311967" y="1520627"/>
                  </a:lnTo>
                  <a:lnTo>
                    <a:pt x="4314056" y="1520589"/>
                  </a:lnTo>
                  <a:lnTo>
                    <a:pt x="4316145" y="1520401"/>
                  </a:lnTo>
                  <a:lnTo>
                    <a:pt x="4318234" y="1520075"/>
                  </a:lnTo>
                  <a:lnTo>
                    <a:pt x="4320323" y="1519598"/>
                  </a:lnTo>
                  <a:lnTo>
                    <a:pt x="4322412" y="1518961"/>
                  </a:lnTo>
                  <a:lnTo>
                    <a:pt x="4324501" y="1518174"/>
                  </a:lnTo>
                  <a:lnTo>
                    <a:pt x="4326591" y="1517288"/>
                  </a:lnTo>
                  <a:lnTo>
                    <a:pt x="4328680" y="1516367"/>
                  </a:lnTo>
                  <a:lnTo>
                    <a:pt x="4330769" y="1515445"/>
                  </a:lnTo>
                  <a:lnTo>
                    <a:pt x="4332858" y="1514529"/>
                  </a:lnTo>
                  <a:lnTo>
                    <a:pt x="4334947" y="1513642"/>
                  </a:lnTo>
                  <a:lnTo>
                    <a:pt x="4337036" y="1512757"/>
                  </a:lnTo>
                  <a:lnTo>
                    <a:pt x="4339125" y="1511823"/>
                  </a:lnTo>
                  <a:lnTo>
                    <a:pt x="4341214" y="1510829"/>
                  </a:lnTo>
                  <a:lnTo>
                    <a:pt x="4343303" y="1509729"/>
                  </a:lnTo>
                  <a:lnTo>
                    <a:pt x="4345392" y="1508516"/>
                  </a:lnTo>
                  <a:lnTo>
                    <a:pt x="4347481" y="1507213"/>
                  </a:lnTo>
                  <a:lnTo>
                    <a:pt x="4349570" y="1505850"/>
                  </a:lnTo>
                  <a:lnTo>
                    <a:pt x="4351659" y="1504438"/>
                  </a:lnTo>
                  <a:lnTo>
                    <a:pt x="4353748" y="1502961"/>
                  </a:lnTo>
                  <a:lnTo>
                    <a:pt x="4355837" y="1501403"/>
                  </a:lnTo>
                  <a:lnTo>
                    <a:pt x="4357926" y="1499771"/>
                  </a:lnTo>
                  <a:lnTo>
                    <a:pt x="4360015" y="1498044"/>
                  </a:lnTo>
                  <a:lnTo>
                    <a:pt x="4362104" y="1496208"/>
                  </a:lnTo>
                  <a:lnTo>
                    <a:pt x="4364193" y="1494245"/>
                  </a:lnTo>
                  <a:lnTo>
                    <a:pt x="4366282" y="1492136"/>
                  </a:lnTo>
                  <a:lnTo>
                    <a:pt x="4368371" y="1489883"/>
                  </a:lnTo>
                  <a:lnTo>
                    <a:pt x="4370460" y="1487504"/>
                  </a:lnTo>
                  <a:lnTo>
                    <a:pt x="4372549" y="1484991"/>
                  </a:lnTo>
                  <a:lnTo>
                    <a:pt x="4374638" y="1482335"/>
                  </a:lnTo>
                  <a:lnTo>
                    <a:pt x="4376727" y="1479520"/>
                  </a:lnTo>
                  <a:lnTo>
                    <a:pt x="4378816" y="1476511"/>
                  </a:lnTo>
                  <a:lnTo>
                    <a:pt x="4380905" y="1473225"/>
                  </a:lnTo>
                  <a:lnTo>
                    <a:pt x="4382995" y="1469643"/>
                  </a:lnTo>
                  <a:lnTo>
                    <a:pt x="4385084" y="1465760"/>
                  </a:lnTo>
                  <a:lnTo>
                    <a:pt x="4387173" y="1461587"/>
                  </a:lnTo>
                  <a:lnTo>
                    <a:pt x="4389262" y="1457118"/>
                  </a:lnTo>
                  <a:lnTo>
                    <a:pt x="4391351" y="1452342"/>
                  </a:lnTo>
                  <a:lnTo>
                    <a:pt x="4393440" y="1447260"/>
                  </a:lnTo>
                  <a:lnTo>
                    <a:pt x="4395529" y="1441912"/>
                  </a:lnTo>
                  <a:lnTo>
                    <a:pt x="4397618" y="1436379"/>
                  </a:lnTo>
                  <a:lnTo>
                    <a:pt x="4399707" y="1430762"/>
                  </a:lnTo>
                  <a:lnTo>
                    <a:pt x="4401796" y="1425187"/>
                  </a:lnTo>
                  <a:lnTo>
                    <a:pt x="4403885" y="1419761"/>
                  </a:lnTo>
                  <a:lnTo>
                    <a:pt x="4405974" y="1414540"/>
                  </a:lnTo>
                  <a:lnTo>
                    <a:pt x="4408063" y="1409548"/>
                  </a:lnTo>
                  <a:lnTo>
                    <a:pt x="4410152" y="1404790"/>
                  </a:lnTo>
                  <a:lnTo>
                    <a:pt x="4412241" y="1400306"/>
                  </a:lnTo>
                  <a:lnTo>
                    <a:pt x="4414330" y="1396091"/>
                  </a:lnTo>
                  <a:lnTo>
                    <a:pt x="4416419" y="1392134"/>
                  </a:lnTo>
                  <a:lnTo>
                    <a:pt x="4418508" y="1388441"/>
                  </a:lnTo>
                  <a:lnTo>
                    <a:pt x="4420597" y="1385041"/>
                  </a:lnTo>
                  <a:lnTo>
                    <a:pt x="4422686" y="1381944"/>
                  </a:lnTo>
                  <a:lnTo>
                    <a:pt x="4424775" y="1379153"/>
                  </a:lnTo>
                  <a:lnTo>
                    <a:pt x="4426864" y="1376706"/>
                  </a:lnTo>
                  <a:lnTo>
                    <a:pt x="4428953" y="1374568"/>
                  </a:lnTo>
                  <a:lnTo>
                    <a:pt x="4431042" y="1372705"/>
                  </a:lnTo>
                  <a:lnTo>
                    <a:pt x="4433131" y="1371063"/>
                  </a:lnTo>
                  <a:lnTo>
                    <a:pt x="4435220" y="1369576"/>
                  </a:lnTo>
                  <a:lnTo>
                    <a:pt x="4437309" y="1368177"/>
                  </a:lnTo>
                  <a:lnTo>
                    <a:pt x="4439398" y="1366819"/>
                  </a:lnTo>
                  <a:lnTo>
                    <a:pt x="4441488" y="1365535"/>
                  </a:lnTo>
                  <a:lnTo>
                    <a:pt x="4443577" y="1364388"/>
                  </a:lnTo>
                  <a:lnTo>
                    <a:pt x="4445666" y="1363424"/>
                  </a:lnTo>
                  <a:lnTo>
                    <a:pt x="4447755" y="1362688"/>
                  </a:lnTo>
                  <a:lnTo>
                    <a:pt x="4449844" y="1362176"/>
                  </a:lnTo>
                  <a:lnTo>
                    <a:pt x="4451933" y="1361875"/>
                  </a:lnTo>
                  <a:lnTo>
                    <a:pt x="4454022" y="1361741"/>
                  </a:lnTo>
                  <a:lnTo>
                    <a:pt x="4456111" y="1361785"/>
                  </a:lnTo>
                  <a:lnTo>
                    <a:pt x="4458200" y="1361992"/>
                  </a:lnTo>
                  <a:lnTo>
                    <a:pt x="4460289" y="1362320"/>
                  </a:lnTo>
                  <a:lnTo>
                    <a:pt x="4462378" y="1362758"/>
                  </a:lnTo>
                  <a:lnTo>
                    <a:pt x="4464467" y="1363298"/>
                  </a:lnTo>
                  <a:lnTo>
                    <a:pt x="4466556" y="1363962"/>
                  </a:lnTo>
                  <a:lnTo>
                    <a:pt x="4468645" y="1364845"/>
                  </a:lnTo>
                  <a:lnTo>
                    <a:pt x="4470734" y="1365975"/>
                  </a:lnTo>
                  <a:lnTo>
                    <a:pt x="4472823" y="1367313"/>
                  </a:lnTo>
                  <a:lnTo>
                    <a:pt x="4474912" y="1368815"/>
                  </a:lnTo>
                  <a:lnTo>
                    <a:pt x="4477001" y="1370434"/>
                  </a:lnTo>
                  <a:lnTo>
                    <a:pt x="4479090" y="1372110"/>
                  </a:lnTo>
                  <a:lnTo>
                    <a:pt x="4481179" y="1373842"/>
                  </a:lnTo>
                  <a:lnTo>
                    <a:pt x="4483268" y="1375589"/>
                  </a:lnTo>
                  <a:lnTo>
                    <a:pt x="4485357" y="1377424"/>
                  </a:lnTo>
                  <a:lnTo>
                    <a:pt x="4487446" y="1379338"/>
                  </a:lnTo>
                  <a:lnTo>
                    <a:pt x="4489535" y="1381354"/>
                  </a:lnTo>
                  <a:lnTo>
                    <a:pt x="4491624" y="1383504"/>
                  </a:lnTo>
                  <a:lnTo>
                    <a:pt x="4493713" y="1385796"/>
                  </a:lnTo>
                  <a:lnTo>
                    <a:pt x="4495802" y="1388250"/>
                  </a:lnTo>
                  <a:lnTo>
                    <a:pt x="4497892" y="1390854"/>
                  </a:lnTo>
                  <a:lnTo>
                    <a:pt x="4499981" y="1393550"/>
                  </a:lnTo>
                  <a:lnTo>
                    <a:pt x="4502070" y="1396246"/>
                  </a:lnTo>
                  <a:lnTo>
                    <a:pt x="4504159" y="1398941"/>
                  </a:lnTo>
                  <a:lnTo>
                    <a:pt x="4506248" y="1401594"/>
                  </a:lnTo>
                  <a:lnTo>
                    <a:pt x="4508337" y="1404145"/>
                  </a:lnTo>
                  <a:lnTo>
                    <a:pt x="4510426" y="1406599"/>
                  </a:lnTo>
                  <a:lnTo>
                    <a:pt x="4512515" y="1408994"/>
                  </a:lnTo>
                  <a:lnTo>
                    <a:pt x="4514604" y="1411328"/>
                  </a:lnTo>
                  <a:lnTo>
                    <a:pt x="4516693" y="1413628"/>
                  </a:lnTo>
                  <a:lnTo>
                    <a:pt x="4518782" y="1415896"/>
                  </a:lnTo>
                  <a:lnTo>
                    <a:pt x="4520871" y="1418157"/>
                  </a:lnTo>
                  <a:lnTo>
                    <a:pt x="4522960" y="1420390"/>
                  </a:lnTo>
                  <a:lnTo>
                    <a:pt x="4525049" y="1422559"/>
                  </a:lnTo>
                  <a:lnTo>
                    <a:pt x="4527138" y="1424639"/>
                  </a:lnTo>
                  <a:lnTo>
                    <a:pt x="4529227" y="1426632"/>
                  </a:lnTo>
                  <a:lnTo>
                    <a:pt x="4531316" y="1428530"/>
                  </a:lnTo>
                  <a:lnTo>
                    <a:pt x="4533405" y="1430397"/>
                  </a:lnTo>
                  <a:lnTo>
                    <a:pt x="4535494" y="1432293"/>
                  </a:lnTo>
                  <a:lnTo>
                    <a:pt x="4537583" y="1434222"/>
                  </a:lnTo>
                  <a:lnTo>
                    <a:pt x="4539672" y="1436226"/>
                  </a:lnTo>
                  <a:lnTo>
                    <a:pt x="4541761" y="1438350"/>
                  </a:lnTo>
                  <a:lnTo>
                    <a:pt x="4543850" y="1440653"/>
                  </a:lnTo>
                  <a:lnTo>
                    <a:pt x="4545939" y="1443131"/>
                  </a:lnTo>
                  <a:lnTo>
                    <a:pt x="4548028" y="1445732"/>
                  </a:lnTo>
                  <a:lnTo>
                    <a:pt x="4550117" y="1448457"/>
                  </a:lnTo>
                  <a:lnTo>
                    <a:pt x="4552206" y="1451282"/>
                  </a:lnTo>
                  <a:lnTo>
                    <a:pt x="4554295" y="1454239"/>
                  </a:lnTo>
                  <a:lnTo>
                    <a:pt x="4556385" y="1457437"/>
                  </a:lnTo>
                  <a:lnTo>
                    <a:pt x="4558474" y="1460944"/>
                  </a:lnTo>
                  <a:lnTo>
                    <a:pt x="4560563" y="1464782"/>
                  </a:lnTo>
                  <a:lnTo>
                    <a:pt x="4562652" y="1468942"/>
                  </a:lnTo>
                  <a:lnTo>
                    <a:pt x="4564741" y="1473420"/>
                  </a:lnTo>
                  <a:lnTo>
                    <a:pt x="4566830" y="1478228"/>
                  </a:lnTo>
                  <a:lnTo>
                    <a:pt x="4568919" y="1483348"/>
                  </a:lnTo>
                  <a:lnTo>
                    <a:pt x="4571008" y="1488797"/>
                  </a:lnTo>
                  <a:lnTo>
                    <a:pt x="4573097" y="1494423"/>
                  </a:lnTo>
                  <a:lnTo>
                    <a:pt x="4575186" y="1500123"/>
                  </a:lnTo>
                  <a:lnTo>
                    <a:pt x="4577275" y="1505890"/>
                  </a:lnTo>
                  <a:lnTo>
                    <a:pt x="4579364" y="1511740"/>
                  </a:lnTo>
                  <a:lnTo>
                    <a:pt x="4581453" y="1517678"/>
                  </a:lnTo>
                  <a:lnTo>
                    <a:pt x="4583542" y="1523711"/>
                  </a:lnTo>
                  <a:lnTo>
                    <a:pt x="4585631" y="1529825"/>
                  </a:lnTo>
                  <a:lnTo>
                    <a:pt x="4587720" y="1535976"/>
                  </a:lnTo>
                  <a:lnTo>
                    <a:pt x="4589809" y="1542099"/>
                  </a:lnTo>
                  <a:lnTo>
                    <a:pt x="4591898" y="1548129"/>
                  </a:lnTo>
                  <a:lnTo>
                    <a:pt x="4593987" y="1554069"/>
                  </a:lnTo>
                  <a:lnTo>
                    <a:pt x="4596076" y="1559878"/>
                  </a:lnTo>
                  <a:lnTo>
                    <a:pt x="4598165" y="1565538"/>
                  </a:lnTo>
                  <a:lnTo>
                    <a:pt x="4600254" y="1571026"/>
                  </a:lnTo>
                  <a:lnTo>
                    <a:pt x="4602343" y="1576317"/>
                  </a:lnTo>
                  <a:lnTo>
                    <a:pt x="4604432" y="1581465"/>
                  </a:lnTo>
                  <a:lnTo>
                    <a:pt x="4606521" y="1586551"/>
                  </a:lnTo>
                  <a:lnTo>
                    <a:pt x="4608610" y="1591555"/>
                  </a:lnTo>
                  <a:lnTo>
                    <a:pt x="4610699" y="1596421"/>
                  </a:lnTo>
                  <a:lnTo>
                    <a:pt x="4612789" y="1601128"/>
                  </a:lnTo>
                  <a:lnTo>
                    <a:pt x="4614878" y="1605647"/>
                  </a:lnTo>
                  <a:lnTo>
                    <a:pt x="4616967" y="1609917"/>
                  </a:lnTo>
                  <a:lnTo>
                    <a:pt x="4619056" y="1613925"/>
                  </a:lnTo>
                  <a:lnTo>
                    <a:pt x="4621145" y="1617686"/>
                  </a:lnTo>
                  <a:lnTo>
                    <a:pt x="4623234" y="1621203"/>
                  </a:lnTo>
                  <a:lnTo>
                    <a:pt x="4625323" y="1624471"/>
                  </a:lnTo>
                  <a:lnTo>
                    <a:pt x="4627412" y="1627481"/>
                  </a:lnTo>
                  <a:lnTo>
                    <a:pt x="4629501" y="1630281"/>
                  </a:lnTo>
                  <a:lnTo>
                    <a:pt x="4631590" y="1632911"/>
                  </a:lnTo>
                  <a:lnTo>
                    <a:pt x="4633679" y="1635386"/>
                  </a:lnTo>
                  <a:lnTo>
                    <a:pt x="4635768" y="1637682"/>
                  </a:lnTo>
                  <a:lnTo>
                    <a:pt x="4637857" y="1639745"/>
                  </a:lnTo>
                  <a:lnTo>
                    <a:pt x="4639946" y="1641521"/>
                  </a:lnTo>
                  <a:lnTo>
                    <a:pt x="4642035" y="1643026"/>
                  </a:lnTo>
                  <a:lnTo>
                    <a:pt x="4644124" y="1644295"/>
                  </a:lnTo>
                  <a:lnTo>
                    <a:pt x="4646213" y="1645388"/>
                  </a:lnTo>
                  <a:lnTo>
                    <a:pt x="4648302" y="1646312"/>
                  </a:lnTo>
                  <a:lnTo>
                    <a:pt x="4650391" y="1646987"/>
                  </a:lnTo>
                  <a:lnTo>
                    <a:pt x="4652480" y="1647427"/>
                  </a:lnTo>
                  <a:lnTo>
                    <a:pt x="4654569" y="1647603"/>
                  </a:lnTo>
                  <a:lnTo>
                    <a:pt x="4656658" y="1647488"/>
                  </a:lnTo>
                  <a:lnTo>
                    <a:pt x="4658747" y="1647075"/>
                  </a:lnTo>
                  <a:lnTo>
                    <a:pt x="4660836" y="1646194"/>
                  </a:lnTo>
                  <a:lnTo>
                    <a:pt x="4662925" y="1644712"/>
                  </a:lnTo>
                  <a:lnTo>
                    <a:pt x="4665014" y="1642538"/>
                  </a:lnTo>
                  <a:lnTo>
                    <a:pt x="4667103" y="1639653"/>
                  </a:lnTo>
                  <a:lnTo>
                    <a:pt x="4669192" y="1636072"/>
                  </a:lnTo>
                  <a:lnTo>
                    <a:pt x="4671282" y="1631765"/>
                  </a:lnTo>
                  <a:lnTo>
                    <a:pt x="4673371" y="1626747"/>
                  </a:lnTo>
                  <a:lnTo>
                    <a:pt x="4675460" y="1621014"/>
                  </a:lnTo>
                  <a:lnTo>
                    <a:pt x="4677549" y="1614620"/>
                  </a:lnTo>
                  <a:lnTo>
                    <a:pt x="4679638" y="1607710"/>
                  </a:lnTo>
                  <a:lnTo>
                    <a:pt x="4681727" y="1600346"/>
                  </a:lnTo>
                  <a:lnTo>
                    <a:pt x="4683816" y="1592564"/>
                  </a:lnTo>
                  <a:lnTo>
                    <a:pt x="4685905" y="1584400"/>
                  </a:lnTo>
                  <a:lnTo>
                    <a:pt x="4687994" y="1575896"/>
                  </a:lnTo>
                  <a:lnTo>
                    <a:pt x="4690083" y="1567050"/>
                  </a:lnTo>
                  <a:lnTo>
                    <a:pt x="4692172" y="1557970"/>
                  </a:lnTo>
                  <a:lnTo>
                    <a:pt x="4694261" y="1548774"/>
                  </a:lnTo>
                  <a:lnTo>
                    <a:pt x="4696350" y="1539613"/>
                  </a:lnTo>
                  <a:lnTo>
                    <a:pt x="4698439" y="1530531"/>
                  </a:lnTo>
                  <a:lnTo>
                    <a:pt x="4700528" y="1521601"/>
                  </a:lnTo>
                  <a:lnTo>
                    <a:pt x="4702617" y="1512881"/>
                  </a:lnTo>
                  <a:lnTo>
                    <a:pt x="4704706" y="1504407"/>
                  </a:lnTo>
                  <a:lnTo>
                    <a:pt x="4706795" y="1496203"/>
                  </a:lnTo>
                  <a:lnTo>
                    <a:pt x="4708884" y="1488280"/>
                  </a:lnTo>
                  <a:lnTo>
                    <a:pt x="4710973" y="1480604"/>
                  </a:lnTo>
                  <a:lnTo>
                    <a:pt x="4713062" y="1473160"/>
                  </a:lnTo>
                  <a:lnTo>
                    <a:pt x="4715151" y="1466006"/>
                  </a:lnTo>
                  <a:lnTo>
                    <a:pt x="4717240" y="1459173"/>
                  </a:lnTo>
                  <a:lnTo>
                    <a:pt x="4719329" y="1452679"/>
                  </a:lnTo>
                  <a:lnTo>
                    <a:pt x="4721418" y="1446573"/>
                  </a:lnTo>
                  <a:lnTo>
                    <a:pt x="4723507" y="1440883"/>
                  </a:lnTo>
                  <a:lnTo>
                    <a:pt x="4725596" y="1435505"/>
                  </a:lnTo>
                  <a:lnTo>
                    <a:pt x="4727686" y="1430353"/>
                  </a:lnTo>
                  <a:lnTo>
                    <a:pt x="4729775" y="1425366"/>
                  </a:lnTo>
                  <a:lnTo>
                    <a:pt x="4731864" y="1420497"/>
                  </a:lnTo>
                  <a:lnTo>
                    <a:pt x="4733953" y="1415699"/>
                  </a:lnTo>
                  <a:lnTo>
                    <a:pt x="4736042" y="1410920"/>
                  </a:lnTo>
                  <a:lnTo>
                    <a:pt x="4738131" y="1406133"/>
                  </a:lnTo>
                  <a:lnTo>
                    <a:pt x="4740220" y="1401337"/>
                  </a:lnTo>
                  <a:lnTo>
                    <a:pt x="4742309" y="1396570"/>
                  </a:lnTo>
                  <a:lnTo>
                    <a:pt x="4744398" y="1391840"/>
                  </a:lnTo>
                  <a:lnTo>
                    <a:pt x="4746487" y="1387099"/>
                  </a:lnTo>
                  <a:lnTo>
                    <a:pt x="4748576" y="1382296"/>
                  </a:lnTo>
                  <a:lnTo>
                    <a:pt x="4750665" y="1377362"/>
                  </a:lnTo>
                  <a:lnTo>
                    <a:pt x="4752754" y="1372232"/>
                  </a:lnTo>
                  <a:lnTo>
                    <a:pt x="4754843" y="1366977"/>
                  </a:lnTo>
                  <a:lnTo>
                    <a:pt x="4756932" y="1361645"/>
                  </a:lnTo>
                  <a:lnTo>
                    <a:pt x="4759021" y="1356247"/>
                  </a:lnTo>
                  <a:lnTo>
                    <a:pt x="4761110" y="1350803"/>
                  </a:lnTo>
                  <a:lnTo>
                    <a:pt x="4763199" y="1345278"/>
                  </a:lnTo>
                  <a:lnTo>
                    <a:pt x="4765288" y="1339752"/>
                  </a:lnTo>
                  <a:lnTo>
                    <a:pt x="4767377" y="1334341"/>
                  </a:lnTo>
                  <a:lnTo>
                    <a:pt x="4769466" y="1329114"/>
                  </a:lnTo>
                  <a:lnTo>
                    <a:pt x="4771555" y="1324119"/>
                  </a:lnTo>
                  <a:lnTo>
                    <a:pt x="4773644" y="1319395"/>
                  </a:lnTo>
                  <a:lnTo>
                    <a:pt x="4775733" y="1314948"/>
                  </a:lnTo>
                  <a:lnTo>
                    <a:pt x="4777822" y="1310848"/>
                  </a:lnTo>
                  <a:lnTo>
                    <a:pt x="4779911" y="1307090"/>
                  </a:lnTo>
                  <a:lnTo>
                    <a:pt x="4782000" y="1303706"/>
                  </a:lnTo>
                  <a:lnTo>
                    <a:pt x="4784089" y="1300640"/>
                  </a:lnTo>
                  <a:lnTo>
                    <a:pt x="4786179" y="1297859"/>
                  </a:lnTo>
                  <a:lnTo>
                    <a:pt x="4788268" y="1295361"/>
                  </a:lnTo>
                  <a:lnTo>
                    <a:pt x="4790357" y="1293106"/>
                  </a:lnTo>
                  <a:lnTo>
                    <a:pt x="4792446" y="1291086"/>
                  </a:lnTo>
                  <a:lnTo>
                    <a:pt x="4794535" y="1289336"/>
                  </a:lnTo>
                  <a:lnTo>
                    <a:pt x="4796624" y="1287863"/>
                  </a:lnTo>
                  <a:lnTo>
                    <a:pt x="4798713" y="1286626"/>
                  </a:lnTo>
                  <a:lnTo>
                    <a:pt x="4800802" y="1285530"/>
                  </a:lnTo>
                  <a:lnTo>
                    <a:pt x="4802891" y="1284510"/>
                  </a:lnTo>
                  <a:lnTo>
                    <a:pt x="4804980" y="1283524"/>
                  </a:lnTo>
                  <a:lnTo>
                    <a:pt x="4807069" y="1282506"/>
                  </a:lnTo>
                  <a:lnTo>
                    <a:pt x="4809158" y="1281370"/>
                  </a:lnTo>
                  <a:lnTo>
                    <a:pt x="4811247" y="1280094"/>
                  </a:lnTo>
                  <a:lnTo>
                    <a:pt x="4813336" y="1278654"/>
                  </a:lnTo>
                  <a:lnTo>
                    <a:pt x="4815425" y="1277074"/>
                  </a:lnTo>
                  <a:lnTo>
                    <a:pt x="4817514" y="1275355"/>
                  </a:lnTo>
                  <a:lnTo>
                    <a:pt x="4819603" y="1273475"/>
                  </a:lnTo>
                  <a:lnTo>
                    <a:pt x="4821692" y="1271442"/>
                  </a:lnTo>
                  <a:lnTo>
                    <a:pt x="4823781" y="1269265"/>
                  </a:lnTo>
                  <a:lnTo>
                    <a:pt x="4825870" y="1266891"/>
                  </a:lnTo>
                  <a:lnTo>
                    <a:pt x="4827959" y="1264278"/>
                  </a:lnTo>
                  <a:lnTo>
                    <a:pt x="4830048" y="1261442"/>
                  </a:lnTo>
                  <a:lnTo>
                    <a:pt x="4832137" y="1258501"/>
                  </a:lnTo>
                  <a:lnTo>
                    <a:pt x="4834226" y="1255520"/>
                  </a:lnTo>
                  <a:lnTo>
                    <a:pt x="4836315" y="1252571"/>
                  </a:lnTo>
                  <a:lnTo>
                    <a:pt x="4838404" y="1249723"/>
                  </a:lnTo>
                  <a:lnTo>
                    <a:pt x="4840493" y="1247060"/>
                  </a:lnTo>
                  <a:lnTo>
                    <a:pt x="4842583" y="1244623"/>
                  </a:lnTo>
                  <a:lnTo>
                    <a:pt x="4844672" y="1242428"/>
                  </a:lnTo>
                  <a:lnTo>
                    <a:pt x="4846761" y="1240455"/>
                  </a:lnTo>
                  <a:lnTo>
                    <a:pt x="4848850" y="1238699"/>
                  </a:lnTo>
                  <a:lnTo>
                    <a:pt x="4850939" y="1237172"/>
                  </a:lnTo>
                  <a:lnTo>
                    <a:pt x="4853028" y="1235894"/>
                  </a:lnTo>
                  <a:lnTo>
                    <a:pt x="4855117" y="1234893"/>
                  </a:lnTo>
                  <a:lnTo>
                    <a:pt x="4857206" y="1234211"/>
                  </a:lnTo>
                  <a:lnTo>
                    <a:pt x="4859295" y="1233831"/>
                  </a:lnTo>
                  <a:lnTo>
                    <a:pt x="4861384" y="1233676"/>
                  </a:lnTo>
                  <a:lnTo>
                    <a:pt x="4863473" y="1233735"/>
                  </a:lnTo>
                  <a:lnTo>
                    <a:pt x="4865562" y="1234049"/>
                  </a:lnTo>
                  <a:lnTo>
                    <a:pt x="4867651" y="1234633"/>
                  </a:lnTo>
                  <a:lnTo>
                    <a:pt x="4869740" y="1235456"/>
                  </a:lnTo>
                  <a:lnTo>
                    <a:pt x="4871829" y="1236469"/>
                  </a:lnTo>
                  <a:lnTo>
                    <a:pt x="4873918" y="1237650"/>
                  </a:lnTo>
                  <a:lnTo>
                    <a:pt x="4876007" y="1238973"/>
                  </a:lnTo>
                  <a:lnTo>
                    <a:pt x="4878096" y="1240391"/>
                  </a:lnTo>
                  <a:lnTo>
                    <a:pt x="4880185" y="1241886"/>
                  </a:lnTo>
                  <a:lnTo>
                    <a:pt x="4882274" y="1243463"/>
                  </a:lnTo>
                  <a:lnTo>
                    <a:pt x="4884363" y="1245122"/>
                  </a:lnTo>
                  <a:lnTo>
                    <a:pt x="4886452" y="1246855"/>
                  </a:lnTo>
                  <a:lnTo>
                    <a:pt x="4888541" y="1248638"/>
                  </a:lnTo>
                  <a:lnTo>
                    <a:pt x="4890630" y="1250490"/>
                  </a:lnTo>
                  <a:lnTo>
                    <a:pt x="4892719" y="1252393"/>
                  </a:lnTo>
                  <a:lnTo>
                    <a:pt x="4894808" y="1254349"/>
                  </a:lnTo>
                  <a:lnTo>
                    <a:pt x="4896897" y="1256364"/>
                  </a:lnTo>
                  <a:lnTo>
                    <a:pt x="4898986" y="1258436"/>
                  </a:lnTo>
                  <a:lnTo>
                    <a:pt x="4901076" y="1260538"/>
                  </a:lnTo>
                  <a:lnTo>
                    <a:pt x="4903165" y="1262650"/>
                  </a:lnTo>
                  <a:lnTo>
                    <a:pt x="4905254" y="1264788"/>
                  </a:lnTo>
                  <a:lnTo>
                    <a:pt x="4907343" y="1266985"/>
                  </a:lnTo>
                  <a:lnTo>
                    <a:pt x="4909432" y="1269217"/>
                  </a:lnTo>
                  <a:lnTo>
                    <a:pt x="4911521" y="1271461"/>
                  </a:lnTo>
                  <a:lnTo>
                    <a:pt x="4913610" y="1273765"/>
                  </a:lnTo>
                  <a:lnTo>
                    <a:pt x="4915699" y="1276167"/>
                  </a:lnTo>
                  <a:lnTo>
                    <a:pt x="4917788" y="1278670"/>
                  </a:lnTo>
                  <a:lnTo>
                    <a:pt x="4919877" y="1281309"/>
                  </a:lnTo>
                  <a:lnTo>
                    <a:pt x="4921966" y="1284053"/>
                  </a:lnTo>
                  <a:lnTo>
                    <a:pt x="4924055" y="1286902"/>
                  </a:lnTo>
                  <a:lnTo>
                    <a:pt x="4926144" y="1289848"/>
                  </a:lnTo>
                  <a:lnTo>
                    <a:pt x="4928233" y="1292866"/>
                  </a:lnTo>
                  <a:lnTo>
                    <a:pt x="4930322" y="1295944"/>
                  </a:lnTo>
                  <a:lnTo>
                    <a:pt x="4932411" y="1299108"/>
                  </a:lnTo>
                  <a:lnTo>
                    <a:pt x="4934500" y="1302401"/>
                  </a:lnTo>
                  <a:lnTo>
                    <a:pt x="4936589" y="1305796"/>
                  </a:lnTo>
                  <a:lnTo>
                    <a:pt x="4938678" y="1309268"/>
                  </a:lnTo>
                  <a:lnTo>
                    <a:pt x="4940767" y="1312863"/>
                  </a:lnTo>
                  <a:lnTo>
                    <a:pt x="4942856" y="1316576"/>
                  </a:lnTo>
                  <a:lnTo>
                    <a:pt x="4944945" y="1320307"/>
                  </a:lnTo>
                  <a:lnTo>
                    <a:pt x="4947034" y="1323986"/>
                  </a:lnTo>
                  <a:lnTo>
                    <a:pt x="4949123" y="1327590"/>
                  </a:lnTo>
                  <a:lnTo>
                    <a:pt x="4951212" y="1331108"/>
                  </a:lnTo>
                  <a:lnTo>
                    <a:pt x="4953301" y="1334526"/>
                  </a:lnTo>
                  <a:lnTo>
                    <a:pt x="4955390" y="1337872"/>
                  </a:lnTo>
                  <a:lnTo>
                    <a:pt x="4957480" y="1341152"/>
                  </a:lnTo>
                  <a:lnTo>
                    <a:pt x="4959569" y="1344357"/>
                  </a:lnTo>
                  <a:lnTo>
                    <a:pt x="4961658" y="1347478"/>
                  </a:lnTo>
                  <a:lnTo>
                    <a:pt x="4963747" y="1350563"/>
                  </a:lnTo>
                  <a:lnTo>
                    <a:pt x="4965836" y="1353639"/>
                  </a:lnTo>
                  <a:lnTo>
                    <a:pt x="4967925" y="1356725"/>
                  </a:lnTo>
                  <a:lnTo>
                    <a:pt x="4970014" y="1359792"/>
                  </a:lnTo>
                  <a:lnTo>
                    <a:pt x="4972103" y="1362799"/>
                  </a:lnTo>
                  <a:lnTo>
                    <a:pt x="4974192" y="1365767"/>
                  </a:lnTo>
                  <a:lnTo>
                    <a:pt x="4976281" y="1368751"/>
                  </a:lnTo>
                  <a:lnTo>
                    <a:pt x="4978370" y="1371774"/>
                  </a:lnTo>
                  <a:lnTo>
                    <a:pt x="4980459" y="1374833"/>
                  </a:lnTo>
                  <a:lnTo>
                    <a:pt x="4982548" y="1377945"/>
                  </a:lnTo>
                  <a:lnTo>
                    <a:pt x="4984637" y="1381183"/>
                  </a:lnTo>
                  <a:lnTo>
                    <a:pt x="4986726" y="1384491"/>
                  </a:lnTo>
                  <a:lnTo>
                    <a:pt x="4988815" y="1387823"/>
                  </a:lnTo>
                  <a:lnTo>
                    <a:pt x="4990904" y="1391156"/>
                  </a:lnTo>
                  <a:lnTo>
                    <a:pt x="4992993" y="1394520"/>
                  </a:lnTo>
                  <a:lnTo>
                    <a:pt x="4995082" y="1397906"/>
                  </a:lnTo>
                  <a:lnTo>
                    <a:pt x="4997171" y="1401267"/>
                  </a:lnTo>
                  <a:lnTo>
                    <a:pt x="4999260" y="1404624"/>
                  </a:lnTo>
                  <a:lnTo>
                    <a:pt x="5001349" y="1407979"/>
                  </a:lnTo>
                  <a:lnTo>
                    <a:pt x="5003438" y="1411311"/>
                  </a:lnTo>
                  <a:lnTo>
                    <a:pt x="5005527" y="1414596"/>
                  </a:lnTo>
                  <a:lnTo>
                    <a:pt x="5007616" y="1417833"/>
                  </a:lnTo>
                  <a:lnTo>
                    <a:pt x="5009705" y="1420982"/>
                  </a:lnTo>
                  <a:lnTo>
                    <a:pt x="5011794" y="1424021"/>
                  </a:lnTo>
                  <a:lnTo>
                    <a:pt x="5013883" y="1426926"/>
                  </a:lnTo>
                  <a:lnTo>
                    <a:pt x="5015973" y="1429782"/>
                  </a:lnTo>
                  <a:lnTo>
                    <a:pt x="5018062" y="1432646"/>
                  </a:lnTo>
                  <a:lnTo>
                    <a:pt x="5020151" y="1435517"/>
                  </a:lnTo>
                  <a:lnTo>
                    <a:pt x="5022240" y="1438373"/>
                  </a:lnTo>
                  <a:lnTo>
                    <a:pt x="5024329" y="1441152"/>
                  </a:lnTo>
                  <a:lnTo>
                    <a:pt x="5026418" y="1443845"/>
                  </a:lnTo>
                  <a:lnTo>
                    <a:pt x="5028507" y="1446455"/>
                  </a:lnTo>
                  <a:lnTo>
                    <a:pt x="5030596" y="1448979"/>
                  </a:lnTo>
                  <a:lnTo>
                    <a:pt x="5032685" y="1451402"/>
                  </a:lnTo>
                  <a:lnTo>
                    <a:pt x="5034774" y="1453767"/>
                  </a:lnTo>
                  <a:lnTo>
                    <a:pt x="5036863" y="1456091"/>
                  </a:lnTo>
                  <a:lnTo>
                    <a:pt x="5038952" y="1458359"/>
                  </a:lnTo>
                  <a:lnTo>
                    <a:pt x="5041041" y="1460583"/>
                  </a:lnTo>
                  <a:lnTo>
                    <a:pt x="5043130" y="1462724"/>
                  </a:lnTo>
                  <a:lnTo>
                    <a:pt x="5045219" y="1464707"/>
                  </a:lnTo>
                  <a:lnTo>
                    <a:pt x="5047308" y="1466437"/>
                  </a:lnTo>
                  <a:lnTo>
                    <a:pt x="5049397" y="1467891"/>
                  </a:lnTo>
                  <a:lnTo>
                    <a:pt x="5051486" y="1469097"/>
                  </a:lnTo>
                  <a:lnTo>
                    <a:pt x="5053575" y="1470093"/>
                  </a:lnTo>
                  <a:lnTo>
                    <a:pt x="5055664" y="1470907"/>
                  </a:lnTo>
                  <a:lnTo>
                    <a:pt x="5057753" y="1471558"/>
                  </a:lnTo>
                  <a:lnTo>
                    <a:pt x="5059842" y="1472082"/>
                  </a:lnTo>
                  <a:lnTo>
                    <a:pt x="5061931" y="1472458"/>
                  </a:lnTo>
                  <a:lnTo>
                    <a:pt x="5064020" y="1472678"/>
                  </a:lnTo>
                  <a:lnTo>
                    <a:pt x="5066109" y="1472723"/>
                  </a:lnTo>
                  <a:lnTo>
                    <a:pt x="5068198" y="1472541"/>
                  </a:lnTo>
                  <a:lnTo>
                    <a:pt x="5070287" y="1472108"/>
                  </a:lnTo>
                  <a:lnTo>
                    <a:pt x="5072377" y="1471395"/>
                  </a:lnTo>
                  <a:lnTo>
                    <a:pt x="5074466" y="1470415"/>
                  </a:lnTo>
                  <a:lnTo>
                    <a:pt x="5076555" y="1469254"/>
                  </a:lnTo>
                  <a:lnTo>
                    <a:pt x="5078644" y="1467928"/>
                  </a:lnTo>
                  <a:lnTo>
                    <a:pt x="5080733" y="1466431"/>
                  </a:lnTo>
                  <a:lnTo>
                    <a:pt x="5082822" y="1464775"/>
                  </a:lnTo>
                  <a:lnTo>
                    <a:pt x="5084911" y="1462949"/>
                  </a:lnTo>
                  <a:lnTo>
                    <a:pt x="5087000" y="1460958"/>
                  </a:lnTo>
                  <a:lnTo>
                    <a:pt x="5089089" y="1458765"/>
                  </a:lnTo>
                  <a:lnTo>
                    <a:pt x="5091178" y="1456330"/>
                  </a:lnTo>
                  <a:lnTo>
                    <a:pt x="5093267" y="1453713"/>
                  </a:lnTo>
                  <a:lnTo>
                    <a:pt x="5095356" y="1450971"/>
                  </a:lnTo>
                  <a:lnTo>
                    <a:pt x="5097445" y="1448137"/>
                  </a:lnTo>
                  <a:lnTo>
                    <a:pt x="5099534" y="1445189"/>
                  </a:lnTo>
                  <a:lnTo>
                    <a:pt x="5101623" y="1442176"/>
                  </a:lnTo>
                  <a:lnTo>
                    <a:pt x="5103712" y="1439108"/>
                  </a:lnTo>
                  <a:lnTo>
                    <a:pt x="5105801" y="1435976"/>
                  </a:lnTo>
                  <a:lnTo>
                    <a:pt x="5107890" y="1432777"/>
                  </a:lnTo>
                  <a:lnTo>
                    <a:pt x="5109979" y="1429536"/>
                  </a:lnTo>
                  <a:lnTo>
                    <a:pt x="5112068" y="1426279"/>
                  </a:lnTo>
                  <a:lnTo>
                    <a:pt x="5114157" y="1423040"/>
                  </a:lnTo>
                  <a:lnTo>
                    <a:pt x="5116246" y="1419870"/>
                  </a:lnTo>
                  <a:lnTo>
                    <a:pt x="5118335" y="1416816"/>
                  </a:lnTo>
                  <a:lnTo>
                    <a:pt x="5120424" y="1413883"/>
                  </a:lnTo>
                  <a:lnTo>
                    <a:pt x="5122513" y="1411017"/>
                  </a:lnTo>
                  <a:lnTo>
                    <a:pt x="5124602" y="1408183"/>
                  </a:lnTo>
                  <a:lnTo>
                    <a:pt x="5126691" y="1405395"/>
                  </a:lnTo>
                  <a:lnTo>
                    <a:pt x="5128780" y="1402693"/>
                  </a:lnTo>
                  <a:lnTo>
                    <a:pt x="5130870" y="1400123"/>
                  </a:lnTo>
                  <a:lnTo>
                    <a:pt x="5132959" y="1397690"/>
                  </a:lnTo>
                  <a:lnTo>
                    <a:pt x="5135048" y="1395407"/>
                  </a:lnTo>
                  <a:lnTo>
                    <a:pt x="5137137" y="1393317"/>
                  </a:lnTo>
                  <a:lnTo>
                    <a:pt x="5139226" y="1391409"/>
                  </a:lnTo>
                  <a:lnTo>
                    <a:pt x="5141315" y="1389650"/>
                  </a:lnTo>
                  <a:lnTo>
                    <a:pt x="5143404" y="1388004"/>
                  </a:lnTo>
                  <a:lnTo>
                    <a:pt x="5145493" y="1386446"/>
                  </a:lnTo>
                  <a:lnTo>
                    <a:pt x="5147582" y="1384966"/>
                  </a:lnTo>
                  <a:lnTo>
                    <a:pt x="5149671" y="1383630"/>
                  </a:lnTo>
                  <a:lnTo>
                    <a:pt x="5151760" y="1382500"/>
                  </a:lnTo>
                  <a:lnTo>
                    <a:pt x="5153849" y="1381652"/>
                  </a:lnTo>
                  <a:lnTo>
                    <a:pt x="5155938" y="1381128"/>
                  </a:lnTo>
                  <a:lnTo>
                    <a:pt x="5158027" y="1380918"/>
                  </a:lnTo>
                  <a:lnTo>
                    <a:pt x="5160116" y="1380999"/>
                  </a:lnTo>
                  <a:lnTo>
                    <a:pt x="5162205" y="1381363"/>
                  </a:lnTo>
                  <a:lnTo>
                    <a:pt x="5164294" y="1381978"/>
                  </a:lnTo>
                  <a:lnTo>
                    <a:pt x="5166383" y="1382838"/>
                  </a:lnTo>
                  <a:lnTo>
                    <a:pt x="5168472" y="1383929"/>
                  </a:lnTo>
                  <a:lnTo>
                    <a:pt x="5170561" y="1385292"/>
                  </a:lnTo>
                  <a:lnTo>
                    <a:pt x="5172650" y="1386986"/>
                  </a:lnTo>
                  <a:lnTo>
                    <a:pt x="5174739" y="1389065"/>
                  </a:lnTo>
                  <a:lnTo>
                    <a:pt x="5176828" y="1391565"/>
                  </a:lnTo>
                  <a:lnTo>
                    <a:pt x="5178917" y="1394463"/>
                  </a:lnTo>
                  <a:lnTo>
                    <a:pt x="5181006" y="1397683"/>
                  </a:lnTo>
                  <a:lnTo>
                    <a:pt x="5183095" y="1401141"/>
                  </a:lnTo>
                  <a:lnTo>
                    <a:pt x="5185184" y="1404791"/>
                  </a:lnTo>
                  <a:lnTo>
                    <a:pt x="5187274" y="1408566"/>
                  </a:lnTo>
                  <a:lnTo>
                    <a:pt x="5189363" y="1412464"/>
                  </a:lnTo>
                  <a:lnTo>
                    <a:pt x="5191452" y="1416496"/>
                  </a:lnTo>
                  <a:lnTo>
                    <a:pt x="5193541" y="1420650"/>
                  </a:lnTo>
                  <a:lnTo>
                    <a:pt x="5195630" y="1424960"/>
                  </a:lnTo>
                  <a:lnTo>
                    <a:pt x="5197719" y="1429414"/>
                  </a:lnTo>
                  <a:lnTo>
                    <a:pt x="5199808" y="1433966"/>
                  </a:lnTo>
                  <a:lnTo>
                    <a:pt x="5201897" y="1438511"/>
                  </a:lnTo>
                  <a:lnTo>
                    <a:pt x="5203986" y="1443008"/>
                  </a:lnTo>
                  <a:lnTo>
                    <a:pt x="5206075" y="1447427"/>
                  </a:lnTo>
                  <a:lnTo>
                    <a:pt x="5208164" y="1451750"/>
                  </a:lnTo>
                  <a:lnTo>
                    <a:pt x="5210253" y="1456001"/>
                  </a:lnTo>
                  <a:lnTo>
                    <a:pt x="5212342" y="1460183"/>
                  </a:lnTo>
                  <a:lnTo>
                    <a:pt x="5214431" y="1464319"/>
                  </a:lnTo>
                  <a:lnTo>
                    <a:pt x="5216520" y="1468395"/>
                  </a:lnTo>
                  <a:lnTo>
                    <a:pt x="5218609" y="1472409"/>
                  </a:lnTo>
                  <a:lnTo>
                    <a:pt x="5220698" y="1476311"/>
                  </a:lnTo>
                  <a:lnTo>
                    <a:pt x="5222787" y="1480089"/>
                  </a:lnTo>
                  <a:lnTo>
                    <a:pt x="5224876" y="1483697"/>
                  </a:lnTo>
                  <a:lnTo>
                    <a:pt x="5226965" y="1487113"/>
                  </a:lnTo>
                  <a:lnTo>
                    <a:pt x="5229054" y="1490355"/>
                  </a:lnTo>
                  <a:lnTo>
                    <a:pt x="5231143" y="1493432"/>
                  </a:lnTo>
                  <a:lnTo>
                    <a:pt x="5233232" y="1496355"/>
                  </a:lnTo>
                  <a:lnTo>
                    <a:pt x="5235321" y="1499094"/>
                  </a:lnTo>
                  <a:lnTo>
                    <a:pt x="5237410" y="1501621"/>
                  </a:lnTo>
                  <a:lnTo>
                    <a:pt x="5239499" y="1503916"/>
                  </a:lnTo>
                  <a:lnTo>
                    <a:pt x="5241588" y="1505967"/>
                  </a:lnTo>
                  <a:lnTo>
                    <a:pt x="5243677" y="1507779"/>
                  </a:lnTo>
                  <a:lnTo>
                    <a:pt x="5245767" y="1509394"/>
                  </a:lnTo>
                  <a:lnTo>
                    <a:pt x="5247856" y="1510846"/>
                  </a:lnTo>
                  <a:lnTo>
                    <a:pt x="5249945" y="1512172"/>
                  </a:lnTo>
                  <a:lnTo>
                    <a:pt x="5252034" y="1513410"/>
                  </a:lnTo>
                  <a:lnTo>
                    <a:pt x="5254123" y="1514482"/>
                  </a:lnTo>
                  <a:lnTo>
                    <a:pt x="5256212" y="1515360"/>
                  </a:lnTo>
                  <a:lnTo>
                    <a:pt x="5258301" y="1516055"/>
                  </a:lnTo>
                  <a:lnTo>
                    <a:pt x="5260390" y="1516517"/>
                  </a:lnTo>
                  <a:lnTo>
                    <a:pt x="5262479" y="1516732"/>
                  </a:lnTo>
                  <a:lnTo>
                    <a:pt x="5264568" y="1516729"/>
                  </a:lnTo>
                  <a:lnTo>
                    <a:pt x="5266657" y="1516513"/>
                  </a:lnTo>
                  <a:lnTo>
                    <a:pt x="5268746" y="1516076"/>
                  </a:lnTo>
                  <a:lnTo>
                    <a:pt x="5270835" y="1515406"/>
                  </a:lnTo>
                  <a:lnTo>
                    <a:pt x="5272924" y="1514509"/>
                  </a:lnTo>
                  <a:lnTo>
                    <a:pt x="5275013" y="1513373"/>
                  </a:lnTo>
                  <a:lnTo>
                    <a:pt x="5277102" y="1511945"/>
                  </a:lnTo>
                  <a:lnTo>
                    <a:pt x="5279191" y="1510195"/>
                  </a:lnTo>
                  <a:lnTo>
                    <a:pt x="5281280" y="1508101"/>
                  </a:lnTo>
                  <a:lnTo>
                    <a:pt x="5283369" y="1505649"/>
                  </a:lnTo>
                  <a:lnTo>
                    <a:pt x="5285458" y="1502935"/>
                  </a:lnTo>
                  <a:lnTo>
                    <a:pt x="5287547" y="1500067"/>
                  </a:lnTo>
                  <a:lnTo>
                    <a:pt x="5289636" y="1497085"/>
                  </a:lnTo>
                  <a:lnTo>
                    <a:pt x="5291725" y="1494050"/>
                  </a:lnTo>
                  <a:lnTo>
                    <a:pt x="5293814" y="1491001"/>
                  </a:lnTo>
                  <a:lnTo>
                    <a:pt x="5295903" y="1487895"/>
                  </a:lnTo>
                  <a:lnTo>
                    <a:pt x="5297992" y="1484726"/>
                  </a:lnTo>
                  <a:lnTo>
                    <a:pt x="5300081" y="1481514"/>
                  </a:lnTo>
                  <a:lnTo>
                    <a:pt x="5302171" y="1478281"/>
                  </a:lnTo>
                  <a:lnTo>
                    <a:pt x="5304260" y="1475044"/>
                  </a:lnTo>
                  <a:lnTo>
                    <a:pt x="5306349" y="1471891"/>
                  </a:lnTo>
                  <a:lnTo>
                    <a:pt x="5308438" y="1468882"/>
                  </a:lnTo>
                  <a:lnTo>
                    <a:pt x="5310527" y="1466037"/>
                  </a:lnTo>
                  <a:lnTo>
                    <a:pt x="5312616" y="1463382"/>
                  </a:lnTo>
                  <a:lnTo>
                    <a:pt x="5314705" y="1460890"/>
                  </a:lnTo>
                  <a:lnTo>
                    <a:pt x="5316794" y="1458540"/>
                  </a:lnTo>
                  <a:lnTo>
                    <a:pt x="5318883" y="1456295"/>
                  </a:lnTo>
                  <a:lnTo>
                    <a:pt x="5320972" y="1454094"/>
                  </a:lnTo>
                  <a:lnTo>
                    <a:pt x="5323061" y="1451941"/>
                  </a:lnTo>
                  <a:lnTo>
                    <a:pt x="5325150" y="1449806"/>
                  </a:lnTo>
                  <a:lnTo>
                    <a:pt x="5327239" y="1447688"/>
                  </a:lnTo>
                  <a:lnTo>
                    <a:pt x="5329328" y="1445627"/>
                  </a:lnTo>
                  <a:lnTo>
                    <a:pt x="5331417" y="1443649"/>
                  </a:lnTo>
                  <a:lnTo>
                    <a:pt x="5333506" y="1441785"/>
                  </a:lnTo>
                  <a:lnTo>
                    <a:pt x="5335595" y="1440044"/>
                  </a:lnTo>
                  <a:lnTo>
                    <a:pt x="5337684" y="1438396"/>
                  </a:lnTo>
                  <a:lnTo>
                    <a:pt x="5339773" y="1436852"/>
                  </a:lnTo>
                  <a:lnTo>
                    <a:pt x="5341862" y="1435455"/>
                  </a:lnTo>
                  <a:lnTo>
                    <a:pt x="5343951" y="1434205"/>
                  </a:lnTo>
                  <a:lnTo>
                    <a:pt x="5346040" y="1433082"/>
                  </a:lnTo>
                  <a:lnTo>
                    <a:pt x="5348129" y="1432065"/>
                  </a:lnTo>
                  <a:lnTo>
                    <a:pt x="5350218" y="1431122"/>
                  </a:lnTo>
                  <a:lnTo>
                    <a:pt x="5352307" y="1430251"/>
                  </a:lnTo>
                  <a:lnTo>
                    <a:pt x="5354396" y="1429420"/>
                  </a:lnTo>
                  <a:lnTo>
                    <a:pt x="5356485" y="1428647"/>
                  </a:lnTo>
                  <a:lnTo>
                    <a:pt x="5358574" y="1428012"/>
                  </a:lnTo>
                  <a:lnTo>
                    <a:pt x="5360664" y="1427564"/>
                  </a:lnTo>
                  <a:lnTo>
                    <a:pt x="5362753" y="1427323"/>
                  </a:lnTo>
                  <a:lnTo>
                    <a:pt x="5364842" y="1427309"/>
                  </a:lnTo>
                  <a:lnTo>
                    <a:pt x="5366931" y="1427528"/>
                  </a:lnTo>
                  <a:lnTo>
                    <a:pt x="5369020" y="1427964"/>
                  </a:lnTo>
                  <a:lnTo>
                    <a:pt x="5371109" y="1428567"/>
                  </a:lnTo>
                  <a:lnTo>
                    <a:pt x="5373198" y="1429337"/>
                  </a:lnTo>
                  <a:lnTo>
                    <a:pt x="5375287" y="1430325"/>
                  </a:lnTo>
                  <a:lnTo>
                    <a:pt x="5377376" y="1431541"/>
                  </a:lnTo>
                  <a:lnTo>
                    <a:pt x="5379465" y="1432994"/>
                  </a:lnTo>
                  <a:lnTo>
                    <a:pt x="5381554" y="1434726"/>
                  </a:lnTo>
                  <a:lnTo>
                    <a:pt x="5383643" y="1436745"/>
                  </a:lnTo>
                  <a:lnTo>
                    <a:pt x="5385732" y="1439041"/>
                  </a:lnTo>
                  <a:lnTo>
                    <a:pt x="5387821" y="1441639"/>
                  </a:lnTo>
                  <a:lnTo>
                    <a:pt x="5389910" y="1444458"/>
                  </a:lnTo>
                  <a:lnTo>
                    <a:pt x="5391999" y="1447407"/>
                  </a:lnTo>
                  <a:lnTo>
                    <a:pt x="5394088" y="1450409"/>
                  </a:lnTo>
                  <a:lnTo>
                    <a:pt x="5396177" y="1453444"/>
                  </a:lnTo>
                  <a:lnTo>
                    <a:pt x="5398266" y="1456491"/>
                  </a:lnTo>
                  <a:lnTo>
                    <a:pt x="5400355" y="1459554"/>
                  </a:lnTo>
                  <a:lnTo>
                    <a:pt x="5402444" y="1462697"/>
                  </a:lnTo>
                  <a:lnTo>
                    <a:pt x="5404533" y="1465904"/>
                  </a:lnTo>
                  <a:lnTo>
                    <a:pt x="5406622" y="1469150"/>
                  </a:lnTo>
                  <a:lnTo>
                    <a:pt x="5408711" y="1472446"/>
                  </a:lnTo>
                  <a:lnTo>
                    <a:pt x="5410800" y="1475751"/>
                  </a:lnTo>
                  <a:lnTo>
                    <a:pt x="5412889" y="1479014"/>
                  </a:lnTo>
                  <a:lnTo>
                    <a:pt x="5414978" y="1482231"/>
                  </a:lnTo>
                  <a:lnTo>
                    <a:pt x="5417067" y="1485407"/>
                  </a:lnTo>
                  <a:lnTo>
                    <a:pt x="5419157" y="1488554"/>
                  </a:lnTo>
                  <a:lnTo>
                    <a:pt x="5421246" y="1491705"/>
                  </a:lnTo>
                  <a:lnTo>
                    <a:pt x="5423335" y="1494877"/>
                  </a:lnTo>
                  <a:lnTo>
                    <a:pt x="5425424" y="1498137"/>
                  </a:lnTo>
                  <a:lnTo>
                    <a:pt x="5427513" y="1501499"/>
                  </a:lnTo>
                  <a:lnTo>
                    <a:pt x="5429602" y="1505008"/>
                  </a:lnTo>
                  <a:lnTo>
                    <a:pt x="5431691" y="1508698"/>
                  </a:lnTo>
                  <a:lnTo>
                    <a:pt x="5433780" y="1512546"/>
                  </a:lnTo>
                  <a:lnTo>
                    <a:pt x="5435869" y="1516539"/>
                  </a:lnTo>
                  <a:lnTo>
                    <a:pt x="5437958" y="1520640"/>
                  </a:lnTo>
                  <a:lnTo>
                    <a:pt x="5440047" y="1524832"/>
                  </a:lnTo>
                  <a:lnTo>
                    <a:pt x="5442136" y="1529108"/>
                  </a:lnTo>
                  <a:lnTo>
                    <a:pt x="5444225" y="1533475"/>
                  </a:lnTo>
                  <a:lnTo>
                    <a:pt x="5446314" y="1537883"/>
                  </a:lnTo>
                  <a:lnTo>
                    <a:pt x="5448403" y="1542344"/>
                  </a:lnTo>
                  <a:lnTo>
                    <a:pt x="5450492" y="1546905"/>
                  </a:lnTo>
                  <a:lnTo>
                    <a:pt x="5452581" y="1551590"/>
                  </a:lnTo>
                  <a:lnTo>
                    <a:pt x="5454670" y="1556411"/>
                  </a:lnTo>
                  <a:lnTo>
                    <a:pt x="5456759" y="1561348"/>
                  </a:lnTo>
                  <a:lnTo>
                    <a:pt x="5458848" y="1566413"/>
                  </a:lnTo>
                  <a:lnTo>
                    <a:pt x="5460937" y="1571594"/>
                  </a:lnTo>
                  <a:lnTo>
                    <a:pt x="5463026" y="1576846"/>
                  </a:lnTo>
                  <a:lnTo>
                    <a:pt x="5465115" y="1582118"/>
                  </a:lnTo>
                  <a:lnTo>
                    <a:pt x="5467204" y="1587388"/>
                  </a:lnTo>
                  <a:lnTo>
                    <a:pt x="5469293" y="1592633"/>
                  </a:lnTo>
                  <a:lnTo>
                    <a:pt x="5471382" y="1597828"/>
                  </a:lnTo>
                  <a:lnTo>
                    <a:pt x="5473471" y="1602958"/>
                  </a:lnTo>
                  <a:lnTo>
                    <a:pt x="5475561" y="1608055"/>
                  </a:lnTo>
                  <a:lnTo>
                    <a:pt x="5477650" y="1613174"/>
                  </a:lnTo>
                  <a:lnTo>
                    <a:pt x="5479739" y="1618292"/>
                  </a:lnTo>
                  <a:lnTo>
                    <a:pt x="5481828" y="1623382"/>
                  </a:lnTo>
                  <a:lnTo>
                    <a:pt x="5483917" y="1628429"/>
                  </a:lnTo>
                  <a:lnTo>
                    <a:pt x="5486006" y="1633404"/>
                  </a:lnTo>
                  <a:lnTo>
                    <a:pt x="5488095" y="1638303"/>
                  </a:lnTo>
                  <a:lnTo>
                    <a:pt x="5490184" y="1643129"/>
                  </a:lnTo>
                  <a:lnTo>
                    <a:pt x="5492273" y="1647884"/>
                  </a:lnTo>
                  <a:lnTo>
                    <a:pt x="5494362" y="1652556"/>
                  </a:lnTo>
                  <a:lnTo>
                    <a:pt x="5496451" y="1657173"/>
                  </a:lnTo>
                  <a:lnTo>
                    <a:pt x="5498540" y="1661721"/>
                  </a:lnTo>
                  <a:lnTo>
                    <a:pt x="5500629" y="1666229"/>
                  </a:lnTo>
                  <a:lnTo>
                    <a:pt x="5502718" y="1670700"/>
                  </a:lnTo>
                  <a:lnTo>
                    <a:pt x="5504807" y="1675158"/>
                  </a:lnTo>
                  <a:lnTo>
                    <a:pt x="5506896" y="1679585"/>
                  </a:lnTo>
                  <a:lnTo>
                    <a:pt x="5508985" y="1683931"/>
                  </a:lnTo>
                  <a:lnTo>
                    <a:pt x="5511074" y="1688125"/>
                  </a:lnTo>
                  <a:lnTo>
                    <a:pt x="5513163" y="1692116"/>
                  </a:lnTo>
                  <a:lnTo>
                    <a:pt x="5515252" y="1695861"/>
                  </a:lnTo>
                  <a:lnTo>
                    <a:pt x="5517341" y="1699382"/>
                  </a:lnTo>
                  <a:lnTo>
                    <a:pt x="5519430" y="1702658"/>
                  </a:lnTo>
                  <a:lnTo>
                    <a:pt x="5521519" y="1705667"/>
                  </a:lnTo>
                  <a:lnTo>
                    <a:pt x="5523608" y="1708368"/>
                  </a:lnTo>
                  <a:lnTo>
                    <a:pt x="5525697" y="1710751"/>
                  </a:lnTo>
                  <a:lnTo>
                    <a:pt x="5527786" y="1712809"/>
                  </a:lnTo>
                  <a:lnTo>
                    <a:pt x="5529875" y="1714526"/>
                  </a:lnTo>
                  <a:lnTo>
                    <a:pt x="5531964" y="1715896"/>
                  </a:lnTo>
                  <a:lnTo>
                    <a:pt x="5534054" y="1716909"/>
                  </a:lnTo>
                  <a:lnTo>
                    <a:pt x="5536143" y="1717521"/>
                  </a:lnTo>
                  <a:lnTo>
                    <a:pt x="5538232" y="1717710"/>
                  </a:lnTo>
                  <a:lnTo>
                    <a:pt x="5540321" y="1717507"/>
                  </a:lnTo>
                  <a:lnTo>
                    <a:pt x="5542410" y="1716947"/>
                  </a:lnTo>
                  <a:lnTo>
                    <a:pt x="5544499" y="1716054"/>
                  </a:lnTo>
                  <a:lnTo>
                    <a:pt x="5546588" y="1714830"/>
                  </a:lnTo>
                  <a:lnTo>
                    <a:pt x="5548677" y="1713277"/>
                  </a:lnTo>
                  <a:lnTo>
                    <a:pt x="5550766" y="1711427"/>
                  </a:lnTo>
                  <a:lnTo>
                    <a:pt x="5552855" y="1709313"/>
                  </a:lnTo>
                  <a:lnTo>
                    <a:pt x="5554944" y="1706905"/>
                  </a:lnTo>
                  <a:lnTo>
                    <a:pt x="5557033" y="1704196"/>
                  </a:lnTo>
                  <a:lnTo>
                    <a:pt x="5559122" y="1701195"/>
                  </a:lnTo>
                  <a:lnTo>
                    <a:pt x="5561211" y="1697947"/>
                  </a:lnTo>
                  <a:lnTo>
                    <a:pt x="5563300" y="1694431"/>
                  </a:lnTo>
                  <a:lnTo>
                    <a:pt x="5565389" y="1690613"/>
                  </a:lnTo>
                  <a:lnTo>
                    <a:pt x="5567478" y="1686496"/>
                  </a:lnTo>
                  <a:lnTo>
                    <a:pt x="5569567" y="1682068"/>
                  </a:lnTo>
                  <a:lnTo>
                    <a:pt x="5571656" y="1677290"/>
                  </a:lnTo>
                  <a:lnTo>
                    <a:pt x="5573745" y="1672159"/>
                  </a:lnTo>
                  <a:lnTo>
                    <a:pt x="5575834" y="1666687"/>
                  </a:lnTo>
                  <a:lnTo>
                    <a:pt x="5577923" y="1660877"/>
                  </a:lnTo>
                  <a:lnTo>
                    <a:pt x="5580012" y="1654755"/>
                  </a:lnTo>
                  <a:lnTo>
                    <a:pt x="5582101" y="1648302"/>
                  </a:lnTo>
                  <a:lnTo>
                    <a:pt x="5584190" y="1641494"/>
                  </a:lnTo>
                  <a:lnTo>
                    <a:pt x="5586279" y="1634346"/>
                  </a:lnTo>
                  <a:lnTo>
                    <a:pt x="5588368" y="1626838"/>
                  </a:lnTo>
                  <a:lnTo>
                    <a:pt x="5590458" y="1619002"/>
                  </a:lnTo>
                  <a:lnTo>
                    <a:pt x="5592547" y="1610854"/>
                  </a:lnTo>
                  <a:lnTo>
                    <a:pt x="5594636" y="1602404"/>
                  </a:lnTo>
                  <a:lnTo>
                    <a:pt x="5596725" y="1593643"/>
                  </a:lnTo>
                  <a:lnTo>
                    <a:pt x="5598814" y="1584580"/>
                  </a:lnTo>
                  <a:lnTo>
                    <a:pt x="5600903" y="1575258"/>
                  </a:lnTo>
                  <a:lnTo>
                    <a:pt x="5602992" y="1565762"/>
                  </a:lnTo>
                  <a:lnTo>
                    <a:pt x="5605081" y="1556152"/>
                  </a:lnTo>
                  <a:lnTo>
                    <a:pt x="5607170" y="1546428"/>
                  </a:lnTo>
                  <a:lnTo>
                    <a:pt x="5609259" y="1536604"/>
                  </a:lnTo>
                  <a:lnTo>
                    <a:pt x="5611348" y="1526667"/>
                  </a:lnTo>
                  <a:lnTo>
                    <a:pt x="5613437" y="1516652"/>
                  </a:lnTo>
                  <a:lnTo>
                    <a:pt x="5615526" y="1506648"/>
                  </a:lnTo>
                  <a:lnTo>
                    <a:pt x="5617615" y="1496751"/>
                  </a:lnTo>
                  <a:lnTo>
                    <a:pt x="5619704" y="1487043"/>
                  </a:lnTo>
                  <a:lnTo>
                    <a:pt x="5621793" y="1477532"/>
                  </a:lnTo>
                  <a:lnTo>
                    <a:pt x="5623882" y="1468258"/>
                  </a:lnTo>
                  <a:lnTo>
                    <a:pt x="5625971" y="1459253"/>
                  </a:lnTo>
                  <a:lnTo>
                    <a:pt x="5628060" y="1450604"/>
                  </a:lnTo>
                  <a:lnTo>
                    <a:pt x="5630149" y="1442376"/>
                  </a:lnTo>
                  <a:lnTo>
                    <a:pt x="5632238" y="1434578"/>
                  </a:lnTo>
                  <a:lnTo>
                    <a:pt x="5634327" y="1427248"/>
                  </a:lnTo>
                  <a:lnTo>
                    <a:pt x="5636416" y="1420380"/>
                  </a:lnTo>
                  <a:lnTo>
                    <a:pt x="5638505" y="1413961"/>
                  </a:lnTo>
                  <a:lnTo>
                    <a:pt x="5640594" y="1408000"/>
                  </a:lnTo>
                  <a:lnTo>
                    <a:pt x="5642683" y="1402513"/>
                  </a:lnTo>
                  <a:lnTo>
                    <a:pt x="5644772" y="1397502"/>
                  </a:lnTo>
                  <a:lnTo>
                    <a:pt x="5646861" y="1392928"/>
                  </a:lnTo>
                  <a:lnTo>
                    <a:pt x="5648951" y="1388702"/>
                  </a:lnTo>
                  <a:lnTo>
                    <a:pt x="5651040" y="1384809"/>
                  </a:lnTo>
                  <a:lnTo>
                    <a:pt x="5653129" y="1381253"/>
                  </a:lnTo>
                  <a:lnTo>
                    <a:pt x="5655218" y="1378023"/>
                  </a:lnTo>
                  <a:lnTo>
                    <a:pt x="5657307" y="1375081"/>
                  </a:lnTo>
                  <a:lnTo>
                    <a:pt x="5659396" y="1372385"/>
                  </a:lnTo>
                  <a:lnTo>
                    <a:pt x="5661485" y="1369937"/>
                  </a:lnTo>
                  <a:lnTo>
                    <a:pt x="5663574" y="1367707"/>
                  </a:lnTo>
                  <a:lnTo>
                    <a:pt x="5665663" y="1365639"/>
                  </a:lnTo>
                  <a:lnTo>
                    <a:pt x="5667752" y="1363731"/>
                  </a:lnTo>
                  <a:lnTo>
                    <a:pt x="5669841" y="1362030"/>
                  </a:lnTo>
                  <a:lnTo>
                    <a:pt x="5671930" y="1360572"/>
                  </a:lnTo>
                  <a:lnTo>
                    <a:pt x="5674019" y="1359397"/>
                  </a:lnTo>
                  <a:lnTo>
                    <a:pt x="5676108" y="1358527"/>
                  </a:lnTo>
                  <a:lnTo>
                    <a:pt x="5678197" y="1357982"/>
                  </a:lnTo>
                  <a:lnTo>
                    <a:pt x="5680286" y="1357822"/>
                  </a:lnTo>
                  <a:lnTo>
                    <a:pt x="5682375" y="1358068"/>
                  </a:lnTo>
                  <a:lnTo>
                    <a:pt x="5684464" y="1358730"/>
                  </a:lnTo>
                  <a:lnTo>
                    <a:pt x="5686553" y="1359793"/>
                  </a:lnTo>
                  <a:lnTo>
                    <a:pt x="5688642" y="1361259"/>
                  </a:lnTo>
                  <a:lnTo>
                    <a:pt x="5690731" y="1363165"/>
                  </a:lnTo>
                  <a:lnTo>
                    <a:pt x="5692820" y="1365534"/>
                  </a:lnTo>
                  <a:lnTo>
                    <a:pt x="5694909" y="1368387"/>
                  </a:lnTo>
                  <a:lnTo>
                    <a:pt x="5696998" y="1371717"/>
                  </a:lnTo>
                  <a:lnTo>
                    <a:pt x="5699087" y="1375502"/>
                  </a:lnTo>
                  <a:lnTo>
                    <a:pt x="5701176" y="1379738"/>
                  </a:lnTo>
                  <a:lnTo>
                    <a:pt x="5703265" y="1384445"/>
                  </a:lnTo>
                  <a:lnTo>
                    <a:pt x="5705355" y="1389610"/>
                  </a:lnTo>
                  <a:lnTo>
                    <a:pt x="5707444" y="1395221"/>
                  </a:lnTo>
                  <a:lnTo>
                    <a:pt x="5709533" y="1401232"/>
                  </a:lnTo>
                  <a:lnTo>
                    <a:pt x="5711622" y="1407611"/>
                  </a:lnTo>
                  <a:lnTo>
                    <a:pt x="5713711" y="1414328"/>
                  </a:lnTo>
                  <a:lnTo>
                    <a:pt x="5715800" y="1421342"/>
                  </a:lnTo>
                  <a:lnTo>
                    <a:pt x="5717889" y="1428646"/>
                  </a:lnTo>
                  <a:lnTo>
                    <a:pt x="5719978" y="1436206"/>
                  </a:lnTo>
                  <a:lnTo>
                    <a:pt x="5722067" y="1443942"/>
                  </a:lnTo>
                  <a:lnTo>
                    <a:pt x="5724156" y="1451814"/>
                  </a:lnTo>
                  <a:lnTo>
                    <a:pt x="5726245" y="1459813"/>
                  </a:lnTo>
                  <a:lnTo>
                    <a:pt x="5728334" y="1467924"/>
                  </a:lnTo>
                  <a:lnTo>
                    <a:pt x="5730423" y="1476109"/>
                  </a:lnTo>
                  <a:lnTo>
                    <a:pt x="5732512" y="1484314"/>
                  </a:lnTo>
                  <a:lnTo>
                    <a:pt x="5734601" y="1492444"/>
                  </a:lnTo>
                  <a:lnTo>
                    <a:pt x="5736690" y="1500432"/>
                  </a:lnTo>
                  <a:lnTo>
                    <a:pt x="5738779" y="1508227"/>
                  </a:lnTo>
                  <a:lnTo>
                    <a:pt x="5740868" y="1515789"/>
                  </a:lnTo>
                  <a:lnTo>
                    <a:pt x="5742957" y="1523135"/>
                  </a:lnTo>
                  <a:lnTo>
                    <a:pt x="5745046" y="1530278"/>
                  </a:lnTo>
                  <a:lnTo>
                    <a:pt x="5747135" y="1537223"/>
                  </a:lnTo>
                  <a:lnTo>
                    <a:pt x="5749224" y="1543944"/>
                  </a:lnTo>
                  <a:lnTo>
                    <a:pt x="5751313" y="1550450"/>
                  </a:lnTo>
                  <a:lnTo>
                    <a:pt x="5753402" y="1556807"/>
                  </a:lnTo>
                  <a:lnTo>
                    <a:pt x="5755491" y="1563070"/>
                  </a:lnTo>
                  <a:lnTo>
                    <a:pt x="5757580" y="1569247"/>
                  </a:lnTo>
                  <a:lnTo>
                    <a:pt x="5759669" y="1575339"/>
                  </a:lnTo>
                  <a:lnTo>
                    <a:pt x="5761758" y="1581352"/>
                  </a:lnTo>
                  <a:lnTo>
                    <a:pt x="5763848" y="1587288"/>
                  </a:lnTo>
                  <a:lnTo>
                    <a:pt x="5765937" y="1593137"/>
                  </a:lnTo>
                  <a:lnTo>
                    <a:pt x="5768026" y="1598918"/>
                  </a:lnTo>
                  <a:lnTo>
                    <a:pt x="5770115" y="1604655"/>
                  </a:lnTo>
                  <a:lnTo>
                    <a:pt x="5772204" y="1610381"/>
                  </a:lnTo>
                  <a:lnTo>
                    <a:pt x="5774293" y="1616065"/>
                  </a:lnTo>
                  <a:lnTo>
                    <a:pt x="5776382" y="1621677"/>
                  </a:lnTo>
                  <a:lnTo>
                    <a:pt x="5778471" y="1627193"/>
                  </a:lnTo>
                  <a:lnTo>
                    <a:pt x="5780560" y="1632578"/>
                  </a:lnTo>
                  <a:lnTo>
                    <a:pt x="5782649" y="1637857"/>
                  </a:lnTo>
                  <a:lnTo>
                    <a:pt x="5784738" y="1643004"/>
                  </a:lnTo>
                  <a:lnTo>
                    <a:pt x="5786827" y="1647977"/>
                  </a:lnTo>
                  <a:lnTo>
                    <a:pt x="5788916" y="1652751"/>
                  </a:lnTo>
                  <a:lnTo>
                    <a:pt x="5791005" y="1657306"/>
                  </a:lnTo>
                  <a:lnTo>
                    <a:pt x="5793094" y="1661640"/>
                  </a:lnTo>
                  <a:lnTo>
                    <a:pt x="5795183" y="1665759"/>
                  </a:lnTo>
                  <a:lnTo>
                    <a:pt x="5797272" y="1669654"/>
                  </a:lnTo>
                  <a:lnTo>
                    <a:pt x="5799361" y="1673287"/>
                  </a:lnTo>
                  <a:lnTo>
                    <a:pt x="5801450" y="1676636"/>
                  </a:lnTo>
                  <a:lnTo>
                    <a:pt x="5803539" y="1679709"/>
                  </a:lnTo>
                  <a:lnTo>
                    <a:pt x="5805628" y="1682522"/>
                  </a:lnTo>
                  <a:lnTo>
                    <a:pt x="5807717" y="1685068"/>
                  </a:lnTo>
                  <a:lnTo>
                    <a:pt x="5809806" y="1687324"/>
                  </a:lnTo>
                  <a:lnTo>
                    <a:pt x="5811895" y="1689277"/>
                  </a:lnTo>
                  <a:lnTo>
                    <a:pt x="5813984" y="1690853"/>
                  </a:lnTo>
                  <a:lnTo>
                    <a:pt x="5816073" y="1692033"/>
                  </a:lnTo>
                  <a:lnTo>
                    <a:pt x="5818162" y="1692818"/>
                  </a:lnTo>
                  <a:lnTo>
                    <a:pt x="5820252" y="1693211"/>
                  </a:lnTo>
                  <a:lnTo>
                    <a:pt x="5822341" y="1693248"/>
                  </a:lnTo>
                  <a:lnTo>
                    <a:pt x="5824430" y="1692948"/>
                  </a:lnTo>
                  <a:lnTo>
                    <a:pt x="5826519" y="1692332"/>
                  </a:lnTo>
                  <a:lnTo>
                    <a:pt x="5828608" y="1691393"/>
                  </a:lnTo>
                  <a:lnTo>
                    <a:pt x="5830697" y="1690144"/>
                  </a:lnTo>
                  <a:lnTo>
                    <a:pt x="5832786" y="1688566"/>
                  </a:lnTo>
                  <a:lnTo>
                    <a:pt x="5834875" y="1686673"/>
                  </a:lnTo>
                  <a:lnTo>
                    <a:pt x="5836964" y="1684474"/>
                  </a:lnTo>
                  <a:lnTo>
                    <a:pt x="5839053" y="1682000"/>
                  </a:lnTo>
                  <a:lnTo>
                    <a:pt x="5841142" y="1679311"/>
                  </a:lnTo>
                  <a:lnTo>
                    <a:pt x="5843231" y="1676446"/>
                  </a:lnTo>
                  <a:lnTo>
                    <a:pt x="5845320" y="1673459"/>
                  </a:lnTo>
                  <a:lnTo>
                    <a:pt x="5847409" y="1670363"/>
                  </a:lnTo>
                  <a:lnTo>
                    <a:pt x="5849498" y="1667174"/>
                  </a:lnTo>
                  <a:lnTo>
                    <a:pt x="5851587" y="1663915"/>
                  </a:lnTo>
                  <a:lnTo>
                    <a:pt x="5853676" y="1660590"/>
                  </a:lnTo>
                  <a:lnTo>
                    <a:pt x="5855765" y="1657201"/>
                  </a:lnTo>
                  <a:lnTo>
                    <a:pt x="5857854" y="1653715"/>
                  </a:lnTo>
                  <a:lnTo>
                    <a:pt x="5859943" y="1650129"/>
                  </a:lnTo>
                  <a:lnTo>
                    <a:pt x="5862032" y="1646446"/>
                  </a:lnTo>
                  <a:lnTo>
                    <a:pt x="5864121" y="1642692"/>
                  </a:lnTo>
                  <a:lnTo>
                    <a:pt x="5866210" y="1638874"/>
                  </a:lnTo>
                  <a:lnTo>
                    <a:pt x="5868299" y="1635026"/>
                  </a:lnTo>
                  <a:lnTo>
                    <a:pt x="5870388" y="1631188"/>
                  </a:lnTo>
                  <a:lnTo>
                    <a:pt x="5872477" y="1627326"/>
                  </a:lnTo>
                  <a:lnTo>
                    <a:pt x="5874566" y="1623422"/>
                  </a:lnTo>
                  <a:lnTo>
                    <a:pt x="5876655" y="1619451"/>
                  </a:lnTo>
                  <a:lnTo>
                    <a:pt x="5878745" y="1615416"/>
                  </a:lnTo>
                  <a:lnTo>
                    <a:pt x="5880834" y="1611317"/>
                  </a:lnTo>
                  <a:lnTo>
                    <a:pt x="5882923" y="1607161"/>
                  </a:lnTo>
                  <a:lnTo>
                    <a:pt x="5885012" y="1602983"/>
                  </a:lnTo>
                  <a:lnTo>
                    <a:pt x="5887101" y="1598795"/>
                  </a:lnTo>
                  <a:lnTo>
                    <a:pt x="5889190" y="1594572"/>
                  </a:lnTo>
                  <a:lnTo>
                    <a:pt x="5891279" y="1590343"/>
                  </a:lnTo>
                  <a:lnTo>
                    <a:pt x="5893368" y="1586117"/>
                  </a:lnTo>
                  <a:lnTo>
                    <a:pt x="5895457" y="1581907"/>
                  </a:lnTo>
                  <a:lnTo>
                    <a:pt x="5897546" y="1577732"/>
                  </a:lnTo>
                  <a:lnTo>
                    <a:pt x="5899635" y="1573568"/>
                  </a:lnTo>
                  <a:lnTo>
                    <a:pt x="5901724" y="1569394"/>
                  </a:lnTo>
                  <a:lnTo>
                    <a:pt x="5903813" y="1565237"/>
                  </a:lnTo>
                  <a:lnTo>
                    <a:pt x="5905902" y="1561133"/>
                  </a:lnTo>
                  <a:lnTo>
                    <a:pt x="5907991" y="1557110"/>
                  </a:lnTo>
                  <a:lnTo>
                    <a:pt x="5910080" y="1553179"/>
                  </a:lnTo>
                  <a:lnTo>
                    <a:pt x="5912169" y="1549343"/>
                  </a:lnTo>
                  <a:lnTo>
                    <a:pt x="5914258" y="1545614"/>
                  </a:lnTo>
                  <a:lnTo>
                    <a:pt x="5916347" y="1542017"/>
                  </a:lnTo>
                  <a:lnTo>
                    <a:pt x="5918436" y="1538605"/>
                  </a:lnTo>
                  <a:lnTo>
                    <a:pt x="5920525" y="1535485"/>
                  </a:lnTo>
                  <a:lnTo>
                    <a:pt x="5922614" y="1532678"/>
                  </a:lnTo>
                  <a:lnTo>
                    <a:pt x="5924703" y="1530221"/>
                  </a:lnTo>
                  <a:lnTo>
                    <a:pt x="5926792" y="1528090"/>
                  </a:lnTo>
                  <a:lnTo>
                    <a:pt x="5928881" y="1526270"/>
                  </a:lnTo>
                  <a:lnTo>
                    <a:pt x="5930970" y="1524744"/>
                  </a:lnTo>
                  <a:lnTo>
                    <a:pt x="5933059" y="1523526"/>
                  </a:lnTo>
                  <a:lnTo>
                    <a:pt x="5935149" y="1522597"/>
                  </a:lnTo>
                  <a:lnTo>
                    <a:pt x="5937238" y="1521984"/>
                  </a:lnTo>
                  <a:lnTo>
                    <a:pt x="5939327" y="1521700"/>
                  </a:lnTo>
                  <a:lnTo>
                    <a:pt x="5941416" y="1521716"/>
                  </a:lnTo>
                  <a:lnTo>
                    <a:pt x="5943505" y="1522039"/>
                  </a:lnTo>
                  <a:lnTo>
                    <a:pt x="5945594" y="1522671"/>
                  </a:lnTo>
                  <a:lnTo>
                    <a:pt x="5947683" y="1523547"/>
                  </a:lnTo>
                  <a:lnTo>
                    <a:pt x="5949772" y="1524622"/>
                  </a:lnTo>
                  <a:lnTo>
                    <a:pt x="5951861" y="1525841"/>
                  </a:lnTo>
                  <a:lnTo>
                    <a:pt x="5953950" y="1527143"/>
                  </a:lnTo>
                  <a:lnTo>
                    <a:pt x="5956039" y="1528484"/>
                  </a:lnTo>
                  <a:lnTo>
                    <a:pt x="5958128" y="1529850"/>
                  </a:lnTo>
                  <a:lnTo>
                    <a:pt x="5960217" y="1531241"/>
                  </a:lnTo>
                  <a:lnTo>
                    <a:pt x="5962306" y="1532689"/>
                  </a:lnTo>
                  <a:lnTo>
                    <a:pt x="5964395" y="1534205"/>
                  </a:lnTo>
                  <a:lnTo>
                    <a:pt x="5966484" y="1535776"/>
                  </a:lnTo>
                  <a:lnTo>
                    <a:pt x="5968573" y="1537351"/>
                  </a:lnTo>
                  <a:lnTo>
                    <a:pt x="5970662" y="1538880"/>
                  </a:lnTo>
                  <a:lnTo>
                    <a:pt x="5972751" y="1540373"/>
                  </a:lnTo>
                  <a:lnTo>
                    <a:pt x="5974840" y="1541803"/>
                  </a:lnTo>
                  <a:lnTo>
                    <a:pt x="5976929" y="1543191"/>
                  </a:lnTo>
                  <a:lnTo>
                    <a:pt x="5979018" y="1544623"/>
                  </a:lnTo>
                  <a:lnTo>
                    <a:pt x="5981107" y="1546135"/>
                  </a:lnTo>
                  <a:lnTo>
                    <a:pt x="5983196" y="1547795"/>
                  </a:lnTo>
                  <a:lnTo>
                    <a:pt x="5985285" y="1549623"/>
                  </a:lnTo>
                  <a:lnTo>
                    <a:pt x="5987374" y="1551602"/>
                  </a:lnTo>
                  <a:lnTo>
                    <a:pt x="5989463" y="1553732"/>
                  </a:lnTo>
                  <a:lnTo>
                    <a:pt x="5991552" y="1555981"/>
                  </a:lnTo>
                  <a:lnTo>
                    <a:pt x="5993642" y="1558349"/>
                  </a:lnTo>
                  <a:lnTo>
                    <a:pt x="5995731" y="1560833"/>
                  </a:lnTo>
                  <a:lnTo>
                    <a:pt x="5997820" y="1563422"/>
                  </a:lnTo>
                  <a:lnTo>
                    <a:pt x="5999909" y="1566119"/>
                  </a:lnTo>
                  <a:lnTo>
                    <a:pt x="6001998" y="1568937"/>
                  </a:lnTo>
                  <a:lnTo>
                    <a:pt x="6004087" y="1571870"/>
                  </a:lnTo>
                  <a:lnTo>
                    <a:pt x="6006176" y="1574942"/>
                  </a:lnTo>
                  <a:lnTo>
                    <a:pt x="6008265" y="1578126"/>
                  </a:lnTo>
                  <a:lnTo>
                    <a:pt x="6010354" y="1581366"/>
                  </a:lnTo>
                  <a:lnTo>
                    <a:pt x="6012443" y="1584627"/>
                  </a:lnTo>
                  <a:lnTo>
                    <a:pt x="6014532" y="1587858"/>
                  </a:lnTo>
                  <a:lnTo>
                    <a:pt x="6016621" y="1591041"/>
                  </a:lnTo>
                  <a:lnTo>
                    <a:pt x="6018710" y="1594207"/>
                  </a:lnTo>
                  <a:lnTo>
                    <a:pt x="6020799" y="1597334"/>
                  </a:lnTo>
                  <a:lnTo>
                    <a:pt x="6022888" y="1600414"/>
                  </a:lnTo>
                  <a:lnTo>
                    <a:pt x="6024977" y="1603375"/>
                  </a:lnTo>
                  <a:lnTo>
                    <a:pt x="6027066" y="1606161"/>
                  </a:lnTo>
                  <a:lnTo>
                    <a:pt x="6029155" y="1608763"/>
                  </a:lnTo>
                  <a:lnTo>
                    <a:pt x="6031244" y="1611193"/>
                  </a:lnTo>
                  <a:lnTo>
                    <a:pt x="6033333" y="1613481"/>
                  </a:lnTo>
                  <a:lnTo>
                    <a:pt x="6035422" y="1615636"/>
                  </a:lnTo>
                  <a:lnTo>
                    <a:pt x="6037511" y="1617618"/>
                  </a:lnTo>
                  <a:lnTo>
                    <a:pt x="6039600" y="1619446"/>
                  </a:lnTo>
                  <a:lnTo>
                    <a:pt x="6041689" y="1621148"/>
                  </a:lnTo>
                  <a:lnTo>
                    <a:pt x="6043778" y="1622701"/>
                  </a:lnTo>
                  <a:lnTo>
                    <a:pt x="6045867" y="1624127"/>
                  </a:lnTo>
                  <a:lnTo>
                    <a:pt x="6047956" y="1625447"/>
                  </a:lnTo>
                  <a:lnTo>
                    <a:pt x="6050046" y="1626644"/>
                  </a:lnTo>
                  <a:lnTo>
                    <a:pt x="6052135" y="1627756"/>
                  </a:lnTo>
                  <a:lnTo>
                    <a:pt x="6054224" y="1628810"/>
                  </a:lnTo>
                  <a:lnTo>
                    <a:pt x="6056313" y="1629856"/>
                  </a:lnTo>
                  <a:lnTo>
                    <a:pt x="6058402" y="1630955"/>
                  </a:lnTo>
                  <a:lnTo>
                    <a:pt x="6060491" y="1632132"/>
                  </a:lnTo>
                  <a:lnTo>
                    <a:pt x="6062580" y="1633391"/>
                  </a:lnTo>
                  <a:lnTo>
                    <a:pt x="6064669" y="1634714"/>
                  </a:lnTo>
                  <a:lnTo>
                    <a:pt x="6066758" y="1636108"/>
                  </a:lnTo>
                  <a:lnTo>
                    <a:pt x="6068847" y="1637577"/>
                  </a:lnTo>
                  <a:lnTo>
                    <a:pt x="6070936" y="1639116"/>
                  </a:lnTo>
                  <a:lnTo>
                    <a:pt x="6073025" y="1640715"/>
                  </a:lnTo>
                  <a:lnTo>
                    <a:pt x="6075114" y="1642423"/>
                  </a:lnTo>
                  <a:lnTo>
                    <a:pt x="6077203" y="1644241"/>
                  </a:lnTo>
                  <a:lnTo>
                    <a:pt x="6079292" y="1646151"/>
                  </a:lnTo>
                  <a:lnTo>
                    <a:pt x="6081381" y="1648162"/>
                  </a:lnTo>
                  <a:lnTo>
                    <a:pt x="6083470" y="1650208"/>
                  </a:lnTo>
                  <a:lnTo>
                    <a:pt x="6085559" y="1652286"/>
                  </a:lnTo>
                  <a:lnTo>
                    <a:pt x="6087648" y="1654316"/>
                  </a:lnTo>
                  <a:lnTo>
                    <a:pt x="6089737" y="1656194"/>
                  </a:lnTo>
                  <a:lnTo>
                    <a:pt x="6091826" y="1657938"/>
                  </a:lnTo>
                  <a:lnTo>
                    <a:pt x="6093915" y="1659580"/>
                  </a:lnTo>
                  <a:lnTo>
                    <a:pt x="6096004" y="1661126"/>
                  </a:lnTo>
                  <a:lnTo>
                    <a:pt x="6098093" y="1662560"/>
                  </a:lnTo>
                  <a:lnTo>
                    <a:pt x="6100182" y="1663832"/>
                  </a:lnTo>
                  <a:lnTo>
                    <a:pt x="6102271" y="1664944"/>
                  </a:lnTo>
                  <a:lnTo>
                    <a:pt x="6104360" y="1665904"/>
                  </a:lnTo>
                  <a:lnTo>
                    <a:pt x="6106449" y="1666684"/>
                  </a:lnTo>
                  <a:lnTo>
                    <a:pt x="6108539" y="1667250"/>
                  </a:lnTo>
                  <a:lnTo>
                    <a:pt x="6110628" y="1667593"/>
                  </a:lnTo>
                  <a:lnTo>
                    <a:pt x="6112717" y="1667690"/>
                  </a:lnTo>
                  <a:lnTo>
                    <a:pt x="6114806" y="1667592"/>
                  </a:lnTo>
                  <a:lnTo>
                    <a:pt x="6116895" y="1667290"/>
                  </a:lnTo>
                  <a:lnTo>
                    <a:pt x="6118984" y="1666813"/>
                  </a:lnTo>
                  <a:lnTo>
                    <a:pt x="6121073" y="1666180"/>
                  </a:lnTo>
                  <a:lnTo>
                    <a:pt x="6123162" y="1665337"/>
                  </a:lnTo>
                  <a:lnTo>
                    <a:pt x="6125251" y="1664255"/>
                  </a:lnTo>
                  <a:lnTo>
                    <a:pt x="6127340" y="1662944"/>
                  </a:lnTo>
                  <a:lnTo>
                    <a:pt x="6129429" y="1661423"/>
                  </a:lnTo>
                  <a:lnTo>
                    <a:pt x="6131518" y="1659769"/>
                  </a:lnTo>
                  <a:lnTo>
                    <a:pt x="6133607" y="1657978"/>
                  </a:lnTo>
                  <a:lnTo>
                    <a:pt x="6135696" y="1656037"/>
                  </a:lnTo>
                  <a:lnTo>
                    <a:pt x="6137785" y="1653926"/>
                  </a:lnTo>
                  <a:lnTo>
                    <a:pt x="6139874" y="1651647"/>
                  </a:lnTo>
                  <a:lnTo>
                    <a:pt x="6141963" y="1649252"/>
                  </a:lnTo>
                  <a:lnTo>
                    <a:pt x="6144052" y="1646775"/>
                  </a:lnTo>
                  <a:lnTo>
                    <a:pt x="6146141" y="1644150"/>
                  </a:lnTo>
                  <a:lnTo>
                    <a:pt x="6148230" y="1641414"/>
                  </a:lnTo>
                  <a:lnTo>
                    <a:pt x="6150319" y="1638571"/>
                  </a:lnTo>
                  <a:lnTo>
                    <a:pt x="6152408" y="1635625"/>
                  </a:lnTo>
                  <a:lnTo>
                    <a:pt x="6154497" y="1632600"/>
                  </a:lnTo>
                  <a:lnTo>
                    <a:pt x="6156586" y="1629498"/>
                  </a:lnTo>
                  <a:lnTo>
                    <a:pt x="6158675" y="1626286"/>
                  </a:lnTo>
                  <a:lnTo>
                    <a:pt x="6160764" y="1622964"/>
                  </a:lnTo>
                  <a:lnTo>
                    <a:pt x="6162853" y="1619508"/>
                  </a:lnTo>
                  <a:lnTo>
                    <a:pt x="6164943" y="1615893"/>
                  </a:lnTo>
                  <a:lnTo>
                    <a:pt x="6165122" y="1826954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4572887" y="1965959"/>
              <a:ext cx="0" cy="1897221"/>
            </a:xfrm>
            <a:custGeom>
              <a:avLst/>
              <a:pathLst>
                <a:path w="0" h="1897221">
                  <a:moveTo>
                    <a:pt x="0" y="18972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4572992" y="1965959"/>
              <a:ext cx="0" cy="1897221"/>
            </a:xfrm>
            <a:custGeom>
              <a:avLst/>
              <a:pathLst>
                <a:path w="0" h="1897221">
                  <a:moveTo>
                    <a:pt x="0" y="18972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4572887" y="1965959"/>
              <a:ext cx="0" cy="1897221"/>
            </a:xfrm>
            <a:custGeom>
              <a:avLst/>
              <a:pathLst>
                <a:path w="0" h="1897221">
                  <a:moveTo>
                    <a:pt x="0" y="18972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050" cap="rnd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1488693" y="5642452"/>
              <a:ext cx="1691586" cy="117950"/>
            </a:xfrm>
            <a:custGeom>
              <a:avLst/>
              <a:pathLst>
                <a:path w="1691586" h="117950">
                  <a:moveTo>
                    <a:pt x="0" y="117950"/>
                  </a:moveTo>
                  <a:lnTo>
                    <a:pt x="1089" y="116202"/>
                  </a:lnTo>
                  <a:lnTo>
                    <a:pt x="3178" y="113045"/>
                  </a:lnTo>
                  <a:lnTo>
                    <a:pt x="5267" y="110082"/>
                  </a:lnTo>
                  <a:lnTo>
                    <a:pt x="7356" y="107316"/>
                  </a:lnTo>
                  <a:lnTo>
                    <a:pt x="9445" y="104730"/>
                  </a:lnTo>
                  <a:lnTo>
                    <a:pt x="11534" y="102302"/>
                  </a:lnTo>
                  <a:lnTo>
                    <a:pt x="13623" y="100025"/>
                  </a:lnTo>
                  <a:lnTo>
                    <a:pt x="15712" y="97887"/>
                  </a:lnTo>
                  <a:lnTo>
                    <a:pt x="17801" y="95857"/>
                  </a:lnTo>
                  <a:lnTo>
                    <a:pt x="19890" y="93926"/>
                  </a:lnTo>
                  <a:lnTo>
                    <a:pt x="21979" y="92091"/>
                  </a:lnTo>
                  <a:lnTo>
                    <a:pt x="24069" y="90352"/>
                  </a:lnTo>
                  <a:lnTo>
                    <a:pt x="26158" y="88710"/>
                  </a:lnTo>
                  <a:lnTo>
                    <a:pt x="28247" y="87158"/>
                  </a:lnTo>
                  <a:lnTo>
                    <a:pt x="30336" y="85686"/>
                  </a:lnTo>
                  <a:lnTo>
                    <a:pt x="32425" y="84267"/>
                  </a:lnTo>
                  <a:lnTo>
                    <a:pt x="34514" y="82904"/>
                  </a:lnTo>
                  <a:lnTo>
                    <a:pt x="36603" y="81575"/>
                  </a:lnTo>
                  <a:lnTo>
                    <a:pt x="38692" y="80271"/>
                  </a:lnTo>
                  <a:lnTo>
                    <a:pt x="40781" y="78998"/>
                  </a:lnTo>
                  <a:lnTo>
                    <a:pt x="42870" y="77754"/>
                  </a:lnTo>
                  <a:lnTo>
                    <a:pt x="44959" y="76543"/>
                  </a:lnTo>
                  <a:lnTo>
                    <a:pt x="47048" y="75379"/>
                  </a:lnTo>
                  <a:lnTo>
                    <a:pt x="49137" y="74271"/>
                  </a:lnTo>
                  <a:lnTo>
                    <a:pt x="51226" y="73221"/>
                  </a:lnTo>
                  <a:lnTo>
                    <a:pt x="53315" y="72227"/>
                  </a:lnTo>
                  <a:lnTo>
                    <a:pt x="55404" y="71278"/>
                  </a:lnTo>
                  <a:lnTo>
                    <a:pt x="57493" y="70380"/>
                  </a:lnTo>
                  <a:lnTo>
                    <a:pt x="59582" y="69522"/>
                  </a:lnTo>
                  <a:lnTo>
                    <a:pt x="61671" y="68706"/>
                  </a:lnTo>
                  <a:lnTo>
                    <a:pt x="63760" y="67930"/>
                  </a:lnTo>
                  <a:lnTo>
                    <a:pt x="65849" y="67188"/>
                  </a:lnTo>
                  <a:lnTo>
                    <a:pt x="67938" y="66488"/>
                  </a:lnTo>
                  <a:lnTo>
                    <a:pt x="70027" y="65829"/>
                  </a:lnTo>
                  <a:lnTo>
                    <a:pt x="72116" y="65210"/>
                  </a:lnTo>
                  <a:lnTo>
                    <a:pt x="74205" y="64634"/>
                  </a:lnTo>
                  <a:lnTo>
                    <a:pt x="76294" y="64100"/>
                  </a:lnTo>
                  <a:lnTo>
                    <a:pt x="78383" y="63607"/>
                  </a:lnTo>
                  <a:lnTo>
                    <a:pt x="80473" y="63157"/>
                  </a:lnTo>
                  <a:lnTo>
                    <a:pt x="82562" y="62742"/>
                  </a:lnTo>
                  <a:lnTo>
                    <a:pt x="84651" y="62367"/>
                  </a:lnTo>
                  <a:lnTo>
                    <a:pt x="86740" y="62029"/>
                  </a:lnTo>
                  <a:lnTo>
                    <a:pt x="88829" y="61714"/>
                  </a:lnTo>
                  <a:lnTo>
                    <a:pt x="90918" y="61420"/>
                  </a:lnTo>
                  <a:lnTo>
                    <a:pt x="93007" y="61146"/>
                  </a:lnTo>
                  <a:lnTo>
                    <a:pt x="95096" y="60894"/>
                  </a:lnTo>
                  <a:lnTo>
                    <a:pt x="97185" y="60664"/>
                  </a:lnTo>
                  <a:lnTo>
                    <a:pt x="99274" y="60456"/>
                  </a:lnTo>
                  <a:lnTo>
                    <a:pt x="101363" y="60270"/>
                  </a:lnTo>
                  <a:lnTo>
                    <a:pt x="103452" y="60106"/>
                  </a:lnTo>
                  <a:lnTo>
                    <a:pt x="105541" y="59957"/>
                  </a:lnTo>
                  <a:lnTo>
                    <a:pt x="107630" y="59828"/>
                  </a:lnTo>
                  <a:lnTo>
                    <a:pt x="109719" y="59719"/>
                  </a:lnTo>
                  <a:lnTo>
                    <a:pt x="111808" y="59633"/>
                  </a:lnTo>
                  <a:lnTo>
                    <a:pt x="113897" y="59570"/>
                  </a:lnTo>
                  <a:lnTo>
                    <a:pt x="115986" y="59539"/>
                  </a:lnTo>
                  <a:lnTo>
                    <a:pt x="118075" y="59539"/>
                  </a:lnTo>
                  <a:lnTo>
                    <a:pt x="120164" y="59570"/>
                  </a:lnTo>
                  <a:lnTo>
                    <a:pt x="122253" y="59639"/>
                  </a:lnTo>
                  <a:lnTo>
                    <a:pt x="124342" y="59752"/>
                  </a:lnTo>
                  <a:lnTo>
                    <a:pt x="126431" y="59914"/>
                  </a:lnTo>
                  <a:lnTo>
                    <a:pt x="128520" y="60128"/>
                  </a:lnTo>
                  <a:lnTo>
                    <a:pt x="130609" y="60394"/>
                  </a:lnTo>
                  <a:lnTo>
                    <a:pt x="132698" y="60713"/>
                  </a:lnTo>
                  <a:lnTo>
                    <a:pt x="134787" y="61095"/>
                  </a:lnTo>
                  <a:lnTo>
                    <a:pt x="136876" y="61538"/>
                  </a:lnTo>
                  <a:lnTo>
                    <a:pt x="138966" y="62041"/>
                  </a:lnTo>
                  <a:lnTo>
                    <a:pt x="141055" y="62596"/>
                  </a:lnTo>
                  <a:lnTo>
                    <a:pt x="143144" y="63204"/>
                  </a:lnTo>
                  <a:lnTo>
                    <a:pt x="145233" y="63864"/>
                  </a:lnTo>
                  <a:lnTo>
                    <a:pt x="147322" y="64570"/>
                  </a:lnTo>
                  <a:lnTo>
                    <a:pt x="149411" y="65323"/>
                  </a:lnTo>
                  <a:lnTo>
                    <a:pt x="151500" y="66119"/>
                  </a:lnTo>
                  <a:lnTo>
                    <a:pt x="153589" y="66949"/>
                  </a:lnTo>
                  <a:lnTo>
                    <a:pt x="155678" y="67814"/>
                  </a:lnTo>
                  <a:lnTo>
                    <a:pt x="157767" y="68709"/>
                  </a:lnTo>
                  <a:lnTo>
                    <a:pt x="159856" y="69638"/>
                  </a:lnTo>
                  <a:lnTo>
                    <a:pt x="161945" y="70592"/>
                  </a:lnTo>
                  <a:lnTo>
                    <a:pt x="164034" y="71568"/>
                  </a:lnTo>
                  <a:lnTo>
                    <a:pt x="166123" y="72561"/>
                  </a:lnTo>
                  <a:lnTo>
                    <a:pt x="168212" y="73569"/>
                  </a:lnTo>
                  <a:lnTo>
                    <a:pt x="170301" y="74593"/>
                  </a:lnTo>
                  <a:lnTo>
                    <a:pt x="172390" y="75630"/>
                  </a:lnTo>
                  <a:lnTo>
                    <a:pt x="174479" y="76678"/>
                  </a:lnTo>
                  <a:lnTo>
                    <a:pt x="176568" y="77736"/>
                  </a:lnTo>
                  <a:lnTo>
                    <a:pt x="178657" y="78803"/>
                  </a:lnTo>
                  <a:lnTo>
                    <a:pt x="180746" y="79874"/>
                  </a:lnTo>
                  <a:lnTo>
                    <a:pt x="182835" y="80949"/>
                  </a:lnTo>
                  <a:lnTo>
                    <a:pt x="184924" y="82027"/>
                  </a:lnTo>
                  <a:lnTo>
                    <a:pt x="187013" y="83104"/>
                  </a:lnTo>
                  <a:lnTo>
                    <a:pt x="189102" y="84170"/>
                  </a:lnTo>
                  <a:lnTo>
                    <a:pt x="191191" y="85216"/>
                  </a:lnTo>
                  <a:lnTo>
                    <a:pt x="193280" y="86246"/>
                  </a:lnTo>
                  <a:lnTo>
                    <a:pt x="195370" y="87255"/>
                  </a:lnTo>
                  <a:lnTo>
                    <a:pt x="197459" y="88234"/>
                  </a:lnTo>
                  <a:lnTo>
                    <a:pt x="199548" y="89181"/>
                  </a:lnTo>
                  <a:lnTo>
                    <a:pt x="201637" y="90088"/>
                  </a:lnTo>
                  <a:lnTo>
                    <a:pt x="203726" y="90956"/>
                  </a:lnTo>
                  <a:lnTo>
                    <a:pt x="205815" y="91784"/>
                  </a:lnTo>
                  <a:lnTo>
                    <a:pt x="207904" y="92535"/>
                  </a:lnTo>
                  <a:lnTo>
                    <a:pt x="209993" y="93203"/>
                  </a:lnTo>
                  <a:lnTo>
                    <a:pt x="212082" y="93784"/>
                  </a:lnTo>
                  <a:lnTo>
                    <a:pt x="214171" y="94269"/>
                  </a:lnTo>
                  <a:lnTo>
                    <a:pt x="216260" y="94654"/>
                  </a:lnTo>
                  <a:lnTo>
                    <a:pt x="218349" y="94945"/>
                  </a:lnTo>
                  <a:lnTo>
                    <a:pt x="220438" y="95143"/>
                  </a:lnTo>
                  <a:lnTo>
                    <a:pt x="222527" y="95248"/>
                  </a:lnTo>
                  <a:lnTo>
                    <a:pt x="224616" y="95268"/>
                  </a:lnTo>
                  <a:lnTo>
                    <a:pt x="226705" y="95213"/>
                  </a:lnTo>
                  <a:lnTo>
                    <a:pt x="228794" y="95085"/>
                  </a:lnTo>
                  <a:lnTo>
                    <a:pt x="230883" y="94891"/>
                  </a:lnTo>
                  <a:lnTo>
                    <a:pt x="232972" y="94626"/>
                  </a:lnTo>
                  <a:lnTo>
                    <a:pt x="235061" y="94298"/>
                  </a:lnTo>
                  <a:lnTo>
                    <a:pt x="237150" y="93907"/>
                  </a:lnTo>
                  <a:lnTo>
                    <a:pt x="239239" y="93480"/>
                  </a:lnTo>
                  <a:lnTo>
                    <a:pt x="241328" y="93022"/>
                  </a:lnTo>
                  <a:lnTo>
                    <a:pt x="243417" y="92515"/>
                  </a:lnTo>
                  <a:lnTo>
                    <a:pt x="245506" y="91955"/>
                  </a:lnTo>
                  <a:lnTo>
                    <a:pt x="247595" y="91350"/>
                  </a:lnTo>
                  <a:lnTo>
                    <a:pt x="249684" y="90712"/>
                  </a:lnTo>
                  <a:lnTo>
                    <a:pt x="251773" y="90042"/>
                  </a:lnTo>
                  <a:lnTo>
                    <a:pt x="253863" y="89341"/>
                  </a:lnTo>
                  <a:lnTo>
                    <a:pt x="255952" y="88608"/>
                  </a:lnTo>
                  <a:lnTo>
                    <a:pt x="258041" y="87842"/>
                  </a:lnTo>
                  <a:lnTo>
                    <a:pt x="260130" y="87036"/>
                  </a:lnTo>
                  <a:lnTo>
                    <a:pt x="262219" y="86194"/>
                  </a:lnTo>
                  <a:lnTo>
                    <a:pt x="264308" y="85316"/>
                  </a:lnTo>
                  <a:lnTo>
                    <a:pt x="266397" y="84398"/>
                  </a:lnTo>
                  <a:lnTo>
                    <a:pt x="268486" y="83442"/>
                  </a:lnTo>
                  <a:lnTo>
                    <a:pt x="270575" y="82444"/>
                  </a:lnTo>
                  <a:lnTo>
                    <a:pt x="272664" y="81409"/>
                  </a:lnTo>
                  <a:lnTo>
                    <a:pt x="274753" y="80365"/>
                  </a:lnTo>
                  <a:lnTo>
                    <a:pt x="276842" y="79320"/>
                  </a:lnTo>
                  <a:lnTo>
                    <a:pt x="278931" y="78266"/>
                  </a:lnTo>
                  <a:lnTo>
                    <a:pt x="281020" y="77199"/>
                  </a:lnTo>
                  <a:lnTo>
                    <a:pt x="283109" y="76118"/>
                  </a:lnTo>
                  <a:lnTo>
                    <a:pt x="285198" y="75023"/>
                  </a:lnTo>
                  <a:lnTo>
                    <a:pt x="287287" y="73913"/>
                  </a:lnTo>
                  <a:lnTo>
                    <a:pt x="289376" y="72785"/>
                  </a:lnTo>
                  <a:lnTo>
                    <a:pt x="291465" y="71636"/>
                  </a:lnTo>
                  <a:lnTo>
                    <a:pt x="293554" y="70466"/>
                  </a:lnTo>
                  <a:lnTo>
                    <a:pt x="295643" y="69279"/>
                  </a:lnTo>
                  <a:lnTo>
                    <a:pt x="297732" y="68073"/>
                  </a:lnTo>
                  <a:lnTo>
                    <a:pt x="299821" y="66849"/>
                  </a:lnTo>
                  <a:lnTo>
                    <a:pt x="301910" y="65617"/>
                  </a:lnTo>
                  <a:lnTo>
                    <a:pt x="303999" y="64381"/>
                  </a:lnTo>
                  <a:lnTo>
                    <a:pt x="306088" y="63144"/>
                  </a:lnTo>
                  <a:lnTo>
                    <a:pt x="308177" y="61907"/>
                  </a:lnTo>
                  <a:lnTo>
                    <a:pt x="310267" y="60669"/>
                  </a:lnTo>
                  <a:lnTo>
                    <a:pt x="312356" y="59459"/>
                  </a:lnTo>
                  <a:lnTo>
                    <a:pt x="314445" y="58317"/>
                  </a:lnTo>
                  <a:lnTo>
                    <a:pt x="316534" y="57240"/>
                  </a:lnTo>
                  <a:lnTo>
                    <a:pt x="318623" y="56235"/>
                  </a:lnTo>
                  <a:lnTo>
                    <a:pt x="320712" y="55300"/>
                  </a:lnTo>
                  <a:lnTo>
                    <a:pt x="322801" y="54433"/>
                  </a:lnTo>
                  <a:lnTo>
                    <a:pt x="324890" y="53626"/>
                  </a:lnTo>
                  <a:lnTo>
                    <a:pt x="326979" y="52882"/>
                  </a:lnTo>
                  <a:lnTo>
                    <a:pt x="329068" y="52202"/>
                  </a:lnTo>
                  <a:lnTo>
                    <a:pt x="331157" y="51578"/>
                  </a:lnTo>
                  <a:lnTo>
                    <a:pt x="333246" y="51012"/>
                  </a:lnTo>
                  <a:lnTo>
                    <a:pt x="335335" y="50495"/>
                  </a:lnTo>
                  <a:lnTo>
                    <a:pt x="337424" y="50028"/>
                  </a:lnTo>
                  <a:lnTo>
                    <a:pt x="339513" y="49607"/>
                  </a:lnTo>
                  <a:lnTo>
                    <a:pt x="341602" y="49224"/>
                  </a:lnTo>
                  <a:lnTo>
                    <a:pt x="343691" y="48854"/>
                  </a:lnTo>
                  <a:lnTo>
                    <a:pt x="345780" y="48465"/>
                  </a:lnTo>
                  <a:lnTo>
                    <a:pt x="347869" y="48071"/>
                  </a:lnTo>
                  <a:lnTo>
                    <a:pt x="349958" y="47712"/>
                  </a:lnTo>
                  <a:lnTo>
                    <a:pt x="352047" y="47394"/>
                  </a:lnTo>
                  <a:lnTo>
                    <a:pt x="354136" y="47108"/>
                  </a:lnTo>
                  <a:lnTo>
                    <a:pt x="356225" y="46850"/>
                  </a:lnTo>
                  <a:lnTo>
                    <a:pt x="358314" y="46618"/>
                  </a:lnTo>
                  <a:lnTo>
                    <a:pt x="360403" y="46411"/>
                  </a:lnTo>
                  <a:lnTo>
                    <a:pt x="362492" y="46229"/>
                  </a:lnTo>
                  <a:lnTo>
                    <a:pt x="364581" y="46078"/>
                  </a:lnTo>
                  <a:lnTo>
                    <a:pt x="366670" y="45966"/>
                  </a:lnTo>
                  <a:lnTo>
                    <a:pt x="368760" y="45888"/>
                  </a:lnTo>
                  <a:lnTo>
                    <a:pt x="370849" y="45852"/>
                  </a:lnTo>
                  <a:lnTo>
                    <a:pt x="372938" y="45854"/>
                  </a:lnTo>
                  <a:lnTo>
                    <a:pt x="375027" y="45900"/>
                  </a:lnTo>
                  <a:lnTo>
                    <a:pt x="377116" y="45993"/>
                  </a:lnTo>
                  <a:lnTo>
                    <a:pt x="379205" y="46103"/>
                  </a:lnTo>
                  <a:lnTo>
                    <a:pt x="381294" y="46202"/>
                  </a:lnTo>
                  <a:lnTo>
                    <a:pt x="383383" y="46285"/>
                  </a:lnTo>
                  <a:lnTo>
                    <a:pt x="385472" y="46364"/>
                  </a:lnTo>
                  <a:lnTo>
                    <a:pt x="387561" y="46443"/>
                  </a:lnTo>
                  <a:lnTo>
                    <a:pt x="389650" y="46535"/>
                  </a:lnTo>
                  <a:lnTo>
                    <a:pt x="391739" y="46646"/>
                  </a:lnTo>
                  <a:lnTo>
                    <a:pt x="393828" y="46777"/>
                  </a:lnTo>
                  <a:lnTo>
                    <a:pt x="395917" y="46937"/>
                  </a:lnTo>
                  <a:lnTo>
                    <a:pt x="398006" y="47129"/>
                  </a:lnTo>
                  <a:lnTo>
                    <a:pt x="400095" y="47358"/>
                  </a:lnTo>
                  <a:lnTo>
                    <a:pt x="402184" y="47635"/>
                  </a:lnTo>
                  <a:lnTo>
                    <a:pt x="404273" y="47963"/>
                  </a:lnTo>
                  <a:lnTo>
                    <a:pt x="406362" y="48337"/>
                  </a:lnTo>
                  <a:lnTo>
                    <a:pt x="408451" y="48748"/>
                  </a:lnTo>
                  <a:lnTo>
                    <a:pt x="410540" y="49201"/>
                  </a:lnTo>
                  <a:lnTo>
                    <a:pt x="412629" y="49690"/>
                  </a:lnTo>
                  <a:lnTo>
                    <a:pt x="414718" y="50215"/>
                  </a:lnTo>
                  <a:lnTo>
                    <a:pt x="416807" y="50777"/>
                  </a:lnTo>
                  <a:lnTo>
                    <a:pt x="418896" y="51344"/>
                  </a:lnTo>
                  <a:lnTo>
                    <a:pt x="420985" y="51906"/>
                  </a:lnTo>
                  <a:lnTo>
                    <a:pt x="423074" y="52468"/>
                  </a:lnTo>
                  <a:lnTo>
                    <a:pt x="425164" y="53023"/>
                  </a:lnTo>
                  <a:lnTo>
                    <a:pt x="427253" y="53569"/>
                  </a:lnTo>
                  <a:lnTo>
                    <a:pt x="429342" y="54106"/>
                  </a:lnTo>
                  <a:lnTo>
                    <a:pt x="431431" y="54629"/>
                  </a:lnTo>
                  <a:lnTo>
                    <a:pt x="433520" y="55132"/>
                  </a:lnTo>
                  <a:lnTo>
                    <a:pt x="435609" y="55612"/>
                  </a:lnTo>
                  <a:lnTo>
                    <a:pt x="437698" y="56068"/>
                  </a:lnTo>
                  <a:lnTo>
                    <a:pt x="439787" y="56499"/>
                  </a:lnTo>
                  <a:lnTo>
                    <a:pt x="441876" y="56907"/>
                  </a:lnTo>
                  <a:lnTo>
                    <a:pt x="443965" y="57287"/>
                  </a:lnTo>
                  <a:lnTo>
                    <a:pt x="446054" y="57646"/>
                  </a:lnTo>
                  <a:lnTo>
                    <a:pt x="448143" y="57982"/>
                  </a:lnTo>
                  <a:lnTo>
                    <a:pt x="450232" y="58320"/>
                  </a:lnTo>
                  <a:lnTo>
                    <a:pt x="452321" y="58664"/>
                  </a:lnTo>
                  <a:lnTo>
                    <a:pt x="454410" y="58989"/>
                  </a:lnTo>
                  <a:lnTo>
                    <a:pt x="456499" y="59283"/>
                  </a:lnTo>
                  <a:lnTo>
                    <a:pt x="458588" y="59553"/>
                  </a:lnTo>
                  <a:lnTo>
                    <a:pt x="460677" y="59801"/>
                  </a:lnTo>
                  <a:lnTo>
                    <a:pt x="462766" y="60028"/>
                  </a:lnTo>
                  <a:lnTo>
                    <a:pt x="464855" y="60238"/>
                  </a:lnTo>
                  <a:lnTo>
                    <a:pt x="466944" y="60432"/>
                  </a:lnTo>
                  <a:lnTo>
                    <a:pt x="469033" y="60607"/>
                  </a:lnTo>
                  <a:lnTo>
                    <a:pt x="471122" y="60758"/>
                  </a:lnTo>
                  <a:lnTo>
                    <a:pt x="473211" y="60883"/>
                  </a:lnTo>
                  <a:lnTo>
                    <a:pt x="475300" y="60984"/>
                  </a:lnTo>
                  <a:lnTo>
                    <a:pt x="477389" y="61062"/>
                  </a:lnTo>
                  <a:lnTo>
                    <a:pt x="479478" y="61120"/>
                  </a:lnTo>
                  <a:lnTo>
                    <a:pt x="481567" y="61153"/>
                  </a:lnTo>
                  <a:lnTo>
                    <a:pt x="483657" y="61161"/>
                  </a:lnTo>
                  <a:lnTo>
                    <a:pt x="485746" y="61163"/>
                  </a:lnTo>
                  <a:lnTo>
                    <a:pt x="487835" y="61169"/>
                  </a:lnTo>
                  <a:lnTo>
                    <a:pt x="489924" y="61171"/>
                  </a:lnTo>
                  <a:lnTo>
                    <a:pt x="492013" y="61160"/>
                  </a:lnTo>
                  <a:lnTo>
                    <a:pt x="494102" y="61125"/>
                  </a:lnTo>
                  <a:lnTo>
                    <a:pt x="496191" y="61050"/>
                  </a:lnTo>
                  <a:lnTo>
                    <a:pt x="498280" y="60934"/>
                  </a:lnTo>
                  <a:lnTo>
                    <a:pt x="500369" y="60776"/>
                  </a:lnTo>
                  <a:lnTo>
                    <a:pt x="502458" y="60577"/>
                  </a:lnTo>
                  <a:lnTo>
                    <a:pt x="504547" y="60334"/>
                  </a:lnTo>
                  <a:lnTo>
                    <a:pt x="506636" y="60040"/>
                  </a:lnTo>
                  <a:lnTo>
                    <a:pt x="508725" y="59689"/>
                  </a:lnTo>
                  <a:lnTo>
                    <a:pt x="510814" y="59281"/>
                  </a:lnTo>
                  <a:lnTo>
                    <a:pt x="512903" y="58821"/>
                  </a:lnTo>
                  <a:lnTo>
                    <a:pt x="514992" y="58316"/>
                  </a:lnTo>
                  <a:lnTo>
                    <a:pt x="517081" y="57766"/>
                  </a:lnTo>
                  <a:lnTo>
                    <a:pt x="519170" y="57177"/>
                  </a:lnTo>
                  <a:lnTo>
                    <a:pt x="521259" y="56545"/>
                  </a:lnTo>
                  <a:lnTo>
                    <a:pt x="523348" y="55878"/>
                  </a:lnTo>
                  <a:lnTo>
                    <a:pt x="525437" y="55186"/>
                  </a:lnTo>
                  <a:lnTo>
                    <a:pt x="527526" y="54476"/>
                  </a:lnTo>
                  <a:lnTo>
                    <a:pt x="529615" y="53758"/>
                  </a:lnTo>
                  <a:lnTo>
                    <a:pt x="531704" y="53030"/>
                  </a:lnTo>
                  <a:lnTo>
                    <a:pt x="533793" y="52300"/>
                  </a:lnTo>
                  <a:lnTo>
                    <a:pt x="535882" y="51572"/>
                  </a:lnTo>
                  <a:lnTo>
                    <a:pt x="537971" y="50852"/>
                  </a:lnTo>
                  <a:lnTo>
                    <a:pt x="540061" y="50145"/>
                  </a:lnTo>
                  <a:lnTo>
                    <a:pt x="542150" y="49450"/>
                  </a:lnTo>
                  <a:lnTo>
                    <a:pt x="544239" y="48770"/>
                  </a:lnTo>
                  <a:lnTo>
                    <a:pt x="546328" y="48104"/>
                  </a:lnTo>
                  <a:lnTo>
                    <a:pt x="548417" y="47449"/>
                  </a:lnTo>
                  <a:lnTo>
                    <a:pt x="550506" y="46807"/>
                  </a:lnTo>
                  <a:lnTo>
                    <a:pt x="552595" y="46179"/>
                  </a:lnTo>
                  <a:lnTo>
                    <a:pt x="554684" y="45567"/>
                  </a:lnTo>
                  <a:lnTo>
                    <a:pt x="556773" y="44968"/>
                  </a:lnTo>
                  <a:lnTo>
                    <a:pt x="558862" y="44386"/>
                  </a:lnTo>
                  <a:lnTo>
                    <a:pt x="560951" y="43821"/>
                  </a:lnTo>
                  <a:lnTo>
                    <a:pt x="563040" y="43276"/>
                  </a:lnTo>
                  <a:lnTo>
                    <a:pt x="565129" y="42739"/>
                  </a:lnTo>
                  <a:lnTo>
                    <a:pt x="567218" y="42212"/>
                  </a:lnTo>
                  <a:lnTo>
                    <a:pt x="569307" y="41698"/>
                  </a:lnTo>
                  <a:lnTo>
                    <a:pt x="571396" y="41190"/>
                  </a:lnTo>
                  <a:lnTo>
                    <a:pt x="573485" y="40695"/>
                  </a:lnTo>
                  <a:lnTo>
                    <a:pt x="575574" y="40213"/>
                  </a:lnTo>
                  <a:lnTo>
                    <a:pt x="577663" y="39744"/>
                  </a:lnTo>
                  <a:lnTo>
                    <a:pt x="579752" y="39289"/>
                  </a:lnTo>
                  <a:lnTo>
                    <a:pt x="581841" y="38849"/>
                  </a:lnTo>
                  <a:lnTo>
                    <a:pt x="583930" y="38424"/>
                  </a:lnTo>
                  <a:lnTo>
                    <a:pt x="586019" y="38013"/>
                  </a:lnTo>
                  <a:lnTo>
                    <a:pt x="588108" y="37619"/>
                  </a:lnTo>
                  <a:lnTo>
                    <a:pt x="590197" y="37244"/>
                  </a:lnTo>
                  <a:lnTo>
                    <a:pt x="592286" y="36889"/>
                  </a:lnTo>
                  <a:lnTo>
                    <a:pt x="594375" y="36547"/>
                  </a:lnTo>
                  <a:lnTo>
                    <a:pt x="596464" y="36223"/>
                  </a:lnTo>
                  <a:lnTo>
                    <a:pt x="598554" y="35920"/>
                  </a:lnTo>
                  <a:lnTo>
                    <a:pt x="600643" y="35648"/>
                  </a:lnTo>
                  <a:lnTo>
                    <a:pt x="602732" y="35408"/>
                  </a:lnTo>
                  <a:lnTo>
                    <a:pt x="604821" y="35197"/>
                  </a:lnTo>
                  <a:lnTo>
                    <a:pt x="606910" y="35018"/>
                  </a:lnTo>
                  <a:lnTo>
                    <a:pt x="608999" y="34867"/>
                  </a:lnTo>
                  <a:lnTo>
                    <a:pt x="611088" y="34742"/>
                  </a:lnTo>
                  <a:lnTo>
                    <a:pt x="613177" y="34649"/>
                  </a:lnTo>
                  <a:lnTo>
                    <a:pt x="615266" y="34591"/>
                  </a:lnTo>
                  <a:lnTo>
                    <a:pt x="617355" y="34568"/>
                  </a:lnTo>
                  <a:lnTo>
                    <a:pt x="619444" y="34577"/>
                  </a:lnTo>
                  <a:lnTo>
                    <a:pt x="621533" y="34618"/>
                  </a:lnTo>
                  <a:lnTo>
                    <a:pt x="623622" y="34687"/>
                  </a:lnTo>
                  <a:lnTo>
                    <a:pt x="625711" y="34789"/>
                  </a:lnTo>
                  <a:lnTo>
                    <a:pt x="627800" y="34926"/>
                  </a:lnTo>
                  <a:lnTo>
                    <a:pt x="629889" y="35091"/>
                  </a:lnTo>
                  <a:lnTo>
                    <a:pt x="631978" y="35277"/>
                  </a:lnTo>
                  <a:lnTo>
                    <a:pt x="634067" y="35485"/>
                  </a:lnTo>
                  <a:lnTo>
                    <a:pt x="636156" y="35712"/>
                  </a:lnTo>
                  <a:lnTo>
                    <a:pt x="638245" y="35956"/>
                  </a:lnTo>
                  <a:lnTo>
                    <a:pt x="640334" y="36220"/>
                  </a:lnTo>
                  <a:lnTo>
                    <a:pt x="642423" y="36504"/>
                  </a:lnTo>
                  <a:lnTo>
                    <a:pt x="644512" y="36806"/>
                  </a:lnTo>
                  <a:lnTo>
                    <a:pt x="646601" y="37125"/>
                  </a:lnTo>
                  <a:lnTo>
                    <a:pt x="648690" y="37455"/>
                  </a:lnTo>
                  <a:lnTo>
                    <a:pt x="650779" y="37796"/>
                  </a:lnTo>
                  <a:lnTo>
                    <a:pt x="652868" y="38145"/>
                  </a:lnTo>
                  <a:lnTo>
                    <a:pt x="654958" y="38503"/>
                  </a:lnTo>
                  <a:lnTo>
                    <a:pt x="657047" y="38869"/>
                  </a:lnTo>
                  <a:lnTo>
                    <a:pt x="659136" y="39240"/>
                  </a:lnTo>
                  <a:lnTo>
                    <a:pt x="661225" y="39615"/>
                  </a:lnTo>
                  <a:lnTo>
                    <a:pt x="663314" y="39994"/>
                  </a:lnTo>
                  <a:lnTo>
                    <a:pt x="665403" y="40377"/>
                  </a:lnTo>
                  <a:lnTo>
                    <a:pt x="667492" y="40757"/>
                  </a:lnTo>
                  <a:lnTo>
                    <a:pt x="669581" y="41140"/>
                  </a:lnTo>
                  <a:lnTo>
                    <a:pt x="671670" y="41527"/>
                  </a:lnTo>
                  <a:lnTo>
                    <a:pt x="673759" y="41913"/>
                  </a:lnTo>
                  <a:lnTo>
                    <a:pt x="675848" y="42296"/>
                  </a:lnTo>
                  <a:lnTo>
                    <a:pt x="677937" y="42676"/>
                  </a:lnTo>
                  <a:lnTo>
                    <a:pt x="680026" y="43049"/>
                  </a:lnTo>
                  <a:lnTo>
                    <a:pt x="682115" y="43420"/>
                  </a:lnTo>
                  <a:lnTo>
                    <a:pt x="684204" y="43787"/>
                  </a:lnTo>
                  <a:lnTo>
                    <a:pt x="686293" y="44146"/>
                  </a:lnTo>
                  <a:lnTo>
                    <a:pt x="688382" y="44494"/>
                  </a:lnTo>
                  <a:lnTo>
                    <a:pt x="690471" y="44830"/>
                  </a:lnTo>
                  <a:lnTo>
                    <a:pt x="692560" y="45154"/>
                  </a:lnTo>
                  <a:lnTo>
                    <a:pt x="694649" y="45463"/>
                  </a:lnTo>
                  <a:lnTo>
                    <a:pt x="696738" y="45751"/>
                  </a:lnTo>
                  <a:lnTo>
                    <a:pt x="698827" y="46025"/>
                  </a:lnTo>
                  <a:lnTo>
                    <a:pt x="700916" y="46287"/>
                  </a:lnTo>
                  <a:lnTo>
                    <a:pt x="703005" y="46535"/>
                  </a:lnTo>
                  <a:lnTo>
                    <a:pt x="705094" y="46773"/>
                  </a:lnTo>
                  <a:lnTo>
                    <a:pt x="707183" y="47000"/>
                  </a:lnTo>
                  <a:lnTo>
                    <a:pt x="709272" y="47219"/>
                  </a:lnTo>
                  <a:lnTo>
                    <a:pt x="711361" y="47433"/>
                  </a:lnTo>
                  <a:lnTo>
                    <a:pt x="713451" y="47639"/>
                  </a:lnTo>
                  <a:lnTo>
                    <a:pt x="715540" y="47841"/>
                  </a:lnTo>
                  <a:lnTo>
                    <a:pt x="717629" y="48040"/>
                  </a:lnTo>
                  <a:lnTo>
                    <a:pt x="719718" y="48232"/>
                  </a:lnTo>
                  <a:lnTo>
                    <a:pt x="721807" y="48415"/>
                  </a:lnTo>
                  <a:lnTo>
                    <a:pt x="723896" y="48586"/>
                  </a:lnTo>
                  <a:lnTo>
                    <a:pt x="725985" y="48744"/>
                  </a:lnTo>
                  <a:lnTo>
                    <a:pt x="728074" y="48893"/>
                  </a:lnTo>
                  <a:lnTo>
                    <a:pt x="730163" y="49029"/>
                  </a:lnTo>
                  <a:lnTo>
                    <a:pt x="732252" y="49147"/>
                  </a:lnTo>
                  <a:lnTo>
                    <a:pt x="734341" y="49244"/>
                  </a:lnTo>
                  <a:lnTo>
                    <a:pt x="736430" y="49322"/>
                  </a:lnTo>
                  <a:lnTo>
                    <a:pt x="738519" y="49374"/>
                  </a:lnTo>
                  <a:lnTo>
                    <a:pt x="740608" y="49395"/>
                  </a:lnTo>
                  <a:lnTo>
                    <a:pt x="742697" y="49388"/>
                  </a:lnTo>
                  <a:lnTo>
                    <a:pt x="744786" y="49351"/>
                  </a:lnTo>
                  <a:lnTo>
                    <a:pt x="746875" y="49280"/>
                  </a:lnTo>
                  <a:lnTo>
                    <a:pt x="748964" y="49171"/>
                  </a:lnTo>
                  <a:lnTo>
                    <a:pt x="751053" y="49026"/>
                  </a:lnTo>
                  <a:lnTo>
                    <a:pt x="753142" y="48849"/>
                  </a:lnTo>
                  <a:lnTo>
                    <a:pt x="755231" y="48645"/>
                  </a:lnTo>
                  <a:lnTo>
                    <a:pt x="757320" y="48418"/>
                  </a:lnTo>
                  <a:lnTo>
                    <a:pt x="759409" y="48171"/>
                  </a:lnTo>
                  <a:lnTo>
                    <a:pt x="761498" y="47906"/>
                  </a:lnTo>
                  <a:lnTo>
                    <a:pt x="763587" y="47628"/>
                  </a:lnTo>
                  <a:lnTo>
                    <a:pt x="765676" y="47345"/>
                  </a:lnTo>
                  <a:lnTo>
                    <a:pt x="767765" y="47056"/>
                  </a:lnTo>
                  <a:lnTo>
                    <a:pt x="769855" y="46761"/>
                  </a:lnTo>
                  <a:lnTo>
                    <a:pt x="771944" y="46460"/>
                  </a:lnTo>
                  <a:lnTo>
                    <a:pt x="774033" y="46152"/>
                  </a:lnTo>
                  <a:lnTo>
                    <a:pt x="776122" y="45835"/>
                  </a:lnTo>
                  <a:lnTo>
                    <a:pt x="778211" y="45509"/>
                  </a:lnTo>
                  <a:lnTo>
                    <a:pt x="780300" y="45183"/>
                  </a:lnTo>
                  <a:lnTo>
                    <a:pt x="782389" y="44857"/>
                  </a:lnTo>
                  <a:lnTo>
                    <a:pt x="784478" y="44534"/>
                  </a:lnTo>
                  <a:lnTo>
                    <a:pt x="786567" y="44212"/>
                  </a:lnTo>
                  <a:lnTo>
                    <a:pt x="788656" y="43889"/>
                  </a:lnTo>
                  <a:lnTo>
                    <a:pt x="790745" y="43566"/>
                  </a:lnTo>
                  <a:lnTo>
                    <a:pt x="792834" y="43247"/>
                  </a:lnTo>
                  <a:lnTo>
                    <a:pt x="794923" y="42930"/>
                  </a:lnTo>
                  <a:lnTo>
                    <a:pt x="797012" y="42613"/>
                  </a:lnTo>
                  <a:lnTo>
                    <a:pt x="799101" y="42295"/>
                  </a:lnTo>
                  <a:lnTo>
                    <a:pt x="801190" y="41982"/>
                  </a:lnTo>
                  <a:lnTo>
                    <a:pt x="803279" y="41678"/>
                  </a:lnTo>
                  <a:lnTo>
                    <a:pt x="805368" y="41381"/>
                  </a:lnTo>
                  <a:lnTo>
                    <a:pt x="807457" y="41095"/>
                  </a:lnTo>
                  <a:lnTo>
                    <a:pt x="809546" y="40818"/>
                  </a:lnTo>
                  <a:lnTo>
                    <a:pt x="811635" y="40550"/>
                  </a:lnTo>
                  <a:lnTo>
                    <a:pt x="813724" y="40293"/>
                  </a:lnTo>
                  <a:lnTo>
                    <a:pt x="815813" y="40042"/>
                  </a:lnTo>
                  <a:lnTo>
                    <a:pt x="817902" y="39801"/>
                  </a:lnTo>
                  <a:lnTo>
                    <a:pt x="819991" y="39567"/>
                  </a:lnTo>
                  <a:lnTo>
                    <a:pt x="822080" y="39336"/>
                  </a:lnTo>
                  <a:lnTo>
                    <a:pt x="824169" y="39108"/>
                  </a:lnTo>
                  <a:lnTo>
                    <a:pt x="826258" y="38889"/>
                  </a:lnTo>
                  <a:lnTo>
                    <a:pt x="828348" y="38679"/>
                  </a:lnTo>
                  <a:lnTo>
                    <a:pt x="830437" y="38486"/>
                  </a:lnTo>
                  <a:lnTo>
                    <a:pt x="832526" y="38306"/>
                  </a:lnTo>
                  <a:lnTo>
                    <a:pt x="834615" y="38140"/>
                  </a:lnTo>
                  <a:lnTo>
                    <a:pt x="836704" y="37993"/>
                  </a:lnTo>
                  <a:lnTo>
                    <a:pt x="838793" y="37862"/>
                  </a:lnTo>
                  <a:lnTo>
                    <a:pt x="840882" y="37750"/>
                  </a:lnTo>
                  <a:lnTo>
                    <a:pt x="842971" y="37656"/>
                  </a:lnTo>
                  <a:lnTo>
                    <a:pt x="845060" y="37588"/>
                  </a:lnTo>
                  <a:lnTo>
                    <a:pt x="847149" y="37552"/>
                  </a:lnTo>
                  <a:lnTo>
                    <a:pt x="849238" y="37541"/>
                  </a:lnTo>
                  <a:lnTo>
                    <a:pt x="851327" y="37529"/>
                  </a:lnTo>
                  <a:lnTo>
                    <a:pt x="853416" y="37507"/>
                  </a:lnTo>
                  <a:lnTo>
                    <a:pt x="855505" y="37475"/>
                  </a:lnTo>
                  <a:lnTo>
                    <a:pt x="857594" y="37405"/>
                  </a:lnTo>
                  <a:lnTo>
                    <a:pt x="859683" y="37297"/>
                  </a:lnTo>
                  <a:lnTo>
                    <a:pt x="861772" y="37153"/>
                  </a:lnTo>
                  <a:lnTo>
                    <a:pt x="863861" y="36968"/>
                  </a:lnTo>
                  <a:lnTo>
                    <a:pt x="865950" y="36743"/>
                  </a:lnTo>
                  <a:lnTo>
                    <a:pt x="868039" y="36473"/>
                  </a:lnTo>
                  <a:lnTo>
                    <a:pt x="870128" y="36153"/>
                  </a:lnTo>
                  <a:lnTo>
                    <a:pt x="872217" y="35778"/>
                  </a:lnTo>
                  <a:lnTo>
                    <a:pt x="874306" y="35348"/>
                  </a:lnTo>
                  <a:lnTo>
                    <a:pt x="876395" y="34856"/>
                  </a:lnTo>
                  <a:lnTo>
                    <a:pt x="878484" y="34304"/>
                  </a:lnTo>
                  <a:lnTo>
                    <a:pt x="880573" y="33693"/>
                  </a:lnTo>
                  <a:lnTo>
                    <a:pt x="882662" y="33053"/>
                  </a:lnTo>
                  <a:lnTo>
                    <a:pt x="884752" y="32391"/>
                  </a:lnTo>
                  <a:lnTo>
                    <a:pt x="886841" y="31707"/>
                  </a:lnTo>
                  <a:lnTo>
                    <a:pt x="888930" y="31026"/>
                  </a:lnTo>
                  <a:lnTo>
                    <a:pt x="891019" y="30345"/>
                  </a:lnTo>
                  <a:lnTo>
                    <a:pt x="893108" y="29662"/>
                  </a:lnTo>
                  <a:lnTo>
                    <a:pt x="895197" y="28974"/>
                  </a:lnTo>
                  <a:lnTo>
                    <a:pt x="897286" y="28282"/>
                  </a:lnTo>
                  <a:lnTo>
                    <a:pt x="899375" y="27585"/>
                  </a:lnTo>
                  <a:lnTo>
                    <a:pt x="901464" y="26888"/>
                  </a:lnTo>
                  <a:lnTo>
                    <a:pt x="903553" y="26200"/>
                  </a:lnTo>
                  <a:lnTo>
                    <a:pt x="905642" y="25520"/>
                  </a:lnTo>
                  <a:lnTo>
                    <a:pt x="907731" y="24846"/>
                  </a:lnTo>
                  <a:lnTo>
                    <a:pt x="909820" y="24176"/>
                  </a:lnTo>
                  <a:lnTo>
                    <a:pt x="911909" y="23505"/>
                  </a:lnTo>
                  <a:lnTo>
                    <a:pt x="913998" y="22829"/>
                  </a:lnTo>
                  <a:lnTo>
                    <a:pt x="916087" y="22149"/>
                  </a:lnTo>
                  <a:lnTo>
                    <a:pt x="918176" y="21464"/>
                  </a:lnTo>
                  <a:lnTo>
                    <a:pt x="920265" y="20771"/>
                  </a:lnTo>
                  <a:lnTo>
                    <a:pt x="922354" y="20073"/>
                  </a:lnTo>
                  <a:lnTo>
                    <a:pt x="924443" y="19371"/>
                  </a:lnTo>
                  <a:lnTo>
                    <a:pt x="926532" y="18673"/>
                  </a:lnTo>
                  <a:lnTo>
                    <a:pt x="928621" y="17978"/>
                  </a:lnTo>
                  <a:lnTo>
                    <a:pt x="930710" y="17281"/>
                  </a:lnTo>
                  <a:lnTo>
                    <a:pt x="932799" y="16577"/>
                  </a:lnTo>
                  <a:lnTo>
                    <a:pt x="934888" y="15867"/>
                  </a:lnTo>
                  <a:lnTo>
                    <a:pt x="936977" y="15147"/>
                  </a:lnTo>
                  <a:lnTo>
                    <a:pt x="939066" y="14417"/>
                  </a:lnTo>
                  <a:lnTo>
                    <a:pt x="941155" y="13673"/>
                  </a:lnTo>
                  <a:lnTo>
                    <a:pt x="943245" y="12925"/>
                  </a:lnTo>
                  <a:lnTo>
                    <a:pt x="945334" y="12177"/>
                  </a:lnTo>
                  <a:lnTo>
                    <a:pt x="947423" y="11429"/>
                  </a:lnTo>
                  <a:lnTo>
                    <a:pt x="949512" y="10675"/>
                  </a:lnTo>
                  <a:lnTo>
                    <a:pt x="951601" y="9913"/>
                  </a:lnTo>
                  <a:lnTo>
                    <a:pt x="953690" y="9141"/>
                  </a:lnTo>
                  <a:lnTo>
                    <a:pt x="955779" y="8393"/>
                  </a:lnTo>
                  <a:lnTo>
                    <a:pt x="957868" y="7705"/>
                  </a:lnTo>
                  <a:lnTo>
                    <a:pt x="959957" y="7089"/>
                  </a:lnTo>
                  <a:lnTo>
                    <a:pt x="962046" y="6573"/>
                  </a:lnTo>
                  <a:lnTo>
                    <a:pt x="964135" y="6180"/>
                  </a:lnTo>
                  <a:lnTo>
                    <a:pt x="966224" y="5897"/>
                  </a:lnTo>
                  <a:lnTo>
                    <a:pt x="968313" y="5726"/>
                  </a:lnTo>
                  <a:lnTo>
                    <a:pt x="970402" y="5668"/>
                  </a:lnTo>
                  <a:lnTo>
                    <a:pt x="972491" y="5723"/>
                  </a:lnTo>
                  <a:lnTo>
                    <a:pt x="974580" y="5889"/>
                  </a:lnTo>
                  <a:lnTo>
                    <a:pt x="976669" y="6169"/>
                  </a:lnTo>
                  <a:lnTo>
                    <a:pt x="978758" y="6565"/>
                  </a:lnTo>
                  <a:lnTo>
                    <a:pt x="980847" y="7087"/>
                  </a:lnTo>
                  <a:lnTo>
                    <a:pt x="982936" y="7737"/>
                  </a:lnTo>
                  <a:lnTo>
                    <a:pt x="985025" y="8516"/>
                  </a:lnTo>
                  <a:lnTo>
                    <a:pt x="987114" y="9394"/>
                  </a:lnTo>
                  <a:lnTo>
                    <a:pt x="989203" y="10332"/>
                  </a:lnTo>
                  <a:lnTo>
                    <a:pt x="991292" y="11320"/>
                  </a:lnTo>
                  <a:lnTo>
                    <a:pt x="993381" y="12330"/>
                  </a:lnTo>
                  <a:lnTo>
                    <a:pt x="995470" y="13340"/>
                  </a:lnTo>
                  <a:lnTo>
                    <a:pt x="997559" y="14359"/>
                  </a:lnTo>
                  <a:lnTo>
                    <a:pt x="999649" y="15390"/>
                  </a:lnTo>
                  <a:lnTo>
                    <a:pt x="1001738" y="16437"/>
                  </a:lnTo>
                  <a:lnTo>
                    <a:pt x="1003827" y="17500"/>
                  </a:lnTo>
                  <a:lnTo>
                    <a:pt x="1005916" y="18580"/>
                  </a:lnTo>
                  <a:lnTo>
                    <a:pt x="1008005" y="19667"/>
                  </a:lnTo>
                  <a:lnTo>
                    <a:pt x="1010094" y="20756"/>
                  </a:lnTo>
                  <a:lnTo>
                    <a:pt x="1012183" y="21846"/>
                  </a:lnTo>
                  <a:lnTo>
                    <a:pt x="1014272" y="22938"/>
                  </a:lnTo>
                  <a:lnTo>
                    <a:pt x="1016361" y="24031"/>
                  </a:lnTo>
                  <a:lnTo>
                    <a:pt x="1018450" y="25128"/>
                  </a:lnTo>
                  <a:lnTo>
                    <a:pt x="1020539" y="26229"/>
                  </a:lnTo>
                  <a:lnTo>
                    <a:pt x="1022628" y="27337"/>
                  </a:lnTo>
                  <a:lnTo>
                    <a:pt x="1024717" y="28441"/>
                  </a:lnTo>
                  <a:lnTo>
                    <a:pt x="1026806" y="29542"/>
                  </a:lnTo>
                  <a:lnTo>
                    <a:pt x="1028895" y="30637"/>
                  </a:lnTo>
                  <a:lnTo>
                    <a:pt x="1030984" y="31719"/>
                  </a:lnTo>
                  <a:lnTo>
                    <a:pt x="1033073" y="32780"/>
                  </a:lnTo>
                  <a:lnTo>
                    <a:pt x="1035162" y="33826"/>
                  </a:lnTo>
                  <a:lnTo>
                    <a:pt x="1037251" y="34862"/>
                  </a:lnTo>
                  <a:lnTo>
                    <a:pt x="1039340" y="35884"/>
                  </a:lnTo>
                  <a:lnTo>
                    <a:pt x="1041429" y="36893"/>
                  </a:lnTo>
                  <a:lnTo>
                    <a:pt x="1043518" y="37889"/>
                  </a:lnTo>
                  <a:lnTo>
                    <a:pt x="1045607" y="38871"/>
                  </a:lnTo>
                  <a:lnTo>
                    <a:pt x="1047696" y="39836"/>
                  </a:lnTo>
                  <a:lnTo>
                    <a:pt x="1049785" y="40776"/>
                  </a:lnTo>
                  <a:lnTo>
                    <a:pt x="1051874" y="41692"/>
                  </a:lnTo>
                  <a:lnTo>
                    <a:pt x="1053963" y="42585"/>
                  </a:lnTo>
                  <a:lnTo>
                    <a:pt x="1056052" y="43461"/>
                  </a:lnTo>
                  <a:lnTo>
                    <a:pt x="1058142" y="44319"/>
                  </a:lnTo>
                  <a:lnTo>
                    <a:pt x="1060231" y="45163"/>
                  </a:lnTo>
                  <a:lnTo>
                    <a:pt x="1062320" y="45961"/>
                  </a:lnTo>
                  <a:lnTo>
                    <a:pt x="1064409" y="46712"/>
                  </a:lnTo>
                  <a:lnTo>
                    <a:pt x="1066498" y="47413"/>
                  </a:lnTo>
                  <a:lnTo>
                    <a:pt x="1068587" y="48033"/>
                  </a:lnTo>
                  <a:lnTo>
                    <a:pt x="1070676" y="48586"/>
                  </a:lnTo>
                  <a:lnTo>
                    <a:pt x="1072765" y="49079"/>
                  </a:lnTo>
                  <a:lnTo>
                    <a:pt x="1074854" y="49507"/>
                  </a:lnTo>
                  <a:lnTo>
                    <a:pt x="1076943" y="49872"/>
                  </a:lnTo>
                  <a:lnTo>
                    <a:pt x="1079032" y="50177"/>
                  </a:lnTo>
                  <a:lnTo>
                    <a:pt x="1081121" y="50427"/>
                  </a:lnTo>
                  <a:lnTo>
                    <a:pt x="1083210" y="50620"/>
                  </a:lnTo>
                  <a:lnTo>
                    <a:pt x="1085299" y="50755"/>
                  </a:lnTo>
                  <a:lnTo>
                    <a:pt x="1087388" y="50829"/>
                  </a:lnTo>
                  <a:lnTo>
                    <a:pt x="1089477" y="50841"/>
                  </a:lnTo>
                  <a:lnTo>
                    <a:pt x="1091566" y="50793"/>
                  </a:lnTo>
                  <a:lnTo>
                    <a:pt x="1093655" y="50713"/>
                  </a:lnTo>
                  <a:lnTo>
                    <a:pt x="1095744" y="50612"/>
                  </a:lnTo>
                  <a:lnTo>
                    <a:pt x="1097833" y="50491"/>
                  </a:lnTo>
                  <a:lnTo>
                    <a:pt x="1099922" y="50375"/>
                  </a:lnTo>
                  <a:lnTo>
                    <a:pt x="1102011" y="50257"/>
                  </a:lnTo>
                  <a:lnTo>
                    <a:pt x="1104100" y="50138"/>
                  </a:lnTo>
                  <a:lnTo>
                    <a:pt x="1106189" y="50016"/>
                  </a:lnTo>
                  <a:lnTo>
                    <a:pt x="1108278" y="49894"/>
                  </a:lnTo>
                  <a:lnTo>
                    <a:pt x="1110367" y="49770"/>
                  </a:lnTo>
                  <a:lnTo>
                    <a:pt x="1112456" y="49640"/>
                  </a:lnTo>
                  <a:lnTo>
                    <a:pt x="1114546" y="49511"/>
                  </a:lnTo>
                  <a:lnTo>
                    <a:pt x="1116635" y="49382"/>
                  </a:lnTo>
                  <a:lnTo>
                    <a:pt x="1118724" y="49259"/>
                  </a:lnTo>
                  <a:lnTo>
                    <a:pt x="1120813" y="49150"/>
                  </a:lnTo>
                  <a:lnTo>
                    <a:pt x="1122902" y="49057"/>
                  </a:lnTo>
                  <a:lnTo>
                    <a:pt x="1124991" y="48980"/>
                  </a:lnTo>
                  <a:lnTo>
                    <a:pt x="1127080" y="48910"/>
                  </a:lnTo>
                  <a:lnTo>
                    <a:pt x="1129169" y="48855"/>
                  </a:lnTo>
                  <a:lnTo>
                    <a:pt x="1131258" y="48822"/>
                  </a:lnTo>
                  <a:lnTo>
                    <a:pt x="1133347" y="48807"/>
                  </a:lnTo>
                  <a:lnTo>
                    <a:pt x="1135436" y="48813"/>
                  </a:lnTo>
                  <a:lnTo>
                    <a:pt x="1137525" y="48842"/>
                  </a:lnTo>
                  <a:lnTo>
                    <a:pt x="1139614" y="48899"/>
                  </a:lnTo>
                  <a:lnTo>
                    <a:pt x="1141703" y="48978"/>
                  </a:lnTo>
                  <a:lnTo>
                    <a:pt x="1143792" y="49079"/>
                  </a:lnTo>
                  <a:lnTo>
                    <a:pt x="1145881" y="49208"/>
                  </a:lnTo>
                  <a:lnTo>
                    <a:pt x="1147970" y="49359"/>
                  </a:lnTo>
                  <a:lnTo>
                    <a:pt x="1150059" y="49530"/>
                  </a:lnTo>
                  <a:lnTo>
                    <a:pt x="1152148" y="49717"/>
                  </a:lnTo>
                  <a:lnTo>
                    <a:pt x="1154237" y="49926"/>
                  </a:lnTo>
                  <a:lnTo>
                    <a:pt x="1156326" y="50156"/>
                  </a:lnTo>
                  <a:lnTo>
                    <a:pt x="1158415" y="50411"/>
                  </a:lnTo>
                  <a:lnTo>
                    <a:pt x="1160504" y="50692"/>
                  </a:lnTo>
                  <a:lnTo>
                    <a:pt x="1162593" y="51000"/>
                  </a:lnTo>
                  <a:lnTo>
                    <a:pt x="1164682" y="51332"/>
                  </a:lnTo>
                  <a:lnTo>
                    <a:pt x="1166771" y="51687"/>
                  </a:lnTo>
                  <a:lnTo>
                    <a:pt x="1168860" y="52062"/>
                  </a:lnTo>
                  <a:lnTo>
                    <a:pt x="1170949" y="52458"/>
                  </a:lnTo>
                  <a:lnTo>
                    <a:pt x="1173039" y="52878"/>
                  </a:lnTo>
                  <a:lnTo>
                    <a:pt x="1175128" y="53326"/>
                  </a:lnTo>
                  <a:lnTo>
                    <a:pt x="1177217" y="53797"/>
                  </a:lnTo>
                  <a:lnTo>
                    <a:pt x="1179306" y="54294"/>
                  </a:lnTo>
                  <a:lnTo>
                    <a:pt x="1181395" y="54817"/>
                  </a:lnTo>
                  <a:lnTo>
                    <a:pt x="1183484" y="55366"/>
                  </a:lnTo>
                  <a:lnTo>
                    <a:pt x="1185573" y="55935"/>
                  </a:lnTo>
                  <a:lnTo>
                    <a:pt x="1187662" y="56517"/>
                  </a:lnTo>
                  <a:lnTo>
                    <a:pt x="1189751" y="57110"/>
                  </a:lnTo>
                  <a:lnTo>
                    <a:pt x="1191840" y="57711"/>
                  </a:lnTo>
                  <a:lnTo>
                    <a:pt x="1193929" y="58322"/>
                  </a:lnTo>
                  <a:lnTo>
                    <a:pt x="1196018" y="58939"/>
                  </a:lnTo>
                  <a:lnTo>
                    <a:pt x="1198107" y="59563"/>
                  </a:lnTo>
                  <a:lnTo>
                    <a:pt x="1200196" y="60192"/>
                  </a:lnTo>
                  <a:lnTo>
                    <a:pt x="1202285" y="60816"/>
                  </a:lnTo>
                  <a:lnTo>
                    <a:pt x="1204374" y="61441"/>
                  </a:lnTo>
                  <a:lnTo>
                    <a:pt x="1206463" y="62062"/>
                  </a:lnTo>
                  <a:lnTo>
                    <a:pt x="1208552" y="62673"/>
                  </a:lnTo>
                  <a:lnTo>
                    <a:pt x="1210641" y="63270"/>
                  </a:lnTo>
                  <a:lnTo>
                    <a:pt x="1212730" y="63849"/>
                  </a:lnTo>
                  <a:lnTo>
                    <a:pt x="1214819" y="64403"/>
                  </a:lnTo>
                  <a:lnTo>
                    <a:pt x="1216908" y="64942"/>
                  </a:lnTo>
                  <a:lnTo>
                    <a:pt x="1218997" y="65467"/>
                  </a:lnTo>
                  <a:lnTo>
                    <a:pt x="1221086" y="65974"/>
                  </a:lnTo>
                  <a:lnTo>
                    <a:pt x="1223175" y="66459"/>
                  </a:lnTo>
                  <a:lnTo>
                    <a:pt x="1225264" y="66913"/>
                  </a:lnTo>
                  <a:lnTo>
                    <a:pt x="1227353" y="67324"/>
                  </a:lnTo>
                  <a:lnTo>
                    <a:pt x="1229443" y="67692"/>
                  </a:lnTo>
                  <a:lnTo>
                    <a:pt x="1231532" y="68021"/>
                  </a:lnTo>
                  <a:lnTo>
                    <a:pt x="1233621" y="68330"/>
                  </a:lnTo>
                  <a:lnTo>
                    <a:pt x="1235710" y="68616"/>
                  </a:lnTo>
                  <a:lnTo>
                    <a:pt x="1237799" y="68887"/>
                  </a:lnTo>
                  <a:lnTo>
                    <a:pt x="1239888" y="69147"/>
                  </a:lnTo>
                  <a:lnTo>
                    <a:pt x="1241977" y="69402"/>
                  </a:lnTo>
                  <a:lnTo>
                    <a:pt x="1244066" y="69659"/>
                  </a:lnTo>
                  <a:lnTo>
                    <a:pt x="1246155" y="69917"/>
                  </a:lnTo>
                  <a:lnTo>
                    <a:pt x="1248244" y="70177"/>
                  </a:lnTo>
                  <a:lnTo>
                    <a:pt x="1250333" y="70446"/>
                  </a:lnTo>
                  <a:lnTo>
                    <a:pt x="1252422" y="70727"/>
                  </a:lnTo>
                  <a:lnTo>
                    <a:pt x="1254511" y="71029"/>
                  </a:lnTo>
                  <a:lnTo>
                    <a:pt x="1256600" y="71357"/>
                  </a:lnTo>
                  <a:lnTo>
                    <a:pt x="1258689" y="71711"/>
                  </a:lnTo>
                  <a:lnTo>
                    <a:pt x="1260778" y="72088"/>
                  </a:lnTo>
                  <a:lnTo>
                    <a:pt x="1262867" y="72486"/>
                  </a:lnTo>
                  <a:lnTo>
                    <a:pt x="1264956" y="72896"/>
                  </a:lnTo>
                  <a:lnTo>
                    <a:pt x="1267045" y="73309"/>
                  </a:lnTo>
                  <a:lnTo>
                    <a:pt x="1269134" y="73730"/>
                  </a:lnTo>
                  <a:lnTo>
                    <a:pt x="1271223" y="74155"/>
                  </a:lnTo>
                  <a:lnTo>
                    <a:pt x="1273312" y="74583"/>
                  </a:lnTo>
                  <a:lnTo>
                    <a:pt x="1275401" y="75005"/>
                  </a:lnTo>
                  <a:lnTo>
                    <a:pt x="1277490" y="75417"/>
                  </a:lnTo>
                  <a:lnTo>
                    <a:pt x="1279579" y="75815"/>
                  </a:lnTo>
                  <a:lnTo>
                    <a:pt x="1281668" y="76195"/>
                  </a:lnTo>
                  <a:lnTo>
                    <a:pt x="1283757" y="76552"/>
                  </a:lnTo>
                  <a:lnTo>
                    <a:pt x="1285846" y="76892"/>
                  </a:lnTo>
                  <a:lnTo>
                    <a:pt x="1287936" y="77214"/>
                  </a:lnTo>
                  <a:lnTo>
                    <a:pt x="1290025" y="77518"/>
                  </a:lnTo>
                  <a:lnTo>
                    <a:pt x="1292114" y="77807"/>
                  </a:lnTo>
                  <a:lnTo>
                    <a:pt x="1294203" y="78086"/>
                  </a:lnTo>
                  <a:lnTo>
                    <a:pt x="1296292" y="78358"/>
                  </a:lnTo>
                  <a:lnTo>
                    <a:pt x="1298381" y="78618"/>
                  </a:lnTo>
                  <a:lnTo>
                    <a:pt x="1300470" y="78863"/>
                  </a:lnTo>
                  <a:lnTo>
                    <a:pt x="1302559" y="79098"/>
                  </a:lnTo>
                  <a:lnTo>
                    <a:pt x="1304648" y="79318"/>
                  </a:lnTo>
                  <a:lnTo>
                    <a:pt x="1306737" y="79532"/>
                  </a:lnTo>
                  <a:lnTo>
                    <a:pt x="1308826" y="79736"/>
                  </a:lnTo>
                  <a:lnTo>
                    <a:pt x="1310915" y="79928"/>
                  </a:lnTo>
                  <a:lnTo>
                    <a:pt x="1313004" y="80109"/>
                  </a:lnTo>
                  <a:lnTo>
                    <a:pt x="1315093" y="80286"/>
                  </a:lnTo>
                  <a:lnTo>
                    <a:pt x="1317182" y="80455"/>
                  </a:lnTo>
                  <a:lnTo>
                    <a:pt x="1319271" y="80620"/>
                  </a:lnTo>
                  <a:lnTo>
                    <a:pt x="1321360" y="80782"/>
                  </a:lnTo>
                  <a:lnTo>
                    <a:pt x="1323449" y="80935"/>
                  </a:lnTo>
                  <a:lnTo>
                    <a:pt x="1325538" y="81085"/>
                  </a:lnTo>
                  <a:lnTo>
                    <a:pt x="1327627" y="81233"/>
                  </a:lnTo>
                  <a:lnTo>
                    <a:pt x="1329716" y="81388"/>
                  </a:lnTo>
                  <a:lnTo>
                    <a:pt x="1331805" y="81521"/>
                  </a:lnTo>
                  <a:lnTo>
                    <a:pt x="1333894" y="81633"/>
                  </a:lnTo>
                  <a:lnTo>
                    <a:pt x="1335983" y="81725"/>
                  </a:lnTo>
                  <a:lnTo>
                    <a:pt x="1338072" y="81783"/>
                  </a:lnTo>
                  <a:lnTo>
                    <a:pt x="1340161" y="81796"/>
                  </a:lnTo>
                  <a:lnTo>
                    <a:pt x="1342250" y="81758"/>
                  </a:lnTo>
                  <a:lnTo>
                    <a:pt x="1344339" y="81658"/>
                  </a:lnTo>
                  <a:lnTo>
                    <a:pt x="1346429" y="81497"/>
                  </a:lnTo>
                  <a:lnTo>
                    <a:pt x="1348518" y="81262"/>
                  </a:lnTo>
                  <a:lnTo>
                    <a:pt x="1350607" y="80948"/>
                  </a:lnTo>
                  <a:lnTo>
                    <a:pt x="1352696" y="80557"/>
                  </a:lnTo>
                  <a:lnTo>
                    <a:pt x="1354785" y="80080"/>
                  </a:lnTo>
                  <a:lnTo>
                    <a:pt x="1356874" y="79510"/>
                  </a:lnTo>
                  <a:lnTo>
                    <a:pt x="1358963" y="78843"/>
                  </a:lnTo>
                  <a:lnTo>
                    <a:pt x="1361052" y="78050"/>
                  </a:lnTo>
                  <a:lnTo>
                    <a:pt x="1363141" y="77150"/>
                  </a:lnTo>
                  <a:lnTo>
                    <a:pt x="1365230" y="76146"/>
                  </a:lnTo>
                  <a:lnTo>
                    <a:pt x="1367319" y="75042"/>
                  </a:lnTo>
                  <a:lnTo>
                    <a:pt x="1369408" y="73838"/>
                  </a:lnTo>
                  <a:lnTo>
                    <a:pt x="1371497" y="72546"/>
                  </a:lnTo>
                  <a:lnTo>
                    <a:pt x="1373586" y="71161"/>
                  </a:lnTo>
                  <a:lnTo>
                    <a:pt x="1375675" y="69687"/>
                  </a:lnTo>
                  <a:lnTo>
                    <a:pt x="1377764" y="68128"/>
                  </a:lnTo>
                  <a:lnTo>
                    <a:pt x="1379853" y="66496"/>
                  </a:lnTo>
                  <a:lnTo>
                    <a:pt x="1381942" y="64801"/>
                  </a:lnTo>
                  <a:lnTo>
                    <a:pt x="1384031" y="63043"/>
                  </a:lnTo>
                  <a:lnTo>
                    <a:pt x="1386120" y="61223"/>
                  </a:lnTo>
                  <a:lnTo>
                    <a:pt x="1388209" y="59349"/>
                  </a:lnTo>
                  <a:lnTo>
                    <a:pt x="1390298" y="57417"/>
                  </a:lnTo>
                  <a:lnTo>
                    <a:pt x="1392387" y="55448"/>
                  </a:lnTo>
                  <a:lnTo>
                    <a:pt x="1394476" y="53455"/>
                  </a:lnTo>
                  <a:lnTo>
                    <a:pt x="1396565" y="51447"/>
                  </a:lnTo>
                  <a:lnTo>
                    <a:pt x="1398654" y="49424"/>
                  </a:lnTo>
                  <a:lnTo>
                    <a:pt x="1400743" y="47387"/>
                  </a:lnTo>
                  <a:lnTo>
                    <a:pt x="1402833" y="45340"/>
                  </a:lnTo>
                  <a:lnTo>
                    <a:pt x="1404922" y="43293"/>
                  </a:lnTo>
                  <a:lnTo>
                    <a:pt x="1407011" y="41246"/>
                  </a:lnTo>
                  <a:lnTo>
                    <a:pt x="1409100" y="39203"/>
                  </a:lnTo>
                  <a:lnTo>
                    <a:pt x="1411189" y="37165"/>
                  </a:lnTo>
                  <a:lnTo>
                    <a:pt x="1413278" y="35132"/>
                  </a:lnTo>
                  <a:lnTo>
                    <a:pt x="1415367" y="33115"/>
                  </a:lnTo>
                  <a:lnTo>
                    <a:pt x="1417456" y="31119"/>
                  </a:lnTo>
                  <a:lnTo>
                    <a:pt x="1419545" y="29145"/>
                  </a:lnTo>
                  <a:lnTo>
                    <a:pt x="1421634" y="27191"/>
                  </a:lnTo>
                  <a:lnTo>
                    <a:pt x="1423723" y="25261"/>
                  </a:lnTo>
                  <a:lnTo>
                    <a:pt x="1425812" y="23358"/>
                  </a:lnTo>
                  <a:lnTo>
                    <a:pt x="1427901" y="21477"/>
                  </a:lnTo>
                  <a:lnTo>
                    <a:pt x="1429990" y="19617"/>
                  </a:lnTo>
                  <a:lnTo>
                    <a:pt x="1432079" y="17775"/>
                  </a:lnTo>
                  <a:lnTo>
                    <a:pt x="1434168" y="15951"/>
                  </a:lnTo>
                  <a:lnTo>
                    <a:pt x="1436257" y="14182"/>
                  </a:lnTo>
                  <a:lnTo>
                    <a:pt x="1438346" y="12501"/>
                  </a:lnTo>
                  <a:lnTo>
                    <a:pt x="1440435" y="10909"/>
                  </a:lnTo>
                  <a:lnTo>
                    <a:pt x="1442524" y="9408"/>
                  </a:lnTo>
                  <a:lnTo>
                    <a:pt x="1444613" y="8000"/>
                  </a:lnTo>
                  <a:lnTo>
                    <a:pt x="1446702" y="6683"/>
                  </a:lnTo>
                  <a:lnTo>
                    <a:pt x="1448791" y="5464"/>
                  </a:lnTo>
                  <a:lnTo>
                    <a:pt x="1450880" y="4347"/>
                  </a:lnTo>
                  <a:lnTo>
                    <a:pt x="1452969" y="3341"/>
                  </a:lnTo>
                  <a:lnTo>
                    <a:pt x="1455058" y="2456"/>
                  </a:lnTo>
                  <a:lnTo>
                    <a:pt x="1457147" y="1693"/>
                  </a:lnTo>
                  <a:lnTo>
                    <a:pt x="1459236" y="1055"/>
                  </a:lnTo>
                  <a:lnTo>
                    <a:pt x="1461326" y="559"/>
                  </a:lnTo>
                  <a:lnTo>
                    <a:pt x="1463415" y="203"/>
                  </a:lnTo>
                  <a:lnTo>
                    <a:pt x="1465504" y="15"/>
                  </a:lnTo>
                  <a:lnTo>
                    <a:pt x="1467593" y="0"/>
                  </a:lnTo>
                  <a:lnTo>
                    <a:pt x="1469682" y="133"/>
                  </a:lnTo>
                  <a:lnTo>
                    <a:pt x="1471771" y="414"/>
                  </a:lnTo>
                  <a:lnTo>
                    <a:pt x="1473860" y="842"/>
                  </a:lnTo>
                  <a:lnTo>
                    <a:pt x="1475949" y="1417"/>
                  </a:lnTo>
                  <a:lnTo>
                    <a:pt x="1478038" y="2144"/>
                  </a:lnTo>
                  <a:lnTo>
                    <a:pt x="1480127" y="3030"/>
                  </a:lnTo>
                  <a:lnTo>
                    <a:pt x="1482216" y="4059"/>
                  </a:lnTo>
                  <a:lnTo>
                    <a:pt x="1484305" y="5223"/>
                  </a:lnTo>
                  <a:lnTo>
                    <a:pt x="1486394" y="6502"/>
                  </a:lnTo>
                  <a:lnTo>
                    <a:pt x="1488483" y="7897"/>
                  </a:lnTo>
                  <a:lnTo>
                    <a:pt x="1490572" y="9403"/>
                  </a:lnTo>
                  <a:lnTo>
                    <a:pt x="1492661" y="11007"/>
                  </a:lnTo>
                  <a:lnTo>
                    <a:pt x="1494750" y="12704"/>
                  </a:lnTo>
                  <a:lnTo>
                    <a:pt x="1496839" y="14468"/>
                  </a:lnTo>
                  <a:lnTo>
                    <a:pt x="1498928" y="16260"/>
                  </a:lnTo>
                  <a:lnTo>
                    <a:pt x="1501017" y="18071"/>
                  </a:lnTo>
                  <a:lnTo>
                    <a:pt x="1503106" y="19896"/>
                  </a:lnTo>
                  <a:lnTo>
                    <a:pt x="1505195" y="21736"/>
                  </a:lnTo>
                  <a:lnTo>
                    <a:pt x="1507284" y="23595"/>
                  </a:lnTo>
                  <a:lnTo>
                    <a:pt x="1509373" y="25464"/>
                  </a:lnTo>
                  <a:lnTo>
                    <a:pt x="1511462" y="27338"/>
                  </a:lnTo>
                  <a:lnTo>
                    <a:pt x="1513551" y="29222"/>
                  </a:lnTo>
                  <a:lnTo>
                    <a:pt x="1515640" y="31115"/>
                  </a:lnTo>
                  <a:lnTo>
                    <a:pt x="1517730" y="33022"/>
                  </a:lnTo>
                  <a:lnTo>
                    <a:pt x="1519819" y="34936"/>
                  </a:lnTo>
                  <a:lnTo>
                    <a:pt x="1521908" y="36864"/>
                  </a:lnTo>
                  <a:lnTo>
                    <a:pt x="1523997" y="38796"/>
                  </a:lnTo>
                  <a:lnTo>
                    <a:pt x="1526086" y="40741"/>
                  </a:lnTo>
                  <a:lnTo>
                    <a:pt x="1528175" y="42705"/>
                  </a:lnTo>
                  <a:lnTo>
                    <a:pt x="1530264" y="44686"/>
                  </a:lnTo>
                  <a:lnTo>
                    <a:pt x="1532353" y="46675"/>
                  </a:lnTo>
                  <a:lnTo>
                    <a:pt x="1534442" y="48679"/>
                  </a:lnTo>
                  <a:lnTo>
                    <a:pt x="1536531" y="50697"/>
                  </a:lnTo>
                  <a:lnTo>
                    <a:pt x="1538620" y="52724"/>
                  </a:lnTo>
                  <a:lnTo>
                    <a:pt x="1540709" y="54758"/>
                  </a:lnTo>
                  <a:lnTo>
                    <a:pt x="1542798" y="56758"/>
                  </a:lnTo>
                  <a:lnTo>
                    <a:pt x="1544887" y="58721"/>
                  </a:lnTo>
                  <a:lnTo>
                    <a:pt x="1546976" y="60647"/>
                  </a:lnTo>
                  <a:lnTo>
                    <a:pt x="1549065" y="62536"/>
                  </a:lnTo>
                  <a:lnTo>
                    <a:pt x="1551154" y="64394"/>
                  </a:lnTo>
                  <a:lnTo>
                    <a:pt x="1553243" y="66218"/>
                  </a:lnTo>
                  <a:lnTo>
                    <a:pt x="1555332" y="68000"/>
                  </a:lnTo>
                  <a:lnTo>
                    <a:pt x="1557421" y="69732"/>
                  </a:lnTo>
                  <a:lnTo>
                    <a:pt x="1559510" y="71394"/>
                  </a:lnTo>
                  <a:lnTo>
                    <a:pt x="1561599" y="72979"/>
                  </a:lnTo>
                  <a:lnTo>
                    <a:pt x="1563688" y="74480"/>
                  </a:lnTo>
                  <a:lnTo>
                    <a:pt x="1565777" y="75886"/>
                  </a:lnTo>
                  <a:lnTo>
                    <a:pt x="1567866" y="77186"/>
                  </a:lnTo>
                  <a:lnTo>
                    <a:pt x="1569955" y="78377"/>
                  </a:lnTo>
                  <a:lnTo>
                    <a:pt x="1572044" y="79433"/>
                  </a:lnTo>
                  <a:lnTo>
                    <a:pt x="1574133" y="80374"/>
                  </a:lnTo>
                  <a:lnTo>
                    <a:pt x="1576223" y="81206"/>
                  </a:lnTo>
                  <a:lnTo>
                    <a:pt x="1578312" y="81929"/>
                  </a:lnTo>
                  <a:lnTo>
                    <a:pt x="1580401" y="82542"/>
                  </a:lnTo>
                  <a:lnTo>
                    <a:pt x="1582490" y="83042"/>
                  </a:lnTo>
                  <a:lnTo>
                    <a:pt x="1584579" y="83416"/>
                  </a:lnTo>
                  <a:lnTo>
                    <a:pt x="1586668" y="83673"/>
                  </a:lnTo>
                  <a:lnTo>
                    <a:pt x="1588757" y="83824"/>
                  </a:lnTo>
                  <a:lnTo>
                    <a:pt x="1590846" y="83888"/>
                  </a:lnTo>
                  <a:lnTo>
                    <a:pt x="1592935" y="83872"/>
                  </a:lnTo>
                  <a:lnTo>
                    <a:pt x="1595024" y="83786"/>
                  </a:lnTo>
                  <a:lnTo>
                    <a:pt x="1597113" y="83644"/>
                  </a:lnTo>
                  <a:lnTo>
                    <a:pt x="1599202" y="83462"/>
                  </a:lnTo>
                  <a:lnTo>
                    <a:pt x="1601291" y="83244"/>
                  </a:lnTo>
                  <a:lnTo>
                    <a:pt x="1603380" y="83017"/>
                  </a:lnTo>
                  <a:lnTo>
                    <a:pt x="1605469" y="82789"/>
                  </a:lnTo>
                  <a:lnTo>
                    <a:pt x="1607558" y="82549"/>
                  </a:lnTo>
                  <a:lnTo>
                    <a:pt x="1609647" y="82292"/>
                  </a:lnTo>
                  <a:lnTo>
                    <a:pt x="1611736" y="82014"/>
                  </a:lnTo>
                  <a:lnTo>
                    <a:pt x="1613825" y="81717"/>
                  </a:lnTo>
                  <a:lnTo>
                    <a:pt x="1615914" y="81410"/>
                  </a:lnTo>
                  <a:lnTo>
                    <a:pt x="1618003" y="81098"/>
                  </a:lnTo>
                  <a:lnTo>
                    <a:pt x="1620092" y="80783"/>
                  </a:lnTo>
                  <a:lnTo>
                    <a:pt x="1622181" y="80459"/>
                  </a:lnTo>
                  <a:lnTo>
                    <a:pt x="1624270" y="80126"/>
                  </a:lnTo>
                  <a:lnTo>
                    <a:pt x="1626359" y="79775"/>
                  </a:lnTo>
                  <a:lnTo>
                    <a:pt x="1628448" y="79401"/>
                  </a:lnTo>
                  <a:lnTo>
                    <a:pt x="1630537" y="79011"/>
                  </a:lnTo>
                  <a:lnTo>
                    <a:pt x="1632627" y="78597"/>
                  </a:lnTo>
                  <a:lnTo>
                    <a:pt x="1634716" y="78170"/>
                  </a:lnTo>
                  <a:lnTo>
                    <a:pt x="1636805" y="77752"/>
                  </a:lnTo>
                  <a:lnTo>
                    <a:pt x="1638894" y="77382"/>
                  </a:lnTo>
                  <a:lnTo>
                    <a:pt x="1640983" y="77099"/>
                  </a:lnTo>
                  <a:lnTo>
                    <a:pt x="1643072" y="76901"/>
                  </a:lnTo>
                  <a:lnTo>
                    <a:pt x="1645161" y="76828"/>
                  </a:lnTo>
                  <a:lnTo>
                    <a:pt x="1647250" y="76905"/>
                  </a:lnTo>
                  <a:lnTo>
                    <a:pt x="1649339" y="77137"/>
                  </a:lnTo>
                  <a:lnTo>
                    <a:pt x="1651428" y="77524"/>
                  </a:lnTo>
                  <a:lnTo>
                    <a:pt x="1653517" y="78071"/>
                  </a:lnTo>
                  <a:lnTo>
                    <a:pt x="1655606" y="78777"/>
                  </a:lnTo>
                  <a:lnTo>
                    <a:pt x="1657695" y="79645"/>
                  </a:lnTo>
                  <a:lnTo>
                    <a:pt x="1659784" y="80682"/>
                  </a:lnTo>
                  <a:lnTo>
                    <a:pt x="1661873" y="81888"/>
                  </a:lnTo>
                  <a:lnTo>
                    <a:pt x="1663962" y="83275"/>
                  </a:lnTo>
                  <a:lnTo>
                    <a:pt x="1666051" y="84853"/>
                  </a:lnTo>
                  <a:lnTo>
                    <a:pt x="1668140" y="86626"/>
                  </a:lnTo>
                  <a:lnTo>
                    <a:pt x="1670229" y="88600"/>
                  </a:lnTo>
                  <a:lnTo>
                    <a:pt x="1672318" y="90777"/>
                  </a:lnTo>
                  <a:lnTo>
                    <a:pt x="1674407" y="93162"/>
                  </a:lnTo>
                  <a:lnTo>
                    <a:pt x="1676496" y="95727"/>
                  </a:lnTo>
                  <a:lnTo>
                    <a:pt x="1678585" y="98446"/>
                  </a:lnTo>
                  <a:lnTo>
                    <a:pt x="1680674" y="101293"/>
                  </a:lnTo>
                  <a:lnTo>
                    <a:pt x="1682763" y="104249"/>
                  </a:lnTo>
                  <a:lnTo>
                    <a:pt x="1684852" y="107315"/>
                  </a:lnTo>
                  <a:lnTo>
                    <a:pt x="1686941" y="110487"/>
                  </a:lnTo>
                  <a:lnTo>
                    <a:pt x="1689030" y="113770"/>
                  </a:lnTo>
                  <a:lnTo>
                    <a:pt x="1691120" y="117167"/>
                  </a:lnTo>
                  <a:lnTo>
                    <a:pt x="1691586" y="117950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3329752" y="5686514"/>
              <a:ext cx="578462" cy="73888"/>
            </a:xfrm>
            <a:custGeom>
              <a:avLst/>
              <a:pathLst>
                <a:path w="578462" h="73888">
                  <a:moveTo>
                    <a:pt x="0" y="73888"/>
                  </a:moveTo>
                  <a:lnTo>
                    <a:pt x="471" y="73084"/>
                  </a:lnTo>
                  <a:lnTo>
                    <a:pt x="2560" y="69548"/>
                  </a:lnTo>
                  <a:lnTo>
                    <a:pt x="4649" y="66055"/>
                  </a:lnTo>
                  <a:lnTo>
                    <a:pt x="6738" y="62611"/>
                  </a:lnTo>
                  <a:lnTo>
                    <a:pt x="8827" y="59251"/>
                  </a:lnTo>
                  <a:lnTo>
                    <a:pt x="10916" y="56014"/>
                  </a:lnTo>
                  <a:lnTo>
                    <a:pt x="13005" y="52887"/>
                  </a:lnTo>
                  <a:lnTo>
                    <a:pt x="15094" y="49898"/>
                  </a:lnTo>
                  <a:lnTo>
                    <a:pt x="17183" y="47064"/>
                  </a:lnTo>
                  <a:lnTo>
                    <a:pt x="19272" y="44388"/>
                  </a:lnTo>
                  <a:lnTo>
                    <a:pt x="21361" y="41871"/>
                  </a:lnTo>
                  <a:lnTo>
                    <a:pt x="23451" y="39511"/>
                  </a:lnTo>
                  <a:lnTo>
                    <a:pt x="25540" y="37310"/>
                  </a:lnTo>
                  <a:lnTo>
                    <a:pt x="27629" y="35266"/>
                  </a:lnTo>
                  <a:lnTo>
                    <a:pt x="29718" y="33380"/>
                  </a:lnTo>
                  <a:lnTo>
                    <a:pt x="31807" y="31648"/>
                  </a:lnTo>
                  <a:lnTo>
                    <a:pt x="33896" y="30075"/>
                  </a:lnTo>
                  <a:lnTo>
                    <a:pt x="35985" y="28650"/>
                  </a:lnTo>
                  <a:lnTo>
                    <a:pt x="38074" y="27374"/>
                  </a:lnTo>
                  <a:lnTo>
                    <a:pt x="40163" y="26246"/>
                  </a:lnTo>
                  <a:lnTo>
                    <a:pt x="42252" y="25261"/>
                  </a:lnTo>
                  <a:lnTo>
                    <a:pt x="44341" y="24426"/>
                  </a:lnTo>
                  <a:lnTo>
                    <a:pt x="46430" y="23718"/>
                  </a:lnTo>
                  <a:lnTo>
                    <a:pt x="48519" y="23111"/>
                  </a:lnTo>
                  <a:lnTo>
                    <a:pt x="50608" y="22572"/>
                  </a:lnTo>
                  <a:lnTo>
                    <a:pt x="52697" y="22085"/>
                  </a:lnTo>
                  <a:lnTo>
                    <a:pt x="54786" y="21646"/>
                  </a:lnTo>
                  <a:lnTo>
                    <a:pt x="56875" y="21259"/>
                  </a:lnTo>
                  <a:lnTo>
                    <a:pt x="58964" y="20914"/>
                  </a:lnTo>
                  <a:lnTo>
                    <a:pt x="61053" y="20612"/>
                  </a:lnTo>
                  <a:lnTo>
                    <a:pt x="63142" y="20356"/>
                  </a:lnTo>
                  <a:lnTo>
                    <a:pt x="65231" y="20148"/>
                  </a:lnTo>
                  <a:lnTo>
                    <a:pt x="67320" y="19978"/>
                  </a:lnTo>
                  <a:lnTo>
                    <a:pt x="69409" y="19846"/>
                  </a:lnTo>
                  <a:lnTo>
                    <a:pt x="71498" y="19723"/>
                  </a:lnTo>
                  <a:lnTo>
                    <a:pt x="73587" y="19595"/>
                  </a:lnTo>
                  <a:lnTo>
                    <a:pt x="75676" y="19448"/>
                  </a:lnTo>
                  <a:lnTo>
                    <a:pt x="77765" y="19282"/>
                  </a:lnTo>
                  <a:lnTo>
                    <a:pt x="79854" y="19094"/>
                  </a:lnTo>
                  <a:lnTo>
                    <a:pt x="81944" y="18880"/>
                  </a:lnTo>
                  <a:lnTo>
                    <a:pt x="84033" y="18640"/>
                  </a:lnTo>
                  <a:lnTo>
                    <a:pt x="86122" y="18375"/>
                  </a:lnTo>
                  <a:lnTo>
                    <a:pt x="88211" y="18084"/>
                  </a:lnTo>
                  <a:lnTo>
                    <a:pt x="90300" y="17760"/>
                  </a:lnTo>
                  <a:lnTo>
                    <a:pt x="92389" y="17398"/>
                  </a:lnTo>
                  <a:lnTo>
                    <a:pt x="94478" y="16998"/>
                  </a:lnTo>
                  <a:lnTo>
                    <a:pt x="96567" y="16559"/>
                  </a:lnTo>
                  <a:lnTo>
                    <a:pt x="98656" y="16082"/>
                  </a:lnTo>
                  <a:lnTo>
                    <a:pt x="100745" y="15572"/>
                  </a:lnTo>
                  <a:lnTo>
                    <a:pt x="102834" y="15031"/>
                  </a:lnTo>
                  <a:lnTo>
                    <a:pt x="104923" y="14464"/>
                  </a:lnTo>
                  <a:lnTo>
                    <a:pt x="107012" y="13885"/>
                  </a:lnTo>
                  <a:lnTo>
                    <a:pt x="109101" y="13292"/>
                  </a:lnTo>
                  <a:lnTo>
                    <a:pt x="111190" y="12687"/>
                  </a:lnTo>
                  <a:lnTo>
                    <a:pt x="113279" y="12072"/>
                  </a:lnTo>
                  <a:lnTo>
                    <a:pt x="115368" y="11444"/>
                  </a:lnTo>
                  <a:lnTo>
                    <a:pt x="117457" y="10809"/>
                  </a:lnTo>
                  <a:lnTo>
                    <a:pt x="119546" y="10178"/>
                  </a:lnTo>
                  <a:lnTo>
                    <a:pt x="121635" y="9554"/>
                  </a:lnTo>
                  <a:lnTo>
                    <a:pt x="123724" y="8937"/>
                  </a:lnTo>
                  <a:lnTo>
                    <a:pt x="125813" y="8324"/>
                  </a:lnTo>
                  <a:lnTo>
                    <a:pt x="127902" y="7715"/>
                  </a:lnTo>
                  <a:lnTo>
                    <a:pt x="129991" y="7109"/>
                  </a:lnTo>
                  <a:lnTo>
                    <a:pt x="132080" y="6504"/>
                  </a:lnTo>
                  <a:lnTo>
                    <a:pt x="134169" y="5900"/>
                  </a:lnTo>
                  <a:lnTo>
                    <a:pt x="136258" y="5309"/>
                  </a:lnTo>
                  <a:lnTo>
                    <a:pt x="138348" y="4731"/>
                  </a:lnTo>
                  <a:lnTo>
                    <a:pt x="140437" y="4170"/>
                  </a:lnTo>
                  <a:lnTo>
                    <a:pt x="142526" y="3640"/>
                  </a:lnTo>
                  <a:lnTo>
                    <a:pt x="144615" y="3140"/>
                  </a:lnTo>
                  <a:lnTo>
                    <a:pt x="146704" y="2676"/>
                  </a:lnTo>
                  <a:lnTo>
                    <a:pt x="148793" y="2248"/>
                  </a:lnTo>
                  <a:lnTo>
                    <a:pt x="150882" y="1852"/>
                  </a:lnTo>
                  <a:lnTo>
                    <a:pt x="152971" y="1483"/>
                  </a:lnTo>
                  <a:lnTo>
                    <a:pt x="155060" y="1150"/>
                  </a:lnTo>
                  <a:lnTo>
                    <a:pt x="157149" y="854"/>
                  </a:lnTo>
                  <a:lnTo>
                    <a:pt x="159238" y="602"/>
                  </a:lnTo>
                  <a:lnTo>
                    <a:pt x="161327" y="391"/>
                  </a:lnTo>
                  <a:lnTo>
                    <a:pt x="163416" y="221"/>
                  </a:lnTo>
                  <a:lnTo>
                    <a:pt x="165505" y="105"/>
                  </a:lnTo>
                  <a:lnTo>
                    <a:pt x="167594" y="31"/>
                  </a:lnTo>
                  <a:lnTo>
                    <a:pt x="169683" y="0"/>
                  </a:lnTo>
                  <a:lnTo>
                    <a:pt x="171772" y="4"/>
                  </a:lnTo>
                  <a:lnTo>
                    <a:pt x="173861" y="41"/>
                  </a:lnTo>
                  <a:lnTo>
                    <a:pt x="175950" y="109"/>
                  </a:lnTo>
                  <a:lnTo>
                    <a:pt x="178039" y="210"/>
                  </a:lnTo>
                  <a:lnTo>
                    <a:pt x="180128" y="349"/>
                  </a:lnTo>
                  <a:lnTo>
                    <a:pt x="182217" y="530"/>
                  </a:lnTo>
                  <a:lnTo>
                    <a:pt x="184306" y="754"/>
                  </a:lnTo>
                  <a:lnTo>
                    <a:pt x="186395" y="1028"/>
                  </a:lnTo>
                  <a:lnTo>
                    <a:pt x="188484" y="1356"/>
                  </a:lnTo>
                  <a:lnTo>
                    <a:pt x="190573" y="1742"/>
                  </a:lnTo>
                  <a:lnTo>
                    <a:pt x="192662" y="2186"/>
                  </a:lnTo>
                  <a:lnTo>
                    <a:pt x="194751" y="2691"/>
                  </a:lnTo>
                  <a:lnTo>
                    <a:pt x="196841" y="3259"/>
                  </a:lnTo>
                  <a:lnTo>
                    <a:pt x="198930" y="3897"/>
                  </a:lnTo>
                  <a:lnTo>
                    <a:pt x="201019" y="4614"/>
                  </a:lnTo>
                  <a:lnTo>
                    <a:pt x="203108" y="5410"/>
                  </a:lnTo>
                  <a:lnTo>
                    <a:pt x="205197" y="6284"/>
                  </a:lnTo>
                  <a:lnTo>
                    <a:pt x="207286" y="7235"/>
                  </a:lnTo>
                  <a:lnTo>
                    <a:pt x="209375" y="8262"/>
                  </a:lnTo>
                  <a:lnTo>
                    <a:pt x="211464" y="9358"/>
                  </a:lnTo>
                  <a:lnTo>
                    <a:pt x="213553" y="10513"/>
                  </a:lnTo>
                  <a:lnTo>
                    <a:pt x="215642" y="11732"/>
                  </a:lnTo>
                  <a:lnTo>
                    <a:pt x="217731" y="13011"/>
                  </a:lnTo>
                  <a:lnTo>
                    <a:pt x="219820" y="14350"/>
                  </a:lnTo>
                  <a:lnTo>
                    <a:pt x="221909" y="15745"/>
                  </a:lnTo>
                  <a:lnTo>
                    <a:pt x="223998" y="17179"/>
                  </a:lnTo>
                  <a:lnTo>
                    <a:pt x="226087" y="18649"/>
                  </a:lnTo>
                  <a:lnTo>
                    <a:pt x="228176" y="20152"/>
                  </a:lnTo>
                  <a:lnTo>
                    <a:pt x="230265" y="21646"/>
                  </a:lnTo>
                  <a:lnTo>
                    <a:pt x="232354" y="23113"/>
                  </a:lnTo>
                  <a:lnTo>
                    <a:pt x="234443" y="24527"/>
                  </a:lnTo>
                  <a:lnTo>
                    <a:pt x="236532" y="25887"/>
                  </a:lnTo>
                  <a:lnTo>
                    <a:pt x="238621" y="27200"/>
                  </a:lnTo>
                  <a:lnTo>
                    <a:pt x="240710" y="28458"/>
                  </a:lnTo>
                  <a:lnTo>
                    <a:pt x="242799" y="29644"/>
                  </a:lnTo>
                  <a:lnTo>
                    <a:pt x="244888" y="30755"/>
                  </a:lnTo>
                  <a:lnTo>
                    <a:pt x="246977" y="31776"/>
                  </a:lnTo>
                  <a:lnTo>
                    <a:pt x="249066" y="32700"/>
                  </a:lnTo>
                  <a:lnTo>
                    <a:pt x="251155" y="33521"/>
                  </a:lnTo>
                  <a:lnTo>
                    <a:pt x="253245" y="34231"/>
                  </a:lnTo>
                  <a:lnTo>
                    <a:pt x="255334" y="34830"/>
                  </a:lnTo>
                  <a:lnTo>
                    <a:pt x="257423" y="35317"/>
                  </a:lnTo>
                  <a:lnTo>
                    <a:pt x="259512" y="35693"/>
                  </a:lnTo>
                  <a:lnTo>
                    <a:pt x="261601" y="35982"/>
                  </a:lnTo>
                  <a:lnTo>
                    <a:pt x="263690" y="36196"/>
                  </a:lnTo>
                  <a:lnTo>
                    <a:pt x="265779" y="36354"/>
                  </a:lnTo>
                  <a:lnTo>
                    <a:pt x="267868" y="36455"/>
                  </a:lnTo>
                  <a:lnTo>
                    <a:pt x="269957" y="36489"/>
                  </a:lnTo>
                  <a:lnTo>
                    <a:pt x="272046" y="36457"/>
                  </a:lnTo>
                  <a:lnTo>
                    <a:pt x="274135" y="36365"/>
                  </a:lnTo>
                  <a:lnTo>
                    <a:pt x="276224" y="36222"/>
                  </a:lnTo>
                  <a:lnTo>
                    <a:pt x="278313" y="36033"/>
                  </a:lnTo>
                  <a:lnTo>
                    <a:pt x="280402" y="35796"/>
                  </a:lnTo>
                  <a:lnTo>
                    <a:pt x="282491" y="35515"/>
                  </a:lnTo>
                  <a:lnTo>
                    <a:pt x="284580" y="35204"/>
                  </a:lnTo>
                  <a:lnTo>
                    <a:pt x="286669" y="34862"/>
                  </a:lnTo>
                  <a:lnTo>
                    <a:pt x="288758" y="34489"/>
                  </a:lnTo>
                  <a:lnTo>
                    <a:pt x="290847" y="34079"/>
                  </a:lnTo>
                  <a:lnTo>
                    <a:pt x="292936" y="33631"/>
                  </a:lnTo>
                  <a:lnTo>
                    <a:pt x="295025" y="33138"/>
                  </a:lnTo>
                  <a:lnTo>
                    <a:pt x="297114" y="32593"/>
                  </a:lnTo>
                  <a:lnTo>
                    <a:pt x="299203" y="32000"/>
                  </a:lnTo>
                  <a:lnTo>
                    <a:pt x="301292" y="31364"/>
                  </a:lnTo>
                  <a:lnTo>
                    <a:pt x="303381" y="30679"/>
                  </a:lnTo>
                  <a:lnTo>
                    <a:pt x="305470" y="29934"/>
                  </a:lnTo>
                  <a:lnTo>
                    <a:pt x="307559" y="29121"/>
                  </a:lnTo>
                  <a:lnTo>
                    <a:pt x="309648" y="28250"/>
                  </a:lnTo>
                  <a:lnTo>
                    <a:pt x="311738" y="27330"/>
                  </a:lnTo>
                  <a:lnTo>
                    <a:pt x="313827" y="26375"/>
                  </a:lnTo>
                  <a:lnTo>
                    <a:pt x="315916" y="25372"/>
                  </a:lnTo>
                  <a:lnTo>
                    <a:pt x="318005" y="24319"/>
                  </a:lnTo>
                  <a:lnTo>
                    <a:pt x="320094" y="23226"/>
                  </a:lnTo>
                  <a:lnTo>
                    <a:pt x="322183" y="22100"/>
                  </a:lnTo>
                  <a:lnTo>
                    <a:pt x="324272" y="20943"/>
                  </a:lnTo>
                  <a:lnTo>
                    <a:pt x="326361" y="19754"/>
                  </a:lnTo>
                  <a:lnTo>
                    <a:pt x="328450" y="18560"/>
                  </a:lnTo>
                  <a:lnTo>
                    <a:pt x="330539" y="17372"/>
                  </a:lnTo>
                  <a:lnTo>
                    <a:pt x="332628" y="16190"/>
                  </a:lnTo>
                  <a:lnTo>
                    <a:pt x="334717" y="15057"/>
                  </a:lnTo>
                  <a:lnTo>
                    <a:pt x="336806" y="14036"/>
                  </a:lnTo>
                  <a:lnTo>
                    <a:pt x="338895" y="13162"/>
                  </a:lnTo>
                  <a:lnTo>
                    <a:pt x="340984" y="12462"/>
                  </a:lnTo>
                  <a:lnTo>
                    <a:pt x="343073" y="11919"/>
                  </a:lnTo>
                  <a:lnTo>
                    <a:pt x="345162" y="11505"/>
                  </a:lnTo>
                  <a:lnTo>
                    <a:pt x="347251" y="11246"/>
                  </a:lnTo>
                  <a:lnTo>
                    <a:pt x="349340" y="11147"/>
                  </a:lnTo>
                  <a:lnTo>
                    <a:pt x="351429" y="11225"/>
                  </a:lnTo>
                  <a:lnTo>
                    <a:pt x="353518" y="11465"/>
                  </a:lnTo>
                  <a:lnTo>
                    <a:pt x="355607" y="11869"/>
                  </a:lnTo>
                  <a:lnTo>
                    <a:pt x="357696" y="12443"/>
                  </a:lnTo>
                  <a:lnTo>
                    <a:pt x="359785" y="13187"/>
                  </a:lnTo>
                  <a:lnTo>
                    <a:pt x="361874" y="14100"/>
                  </a:lnTo>
                  <a:lnTo>
                    <a:pt x="363963" y="15184"/>
                  </a:lnTo>
                  <a:lnTo>
                    <a:pt x="366052" y="16401"/>
                  </a:lnTo>
                  <a:lnTo>
                    <a:pt x="368142" y="17711"/>
                  </a:lnTo>
                  <a:lnTo>
                    <a:pt x="370231" y="19064"/>
                  </a:lnTo>
                  <a:lnTo>
                    <a:pt x="372320" y="20430"/>
                  </a:lnTo>
                  <a:lnTo>
                    <a:pt x="374409" y="21826"/>
                  </a:lnTo>
                  <a:lnTo>
                    <a:pt x="376498" y="23265"/>
                  </a:lnTo>
                  <a:lnTo>
                    <a:pt x="378587" y="24741"/>
                  </a:lnTo>
                  <a:lnTo>
                    <a:pt x="380676" y="26238"/>
                  </a:lnTo>
                  <a:lnTo>
                    <a:pt x="382765" y="27740"/>
                  </a:lnTo>
                  <a:lnTo>
                    <a:pt x="384854" y="29257"/>
                  </a:lnTo>
                  <a:lnTo>
                    <a:pt x="386943" y="30791"/>
                  </a:lnTo>
                  <a:lnTo>
                    <a:pt x="389032" y="32289"/>
                  </a:lnTo>
                  <a:lnTo>
                    <a:pt x="391121" y="33730"/>
                  </a:lnTo>
                  <a:lnTo>
                    <a:pt x="393210" y="35109"/>
                  </a:lnTo>
                  <a:lnTo>
                    <a:pt x="395299" y="36433"/>
                  </a:lnTo>
                  <a:lnTo>
                    <a:pt x="397388" y="37696"/>
                  </a:lnTo>
                  <a:lnTo>
                    <a:pt x="399477" y="38899"/>
                  </a:lnTo>
                  <a:lnTo>
                    <a:pt x="401566" y="40069"/>
                  </a:lnTo>
                  <a:lnTo>
                    <a:pt x="403655" y="41207"/>
                  </a:lnTo>
                  <a:lnTo>
                    <a:pt x="405744" y="42303"/>
                  </a:lnTo>
                  <a:lnTo>
                    <a:pt x="407833" y="43347"/>
                  </a:lnTo>
                  <a:lnTo>
                    <a:pt x="409922" y="44342"/>
                  </a:lnTo>
                  <a:lnTo>
                    <a:pt x="412011" y="45286"/>
                  </a:lnTo>
                  <a:lnTo>
                    <a:pt x="414100" y="46172"/>
                  </a:lnTo>
                  <a:lnTo>
                    <a:pt x="416189" y="46982"/>
                  </a:lnTo>
                  <a:lnTo>
                    <a:pt x="418278" y="47698"/>
                  </a:lnTo>
                  <a:lnTo>
                    <a:pt x="420367" y="48350"/>
                  </a:lnTo>
                  <a:lnTo>
                    <a:pt x="422456" y="48963"/>
                  </a:lnTo>
                  <a:lnTo>
                    <a:pt x="424545" y="49539"/>
                  </a:lnTo>
                  <a:lnTo>
                    <a:pt x="426635" y="50061"/>
                  </a:lnTo>
                  <a:lnTo>
                    <a:pt x="428724" y="50522"/>
                  </a:lnTo>
                  <a:lnTo>
                    <a:pt x="430813" y="50916"/>
                  </a:lnTo>
                  <a:lnTo>
                    <a:pt x="432902" y="51231"/>
                  </a:lnTo>
                  <a:lnTo>
                    <a:pt x="434991" y="51444"/>
                  </a:lnTo>
                  <a:lnTo>
                    <a:pt x="437080" y="51553"/>
                  </a:lnTo>
                  <a:lnTo>
                    <a:pt x="439169" y="51556"/>
                  </a:lnTo>
                  <a:lnTo>
                    <a:pt x="441258" y="51411"/>
                  </a:lnTo>
                  <a:lnTo>
                    <a:pt x="443347" y="51107"/>
                  </a:lnTo>
                  <a:lnTo>
                    <a:pt x="445436" y="50634"/>
                  </a:lnTo>
                  <a:lnTo>
                    <a:pt x="447525" y="50002"/>
                  </a:lnTo>
                  <a:lnTo>
                    <a:pt x="449614" y="49255"/>
                  </a:lnTo>
                  <a:lnTo>
                    <a:pt x="451703" y="48398"/>
                  </a:lnTo>
                  <a:lnTo>
                    <a:pt x="453792" y="47409"/>
                  </a:lnTo>
                  <a:lnTo>
                    <a:pt x="455881" y="46273"/>
                  </a:lnTo>
                  <a:lnTo>
                    <a:pt x="457970" y="45003"/>
                  </a:lnTo>
                  <a:lnTo>
                    <a:pt x="460059" y="43620"/>
                  </a:lnTo>
                  <a:lnTo>
                    <a:pt x="462148" y="42121"/>
                  </a:lnTo>
                  <a:lnTo>
                    <a:pt x="464237" y="40506"/>
                  </a:lnTo>
                  <a:lnTo>
                    <a:pt x="466326" y="38776"/>
                  </a:lnTo>
                  <a:lnTo>
                    <a:pt x="468415" y="36934"/>
                  </a:lnTo>
                  <a:lnTo>
                    <a:pt x="470504" y="34989"/>
                  </a:lnTo>
                  <a:lnTo>
                    <a:pt x="472593" y="32978"/>
                  </a:lnTo>
                  <a:lnTo>
                    <a:pt x="474682" y="30933"/>
                  </a:lnTo>
                  <a:lnTo>
                    <a:pt x="476771" y="28909"/>
                  </a:lnTo>
                  <a:lnTo>
                    <a:pt x="478860" y="26902"/>
                  </a:lnTo>
                  <a:lnTo>
                    <a:pt x="480949" y="24900"/>
                  </a:lnTo>
                  <a:lnTo>
                    <a:pt x="483039" y="22903"/>
                  </a:lnTo>
                  <a:lnTo>
                    <a:pt x="485128" y="20933"/>
                  </a:lnTo>
                  <a:lnTo>
                    <a:pt x="487217" y="19013"/>
                  </a:lnTo>
                  <a:lnTo>
                    <a:pt x="489306" y="17145"/>
                  </a:lnTo>
                  <a:lnTo>
                    <a:pt x="491395" y="15316"/>
                  </a:lnTo>
                  <a:lnTo>
                    <a:pt x="493484" y="13564"/>
                  </a:lnTo>
                  <a:lnTo>
                    <a:pt x="495573" y="11942"/>
                  </a:lnTo>
                  <a:lnTo>
                    <a:pt x="497662" y="10462"/>
                  </a:lnTo>
                  <a:lnTo>
                    <a:pt x="499751" y="9117"/>
                  </a:lnTo>
                  <a:lnTo>
                    <a:pt x="501840" y="7917"/>
                  </a:lnTo>
                  <a:lnTo>
                    <a:pt x="503929" y="6866"/>
                  </a:lnTo>
                  <a:lnTo>
                    <a:pt x="506018" y="5939"/>
                  </a:lnTo>
                  <a:lnTo>
                    <a:pt x="508107" y="5109"/>
                  </a:lnTo>
                  <a:lnTo>
                    <a:pt x="510196" y="4399"/>
                  </a:lnTo>
                  <a:lnTo>
                    <a:pt x="512285" y="3817"/>
                  </a:lnTo>
                  <a:lnTo>
                    <a:pt x="514374" y="3374"/>
                  </a:lnTo>
                  <a:lnTo>
                    <a:pt x="516463" y="3078"/>
                  </a:lnTo>
                  <a:lnTo>
                    <a:pt x="518552" y="2952"/>
                  </a:lnTo>
                  <a:lnTo>
                    <a:pt x="520641" y="3007"/>
                  </a:lnTo>
                  <a:lnTo>
                    <a:pt x="522730" y="3244"/>
                  </a:lnTo>
                  <a:lnTo>
                    <a:pt x="524819" y="3659"/>
                  </a:lnTo>
                  <a:lnTo>
                    <a:pt x="526908" y="4206"/>
                  </a:lnTo>
                  <a:lnTo>
                    <a:pt x="528997" y="4872"/>
                  </a:lnTo>
                  <a:lnTo>
                    <a:pt x="531086" y="5662"/>
                  </a:lnTo>
                  <a:lnTo>
                    <a:pt x="533175" y="6602"/>
                  </a:lnTo>
                  <a:lnTo>
                    <a:pt x="535264" y="7697"/>
                  </a:lnTo>
                  <a:lnTo>
                    <a:pt x="537353" y="8952"/>
                  </a:lnTo>
                  <a:lnTo>
                    <a:pt x="539442" y="10383"/>
                  </a:lnTo>
                  <a:lnTo>
                    <a:pt x="541532" y="12009"/>
                  </a:lnTo>
                  <a:lnTo>
                    <a:pt x="543621" y="13832"/>
                  </a:lnTo>
                  <a:lnTo>
                    <a:pt x="545710" y="15873"/>
                  </a:lnTo>
                  <a:lnTo>
                    <a:pt x="547799" y="18134"/>
                  </a:lnTo>
                  <a:lnTo>
                    <a:pt x="549888" y="20600"/>
                  </a:lnTo>
                  <a:lnTo>
                    <a:pt x="551977" y="23274"/>
                  </a:lnTo>
                  <a:lnTo>
                    <a:pt x="554066" y="26138"/>
                  </a:lnTo>
                  <a:lnTo>
                    <a:pt x="556155" y="29174"/>
                  </a:lnTo>
                  <a:lnTo>
                    <a:pt x="558244" y="32402"/>
                  </a:lnTo>
                  <a:lnTo>
                    <a:pt x="560333" y="35830"/>
                  </a:lnTo>
                  <a:lnTo>
                    <a:pt x="562422" y="39488"/>
                  </a:lnTo>
                  <a:lnTo>
                    <a:pt x="564511" y="43337"/>
                  </a:lnTo>
                  <a:lnTo>
                    <a:pt x="566600" y="47381"/>
                  </a:lnTo>
                  <a:lnTo>
                    <a:pt x="568689" y="51620"/>
                  </a:lnTo>
                  <a:lnTo>
                    <a:pt x="570778" y="56065"/>
                  </a:lnTo>
                  <a:lnTo>
                    <a:pt x="572867" y="60695"/>
                  </a:lnTo>
                  <a:lnTo>
                    <a:pt x="574956" y="65496"/>
                  </a:lnTo>
                  <a:lnTo>
                    <a:pt x="577045" y="70446"/>
                  </a:lnTo>
                  <a:lnTo>
                    <a:pt x="578462" y="73888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4"/>
            <p:cNvSpPr/>
            <p:nvPr/>
          </p:nvSpPr>
          <p:spPr>
            <a:xfrm>
              <a:off x="4080700" y="5717451"/>
              <a:ext cx="93844" cy="42951"/>
            </a:xfrm>
            <a:custGeom>
              <a:avLst/>
              <a:pathLst>
                <a:path w="93844" h="42951">
                  <a:moveTo>
                    <a:pt x="0" y="42951"/>
                  </a:moveTo>
                  <a:lnTo>
                    <a:pt x="1576" y="39283"/>
                  </a:lnTo>
                  <a:lnTo>
                    <a:pt x="3666" y="34541"/>
                  </a:lnTo>
                  <a:lnTo>
                    <a:pt x="5755" y="29993"/>
                  </a:lnTo>
                  <a:lnTo>
                    <a:pt x="7844" y="25662"/>
                  </a:lnTo>
                  <a:lnTo>
                    <a:pt x="9933" y="21614"/>
                  </a:lnTo>
                  <a:lnTo>
                    <a:pt x="12022" y="17906"/>
                  </a:lnTo>
                  <a:lnTo>
                    <a:pt x="14111" y="14550"/>
                  </a:lnTo>
                  <a:lnTo>
                    <a:pt x="16200" y="11550"/>
                  </a:lnTo>
                  <a:lnTo>
                    <a:pt x="18289" y="8890"/>
                  </a:lnTo>
                  <a:lnTo>
                    <a:pt x="20378" y="6570"/>
                  </a:lnTo>
                  <a:lnTo>
                    <a:pt x="22467" y="4607"/>
                  </a:lnTo>
                  <a:lnTo>
                    <a:pt x="24556" y="2985"/>
                  </a:lnTo>
                  <a:lnTo>
                    <a:pt x="26645" y="1709"/>
                  </a:lnTo>
                  <a:lnTo>
                    <a:pt x="28734" y="780"/>
                  </a:lnTo>
                  <a:lnTo>
                    <a:pt x="30823" y="211"/>
                  </a:lnTo>
                  <a:lnTo>
                    <a:pt x="32912" y="0"/>
                  </a:lnTo>
                  <a:lnTo>
                    <a:pt x="35001" y="141"/>
                  </a:lnTo>
                  <a:lnTo>
                    <a:pt x="37090" y="596"/>
                  </a:lnTo>
                  <a:lnTo>
                    <a:pt x="39179" y="1309"/>
                  </a:lnTo>
                  <a:lnTo>
                    <a:pt x="41268" y="2188"/>
                  </a:lnTo>
                  <a:lnTo>
                    <a:pt x="43357" y="3149"/>
                  </a:lnTo>
                  <a:lnTo>
                    <a:pt x="45446" y="4127"/>
                  </a:lnTo>
                  <a:lnTo>
                    <a:pt x="47535" y="5077"/>
                  </a:lnTo>
                  <a:lnTo>
                    <a:pt x="49624" y="6005"/>
                  </a:lnTo>
                  <a:lnTo>
                    <a:pt x="51713" y="6942"/>
                  </a:lnTo>
                  <a:lnTo>
                    <a:pt x="53802" y="7927"/>
                  </a:lnTo>
                  <a:lnTo>
                    <a:pt x="55891" y="8977"/>
                  </a:lnTo>
                  <a:lnTo>
                    <a:pt x="57980" y="10083"/>
                  </a:lnTo>
                  <a:lnTo>
                    <a:pt x="60069" y="11243"/>
                  </a:lnTo>
                  <a:lnTo>
                    <a:pt x="62159" y="12456"/>
                  </a:lnTo>
                  <a:lnTo>
                    <a:pt x="64248" y="13750"/>
                  </a:lnTo>
                  <a:lnTo>
                    <a:pt x="66337" y="15132"/>
                  </a:lnTo>
                  <a:lnTo>
                    <a:pt x="68426" y="16639"/>
                  </a:lnTo>
                  <a:lnTo>
                    <a:pt x="70515" y="18301"/>
                  </a:lnTo>
                  <a:lnTo>
                    <a:pt x="72604" y="20038"/>
                  </a:lnTo>
                  <a:lnTo>
                    <a:pt x="74693" y="21857"/>
                  </a:lnTo>
                  <a:lnTo>
                    <a:pt x="76782" y="23793"/>
                  </a:lnTo>
                  <a:lnTo>
                    <a:pt x="78871" y="25869"/>
                  </a:lnTo>
                  <a:lnTo>
                    <a:pt x="80960" y="28089"/>
                  </a:lnTo>
                  <a:lnTo>
                    <a:pt x="83049" y="30432"/>
                  </a:lnTo>
                  <a:lnTo>
                    <a:pt x="85138" y="32857"/>
                  </a:lnTo>
                  <a:lnTo>
                    <a:pt x="87227" y="35322"/>
                  </a:lnTo>
                  <a:lnTo>
                    <a:pt x="89316" y="37794"/>
                  </a:lnTo>
                  <a:lnTo>
                    <a:pt x="91405" y="40237"/>
                  </a:lnTo>
                  <a:lnTo>
                    <a:pt x="93494" y="42583"/>
                  </a:lnTo>
                  <a:lnTo>
                    <a:pt x="93844" y="42951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5"/>
            <p:cNvSpPr/>
            <p:nvPr/>
          </p:nvSpPr>
          <p:spPr>
            <a:xfrm>
              <a:off x="4225354" y="5473973"/>
              <a:ext cx="1844422" cy="286429"/>
            </a:xfrm>
            <a:custGeom>
              <a:avLst/>
              <a:pathLst>
                <a:path w="1844422" h="286429">
                  <a:moveTo>
                    <a:pt x="0" y="286429"/>
                  </a:moveTo>
                  <a:lnTo>
                    <a:pt x="1067" y="284882"/>
                  </a:lnTo>
                  <a:lnTo>
                    <a:pt x="3156" y="281677"/>
                  </a:lnTo>
                  <a:lnTo>
                    <a:pt x="5245" y="278273"/>
                  </a:lnTo>
                  <a:lnTo>
                    <a:pt x="7334" y="274693"/>
                  </a:lnTo>
                  <a:lnTo>
                    <a:pt x="9423" y="270923"/>
                  </a:lnTo>
                  <a:lnTo>
                    <a:pt x="11512" y="266969"/>
                  </a:lnTo>
                  <a:lnTo>
                    <a:pt x="13601" y="262813"/>
                  </a:lnTo>
                  <a:lnTo>
                    <a:pt x="15690" y="258449"/>
                  </a:lnTo>
                  <a:lnTo>
                    <a:pt x="17779" y="253870"/>
                  </a:lnTo>
                  <a:lnTo>
                    <a:pt x="19868" y="249096"/>
                  </a:lnTo>
                  <a:lnTo>
                    <a:pt x="21957" y="244146"/>
                  </a:lnTo>
                  <a:lnTo>
                    <a:pt x="24046" y="239041"/>
                  </a:lnTo>
                  <a:lnTo>
                    <a:pt x="26135" y="233821"/>
                  </a:lnTo>
                  <a:lnTo>
                    <a:pt x="28224" y="228467"/>
                  </a:lnTo>
                  <a:lnTo>
                    <a:pt x="30313" y="222948"/>
                  </a:lnTo>
                  <a:lnTo>
                    <a:pt x="32402" y="217298"/>
                  </a:lnTo>
                  <a:lnTo>
                    <a:pt x="34491" y="211563"/>
                  </a:lnTo>
                  <a:lnTo>
                    <a:pt x="36580" y="205756"/>
                  </a:lnTo>
                  <a:lnTo>
                    <a:pt x="38669" y="199899"/>
                  </a:lnTo>
                  <a:lnTo>
                    <a:pt x="40758" y="193999"/>
                  </a:lnTo>
                  <a:lnTo>
                    <a:pt x="42847" y="188075"/>
                  </a:lnTo>
                  <a:lnTo>
                    <a:pt x="44936" y="182135"/>
                  </a:lnTo>
                  <a:lnTo>
                    <a:pt x="47025" y="176226"/>
                  </a:lnTo>
                  <a:lnTo>
                    <a:pt x="49114" y="170366"/>
                  </a:lnTo>
                  <a:lnTo>
                    <a:pt x="51203" y="164569"/>
                  </a:lnTo>
                  <a:lnTo>
                    <a:pt x="53292" y="158875"/>
                  </a:lnTo>
                  <a:lnTo>
                    <a:pt x="55382" y="153322"/>
                  </a:lnTo>
                  <a:lnTo>
                    <a:pt x="57471" y="147942"/>
                  </a:lnTo>
                  <a:lnTo>
                    <a:pt x="59560" y="142757"/>
                  </a:lnTo>
                  <a:lnTo>
                    <a:pt x="61649" y="137748"/>
                  </a:lnTo>
                  <a:lnTo>
                    <a:pt x="63738" y="132882"/>
                  </a:lnTo>
                  <a:lnTo>
                    <a:pt x="65827" y="128160"/>
                  </a:lnTo>
                  <a:lnTo>
                    <a:pt x="67916" y="123624"/>
                  </a:lnTo>
                  <a:lnTo>
                    <a:pt x="70005" y="119281"/>
                  </a:lnTo>
                  <a:lnTo>
                    <a:pt x="72094" y="115158"/>
                  </a:lnTo>
                  <a:lnTo>
                    <a:pt x="74183" y="111295"/>
                  </a:lnTo>
                  <a:lnTo>
                    <a:pt x="76272" y="107685"/>
                  </a:lnTo>
                  <a:lnTo>
                    <a:pt x="78361" y="104323"/>
                  </a:lnTo>
                  <a:lnTo>
                    <a:pt x="80450" y="101198"/>
                  </a:lnTo>
                  <a:lnTo>
                    <a:pt x="82539" y="98309"/>
                  </a:lnTo>
                  <a:lnTo>
                    <a:pt x="84628" y="95619"/>
                  </a:lnTo>
                  <a:lnTo>
                    <a:pt x="86717" y="93063"/>
                  </a:lnTo>
                  <a:lnTo>
                    <a:pt x="88806" y="90641"/>
                  </a:lnTo>
                  <a:lnTo>
                    <a:pt x="90895" y="88378"/>
                  </a:lnTo>
                  <a:lnTo>
                    <a:pt x="92984" y="86240"/>
                  </a:lnTo>
                  <a:lnTo>
                    <a:pt x="95073" y="84248"/>
                  </a:lnTo>
                  <a:lnTo>
                    <a:pt x="97162" y="82417"/>
                  </a:lnTo>
                  <a:lnTo>
                    <a:pt x="99251" y="80808"/>
                  </a:lnTo>
                  <a:lnTo>
                    <a:pt x="101340" y="79485"/>
                  </a:lnTo>
                  <a:lnTo>
                    <a:pt x="103429" y="78445"/>
                  </a:lnTo>
                  <a:lnTo>
                    <a:pt x="105518" y="77633"/>
                  </a:lnTo>
                  <a:lnTo>
                    <a:pt x="107607" y="77060"/>
                  </a:lnTo>
                  <a:lnTo>
                    <a:pt x="109696" y="76758"/>
                  </a:lnTo>
                  <a:lnTo>
                    <a:pt x="111785" y="76753"/>
                  </a:lnTo>
                  <a:lnTo>
                    <a:pt x="113875" y="77064"/>
                  </a:lnTo>
                  <a:lnTo>
                    <a:pt x="115964" y="77685"/>
                  </a:lnTo>
                  <a:lnTo>
                    <a:pt x="118053" y="78628"/>
                  </a:lnTo>
                  <a:lnTo>
                    <a:pt x="120142" y="79914"/>
                  </a:lnTo>
                  <a:lnTo>
                    <a:pt x="122231" y="81540"/>
                  </a:lnTo>
                  <a:lnTo>
                    <a:pt x="124320" y="83526"/>
                  </a:lnTo>
                  <a:lnTo>
                    <a:pt x="126409" y="85867"/>
                  </a:lnTo>
                  <a:lnTo>
                    <a:pt x="128498" y="88542"/>
                  </a:lnTo>
                  <a:lnTo>
                    <a:pt x="130587" y="91492"/>
                  </a:lnTo>
                  <a:lnTo>
                    <a:pt x="132676" y="94650"/>
                  </a:lnTo>
                  <a:lnTo>
                    <a:pt x="134765" y="98013"/>
                  </a:lnTo>
                  <a:lnTo>
                    <a:pt x="136854" y="101613"/>
                  </a:lnTo>
                  <a:lnTo>
                    <a:pt x="138943" y="105400"/>
                  </a:lnTo>
                  <a:lnTo>
                    <a:pt x="141032" y="109315"/>
                  </a:lnTo>
                  <a:lnTo>
                    <a:pt x="143121" y="113320"/>
                  </a:lnTo>
                  <a:lnTo>
                    <a:pt x="145210" y="117394"/>
                  </a:lnTo>
                  <a:lnTo>
                    <a:pt x="147299" y="121513"/>
                  </a:lnTo>
                  <a:lnTo>
                    <a:pt x="149388" y="125631"/>
                  </a:lnTo>
                  <a:lnTo>
                    <a:pt x="151477" y="129731"/>
                  </a:lnTo>
                  <a:lnTo>
                    <a:pt x="153566" y="133795"/>
                  </a:lnTo>
                  <a:lnTo>
                    <a:pt x="155655" y="137819"/>
                  </a:lnTo>
                  <a:lnTo>
                    <a:pt x="157744" y="141820"/>
                  </a:lnTo>
                  <a:lnTo>
                    <a:pt x="159833" y="145797"/>
                  </a:lnTo>
                  <a:lnTo>
                    <a:pt x="161922" y="149750"/>
                  </a:lnTo>
                  <a:lnTo>
                    <a:pt x="164011" y="153668"/>
                  </a:lnTo>
                  <a:lnTo>
                    <a:pt x="166100" y="157517"/>
                  </a:lnTo>
                  <a:lnTo>
                    <a:pt x="168189" y="161271"/>
                  </a:lnTo>
                  <a:lnTo>
                    <a:pt x="170279" y="164945"/>
                  </a:lnTo>
                  <a:lnTo>
                    <a:pt x="172368" y="168515"/>
                  </a:lnTo>
                  <a:lnTo>
                    <a:pt x="174457" y="171944"/>
                  </a:lnTo>
                  <a:lnTo>
                    <a:pt x="176546" y="175259"/>
                  </a:lnTo>
                  <a:lnTo>
                    <a:pt x="178635" y="178439"/>
                  </a:lnTo>
                  <a:lnTo>
                    <a:pt x="180724" y="181500"/>
                  </a:lnTo>
                  <a:lnTo>
                    <a:pt x="182813" y="184461"/>
                  </a:lnTo>
                  <a:lnTo>
                    <a:pt x="184902" y="187310"/>
                  </a:lnTo>
                  <a:lnTo>
                    <a:pt x="186991" y="190049"/>
                  </a:lnTo>
                  <a:lnTo>
                    <a:pt x="189080" y="192667"/>
                  </a:lnTo>
                  <a:lnTo>
                    <a:pt x="191169" y="195212"/>
                  </a:lnTo>
                  <a:lnTo>
                    <a:pt x="193258" y="197740"/>
                  </a:lnTo>
                  <a:lnTo>
                    <a:pt x="195347" y="200224"/>
                  </a:lnTo>
                  <a:lnTo>
                    <a:pt x="197436" y="202716"/>
                  </a:lnTo>
                  <a:lnTo>
                    <a:pt x="199525" y="205254"/>
                  </a:lnTo>
                  <a:lnTo>
                    <a:pt x="201614" y="207797"/>
                  </a:lnTo>
                  <a:lnTo>
                    <a:pt x="203703" y="210344"/>
                  </a:lnTo>
                  <a:lnTo>
                    <a:pt x="205792" y="212852"/>
                  </a:lnTo>
                  <a:lnTo>
                    <a:pt x="207881" y="215297"/>
                  </a:lnTo>
                  <a:lnTo>
                    <a:pt x="209970" y="217713"/>
                  </a:lnTo>
                  <a:lnTo>
                    <a:pt x="212059" y="220139"/>
                  </a:lnTo>
                  <a:lnTo>
                    <a:pt x="214148" y="222558"/>
                  </a:lnTo>
                  <a:lnTo>
                    <a:pt x="216237" y="224950"/>
                  </a:lnTo>
                  <a:lnTo>
                    <a:pt x="218326" y="227278"/>
                  </a:lnTo>
                  <a:lnTo>
                    <a:pt x="220415" y="229534"/>
                  </a:lnTo>
                  <a:lnTo>
                    <a:pt x="222504" y="231687"/>
                  </a:lnTo>
                  <a:lnTo>
                    <a:pt x="224593" y="233662"/>
                  </a:lnTo>
                  <a:lnTo>
                    <a:pt x="226682" y="235452"/>
                  </a:lnTo>
                  <a:lnTo>
                    <a:pt x="228772" y="237031"/>
                  </a:lnTo>
                  <a:lnTo>
                    <a:pt x="230861" y="238387"/>
                  </a:lnTo>
                  <a:lnTo>
                    <a:pt x="232950" y="239503"/>
                  </a:lnTo>
                  <a:lnTo>
                    <a:pt x="235039" y="240384"/>
                  </a:lnTo>
                  <a:lnTo>
                    <a:pt x="237128" y="241079"/>
                  </a:lnTo>
                  <a:lnTo>
                    <a:pt x="239217" y="241594"/>
                  </a:lnTo>
                  <a:lnTo>
                    <a:pt x="241306" y="241907"/>
                  </a:lnTo>
                  <a:lnTo>
                    <a:pt x="243395" y="241991"/>
                  </a:lnTo>
                  <a:lnTo>
                    <a:pt x="245484" y="241867"/>
                  </a:lnTo>
                  <a:lnTo>
                    <a:pt x="247573" y="241596"/>
                  </a:lnTo>
                  <a:lnTo>
                    <a:pt x="249662" y="241212"/>
                  </a:lnTo>
                  <a:lnTo>
                    <a:pt x="251751" y="240721"/>
                  </a:lnTo>
                  <a:lnTo>
                    <a:pt x="253840" y="240179"/>
                  </a:lnTo>
                  <a:lnTo>
                    <a:pt x="255929" y="239650"/>
                  </a:lnTo>
                  <a:lnTo>
                    <a:pt x="258018" y="239144"/>
                  </a:lnTo>
                  <a:lnTo>
                    <a:pt x="260107" y="238663"/>
                  </a:lnTo>
                  <a:lnTo>
                    <a:pt x="262196" y="238200"/>
                  </a:lnTo>
                  <a:lnTo>
                    <a:pt x="264285" y="237761"/>
                  </a:lnTo>
                  <a:lnTo>
                    <a:pt x="266374" y="237333"/>
                  </a:lnTo>
                  <a:lnTo>
                    <a:pt x="268463" y="236919"/>
                  </a:lnTo>
                  <a:lnTo>
                    <a:pt x="270552" y="236568"/>
                  </a:lnTo>
                  <a:lnTo>
                    <a:pt x="272641" y="236319"/>
                  </a:lnTo>
                  <a:lnTo>
                    <a:pt x="274730" y="236201"/>
                  </a:lnTo>
                  <a:lnTo>
                    <a:pt x="276819" y="236212"/>
                  </a:lnTo>
                  <a:lnTo>
                    <a:pt x="278908" y="236322"/>
                  </a:lnTo>
                  <a:lnTo>
                    <a:pt x="280997" y="236525"/>
                  </a:lnTo>
                  <a:lnTo>
                    <a:pt x="283086" y="236811"/>
                  </a:lnTo>
                  <a:lnTo>
                    <a:pt x="285176" y="237165"/>
                  </a:lnTo>
                  <a:lnTo>
                    <a:pt x="287265" y="237520"/>
                  </a:lnTo>
                  <a:lnTo>
                    <a:pt x="289354" y="237832"/>
                  </a:lnTo>
                  <a:lnTo>
                    <a:pt x="291443" y="238063"/>
                  </a:lnTo>
                  <a:lnTo>
                    <a:pt x="293532" y="238210"/>
                  </a:lnTo>
                  <a:lnTo>
                    <a:pt x="295621" y="238248"/>
                  </a:lnTo>
                  <a:lnTo>
                    <a:pt x="297710" y="238145"/>
                  </a:lnTo>
                  <a:lnTo>
                    <a:pt x="299799" y="237899"/>
                  </a:lnTo>
                  <a:lnTo>
                    <a:pt x="301888" y="237512"/>
                  </a:lnTo>
                  <a:lnTo>
                    <a:pt x="303977" y="236929"/>
                  </a:lnTo>
                  <a:lnTo>
                    <a:pt x="306066" y="236168"/>
                  </a:lnTo>
                  <a:lnTo>
                    <a:pt x="308155" y="235226"/>
                  </a:lnTo>
                  <a:lnTo>
                    <a:pt x="310244" y="234126"/>
                  </a:lnTo>
                  <a:lnTo>
                    <a:pt x="312333" y="232869"/>
                  </a:lnTo>
                  <a:lnTo>
                    <a:pt x="314422" y="231450"/>
                  </a:lnTo>
                  <a:lnTo>
                    <a:pt x="316511" y="229835"/>
                  </a:lnTo>
                  <a:lnTo>
                    <a:pt x="318600" y="228018"/>
                  </a:lnTo>
                  <a:lnTo>
                    <a:pt x="320689" y="226039"/>
                  </a:lnTo>
                  <a:lnTo>
                    <a:pt x="322778" y="223985"/>
                  </a:lnTo>
                  <a:lnTo>
                    <a:pt x="324867" y="221898"/>
                  </a:lnTo>
                  <a:lnTo>
                    <a:pt x="326956" y="219835"/>
                  </a:lnTo>
                  <a:lnTo>
                    <a:pt x="329045" y="217861"/>
                  </a:lnTo>
                  <a:lnTo>
                    <a:pt x="331134" y="215992"/>
                  </a:lnTo>
                  <a:lnTo>
                    <a:pt x="333223" y="214215"/>
                  </a:lnTo>
                  <a:lnTo>
                    <a:pt x="335312" y="212512"/>
                  </a:lnTo>
                  <a:lnTo>
                    <a:pt x="337401" y="210870"/>
                  </a:lnTo>
                  <a:lnTo>
                    <a:pt x="339490" y="209272"/>
                  </a:lnTo>
                  <a:lnTo>
                    <a:pt x="341579" y="207734"/>
                  </a:lnTo>
                  <a:lnTo>
                    <a:pt x="343669" y="206282"/>
                  </a:lnTo>
                  <a:lnTo>
                    <a:pt x="345758" y="204916"/>
                  </a:lnTo>
                  <a:lnTo>
                    <a:pt x="347847" y="203649"/>
                  </a:lnTo>
                  <a:lnTo>
                    <a:pt x="349936" y="202476"/>
                  </a:lnTo>
                  <a:lnTo>
                    <a:pt x="352025" y="201333"/>
                  </a:lnTo>
                  <a:lnTo>
                    <a:pt x="354114" y="200178"/>
                  </a:lnTo>
                  <a:lnTo>
                    <a:pt x="356203" y="198990"/>
                  </a:lnTo>
                  <a:lnTo>
                    <a:pt x="358292" y="197763"/>
                  </a:lnTo>
                  <a:lnTo>
                    <a:pt x="360381" y="196438"/>
                  </a:lnTo>
                  <a:lnTo>
                    <a:pt x="362470" y="195008"/>
                  </a:lnTo>
                  <a:lnTo>
                    <a:pt x="364559" y="193468"/>
                  </a:lnTo>
                  <a:lnTo>
                    <a:pt x="366648" y="191829"/>
                  </a:lnTo>
                  <a:lnTo>
                    <a:pt x="368737" y="190096"/>
                  </a:lnTo>
                  <a:lnTo>
                    <a:pt x="370826" y="188255"/>
                  </a:lnTo>
                  <a:lnTo>
                    <a:pt x="372915" y="186290"/>
                  </a:lnTo>
                  <a:lnTo>
                    <a:pt x="375004" y="184171"/>
                  </a:lnTo>
                  <a:lnTo>
                    <a:pt x="377093" y="181889"/>
                  </a:lnTo>
                  <a:lnTo>
                    <a:pt x="379182" y="179457"/>
                  </a:lnTo>
                  <a:lnTo>
                    <a:pt x="381271" y="176889"/>
                  </a:lnTo>
                  <a:lnTo>
                    <a:pt x="383360" y="174273"/>
                  </a:lnTo>
                  <a:lnTo>
                    <a:pt x="385449" y="171619"/>
                  </a:lnTo>
                  <a:lnTo>
                    <a:pt x="387538" y="168920"/>
                  </a:lnTo>
                  <a:lnTo>
                    <a:pt x="389627" y="166149"/>
                  </a:lnTo>
                  <a:lnTo>
                    <a:pt x="391716" y="163324"/>
                  </a:lnTo>
                  <a:lnTo>
                    <a:pt x="393805" y="160499"/>
                  </a:lnTo>
                  <a:lnTo>
                    <a:pt x="395894" y="157734"/>
                  </a:lnTo>
                  <a:lnTo>
                    <a:pt x="397983" y="155082"/>
                  </a:lnTo>
                  <a:lnTo>
                    <a:pt x="400073" y="152582"/>
                  </a:lnTo>
                  <a:lnTo>
                    <a:pt x="402162" y="150282"/>
                  </a:lnTo>
                  <a:lnTo>
                    <a:pt x="404251" y="148190"/>
                  </a:lnTo>
                  <a:lnTo>
                    <a:pt x="406340" y="146287"/>
                  </a:lnTo>
                  <a:lnTo>
                    <a:pt x="408429" y="144580"/>
                  </a:lnTo>
                  <a:lnTo>
                    <a:pt x="410518" y="143035"/>
                  </a:lnTo>
                  <a:lnTo>
                    <a:pt x="412607" y="141601"/>
                  </a:lnTo>
                  <a:lnTo>
                    <a:pt x="414696" y="140266"/>
                  </a:lnTo>
                  <a:lnTo>
                    <a:pt x="416785" y="139019"/>
                  </a:lnTo>
                  <a:lnTo>
                    <a:pt x="418874" y="137879"/>
                  </a:lnTo>
                  <a:lnTo>
                    <a:pt x="420963" y="136835"/>
                  </a:lnTo>
                  <a:lnTo>
                    <a:pt x="423052" y="135892"/>
                  </a:lnTo>
                  <a:lnTo>
                    <a:pt x="425141" y="134995"/>
                  </a:lnTo>
                  <a:lnTo>
                    <a:pt x="427230" y="134034"/>
                  </a:lnTo>
                  <a:lnTo>
                    <a:pt x="429319" y="132919"/>
                  </a:lnTo>
                  <a:lnTo>
                    <a:pt x="431408" y="131602"/>
                  </a:lnTo>
                  <a:lnTo>
                    <a:pt x="433497" y="130012"/>
                  </a:lnTo>
                  <a:lnTo>
                    <a:pt x="435586" y="128144"/>
                  </a:lnTo>
                  <a:lnTo>
                    <a:pt x="437675" y="126038"/>
                  </a:lnTo>
                  <a:lnTo>
                    <a:pt x="439764" y="123725"/>
                  </a:lnTo>
                  <a:lnTo>
                    <a:pt x="441853" y="121297"/>
                  </a:lnTo>
                  <a:lnTo>
                    <a:pt x="443942" y="118840"/>
                  </a:lnTo>
                  <a:lnTo>
                    <a:pt x="446031" y="116391"/>
                  </a:lnTo>
                  <a:lnTo>
                    <a:pt x="448120" y="113928"/>
                  </a:lnTo>
                  <a:lnTo>
                    <a:pt x="450209" y="111440"/>
                  </a:lnTo>
                  <a:lnTo>
                    <a:pt x="452298" y="108958"/>
                  </a:lnTo>
                  <a:lnTo>
                    <a:pt x="454387" y="106512"/>
                  </a:lnTo>
                  <a:lnTo>
                    <a:pt x="456476" y="104164"/>
                  </a:lnTo>
                  <a:lnTo>
                    <a:pt x="458566" y="101973"/>
                  </a:lnTo>
                  <a:lnTo>
                    <a:pt x="460655" y="99938"/>
                  </a:lnTo>
                  <a:lnTo>
                    <a:pt x="462744" y="98043"/>
                  </a:lnTo>
                  <a:lnTo>
                    <a:pt x="464833" y="96294"/>
                  </a:lnTo>
                  <a:lnTo>
                    <a:pt x="466922" y="94707"/>
                  </a:lnTo>
                  <a:lnTo>
                    <a:pt x="469011" y="93271"/>
                  </a:lnTo>
                  <a:lnTo>
                    <a:pt x="471100" y="91993"/>
                  </a:lnTo>
                  <a:lnTo>
                    <a:pt x="473189" y="90845"/>
                  </a:lnTo>
                  <a:lnTo>
                    <a:pt x="475278" y="89810"/>
                  </a:lnTo>
                  <a:lnTo>
                    <a:pt x="477367" y="88889"/>
                  </a:lnTo>
                  <a:lnTo>
                    <a:pt x="479456" y="88081"/>
                  </a:lnTo>
                  <a:lnTo>
                    <a:pt x="481545" y="87383"/>
                  </a:lnTo>
                  <a:lnTo>
                    <a:pt x="483634" y="86727"/>
                  </a:lnTo>
                  <a:lnTo>
                    <a:pt x="485723" y="86061"/>
                  </a:lnTo>
                  <a:lnTo>
                    <a:pt x="487812" y="85314"/>
                  </a:lnTo>
                  <a:lnTo>
                    <a:pt x="489901" y="84436"/>
                  </a:lnTo>
                  <a:lnTo>
                    <a:pt x="491990" y="83479"/>
                  </a:lnTo>
                  <a:lnTo>
                    <a:pt x="494079" y="82491"/>
                  </a:lnTo>
                  <a:lnTo>
                    <a:pt x="496168" y="81504"/>
                  </a:lnTo>
                  <a:lnTo>
                    <a:pt x="498257" y="80520"/>
                  </a:lnTo>
                  <a:lnTo>
                    <a:pt x="500346" y="79512"/>
                  </a:lnTo>
                  <a:lnTo>
                    <a:pt x="502435" y="78445"/>
                  </a:lnTo>
                  <a:lnTo>
                    <a:pt x="504524" y="77309"/>
                  </a:lnTo>
                  <a:lnTo>
                    <a:pt x="506613" y="76067"/>
                  </a:lnTo>
                  <a:lnTo>
                    <a:pt x="508702" y="74694"/>
                  </a:lnTo>
                  <a:lnTo>
                    <a:pt x="510791" y="73210"/>
                  </a:lnTo>
                  <a:lnTo>
                    <a:pt x="512880" y="71651"/>
                  </a:lnTo>
                  <a:lnTo>
                    <a:pt x="514969" y="70088"/>
                  </a:lnTo>
                  <a:lnTo>
                    <a:pt x="517059" y="68587"/>
                  </a:lnTo>
                  <a:lnTo>
                    <a:pt x="519148" y="67194"/>
                  </a:lnTo>
                  <a:lnTo>
                    <a:pt x="521237" y="65922"/>
                  </a:lnTo>
                  <a:lnTo>
                    <a:pt x="523326" y="64741"/>
                  </a:lnTo>
                  <a:lnTo>
                    <a:pt x="525415" y="63632"/>
                  </a:lnTo>
                  <a:lnTo>
                    <a:pt x="527504" y="62598"/>
                  </a:lnTo>
                  <a:lnTo>
                    <a:pt x="529593" y="61629"/>
                  </a:lnTo>
                  <a:lnTo>
                    <a:pt x="531682" y="60760"/>
                  </a:lnTo>
                  <a:lnTo>
                    <a:pt x="533771" y="60061"/>
                  </a:lnTo>
                  <a:lnTo>
                    <a:pt x="535860" y="59532"/>
                  </a:lnTo>
                  <a:lnTo>
                    <a:pt x="537949" y="59231"/>
                  </a:lnTo>
                  <a:lnTo>
                    <a:pt x="540038" y="59175"/>
                  </a:lnTo>
                  <a:lnTo>
                    <a:pt x="542127" y="59325"/>
                  </a:lnTo>
                  <a:lnTo>
                    <a:pt x="544216" y="59666"/>
                  </a:lnTo>
                  <a:lnTo>
                    <a:pt x="546305" y="60125"/>
                  </a:lnTo>
                  <a:lnTo>
                    <a:pt x="548394" y="60617"/>
                  </a:lnTo>
                  <a:lnTo>
                    <a:pt x="550483" y="61062"/>
                  </a:lnTo>
                  <a:lnTo>
                    <a:pt x="552572" y="61457"/>
                  </a:lnTo>
                  <a:lnTo>
                    <a:pt x="554661" y="61822"/>
                  </a:lnTo>
                  <a:lnTo>
                    <a:pt x="556750" y="62133"/>
                  </a:lnTo>
                  <a:lnTo>
                    <a:pt x="558839" y="62375"/>
                  </a:lnTo>
                  <a:lnTo>
                    <a:pt x="560928" y="62541"/>
                  </a:lnTo>
                  <a:lnTo>
                    <a:pt x="563017" y="62614"/>
                  </a:lnTo>
                  <a:lnTo>
                    <a:pt x="565106" y="62571"/>
                  </a:lnTo>
                  <a:lnTo>
                    <a:pt x="567195" y="62458"/>
                  </a:lnTo>
                  <a:lnTo>
                    <a:pt x="569284" y="62288"/>
                  </a:lnTo>
                  <a:lnTo>
                    <a:pt x="571373" y="62051"/>
                  </a:lnTo>
                  <a:lnTo>
                    <a:pt x="573463" y="61772"/>
                  </a:lnTo>
                  <a:lnTo>
                    <a:pt x="575552" y="61451"/>
                  </a:lnTo>
                  <a:lnTo>
                    <a:pt x="577641" y="61106"/>
                  </a:lnTo>
                  <a:lnTo>
                    <a:pt x="579730" y="60754"/>
                  </a:lnTo>
                  <a:lnTo>
                    <a:pt x="581819" y="60374"/>
                  </a:lnTo>
                  <a:lnTo>
                    <a:pt x="583908" y="59972"/>
                  </a:lnTo>
                  <a:lnTo>
                    <a:pt x="585997" y="59561"/>
                  </a:lnTo>
                  <a:lnTo>
                    <a:pt x="588086" y="59176"/>
                  </a:lnTo>
                  <a:lnTo>
                    <a:pt x="590175" y="58872"/>
                  </a:lnTo>
                  <a:lnTo>
                    <a:pt x="592264" y="58677"/>
                  </a:lnTo>
                  <a:lnTo>
                    <a:pt x="594353" y="58637"/>
                  </a:lnTo>
                  <a:lnTo>
                    <a:pt x="596442" y="58736"/>
                  </a:lnTo>
                  <a:lnTo>
                    <a:pt x="598531" y="58922"/>
                  </a:lnTo>
                  <a:lnTo>
                    <a:pt x="600620" y="59170"/>
                  </a:lnTo>
                  <a:lnTo>
                    <a:pt x="602709" y="59474"/>
                  </a:lnTo>
                  <a:lnTo>
                    <a:pt x="604798" y="59818"/>
                  </a:lnTo>
                  <a:lnTo>
                    <a:pt x="606887" y="60198"/>
                  </a:lnTo>
                  <a:lnTo>
                    <a:pt x="608976" y="60601"/>
                  </a:lnTo>
                  <a:lnTo>
                    <a:pt x="611065" y="61029"/>
                  </a:lnTo>
                  <a:lnTo>
                    <a:pt x="613154" y="61537"/>
                  </a:lnTo>
                  <a:lnTo>
                    <a:pt x="615243" y="62122"/>
                  </a:lnTo>
                  <a:lnTo>
                    <a:pt x="617332" y="62727"/>
                  </a:lnTo>
                  <a:lnTo>
                    <a:pt x="619421" y="63330"/>
                  </a:lnTo>
                  <a:lnTo>
                    <a:pt x="621510" y="63870"/>
                  </a:lnTo>
                  <a:lnTo>
                    <a:pt x="623599" y="64286"/>
                  </a:lnTo>
                  <a:lnTo>
                    <a:pt x="625688" y="64543"/>
                  </a:lnTo>
                  <a:lnTo>
                    <a:pt x="627777" y="64617"/>
                  </a:lnTo>
                  <a:lnTo>
                    <a:pt x="629866" y="64514"/>
                  </a:lnTo>
                  <a:lnTo>
                    <a:pt x="631956" y="64217"/>
                  </a:lnTo>
                  <a:lnTo>
                    <a:pt x="634045" y="63752"/>
                  </a:lnTo>
                  <a:lnTo>
                    <a:pt x="636134" y="63179"/>
                  </a:lnTo>
                  <a:lnTo>
                    <a:pt x="638223" y="62518"/>
                  </a:lnTo>
                  <a:lnTo>
                    <a:pt x="640312" y="61766"/>
                  </a:lnTo>
                  <a:lnTo>
                    <a:pt x="642401" y="60919"/>
                  </a:lnTo>
                  <a:lnTo>
                    <a:pt x="644490" y="59960"/>
                  </a:lnTo>
                  <a:lnTo>
                    <a:pt x="646579" y="58915"/>
                  </a:lnTo>
                  <a:lnTo>
                    <a:pt x="648668" y="57800"/>
                  </a:lnTo>
                  <a:lnTo>
                    <a:pt x="650757" y="56639"/>
                  </a:lnTo>
                  <a:lnTo>
                    <a:pt x="652846" y="55443"/>
                  </a:lnTo>
                  <a:lnTo>
                    <a:pt x="654935" y="54226"/>
                  </a:lnTo>
                  <a:lnTo>
                    <a:pt x="657024" y="53007"/>
                  </a:lnTo>
                  <a:lnTo>
                    <a:pt x="659113" y="51813"/>
                  </a:lnTo>
                  <a:lnTo>
                    <a:pt x="661202" y="50666"/>
                  </a:lnTo>
                  <a:lnTo>
                    <a:pt x="663291" y="49590"/>
                  </a:lnTo>
                  <a:lnTo>
                    <a:pt x="665380" y="48573"/>
                  </a:lnTo>
                  <a:lnTo>
                    <a:pt x="667469" y="47562"/>
                  </a:lnTo>
                  <a:lnTo>
                    <a:pt x="669558" y="46561"/>
                  </a:lnTo>
                  <a:lnTo>
                    <a:pt x="671647" y="45574"/>
                  </a:lnTo>
                  <a:lnTo>
                    <a:pt x="673736" y="44597"/>
                  </a:lnTo>
                  <a:lnTo>
                    <a:pt x="675825" y="43620"/>
                  </a:lnTo>
                  <a:lnTo>
                    <a:pt x="677914" y="42614"/>
                  </a:lnTo>
                  <a:lnTo>
                    <a:pt x="680003" y="41574"/>
                  </a:lnTo>
                  <a:lnTo>
                    <a:pt x="682092" y="40477"/>
                  </a:lnTo>
                  <a:lnTo>
                    <a:pt x="684181" y="39337"/>
                  </a:lnTo>
                  <a:lnTo>
                    <a:pt x="686270" y="38230"/>
                  </a:lnTo>
                  <a:lnTo>
                    <a:pt x="688360" y="37202"/>
                  </a:lnTo>
                  <a:lnTo>
                    <a:pt x="690449" y="36252"/>
                  </a:lnTo>
                  <a:lnTo>
                    <a:pt x="692538" y="35361"/>
                  </a:lnTo>
                  <a:lnTo>
                    <a:pt x="694627" y="34513"/>
                  </a:lnTo>
                  <a:lnTo>
                    <a:pt x="696716" y="33653"/>
                  </a:lnTo>
                  <a:lnTo>
                    <a:pt x="698805" y="32754"/>
                  </a:lnTo>
                  <a:lnTo>
                    <a:pt x="700894" y="31781"/>
                  </a:lnTo>
                  <a:lnTo>
                    <a:pt x="702983" y="30707"/>
                  </a:lnTo>
                  <a:lnTo>
                    <a:pt x="705072" y="29529"/>
                  </a:lnTo>
                  <a:lnTo>
                    <a:pt x="707161" y="28267"/>
                  </a:lnTo>
                  <a:lnTo>
                    <a:pt x="709250" y="26936"/>
                  </a:lnTo>
                  <a:lnTo>
                    <a:pt x="711339" y="25539"/>
                  </a:lnTo>
                  <a:lnTo>
                    <a:pt x="713428" y="24114"/>
                  </a:lnTo>
                  <a:lnTo>
                    <a:pt x="715517" y="22665"/>
                  </a:lnTo>
                  <a:lnTo>
                    <a:pt x="717606" y="21153"/>
                  </a:lnTo>
                  <a:lnTo>
                    <a:pt x="719695" y="19494"/>
                  </a:lnTo>
                  <a:lnTo>
                    <a:pt x="721784" y="17705"/>
                  </a:lnTo>
                  <a:lnTo>
                    <a:pt x="723873" y="15786"/>
                  </a:lnTo>
                  <a:lnTo>
                    <a:pt x="725962" y="13740"/>
                  </a:lnTo>
                  <a:lnTo>
                    <a:pt x="728051" y="11639"/>
                  </a:lnTo>
                  <a:lnTo>
                    <a:pt x="730140" y="9576"/>
                  </a:lnTo>
                  <a:lnTo>
                    <a:pt x="732229" y="7653"/>
                  </a:lnTo>
                  <a:lnTo>
                    <a:pt x="734318" y="5941"/>
                  </a:lnTo>
                  <a:lnTo>
                    <a:pt x="736407" y="4478"/>
                  </a:lnTo>
                  <a:lnTo>
                    <a:pt x="738496" y="3273"/>
                  </a:lnTo>
                  <a:lnTo>
                    <a:pt x="740585" y="2293"/>
                  </a:lnTo>
                  <a:lnTo>
                    <a:pt x="742674" y="1510"/>
                  </a:lnTo>
                  <a:lnTo>
                    <a:pt x="744763" y="887"/>
                  </a:lnTo>
                  <a:lnTo>
                    <a:pt x="746853" y="425"/>
                  </a:lnTo>
                  <a:lnTo>
                    <a:pt x="748942" y="120"/>
                  </a:lnTo>
                  <a:lnTo>
                    <a:pt x="751031" y="0"/>
                  </a:lnTo>
                  <a:lnTo>
                    <a:pt x="753120" y="49"/>
                  </a:lnTo>
                  <a:lnTo>
                    <a:pt x="755209" y="270"/>
                  </a:lnTo>
                  <a:lnTo>
                    <a:pt x="757298" y="656"/>
                  </a:lnTo>
                  <a:lnTo>
                    <a:pt x="759387" y="1244"/>
                  </a:lnTo>
                  <a:lnTo>
                    <a:pt x="761476" y="2032"/>
                  </a:lnTo>
                  <a:lnTo>
                    <a:pt x="763565" y="2960"/>
                  </a:lnTo>
                  <a:lnTo>
                    <a:pt x="765654" y="3976"/>
                  </a:lnTo>
                  <a:lnTo>
                    <a:pt x="767743" y="5041"/>
                  </a:lnTo>
                  <a:lnTo>
                    <a:pt x="769832" y="6128"/>
                  </a:lnTo>
                  <a:lnTo>
                    <a:pt x="771921" y="7251"/>
                  </a:lnTo>
                  <a:lnTo>
                    <a:pt x="774010" y="8459"/>
                  </a:lnTo>
                  <a:lnTo>
                    <a:pt x="776099" y="9747"/>
                  </a:lnTo>
                  <a:lnTo>
                    <a:pt x="778188" y="11099"/>
                  </a:lnTo>
                  <a:lnTo>
                    <a:pt x="780277" y="12512"/>
                  </a:lnTo>
                  <a:lnTo>
                    <a:pt x="782366" y="13992"/>
                  </a:lnTo>
                  <a:lnTo>
                    <a:pt x="784455" y="15545"/>
                  </a:lnTo>
                  <a:lnTo>
                    <a:pt x="786544" y="17185"/>
                  </a:lnTo>
                  <a:lnTo>
                    <a:pt x="788633" y="18930"/>
                  </a:lnTo>
                  <a:lnTo>
                    <a:pt x="790722" y="20723"/>
                  </a:lnTo>
                  <a:lnTo>
                    <a:pt x="792811" y="22483"/>
                  </a:lnTo>
                  <a:lnTo>
                    <a:pt x="794900" y="24177"/>
                  </a:lnTo>
                  <a:lnTo>
                    <a:pt x="796989" y="25790"/>
                  </a:lnTo>
                  <a:lnTo>
                    <a:pt x="799078" y="27334"/>
                  </a:lnTo>
                  <a:lnTo>
                    <a:pt x="801167" y="28857"/>
                  </a:lnTo>
                  <a:lnTo>
                    <a:pt x="803257" y="30442"/>
                  </a:lnTo>
                  <a:lnTo>
                    <a:pt x="805346" y="32120"/>
                  </a:lnTo>
                  <a:lnTo>
                    <a:pt x="807435" y="33940"/>
                  </a:lnTo>
                  <a:lnTo>
                    <a:pt x="809524" y="35937"/>
                  </a:lnTo>
                  <a:lnTo>
                    <a:pt x="811613" y="38136"/>
                  </a:lnTo>
                  <a:lnTo>
                    <a:pt x="813702" y="40510"/>
                  </a:lnTo>
                  <a:lnTo>
                    <a:pt x="815791" y="43059"/>
                  </a:lnTo>
                  <a:lnTo>
                    <a:pt x="817880" y="45757"/>
                  </a:lnTo>
                  <a:lnTo>
                    <a:pt x="819969" y="48531"/>
                  </a:lnTo>
                  <a:lnTo>
                    <a:pt x="822058" y="51372"/>
                  </a:lnTo>
                  <a:lnTo>
                    <a:pt x="824147" y="54350"/>
                  </a:lnTo>
                  <a:lnTo>
                    <a:pt x="826236" y="57514"/>
                  </a:lnTo>
                  <a:lnTo>
                    <a:pt x="828325" y="60881"/>
                  </a:lnTo>
                  <a:lnTo>
                    <a:pt x="830414" y="64489"/>
                  </a:lnTo>
                  <a:lnTo>
                    <a:pt x="832503" y="68287"/>
                  </a:lnTo>
                  <a:lnTo>
                    <a:pt x="834592" y="72166"/>
                  </a:lnTo>
                  <a:lnTo>
                    <a:pt x="836681" y="76031"/>
                  </a:lnTo>
                  <a:lnTo>
                    <a:pt x="838770" y="79809"/>
                  </a:lnTo>
                  <a:lnTo>
                    <a:pt x="840859" y="83453"/>
                  </a:lnTo>
                  <a:lnTo>
                    <a:pt x="842948" y="86935"/>
                  </a:lnTo>
                  <a:lnTo>
                    <a:pt x="845037" y="90265"/>
                  </a:lnTo>
                  <a:lnTo>
                    <a:pt x="847126" y="93408"/>
                  </a:lnTo>
                  <a:lnTo>
                    <a:pt x="849215" y="96381"/>
                  </a:lnTo>
                  <a:lnTo>
                    <a:pt x="851304" y="99257"/>
                  </a:lnTo>
                  <a:lnTo>
                    <a:pt x="853393" y="102057"/>
                  </a:lnTo>
                  <a:lnTo>
                    <a:pt x="855482" y="104761"/>
                  </a:lnTo>
                  <a:lnTo>
                    <a:pt x="857571" y="107339"/>
                  </a:lnTo>
                  <a:lnTo>
                    <a:pt x="859660" y="109766"/>
                  </a:lnTo>
                  <a:lnTo>
                    <a:pt x="861750" y="112049"/>
                  </a:lnTo>
                  <a:lnTo>
                    <a:pt x="863839" y="114168"/>
                  </a:lnTo>
                  <a:lnTo>
                    <a:pt x="865928" y="116139"/>
                  </a:lnTo>
                  <a:lnTo>
                    <a:pt x="868017" y="117989"/>
                  </a:lnTo>
                  <a:lnTo>
                    <a:pt x="870106" y="119759"/>
                  </a:lnTo>
                  <a:lnTo>
                    <a:pt x="872195" y="121466"/>
                  </a:lnTo>
                  <a:lnTo>
                    <a:pt x="874284" y="123119"/>
                  </a:lnTo>
                  <a:lnTo>
                    <a:pt x="876373" y="124734"/>
                  </a:lnTo>
                  <a:lnTo>
                    <a:pt x="878462" y="126342"/>
                  </a:lnTo>
                  <a:lnTo>
                    <a:pt x="880551" y="127916"/>
                  </a:lnTo>
                  <a:lnTo>
                    <a:pt x="882640" y="129436"/>
                  </a:lnTo>
                  <a:lnTo>
                    <a:pt x="884729" y="130922"/>
                  </a:lnTo>
                  <a:lnTo>
                    <a:pt x="886818" y="132372"/>
                  </a:lnTo>
                  <a:lnTo>
                    <a:pt x="888907" y="133790"/>
                  </a:lnTo>
                  <a:lnTo>
                    <a:pt x="890996" y="135181"/>
                  </a:lnTo>
                  <a:lnTo>
                    <a:pt x="893085" y="136500"/>
                  </a:lnTo>
                  <a:lnTo>
                    <a:pt x="895174" y="137743"/>
                  </a:lnTo>
                  <a:lnTo>
                    <a:pt x="897263" y="138934"/>
                  </a:lnTo>
                  <a:lnTo>
                    <a:pt x="899352" y="140097"/>
                  </a:lnTo>
                  <a:lnTo>
                    <a:pt x="901441" y="141278"/>
                  </a:lnTo>
                  <a:lnTo>
                    <a:pt x="903530" y="142490"/>
                  </a:lnTo>
                  <a:lnTo>
                    <a:pt x="905619" y="143729"/>
                  </a:lnTo>
                  <a:lnTo>
                    <a:pt x="907708" y="144956"/>
                  </a:lnTo>
                  <a:lnTo>
                    <a:pt x="909797" y="146141"/>
                  </a:lnTo>
                  <a:lnTo>
                    <a:pt x="911886" y="147290"/>
                  </a:lnTo>
                  <a:lnTo>
                    <a:pt x="913975" y="148399"/>
                  </a:lnTo>
                  <a:lnTo>
                    <a:pt x="916064" y="149417"/>
                  </a:lnTo>
                  <a:lnTo>
                    <a:pt x="918154" y="150320"/>
                  </a:lnTo>
                  <a:lnTo>
                    <a:pt x="920243" y="151117"/>
                  </a:lnTo>
                  <a:lnTo>
                    <a:pt x="922332" y="151800"/>
                  </a:lnTo>
                  <a:lnTo>
                    <a:pt x="924421" y="152443"/>
                  </a:lnTo>
                  <a:lnTo>
                    <a:pt x="926510" y="153091"/>
                  </a:lnTo>
                  <a:lnTo>
                    <a:pt x="928599" y="153753"/>
                  </a:lnTo>
                  <a:lnTo>
                    <a:pt x="930688" y="154386"/>
                  </a:lnTo>
                  <a:lnTo>
                    <a:pt x="932777" y="154959"/>
                  </a:lnTo>
                  <a:lnTo>
                    <a:pt x="934866" y="155441"/>
                  </a:lnTo>
                  <a:lnTo>
                    <a:pt x="936955" y="155831"/>
                  </a:lnTo>
                  <a:lnTo>
                    <a:pt x="939044" y="156176"/>
                  </a:lnTo>
                  <a:lnTo>
                    <a:pt x="941133" y="156507"/>
                  </a:lnTo>
                  <a:lnTo>
                    <a:pt x="943222" y="156839"/>
                  </a:lnTo>
                  <a:lnTo>
                    <a:pt x="945311" y="157188"/>
                  </a:lnTo>
                  <a:lnTo>
                    <a:pt x="947400" y="157587"/>
                  </a:lnTo>
                  <a:lnTo>
                    <a:pt x="949489" y="158071"/>
                  </a:lnTo>
                  <a:lnTo>
                    <a:pt x="951578" y="158631"/>
                  </a:lnTo>
                  <a:lnTo>
                    <a:pt x="953667" y="159285"/>
                  </a:lnTo>
                  <a:lnTo>
                    <a:pt x="955756" y="159952"/>
                  </a:lnTo>
                  <a:lnTo>
                    <a:pt x="957845" y="160584"/>
                  </a:lnTo>
                  <a:lnTo>
                    <a:pt x="959934" y="161166"/>
                  </a:lnTo>
                  <a:lnTo>
                    <a:pt x="962023" y="161732"/>
                  </a:lnTo>
                  <a:lnTo>
                    <a:pt x="964112" y="162294"/>
                  </a:lnTo>
                  <a:lnTo>
                    <a:pt x="966201" y="162862"/>
                  </a:lnTo>
                  <a:lnTo>
                    <a:pt x="968290" y="163449"/>
                  </a:lnTo>
                  <a:lnTo>
                    <a:pt x="970379" y="164042"/>
                  </a:lnTo>
                  <a:lnTo>
                    <a:pt x="972468" y="164617"/>
                  </a:lnTo>
                  <a:lnTo>
                    <a:pt x="974557" y="165176"/>
                  </a:lnTo>
                  <a:lnTo>
                    <a:pt x="976647" y="165726"/>
                  </a:lnTo>
                  <a:lnTo>
                    <a:pt x="978736" y="166266"/>
                  </a:lnTo>
                  <a:lnTo>
                    <a:pt x="980825" y="166794"/>
                  </a:lnTo>
                  <a:lnTo>
                    <a:pt x="982914" y="167300"/>
                  </a:lnTo>
                  <a:lnTo>
                    <a:pt x="985003" y="167788"/>
                  </a:lnTo>
                  <a:lnTo>
                    <a:pt x="987092" y="168299"/>
                  </a:lnTo>
                  <a:lnTo>
                    <a:pt x="989181" y="168810"/>
                  </a:lnTo>
                  <a:lnTo>
                    <a:pt x="991270" y="169307"/>
                  </a:lnTo>
                  <a:lnTo>
                    <a:pt x="993359" y="169773"/>
                  </a:lnTo>
                  <a:lnTo>
                    <a:pt x="995448" y="170210"/>
                  </a:lnTo>
                  <a:lnTo>
                    <a:pt x="997537" y="170637"/>
                  </a:lnTo>
                  <a:lnTo>
                    <a:pt x="999626" y="171065"/>
                  </a:lnTo>
                  <a:lnTo>
                    <a:pt x="1001715" y="171503"/>
                  </a:lnTo>
                  <a:lnTo>
                    <a:pt x="1003804" y="171957"/>
                  </a:lnTo>
                  <a:lnTo>
                    <a:pt x="1005893" y="172407"/>
                  </a:lnTo>
                  <a:lnTo>
                    <a:pt x="1007982" y="172828"/>
                  </a:lnTo>
                  <a:lnTo>
                    <a:pt x="1010071" y="173215"/>
                  </a:lnTo>
                  <a:lnTo>
                    <a:pt x="1012160" y="173560"/>
                  </a:lnTo>
                  <a:lnTo>
                    <a:pt x="1014249" y="173863"/>
                  </a:lnTo>
                  <a:lnTo>
                    <a:pt x="1016338" y="174082"/>
                  </a:lnTo>
                  <a:lnTo>
                    <a:pt x="1018427" y="174200"/>
                  </a:lnTo>
                  <a:lnTo>
                    <a:pt x="1020516" y="174231"/>
                  </a:lnTo>
                  <a:lnTo>
                    <a:pt x="1022605" y="174248"/>
                  </a:lnTo>
                  <a:lnTo>
                    <a:pt x="1024694" y="174267"/>
                  </a:lnTo>
                  <a:lnTo>
                    <a:pt x="1026783" y="174300"/>
                  </a:lnTo>
                  <a:lnTo>
                    <a:pt x="1028872" y="174335"/>
                  </a:lnTo>
                  <a:lnTo>
                    <a:pt x="1030961" y="174347"/>
                  </a:lnTo>
                  <a:lnTo>
                    <a:pt x="1033051" y="174334"/>
                  </a:lnTo>
                  <a:lnTo>
                    <a:pt x="1035140" y="174288"/>
                  </a:lnTo>
                  <a:lnTo>
                    <a:pt x="1037229" y="174199"/>
                  </a:lnTo>
                  <a:lnTo>
                    <a:pt x="1039318" y="174086"/>
                  </a:lnTo>
                  <a:lnTo>
                    <a:pt x="1041407" y="173947"/>
                  </a:lnTo>
                  <a:lnTo>
                    <a:pt x="1043496" y="173791"/>
                  </a:lnTo>
                  <a:lnTo>
                    <a:pt x="1045585" y="173611"/>
                  </a:lnTo>
                  <a:lnTo>
                    <a:pt x="1047674" y="173445"/>
                  </a:lnTo>
                  <a:lnTo>
                    <a:pt x="1049763" y="173314"/>
                  </a:lnTo>
                  <a:lnTo>
                    <a:pt x="1051852" y="173198"/>
                  </a:lnTo>
                  <a:lnTo>
                    <a:pt x="1053941" y="173042"/>
                  </a:lnTo>
                  <a:lnTo>
                    <a:pt x="1056030" y="172784"/>
                  </a:lnTo>
                  <a:lnTo>
                    <a:pt x="1058119" y="172433"/>
                  </a:lnTo>
                  <a:lnTo>
                    <a:pt x="1060208" y="172008"/>
                  </a:lnTo>
                  <a:lnTo>
                    <a:pt x="1062297" y="171546"/>
                  </a:lnTo>
                  <a:lnTo>
                    <a:pt x="1064386" y="171050"/>
                  </a:lnTo>
                  <a:lnTo>
                    <a:pt x="1066475" y="170522"/>
                  </a:lnTo>
                  <a:lnTo>
                    <a:pt x="1068564" y="169965"/>
                  </a:lnTo>
                  <a:lnTo>
                    <a:pt x="1070653" y="169365"/>
                  </a:lnTo>
                  <a:lnTo>
                    <a:pt x="1072742" y="168726"/>
                  </a:lnTo>
                  <a:lnTo>
                    <a:pt x="1074831" y="168019"/>
                  </a:lnTo>
                  <a:lnTo>
                    <a:pt x="1076920" y="167225"/>
                  </a:lnTo>
                  <a:lnTo>
                    <a:pt x="1079009" y="166316"/>
                  </a:lnTo>
                  <a:lnTo>
                    <a:pt x="1081098" y="165279"/>
                  </a:lnTo>
                  <a:lnTo>
                    <a:pt x="1083187" y="164111"/>
                  </a:lnTo>
                  <a:lnTo>
                    <a:pt x="1085276" y="162815"/>
                  </a:lnTo>
                  <a:lnTo>
                    <a:pt x="1087365" y="161406"/>
                  </a:lnTo>
                  <a:lnTo>
                    <a:pt x="1089454" y="159879"/>
                  </a:lnTo>
                  <a:lnTo>
                    <a:pt x="1091544" y="158208"/>
                  </a:lnTo>
                  <a:lnTo>
                    <a:pt x="1093633" y="156403"/>
                  </a:lnTo>
                  <a:lnTo>
                    <a:pt x="1095722" y="154493"/>
                  </a:lnTo>
                  <a:lnTo>
                    <a:pt x="1097811" y="152480"/>
                  </a:lnTo>
                  <a:lnTo>
                    <a:pt x="1099900" y="150380"/>
                  </a:lnTo>
                  <a:lnTo>
                    <a:pt x="1101989" y="148179"/>
                  </a:lnTo>
                  <a:lnTo>
                    <a:pt x="1104078" y="145880"/>
                  </a:lnTo>
                  <a:lnTo>
                    <a:pt x="1106167" y="143493"/>
                  </a:lnTo>
                  <a:lnTo>
                    <a:pt x="1108256" y="141062"/>
                  </a:lnTo>
                  <a:lnTo>
                    <a:pt x="1110345" y="138611"/>
                  </a:lnTo>
                  <a:lnTo>
                    <a:pt x="1112434" y="136149"/>
                  </a:lnTo>
                  <a:lnTo>
                    <a:pt x="1114523" y="133682"/>
                  </a:lnTo>
                  <a:lnTo>
                    <a:pt x="1116612" y="131216"/>
                  </a:lnTo>
                  <a:lnTo>
                    <a:pt x="1118701" y="128753"/>
                  </a:lnTo>
                  <a:lnTo>
                    <a:pt x="1120790" y="126329"/>
                  </a:lnTo>
                  <a:lnTo>
                    <a:pt x="1122879" y="123937"/>
                  </a:lnTo>
                  <a:lnTo>
                    <a:pt x="1124968" y="121561"/>
                  </a:lnTo>
                  <a:lnTo>
                    <a:pt x="1127057" y="119179"/>
                  </a:lnTo>
                  <a:lnTo>
                    <a:pt x="1129146" y="116770"/>
                  </a:lnTo>
                  <a:lnTo>
                    <a:pt x="1131235" y="114326"/>
                  </a:lnTo>
                  <a:lnTo>
                    <a:pt x="1133324" y="111865"/>
                  </a:lnTo>
                  <a:lnTo>
                    <a:pt x="1135413" y="109376"/>
                  </a:lnTo>
                  <a:lnTo>
                    <a:pt x="1137502" y="106832"/>
                  </a:lnTo>
                  <a:lnTo>
                    <a:pt x="1139591" y="104242"/>
                  </a:lnTo>
                  <a:lnTo>
                    <a:pt x="1141680" y="101636"/>
                  </a:lnTo>
                  <a:lnTo>
                    <a:pt x="1143769" y="99040"/>
                  </a:lnTo>
                  <a:lnTo>
                    <a:pt x="1145858" y="96424"/>
                  </a:lnTo>
                  <a:lnTo>
                    <a:pt x="1147948" y="93769"/>
                  </a:lnTo>
                  <a:lnTo>
                    <a:pt x="1150037" y="91072"/>
                  </a:lnTo>
                  <a:lnTo>
                    <a:pt x="1152126" y="88284"/>
                  </a:lnTo>
                  <a:lnTo>
                    <a:pt x="1154215" y="85402"/>
                  </a:lnTo>
                  <a:lnTo>
                    <a:pt x="1156304" y="82441"/>
                  </a:lnTo>
                  <a:lnTo>
                    <a:pt x="1158393" y="79398"/>
                  </a:lnTo>
                  <a:lnTo>
                    <a:pt x="1160482" y="76364"/>
                  </a:lnTo>
                  <a:lnTo>
                    <a:pt x="1162571" y="73395"/>
                  </a:lnTo>
                  <a:lnTo>
                    <a:pt x="1164660" y="70510"/>
                  </a:lnTo>
                  <a:lnTo>
                    <a:pt x="1166749" y="67700"/>
                  </a:lnTo>
                  <a:lnTo>
                    <a:pt x="1168838" y="64969"/>
                  </a:lnTo>
                  <a:lnTo>
                    <a:pt x="1170927" y="62314"/>
                  </a:lnTo>
                  <a:lnTo>
                    <a:pt x="1173016" y="59711"/>
                  </a:lnTo>
                  <a:lnTo>
                    <a:pt x="1175105" y="57144"/>
                  </a:lnTo>
                  <a:lnTo>
                    <a:pt x="1177194" y="54650"/>
                  </a:lnTo>
                  <a:lnTo>
                    <a:pt x="1179283" y="52268"/>
                  </a:lnTo>
                  <a:lnTo>
                    <a:pt x="1181372" y="50044"/>
                  </a:lnTo>
                  <a:lnTo>
                    <a:pt x="1183461" y="48030"/>
                  </a:lnTo>
                  <a:lnTo>
                    <a:pt x="1185550" y="46251"/>
                  </a:lnTo>
                  <a:lnTo>
                    <a:pt x="1187639" y="44706"/>
                  </a:lnTo>
                  <a:lnTo>
                    <a:pt x="1189728" y="43396"/>
                  </a:lnTo>
                  <a:lnTo>
                    <a:pt x="1191817" y="42273"/>
                  </a:lnTo>
                  <a:lnTo>
                    <a:pt x="1193906" y="41298"/>
                  </a:lnTo>
                  <a:lnTo>
                    <a:pt x="1195995" y="40451"/>
                  </a:lnTo>
                  <a:lnTo>
                    <a:pt x="1198084" y="39744"/>
                  </a:lnTo>
                  <a:lnTo>
                    <a:pt x="1200173" y="39183"/>
                  </a:lnTo>
                  <a:lnTo>
                    <a:pt x="1202262" y="38773"/>
                  </a:lnTo>
                  <a:lnTo>
                    <a:pt x="1204351" y="38511"/>
                  </a:lnTo>
                  <a:lnTo>
                    <a:pt x="1206441" y="38380"/>
                  </a:lnTo>
                  <a:lnTo>
                    <a:pt x="1208530" y="38387"/>
                  </a:lnTo>
                  <a:lnTo>
                    <a:pt x="1210619" y="38522"/>
                  </a:lnTo>
                  <a:lnTo>
                    <a:pt x="1212708" y="38732"/>
                  </a:lnTo>
                  <a:lnTo>
                    <a:pt x="1214797" y="38956"/>
                  </a:lnTo>
                  <a:lnTo>
                    <a:pt x="1216886" y="39168"/>
                  </a:lnTo>
                  <a:lnTo>
                    <a:pt x="1218975" y="39358"/>
                  </a:lnTo>
                  <a:lnTo>
                    <a:pt x="1221064" y="39520"/>
                  </a:lnTo>
                  <a:lnTo>
                    <a:pt x="1223153" y="39653"/>
                  </a:lnTo>
                  <a:lnTo>
                    <a:pt x="1225242" y="39724"/>
                  </a:lnTo>
                  <a:lnTo>
                    <a:pt x="1227331" y="39745"/>
                  </a:lnTo>
                  <a:lnTo>
                    <a:pt x="1229420" y="39771"/>
                  </a:lnTo>
                  <a:lnTo>
                    <a:pt x="1231509" y="39819"/>
                  </a:lnTo>
                  <a:lnTo>
                    <a:pt x="1233598" y="39890"/>
                  </a:lnTo>
                  <a:lnTo>
                    <a:pt x="1235687" y="39967"/>
                  </a:lnTo>
                  <a:lnTo>
                    <a:pt x="1237776" y="40058"/>
                  </a:lnTo>
                  <a:lnTo>
                    <a:pt x="1239865" y="40145"/>
                  </a:lnTo>
                  <a:lnTo>
                    <a:pt x="1241954" y="40261"/>
                  </a:lnTo>
                  <a:lnTo>
                    <a:pt x="1244043" y="40426"/>
                  </a:lnTo>
                  <a:lnTo>
                    <a:pt x="1246132" y="40631"/>
                  </a:lnTo>
                  <a:lnTo>
                    <a:pt x="1248221" y="40855"/>
                  </a:lnTo>
                  <a:lnTo>
                    <a:pt x="1250310" y="41130"/>
                  </a:lnTo>
                  <a:lnTo>
                    <a:pt x="1252399" y="41499"/>
                  </a:lnTo>
                  <a:lnTo>
                    <a:pt x="1254488" y="41989"/>
                  </a:lnTo>
                  <a:lnTo>
                    <a:pt x="1256577" y="42648"/>
                  </a:lnTo>
                  <a:lnTo>
                    <a:pt x="1258666" y="43487"/>
                  </a:lnTo>
                  <a:lnTo>
                    <a:pt x="1260755" y="44463"/>
                  </a:lnTo>
                  <a:lnTo>
                    <a:pt x="1262845" y="45571"/>
                  </a:lnTo>
                  <a:lnTo>
                    <a:pt x="1264934" y="46817"/>
                  </a:lnTo>
                  <a:lnTo>
                    <a:pt x="1267023" y="48142"/>
                  </a:lnTo>
                  <a:lnTo>
                    <a:pt x="1269112" y="49520"/>
                  </a:lnTo>
                  <a:lnTo>
                    <a:pt x="1271201" y="50958"/>
                  </a:lnTo>
                  <a:lnTo>
                    <a:pt x="1273290" y="52481"/>
                  </a:lnTo>
                  <a:lnTo>
                    <a:pt x="1275379" y="54089"/>
                  </a:lnTo>
                  <a:lnTo>
                    <a:pt x="1277468" y="55806"/>
                  </a:lnTo>
                  <a:lnTo>
                    <a:pt x="1279557" y="57630"/>
                  </a:lnTo>
                  <a:lnTo>
                    <a:pt x="1281646" y="59526"/>
                  </a:lnTo>
                  <a:lnTo>
                    <a:pt x="1283735" y="61430"/>
                  </a:lnTo>
                  <a:lnTo>
                    <a:pt x="1285824" y="63308"/>
                  </a:lnTo>
                  <a:lnTo>
                    <a:pt x="1287913" y="65098"/>
                  </a:lnTo>
                  <a:lnTo>
                    <a:pt x="1290002" y="66792"/>
                  </a:lnTo>
                  <a:lnTo>
                    <a:pt x="1292091" y="68391"/>
                  </a:lnTo>
                  <a:lnTo>
                    <a:pt x="1294180" y="69891"/>
                  </a:lnTo>
                  <a:lnTo>
                    <a:pt x="1296269" y="71296"/>
                  </a:lnTo>
                  <a:lnTo>
                    <a:pt x="1298358" y="72654"/>
                  </a:lnTo>
                  <a:lnTo>
                    <a:pt x="1300447" y="73995"/>
                  </a:lnTo>
                  <a:lnTo>
                    <a:pt x="1302536" y="75322"/>
                  </a:lnTo>
                  <a:lnTo>
                    <a:pt x="1304625" y="76580"/>
                  </a:lnTo>
                  <a:lnTo>
                    <a:pt x="1306714" y="77741"/>
                  </a:lnTo>
                  <a:lnTo>
                    <a:pt x="1308803" y="78795"/>
                  </a:lnTo>
                  <a:lnTo>
                    <a:pt x="1310892" y="79803"/>
                  </a:lnTo>
                  <a:lnTo>
                    <a:pt x="1312981" y="80781"/>
                  </a:lnTo>
                  <a:lnTo>
                    <a:pt x="1315070" y="81737"/>
                  </a:lnTo>
                  <a:lnTo>
                    <a:pt x="1317159" y="82680"/>
                  </a:lnTo>
                  <a:lnTo>
                    <a:pt x="1319248" y="83685"/>
                  </a:lnTo>
                  <a:lnTo>
                    <a:pt x="1321338" y="84763"/>
                  </a:lnTo>
                  <a:lnTo>
                    <a:pt x="1323427" y="85926"/>
                  </a:lnTo>
                  <a:lnTo>
                    <a:pt x="1325516" y="87172"/>
                  </a:lnTo>
                  <a:lnTo>
                    <a:pt x="1327605" y="88501"/>
                  </a:lnTo>
                  <a:lnTo>
                    <a:pt x="1329694" y="89944"/>
                  </a:lnTo>
                  <a:lnTo>
                    <a:pt x="1331783" y="91532"/>
                  </a:lnTo>
                  <a:lnTo>
                    <a:pt x="1333872" y="93219"/>
                  </a:lnTo>
                  <a:lnTo>
                    <a:pt x="1335961" y="94983"/>
                  </a:lnTo>
                  <a:lnTo>
                    <a:pt x="1338050" y="96818"/>
                  </a:lnTo>
                  <a:lnTo>
                    <a:pt x="1340139" y="98727"/>
                  </a:lnTo>
                  <a:lnTo>
                    <a:pt x="1342228" y="100681"/>
                  </a:lnTo>
                  <a:lnTo>
                    <a:pt x="1344317" y="102679"/>
                  </a:lnTo>
                  <a:lnTo>
                    <a:pt x="1346406" y="104712"/>
                  </a:lnTo>
                  <a:lnTo>
                    <a:pt x="1348495" y="106762"/>
                  </a:lnTo>
                  <a:lnTo>
                    <a:pt x="1350584" y="108826"/>
                  </a:lnTo>
                  <a:lnTo>
                    <a:pt x="1352673" y="110903"/>
                  </a:lnTo>
                  <a:lnTo>
                    <a:pt x="1354762" y="112994"/>
                  </a:lnTo>
                  <a:lnTo>
                    <a:pt x="1356851" y="115067"/>
                  </a:lnTo>
                  <a:lnTo>
                    <a:pt x="1358940" y="117100"/>
                  </a:lnTo>
                  <a:lnTo>
                    <a:pt x="1361029" y="119053"/>
                  </a:lnTo>
                  <a:lnTo>
                    <a:pt x="1363118" y="120876"/>
                  </a:lnTo>
                  <a:lnTo>
                    <a:pt x="1365207" y="122601"/>
                  </a:lnTo>
                  <a:lnTo>
                    <a:pt x="1367296" y="124243"/>
                  </a:lnTo>
                  <a:lnTo>
                    <a:pt x="1369385" y="125799"/>
                  </a:lnTo>
                  <a:lnTo>
                    <a:pt x="1371474" y="127271"/>
                  </a:lnTo>
                  <a:lnTo>
                    <a:pt x="1373563" y="128659"/>
                  </a:lnTo>
                  <a:lnTo>
                    <a:pt x="1375652" y="129963"/>
                  </a:lnTo>
                  <a:lnTo>
                    <a:pt x="1377742" y="131159"/>
                  </a:lnTo>
                  <a:lnTo>
                    <a:pt x="1379831" y="132238"/>
                  </a:lnTo>
                  <a:lnTo>
                    <a:pt x="1381920" y="133197"/>
                  </a:lnTo>
                  <a:lnTo>
                    <a:pt x="1384009" y="134054"/>
                  </a:lnTo>
                  <a:lnTo>
                    <a:pt x="1386098" y="134835"/>
                  </a:lnTo>
                  <a:lnTo>
                    <a:pt x="1388187" y="135584"/>
                  </a:lnTo>
                  <a:lnTo>
                    <a:pt x="1390276" y="136329"/>
                  </a:lnTo>
                  <a:lnTo>
                    <a:pt x="1392365" y="137103"/>
                  </a:lnTo>
                  <a:lnTo>
                    <a:pt x="1394454" y="137931"/>
                  </a:lnTo>
                  <a:lnTo>
                    <a:pt x="1396543" y="138810"/>
                  </a:lnTo>
                  <a:lnTo>
                    <a:pt x="1398632" y="139743"/>
                  </a:lnTo>
                  <a:lnTo>
                    <a:pt x="1400721" y="140733"/>
                  </a:lnTo>
                  <a:lnTo>
                    <a:pt x="1402810" y="141776"/>
                  </a:lnTo>
                  <a:lnTo>
                    <a:pt x="1404899" y="142868"/>
                  </a:lnTo>
                  <a:lnTo>
                    <a:pt x="1406988" y="144004"/>
                  </a:lnTo>
                  <a:lnTo>
                    <a:pt x="1409077" y="145213"/>
                  </a:lnTo>
                  <a:lnTo>
                    <a:pt x="1411166" y="146506"/>
                  </a:lnTo>
                  <a:lnTo>
                    <a:pt x="1413255" y="147866"/>
                  </a:lnTo>
                  <a:lnTo>
                    <a:pt x="1415344" y="149230"/>
                  </a:lnTo>
                  <a:lnTo>
                    <a:pt x="1417433" y="150519"/>
                  </a:lnTo>
                  <a:lnTo>
                    <a:pt x="1419522" y="151730"/>
                  </a:lnTo>
                  <a:lnTo>
                    <a:pt x="1421611" y="152858"/>
                  </a:lnTo>
                  <a:lnTo>
                    <a:pt x="1423700" y="153863"/>
                  </a:lnTo>
                  <a:lnTo>
                    <a:pt x="1425789" y="154717"/>
                  </a:lnTo>
                  <a:lnTo>
                    <a:pt x="1427878" y="155424"/>
                  </a:lnTo>
                  <a:lnTo>
                    <a:pt x="1429967" y="155983"/>
                  </a:lnTo>
                  <a:lnTo>
                    <a:pt x="1432056" y="156393"/>
                  </a:lnTo>
                  <a:lnTo>
                    <a:pt x="1434145" y="156660"/>
                  </a:lnTo>
                  <a:lnTo>
                    <a:pt x="1436235" y="156746"/>
                  </a:lnTo>
                  <a:lnTo>
                    <a:pt x="1438324" y="156633"/>
                  </a:lnTo>
                  <a:lnTo>
                    <a:pt x="1440413" y="156326"/>
                  </a:lnTo>
                  <a:lnTo>
                    <a:pt x="1442502" y="155845"/>
                  </a:lnTo>
                  <a:lnTo>
                    <a:pt x="1444591" y="155208"/>
                  </a:lnTo>
                  <a:lnTo>
                    <a:pt x="1446680" y="154449"/>
                  </a:lnTo>
                  <a:lnTo>
                    <a:pt x="1448769" y="153626"/>
                  </a:lnTo>
                  <a:lnTo>
                    <a:pt x="1450858" y="152739"/>
                  </a:lnTo>
                  <a:lnTo>
                    <a:pt x="1452947" y="151786"/>
                  </a:lnTo>
                  <a:lnTo>
                    <a:pt x="1455036" y="150770"/>
                  </a:lnTo>
                  <a:lnTo>
                    <a:pt x="1457125" y="149689"/>
                  </a:lnTo>
                  <a:lnTo>
                    <a:pt x="1459214" y="148548"/>
                  </a:lnTo>
                  <a:lnTo>
                    <a:pt x="1461303" y="147347"/>
                  </a:lnTo>
                  <a:lnTo>
                    <a:pt x="1463392" y="146087"/>
                  </a:lnTo>
                  <a:lnTo>
                    <a:pt x="1465481" y="144775"/>
                  </a:lnTo>
                  <a:lnTo>
                    <a:pt x="1467570" y="143456"/>
                  </a:lnTo>
                  <a:lnTo>
                    <a:pt x="1469659" y="142161"/>
                  </a:lnTo>
                  <a:lnTo>
                    <a:pt x="1471748" y="140891"/>
                  </a:lnTo>
                  <a:lnTo>
                    <a:pt x="1473837" y="139642"/>
                  </a:lnTo>
                  <a:lnTo>
                    <a:pt x="1475926" y="138412"/>
                  </a:lnTo>
                  <a:lnTo>
                    <a:pt x="1478015" y="137203"/>
                  </a:lnTo>
                  <a:lnTo>
                    <a:pt x="1480104" y="136015"/>
                  </a:lnTo>
                  <a:lnTo>
                    <a:pt x="1482193" y="134846"/>
                  </a:lnTo>
                  <a:lnTo>
                    <a:pt x="1484282" y="133697"/>
                  </a:lnTo>
                  <a:lnTo>
                    <a:pt x="1486371" y="132573"/>
                  </a:lnTo>
                  <a:lnTo>
                    <a:pt x="1488460" y="131476"/>
                  </a:lnTo>
                  <a:lnTo>
                    <a:pt x="1490549" y="130373"/>
                  </a:lnTo>
                  <a:lnTo>
                    <a:pt x="1492639" y="129255"/>
                  </a:lnTo>
                  <a:lnTo>
                    <a:pt x="1494728" y="128123"/>
                  </a:lnTo>
                  <a:lnTo>
                    <a:pt x="1496817" y="126973"/>
                  </a:lnTo>
                  <a:lnTo>
                    <a:pt x="1498906" y="125774"/>
                  </a:lnTo>
                  <a:lnTo>
                    <a:pt x="1500995" y="124527"/>
                  </a:lnTo>
                  <a:lnTo>
                    <a:pt x="1503084" y="123233"/>
                  </a:lnTo>
                  <a:lnTo>
                    <a:pt x="1505173" y="121888"/>
                  </a:lnTo>
                  <a:lnTo>
                    <a:pt x="1507262" y="120490"/>
                  </a:lnTo>
                  <a:lnTo>
                    <a:pt x="1509351" y="119041"/>
                  </a:lnTo>
                  <a:lnTo>
                    <a:pt x="1511440" y="117539"/>
                  </a:lnTo>
                  <a:lnTo>
                    <a:pt x="1513529" y="115986"/>
                  </a:lnTo>
                  <a:lnTo>
                    <a:pt x="1515618" y="114400"/>
                  </a:lnTo>
                  <a:lnTo>
                    <a:pt x="1517707" y="112815"/>
                  </a:lnTo>
                  <a:lnTo>
                    <a:pt x="1519796" y="111283"/>
                  </a:lnTo>
                  <a:lnTo>
                    <a:pt x="1521885" y="109884"/>
                  </a:lnTo>
                  <a:lnTo>
                    <a:pt x="1523974" y="108648"/>
                  </a:lnTo>
                  <a:lnTo>
                    <a:pt x="1526063" y="107580"/>
                  </a:lnTo>
                  <a:lnTo>
                    <a:pt x="1528152" y="106684"/>
                  </a:lnTo>
                  <a:lnTo>
                    <a:pt x="1530241" y="105991"/>
                  </a:lnTo>
                  <a:lnTo>
                    <a:pt x="1532330" y="105498"/>
                  </a:lnTo>
                  <a:lnTo>
                    <a:pt x="1534419" y="105207"/>
                  </a:lnTo>
                  <a:lnTo>
                    <a:pt x="1536508" y="105120"/>
                  </a:lnTo>
                  <a:lnTo>
                    <a:pt x="1538597" y="105235"/>
                  </a:lnTo>
                  <a:lnTo>
                    <a:pt x="1540686" y="105556"/>
                  </a:lnTo>
                  <a:lnTo>
                    <a:pt x="1542775" y="106111"/>
                  </a:lnTo>
                  <a:lnTo>
                    <a:pt x="1544864" y="106922"/>
                  </a:lnTo>
                  <a:lnTo>
                    <a:pt x="1546953" y="107974"/>
                  </a:lnTo>
                  <a:lnTo>
                    <a:pt x="1549042" y="109245"/>
                  </a:lnTo>
                  <a:lnTo>
                    <a:pt x="1551132" y="110694"/>
                  </a:lnTo>
                  <a:lnTo>
                    <a:pt x="1553221" y="112266"/>
                  </a:lnTo>
                  <a:lnTo>
                    <a:pt x="1555310" y="113932"/>
                  </a:lnTo>
                  <a:lnTo>
                    <a:pt x="1557399" y="115693"/>
                  </a:lnTo>
                  <a:lnTo>
                    <a:pt x="1559488" y="117549"/>
                  </a:lnTo>
                  <a:lnTo>
                    <a:pt x="1561577" y="119501"/>
                  </a:lnTo>
                  <a:lnTo>
                    <a:pt x="1563666" y="121546"/>
                  </a:lnTo>
                  <a:lnTo>
                    <a:pt x="1565755" y="123675"/>
                  </a:lnTo>
                  <a:lnTo>
                    <a:pt x="1567844" y="125885"/>
                  </a:lnTo>
                  <a:lnTo>
                    <a:pt x="1569933" y="128179"/>
                  </a:lnTo>
                  <a:lnTo>
                    <a:pt x="1572022" y="130547"/>
                  </a:lnTo>
                  <a:lnTo>
                    <a:pt x="1574111" y="132949"/>
                  </a:lnTo>
                  <a:lnTo>
                    <a:pt x="1576200" y="135356"/>
                  </a:lnTo>
                  <a:lnTo>
                    <a:pt x="1578289" y="137768"/>
                  </a:lnTo>
                  <a:lnTo>
                    <a:pt x="1580378" y="140189"/>
                  </a:lnTo>
                  <a:lnTo>
                    <a:pt x="1582467" y="142613"/>
                  </a:lnTo>
                  <a:lnTo>
                    <a:pt x="1584556" y="145035"/>
                  </a:lnTo>
                  <a:lnTo>
                    <a:pt x="1586645" y="147457"/>
                  </a:lnTo>
                  <a:lnTo>
                    <a:pt x="1588734" y="149874"/>
                  </a:lnTo>
                  <a:lnTo>
                    <a:pt x="1590823" y="152284"/>
                  </a:lnTo>
                  <a:lnTo>
                    <a:pt x="1592912" y="154691"/>
                  </a:lnTo>
                  <a:lnTo>
                    <a:pt x="1595001" y="157100"/>
                  </a:lnTo>
                  <a:lnTo>
                    <a:pt x="1597090" y="159518"/>
                  </a:lnTo>
                  <a:lnTo>
                    <a:pt x="1599179" y="161918"/>
                  </a:lnTo>
                  <a:lnTo>
                    <a:pt x="1601268" y="164292"/>
                  </a:lnTo>
                  <a:lnTo>
                    <a:pt x="1603357" y="166644"/>
                  </a:lnTo>
                  <a:lnTo>
                    <a:pt x="1605446" y="168974"/>
                  </a:lnTo>
                  <a:lnTo>
                    <a:pt x="1607536" y="171279"/>
                  </a:lnTo>
                  <a:lnTo>
                    <a:pt x="1609625" y="173534"/>
                  </a:lnTo>
                  <a:lnTo>
                    <a:pt x="1611714" y="175741"/>
                  </a:lnTo>
                  <a:lnTo>
                    <a:pt x="1613803" y="177902"/>
                  </a:lnTo>
                  <a:lnTo>
                    <a:pt x="1615892" y="180017"/>
                  </a:lnTo>
                  <a:lnTo>
                    <a:pt x="1617981" y="182093"/>
                  </a:lnTo>
                  <a:lnTo>
                    <a:pt x="1620070" y="184135"/>
                  </a:lnTo>
                  <a:lnTo>
                    <a:pt x="1622159" y="186124"/>
                  </a:lnTo>
                  <a:lnTo>
                    <a:pt x="1624248" y="188038"/>
                  </a:lnTo>
                  <a:lnTo>
                    <a:pt x="1626337" y="189842"/>
                  </a:lnTo>
                  <a:lnTo>
                    <a:pt x="1628426" y="191509"/>
                  </a:lnTo>
                  <a:lnTo>
                    <a:pt x="1630515" y="193058"/>
                  </a:lnTo>
                  <a:lnTo>
                    <a:pt x="1632604" y="194488"/>
                  </a:lnTo>
                  <a:lnTo>
                    <a:pt x="1634693" y="195797"/>
                  </a:lnTo>
                  <a:lnTo>
                    <a:pt x="1636782" y="196988"/>
                  </a:lnTo>
                  <a:lnTo>
                    <a:pt x="1638871" y="198056"/>
                  </a:lnTo>
                  <a:lnTo>
                    <a:pt x="1640960" y="199024"/>
                  </a:lnTo>
                  <a:lnTo>
                    <a:pt x="1643049" y="199892"/>
                  </a:lnTo>
                  <a:lnTo>
                    <a:pt x="1645138" y="200657"/>
                  </a:lnTo>
                  <a:lnTo>
                    <a:pt x="1647227" y="201310"/>
                  </a:lnTo>
                  <a:lnTo>
                    <a:pt x="1649316" y="201822"/>
                  </a:lnTo>
                  <a:lnTo>
                    <a:pt x="1651405" y="202190"/>
                  </a:lnTo>
                  <a:lnTo>
                    <a:pt x="1653494" y="202423"/>
                  </a:lnTo>
                  <a:lnTo>
                    <a:pt x="1655583" y="202529"/>
                  </a:lnTo>
                  <a:lnTo>
                    <a:pt x="1657672" y="202536"/>
                  </a:lnTo>
                  <a:lnTo>
                    <a:pt x="1659761" y="202467"/>
                  </a:lnTo>
                  <a:lnTo>
                    <a:pt x="1661850" y="202322"/>
                  </a:lnTo>
                  <a:lnTo>
                    <a:pt x="1663939" y="202103"/>
                  </a:lnTo>
                  <a:lnTo>
                    <a:pt x="1666029" y="201810"/>
                  </a:lnTo>
                  <a:lnTo>
                    <a:pt x="1668118" y="201445"/>
                  </a:lnTo>
                  <a:lnTo>
                    <a:pt x="1670207" y="201021"/>
                  </a:lnTo>
                  <a:lnTo>
                    <a:pt x="1672296" y="200548"/>
                  </a:lnTo>
                  <a:lnTo>
                    <a:pt x="1674385" y="200025"/>
                  </a:lnTo>
                  <a:lnTo>
                    <a:pt x="1676474" y="199451"/>
                  </a:lnTo>
                  <a:lnTo>
                    <a:pt x="1678563" y="198832"/>
                  </a:lnTo>
                  <a:lnTo>
                    <a:pt x="1680652" y="198201"/>
                  </a:lnTo>
                  <a:lnTo>
                    <a:pt x="1682741" y="197556"/>
                  </a:lnTo>
                  <a:lnTo>
                    <a:pt x="1684830" y="196897"/>
                  </a:lnTo>
                  <a:lnTo>
                    <a:pt x="1686919" y="196225"/>
                  </a:lnTo>
                  <a:lnTo>
                    <a:pt x="1689008" y="195553"/>
                  </a:lnTo>
                  <a:lnTo>
                    <a:pt x="1691097" y="194886"/>
                  </a:lnTo>
                  <a:lnTo>
                    <a:pt x="1693186" y="194227"/>
                  </a:lnTo>
                  <a:lnTo>
                    <a:pt x="1695275" y="193577"/>
                  </a:lnTo>
                  <a:lnTo>
                    <a:pt x="1697364" y="192934"/>
                  </a:lnTo>
                  <a:lnTo>
                    <a:pt x="1699453" y="192291"/>
                  </a:lnTo>
                  <a:lnTo>
                    <a:pt x="1701542" y="191631"/>
                  </a:lnTo>
                  <a:lnTo>
                    <a:pt x="1703631" y="190984"/>
                  </a:lnTo>
                  <a:lnTo>
                    <a:pt x="1705720" y="190382"/>
                  </a:lnTo>
                  <a:lnTo>
                    <a:pt x="1707809" y="189829"/>
                  </a:lnTo>
                  <a:lnTo>
                    <a:pt x="1709898" y="189333"/>
                  </a:lnTo>
                  <a:lnTo>
                    <a:pt x="1711987" y="188896"/>
                  </a:lnTo>
                  <a:lnTo>
                    <a:pt x="1714076" y="188547"/>
                  </a:lnTo>
                  <a:lnTo>
                    <a:pt x="1716165" y="188306"/>
                  </a:lnTo>
                  <a:lnTo>
                    <a:pt x="1718254" y="188175"/>
                  </a:lnTo>
                  <a:lnTo>
                    <a:pt x="1720343" y="188155"/>
                  </a:lnTo>
                  <a:lnTo>
                    <a:pt x="1722433" y="188234"/>
                  </a:lnTo>
                  <a:lnTo>
                    <a:pt x="1724522" y="188401"/>
                  </a:lnTo>
                  <a:lnTo>
                    <a:pt x="1726611" y="188660"/>
                  </a:lnTo>
                  <a:lnTo>
                    <a:pt x="1728700" y="189014"/>
                  </a:lnTo>
                  <a:lnTo>
                    <a:pt x="1730789" y="189481"/>
                  </a:lnTo>
                  <a:lnTo>
                    <a:pt x="1732878" y="190060"/>
                  </a:lnTo>
                  <a:lnTo>
                    <a:pt x="1734967" y="190734"/>
                  </a:lnTo>
                  <a:lnTo>
                    <a:pt x="1737056" y="191487"/>
                  </a:lnTo>
                  <a:lnTo>
                    <a:pt x="1739145" y="192315"/>
                  </a:lnTo>
                  <a:lnTo>
                    <a:pt x="1741234" y="193211"/>
                  </a:lnTo>
                  <a:lnTo>
                    <a:pt x="1743323" y="194181"/>
                  </a:lnTo>
                  <a:lnTo>
                    <a:pt x="1745412" y="195193"/>
                  </a:lnTo>
                  <a:lnTo>
                    <a:pt x="1747501" y="196227"/>
                  </a:lnTo>
                  <a:lnTo>
                    <a:pt x="1749590" y="197282"/>
                  </a:lnTo>
                  <a:lnTo>
                    <a:pt x="1751679" y="198368"/>
                  </a:lnTo>
                  <a:lnTo>
                    <a:pt x="1753768" y="199496"/>
                  </a:lnTo>
                  <a:lnTo>
                    <a:pt x="1755857" y="200674"/>
                  </a:lnTo>
                  <a:lnTo>
                    <a:pt x="1757946" y="201897"/>
                  </a:lnTo>
                  <a:lnTo>
                    <a:pt x="1760035" y="203169"/>
                  </a:lnTo>
                  <a:lnTo>
                    <a:pt x="1762124" y="204483"/>
                  </a:lnTo>
                  <a:lnTo>
                    <a:pt x="1764213" y="205848"/>
                  </a:lnTo>
                  <a:lnTo>
                    <a:pt x="1766302" y="207273"/>
                  </a:lnTo>
                  <a:lnTo>
                    <a:pt x="1768391" y="208763"/>
                  </a:lnTo>
                  <a:lnTo>
                    <a:pt x="1770480" y="210305"/>
                  </a:lnTo>
                  <a:lnTo>
                    <a:pt x="1772569" y="211887"/>
                  </a:lnTo>
                  <a:lnTo>
                    <a:pt x="1774658" y="213525"/>
                  </a:lnTo>
                  <a:lnTo>
                    <a:pt x="1776747" y="215207"/>
                  </a:lnTo>
                  <a:lnTo>
                    <a:pt x="1778836" y="216912"/>
                  </a:lnTo>
                  <a:lnTo>
                    <a:pt x="1780926" y="218631"/>
                  </a:lnTo>
                  <a:lnTo>
                    <a:pt x="1783015" y="220378"/>
                  </a:lnTo>
                  <a:lnTo>
                    <a:pt x="1785104" y="222153"/>
                  </a:lnTo>
                  <a:lnTo>
                    <a:pt x="1787193" y="223969"/>
                  </a:lnTo>
                  <a:lnTo>
                    <a:pt x="1789282" y="225821"/>
                  </a:lnTo>
                  <a:lnTo>
                    <a:pt x="1791371" y="227708"/>
                  </a:lnTo>
                  <a:lnTo>
                    <a:pt x="1793460" y="229636"/>
                  </a:lnTo>
                  <a:lnTo>
                    <a:pt x="1795549" y="231596"/>
                  </a:lnTo>
                  <a:lnTo>
                    <a:pt x="1797638" y="233586"/>
                  </a:lnTo>
                  <a:lnTo>
                    <a:pt x="1799727" y="235592"/>
                  </a:lnTo>
                  <a:lnTo>
                    <a:pt x="1801816" y="237625"/>
                  </a:lnTo>
                  <a:lnTo>
                    <a:pt x="1803905" y="239701"/>
                  </a:lnTo>
                  <a:lnTo>
                    <a:pt x="1805994" y="241829"/>
                  </a:lnTo>
                  <a:lnTo>
                    <a:pt x="1808083" y="244002"/>
                  </a:lnTo>
                  <a:lnTo>
                    <a:pt x="1810172" y="246221"/>
                  </a:lnTo>
                  <a:lnTo>
                    <a:pt x="1812261" y="248512"/>
                  </a:lnTo>
                  <a:lnTo>
                    <a:pt x="1814350" y="250856"/>
                  </a:lnTo>
                  <a:lnTo>
                    <a:pt x="1816439" y="253246"/>
                  </a:lnTo>
                  <a:lnTo>
                    <a:pt x="1818528" y="255678"/>
                  </a:lnTo>
                  <a:lnTo>
                    <a:pt x="1820617" y="258132"/>
                  </a:lnTo>
                  <a:lnTo>
                    <a:pt x="1822706" y="260599"/>
                  </a:lnTo>
                  <a:lnTo>
                    <a:pt x="1824795" y="263073"/>
                  </a:lnTo>
                  <a:lnTo>
                    <a:pt x="1826884" y="265549"/>
                  </a:lnTo>
                  <a:lnTo>
                    <a:pt x="1828973" y="268039"/>
                  </a:lnTo>
                  <a:lnTo>
                    <a:pt x="1831062" y="270528"/>
                  </a:lnTo>
                  <a:lnTo>
                    <a:pt x="1833151" y="273021"/>
                  </a:lnTo>
                  <a:lnTo>
                    <a:pt x="1835240" y="275518"/>
                  </a:lnTo>
                  <a:lnTo>
                    <a:pt x="1837330" y="278009"/>
                  </a:lnTo>
                  <a:lnTo>
                    <a:pt x="1839419" y="280497"/>
                  </a:lnTo>
                  <a:lnTo>
                    <a:pt x="1841508" y="282985"/>
                  </a:lnTo>
                  <a:lnTo>
                    <a:pt x="1843597" y="285456"/>
                  </a:lnTo>
                  <a:lnTo>
                    <a:pt x="1844422" y="286429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6"/>
            <p:cNvSpPr/>
            <p:nvPr/>
          </p:nvSpPr>
          <p:spPr>
            <a:xfrm>
              <a:off x="6214366" y="5641828"/>
              <a:ext cx="1438153" cy="118574"/>
            </a:xfrm>
            <a:custGeom>
              <a:avLst/>
              <a:pathLst>
                <a:path w="1438153" h="118574">
                  <a:moveTo>
                    <a:pt x="0" y="118574"/>
                  </a:moveTo>
                  <a:lnTo>
                    <a:pt x="816" y="117508"/>
                  </a:lnTo>
                  <a:lnTo>
                    <a:pt x="2905" y="114788"/>
                  </a:lnTo>
                  <a:lnTo>
                    <a:pt x="4994" y="112098"/>
                  </a:lnTo>
                  <a:lnTo>
                    <a:pt x="7084" y="109441"/>
                  </a:lnTo>
                  <a:lnTo>
                    <a:pt x="9173" y="106828"/>
                  </a:lnTo>
                  <a:lnTo>
                    <a:pt x="11262" y="104258"/>
                  </a:lnTo>
                  <a:lnTo>
                    <a:pt x="13351" y="101738"/>
                  </a:lnTo>
                  <a:lnTo>
                    <a:pt x="15440" y="99285"/>
                  </a:lnTo>
                  <a:lnTo>
                    <a:pt x="17529" y="96901"/>
                  </a:lnTo>
                  <a:lnTo>
                    <a:pt x="19618" y="94590"/>
                  </a:lnTo>
                  <a:lnTo>
                    <a:pt x="21707" y="92346"/>
                  </a:lnTo>
                  <a:lnTo>
                    <a:pt x="23796" y="90181"/>
                  </a:lnTo>
                  <a:lnTo>
                    <a:pt x="25885" y="88099"/>
                  </a:lnTo>
                  <a:lnTo>
                    <a:pt x="27974" y="86103"/>
                  </a:lnTo>
                  <a:lnTo>
                    <a:pt x="30063" y="84173"/>
                  </a:lnTo>
                  <a:lnTo>
                    <a:pt x="32152" y="82330"/>
                  </a:lnTo>
                  <a:lnTo>
                    <a:pt x="34241" y="80605"/>
                  </a:lnTo>
                  <a:lnTo>
                    <a:pt x="36330" y="78979"/>
                  </a:lnTo>
                  <a:lnTo>
                    <a:pt x="38419" y="77450"/>
                  </a:lnTo>
                  <a:lnTo>
                    <a:pt x="40508" y="76019"/>
                  </a:lnTo>
                  <a:lnTo>
                    <a:pt x="42597" y="74687"/>
                  </a:lnTo>
                  <a:lnTo>
                    <a:pt x="44686" y="73442"/>
                  </a:lnTo>
                  <a:lnTo>
                    <a:pt x="46775" y="72283"/>
                  </a:lnTo>
                  <a:lnTo>
                    <a:pt x="48864" y="71188"/>
                  </a:lnTo>
                  <a:lnTo>
                    <a:pt x="50953" y="70154"/>
                  </a:lnTo>
                  <a:lnTo>
                    <a:pt x="53042" y="69168"/>
                  </a:lnTo>
                  <a:lnTo>
                    <a:pt x="55131" y="68243"/>
                  </a:lnTo>
                  <a:lnTo>
                    <a:pt x="57220" y="67391"/>
                  </a:lnTo>
                  <a:lnTo>
                    <a:pt x="59309" y="66614"/>
                  </a:lnTo>
                  <a:lnTo>
                    <a:pt x="61398" y="65921"/>
                  </a:lnTo>
                  <a:lnTo>
                    <a:pt x="63488" y="65299"/>
                  </a:lnTo>
                  <a:lnTo>
                    <a:pt x="65577" y="64738"/>
                  </a:lnTo>
                  <a:lnTo>
                    <a:pt x="67666" y="64236"/>
                  </a:lnTo>
                  <a:lnTo>
                    <a:pt x="69755" y="63775"/>
                  </a:lnTo>
                  <a:lnTo>
                    <a:pt x="71844" y="63343"/>
                  </a:lnTo>
                  <a:lnTo>
                    <a:pt x="73933" y="62951"/>
                  </a:lnTo>
                  <a:lnTo>
                    <a:pt x="76022" y="62602"/>
                  </a:lnTo>
                  <a:lnTo>
                    <a:pt x="78111" y="62307"/>
                  </a:lnTo>
                  <a:lnTo>
                    <a:pt x="80200" y="62070"/>
                  </a:lnTo>
                  <a:lnTo>
                    <a:pt x="82289" y="61891"/>
                  </a:lnTo>
                  <a:lnTo>
                    <a:pt x="84378" y="61779"/>
                  </a:lnTo>
                  <a:lnTo>
                    <a:pt x="86467" y="61727"/>
                  </a:lnTo>
                  <a:lnTo>
                    <a:pt x="88556" y="61736"/>
                  </a:lnTo>
                  <a:lnTo>
                    <a:pt x="90645" y="61797"/>
                  </a:lnTo>
                  <a:lnTo>
                    <a:pt x="92734" y="61901"/>
                  </a:lnTo>
                  <a:lnTo>
                    <a:pt x="94823" y="62059"/>
                  </a:lnTo>
                  <a:lnTo>
                    <a:pt x="96912" y="62270"/>
                  </a:lnTo>
                  <a:lnTo>
                    <a:pt x="99001" y="62538"/>
                  </a:lnTo>
                  <a:lnTo>
                    <a:pt x="101090" y="62868"/>
                  </a:lnTo>
                  <a:lnTo>
                    <a:pt x="103179" y="63252"/>
                  </a:lnTo>
                  <a:lnTo>
                    <a:pt x="105268" y="63692"/>
                  </a:lnTo>
                  <a:lnTo>
                    <a:pt x="107357" y="64187"/>
                  </a:lnTo>
                  <a:lnTo>
                    <a:pt x="109446" y="64725"/>
                  </a:lnTo>
                  <a:lnTo>
                    <a:pt x="111535" y="65307"/>
                  </a:lnTo>
                  <a:lnTo>
                    <a:pt x="113624" y="65935"/>
                  </a:lnTo>
                  <a:lnTo>
                    <a:pt x="115713" y="66601"/>
                  </a:lnTo>
                  <a:lnTo>
                    <a:pt x="117802" y="67306"/>
                  </a:lnTo>
                  <a:lnTo>
                    <a:pt x="119891" y="68036"/>
                  </a:lnTo>
                  <a:lnTo>
                    <a:pt x="121981" y="68789"/>
                  </a:lnTo>
                  <a:lnTo>
                    <a:pt x="124070" y="69565"/>
                  </a:lnTo>
                  <a:lnTo>
                    <a:pt x="126159" y="70356"/>
                  </a:lnTo>
                  <a:lnTo>
                    <a:pt x="128248" y="71154"/>
                  </a:lnTo>
                  <a:lnTo>
                    <a:pt x="130337" y="71926"/>
                  </a:lnTo>
                  <a:lnTo>
                    <a:pt x="132426" y="72666"/>
                  </a:lnTo>
                  <a:lnTo>
                    <a:pt x="134515" y="73373"/>
                  </a:lnTo>
                  <a:lnTo>
                    <a:pt x="136604" y="74047"/>
                  </a:lnTo>
                  <a:lnTo>
                    <a:pt x="138693" y="74686"/>
                  </a:lnTo>
                  <a:lnTo>
                    <a:pt x="140782" y="75291"/>
                  </a:lnTo>
                  <a:lnTo>
                    <a:pt x="142871" y="75860"/>
                  </a:lnTo>
                  <a:lnTo>
                    <a:pt x="144960" y="76398"/>
                  </a:lnTo>
                  <a:lnTo>
                    <a:pt x="147049" y="76880"/>
                  </a:lnTo>
                  <a:lnTo>
                    <a:pt x="149138" y="77306"/>
                  </a:lnTo>
                  <a:lnTo>
                    <a:pt x="151227" y="77677"/>
                  </a:lnTo>
                  <a:lnTo>
                    <a:pt x="153316" y="77988"/>
                  </a:lnTo>
                  <a:lnTo>
                    <a:pt x="155405" y="78250"/>
                  </a:lnTo>
                  <a:lnTo>
                    <a:pt x="157494" y="78464"/>
                  </a:lnTo>
                  <a:lnTo>
                    <a:pt x="159583" y="78628"/>
                  </a:lnTo>
                  <a:lnTo>
                    <a:pt x="161672" y="78769"/>
                  </a:lnTo>
                  <a:lnTo>
                    <a:pt x="163761" y="78899"/>
                  </a:lnTo>
                  <a:lnTo>
                    <a:pt x="165850" y="79009"/>
                  </a:lnTo>
                  <a:lnTo>
                    <a:pt x="167939" y="79103"/>
                  </a:lnTo>
                  <a:lnTo>
                    <a:pt x="170028" y="79178"/>
                  </a:lnTo>
                  <a:lnTo>
                    <a:pt x="172117" y="79235"/>
                  </a:lnTo>
                  <a:lnTo>
                    <a:pt x="174206" y="79278"/>
                  </a:lnTo>
                  <a:lnTo>
                    <a:pt x="176295" y="79298"/>
                  </a:lnTo>
                  <a:lnTo>
                    <a:pt x="178385" y="79319"/>
                  </a:lnTo>
                  <a:lnTo>
                    <a:pt x="180474" y="79334"/>
                  </a:lnTo>
                  <a:lnTo>
                    <a:pt x="182563" y="79335"/>
                  </a:lnTo>
                  <a:lnTo>
                    <a:pt x="184652" y="79312"/>
                  </a:lnTo>
                  <a:lnTo>
                    <a:pt x="186741" y="79252"/>
                  </a:lnTo>
                  <a:lnTo>
                    <a:pt x="188830" y="79150"/>
                  </a:lnTo>
                  <a:lnTo>
                    <a:pt x="190919" y="78995"/>
                  </a:lnTo>
                  <a:lnTo>
                    <a:pt x="193008" y="78782"/>
                  </a:lnTo>
                  <a:lnTo>
                    <a:pt x="195097" y="78493"/>
                  </a:lnTo>
                  <a:lnTo>
                    <a:pt x="197186" y="78128"/>
                  </a:lnTo>
                  <a:lnTo>
                    <a:pt x="199275" y="77683"/>
                  </a:lnTo>
                  <a:lnTo>
                    <a:pt x="201364" y="77158"/>
                  </a:lnTo>
                  <a:lnTo>
                    <a:pt x="203453" y="76553"/>
                  </a:lnTo>
                  <a:lnTo>
                    <a:pt x="205542" y="75859"/>
                  </a:lnTo>
                  <a:lnTo>
                    <a:pt x="207631" y="75082"/>
                  </a:lnTo>
                  <a:lnTo>
                    <a:pt x="209720" y="74229"/>
                  </a:lnTo>
                  <a:lnTo>
                    <a:pt x="211809" y="73294"/>
                  </a:lnTo>
                  <a:lnTo>
                    <a:pt x="213898" y="72284"/>
                  </a:lnTo>
                  <a:lnTo>
                    <a:pt x="215987" y="71203"/>
                  </a:lnTo>
                  <a:lnTo>
                    <a:pt x="218076" y="70049"/>
                  </a:lnTo>
                  <a:lnTo>
                    <a:pt x="220165" y="68826"/>
                  </a:lnTo>
                  <a:lnTo>
                    <a:pt x="222254" y="67543"/>
                  </a:lnTo>
                  <a:lnTo>
                    <a:pt x="224343" y="66209"/>
                  </a:lnTo>
                  <a:lnTo>
                    <a:pt x="226432" y="64832"/>
                  </a:lnTo>
                  <a:lnTo>
                    <a:pt x="228521" y="63412"/>
                  </a:lnTo>
                  <a:lnTo>
                    <a:pt x="230610" y="61950"/>
                  </a:lnTo>
                  <a:lnTo>
                    <a:pt x="232699" y="60450"/>
                  </a:lnTo>
                  <a:lnTo>
                    <a:pt x="234788" y="58949"/>
                  </a:lnTo>
                  <a:lnTo>
                    <a:pt x="236878" y="57476"/>
                  </a:lnTo>
                  <a:lnTo>
                    <a:pt x="238967" y="56031"/>
                  </a:lnTo>
                  <a:lnTo>
                    <a:pt x="241056" y="54617"/>
                  </a:lnTo>
                  <a:lnTo>
                    <a:pt x="243145" y="53232"/>
                  </a:lnTo>
                  <a:lnTo>
                    <a:pt x="245234" y="51885"/>
                  </a:lnTo>
                  <a:lnTo>
                    <a:pt x="247323" y="50576"/>
                  </a:lnTo>
                  <a:lnTo>
                    <a:pt x="249412" y="49306"/>
                  </a:lnTo>
                  <a:lnTo>
                    <a:pt x="251501" y="48095"/>
                  </a:lnTo>
                  <a:lnTo>
                    <a:pt x="253590" y="46966"/>
                  </a:lnTo>
                  <a:lnTo>
                    <a:pt x="255679" y="45916"/>
                  </a:lnTo>
                  <a:lnTo>
                    <a:pt x="257768" y="44952"/>
                  </a:lnTo>
                  <a:lnTo>
                    <a:pt x="259857" y="44076"/>
                  </a:lnTo>
                  <a:lnTo>
                    <a:pt x="261946" y="43279"/>
                  </a:lnTo>
                  <a:lnTo>
                    <a:pt x="264035" y="42564"/>
                  </a:lnTo>
                  <a:lnTo>
                    <a:pt x="266124" y="41907"/>
                  </a:lnTo>
                  <a:lnTo>
                    <a:pt x="268213" y="41276"/>
                  </a:lnTo>
                  <a:lnTo>
                    <a:pt x="270302" y="40665"/>
                  </a:lnTo>
                  <a:lnTo>
                    <a:pt x="272391" y="40089"/>
                  </a:lnTo>
                  <a:lnTo>
                    <a:pt x="274480" y="39551"/>
                  </a:lnTo>
                  <a:lnTo>
                    <a:pt x="276569" y="39053"/>
                  </a:lnTo>
                  <a:lnTo>
                    <a:pt x="278658" y="38592"/>
                  </a:lnTo>
                  <a:lnTo>
                    <a:pt x="280747" y="38170"/>
                  </a:lnTo>
                  <a:lnTo>
                    <a:pt x="282836" y="37768"/>
                  </a:lnTo>
                  <a:lnTo>
                    <a:pt x="284925" y="37361"/>
                  </a:lnTo>
                  <a:lnTo>
                    <a:pt x="287014" y="36955"/>
                  </a:lnTo>
                  <a:lnTo>
                    <a:pt x="289103" y="36558"/>
                  </a:lnTo>
                  <a:lnTo>
                    <a:pt x="291192" y="36184"/>
                  </a:lnTo>
                  <a:lnTo>
                    <a:pt x="293282" y="35837"/>
                  </a:lnTo>
                  <a:lnTo>
                    <a:pt x="295371" y="35526"/>
                  </a:lnTo>
                  <a:lnTo>
                    <a:pt x="297460" y="35247"/>
                  </a:lnTo>
                  <a:lnTo>
                    <a:pt x="299549" y="35003"/>
                  </a:lnTo>
                  <a:lnTo>
                    <a:pt x="301638" y="34775"/>
                  </a:lnTo>
                  <a:lnTo>
                    <a:pt x="303727" y="34567"/>
                  </a:lnTo>
                  <a:lnTo>
                    <a:pt x="305816" y="34375"/>
                  </a:lnTo>
                  <a:lnTo>
                    <a:pt x="307905" y="34200"/>
                  </a:lnTo>
                  <a:lnTo>
                    <a:pt x="309994" y="34041"/>
                  </a:lnTo>
                  <a:lnTo>
                    <a:pt x="312083" y="33896"/>
                  </a:lnTo>
                  <a:lnTo>
                    <a:pt x="314172" y="33728"/>
                  </a:lnTo>
                  <a:lnTo>
                    <a:pt x="316261" y="33532"/>
                  </a:lnTo>
                  <a:lnTo>
                    <a:pt x="318350" y="33311"/>
                  </a:lnTo>
                  <a:lnTo>
                    <a:pt x="320439" y="33063"/>
                  </a:lnTo>
                  <a:lnTo>
                    <a:pt x="322528" y="32789"/>
                  </a:lnTo>
                  <a:lnTo>
                    <a:pt x="324617" y="32489"/>
                  </a:lnTo>
                  <a:lnTo>
                    <a:pt x="326706" y="32157"/>
                  </a:lnTo>
                  <a:lnTo>
                    <a:pt x="328795" y="31788"/>
                  </a:lnTo>
                  <a:lnTo>
                    <a:pt x="330884" y="31385"/>
                  </a:lnTo>
                  <a:lnTo>
                    <a:pt x="332973" y="30969"/>
                  </a:lnTo>
                  <a:lnTo>
                    <a:pt x="335062" y="30542"/>
                  </a:lnTo>
                  <a:lnTo>
                    <a:pt x="337151" y="30103"/>
                  </a:lnTo>
                  <a:lnTo>
                    <a:pt x="339240" y="29653"/>
                  </a:lnTo>
                  <a:lnTo>
                    <a:pt x="341329" y="29162"/>
                  </a:lnTo>
                  <a:lnTo>
                    <a:pt x="343418" y="28640"/>
                  </a:lnTo>
                  <a:lnTo>
                    <a:pt x="345507" y="28118"/>
                  </a:lnTo>
                  <a:lnTo>
                    <a:pt x="347596" y="27595"/>
                  </a:lnTo>
                  <a:lnTo>
                    <a:pt x="349685" y="27064"/>
                  </a:lnTo>
                  <a:lnTo>
                    <a:pt x="351775" y="26522"/>
                  </a:lnTo>
                  <a:lnTo>
                    <a:pt x="353864" y="25960"/>
                  </a:lnTo>
                  <a:lnTo>
                    <a:pt x="355953" y="25384"/>
                  </a:lnTo>
                  <a:lnTo>
                    <a:pt x="358042" y="24771"/>
                  </a:lnTo>
                  <a:lnTo>
                    <a:pt x="360131" y="24126"/>
                  </a:lnTo>
                  <a:lnTo>
                    <a:pt x="362220" y="23454"/>
                  </a:lnTo>
                  <a:lnTo>
                    <a:pt x="364309" y="22744"/>
                  </a:lnTo>
                  <a:lnTo>
                    <a:pt x="366398" y="22001"/>
                  </a:lnTo>
                  <a:lnTo>
                    <a:pt x="368487" y="21223"/>
                  </a:lnTo>
                  <a:lnTo>
                    <a:pt x="370576" y="20405"/>
                  </a:lnTo>
                  <a:lnTo>
                    <a:pt x="372665" y="19567"/>
                  </a:lnTo>
                  <a:lnTo>
                    <a:pt x="374754" y="18720"/>
                  </a:lnTo>
                  <a:lnTo>
                    <a:pt x="376843" y="17855"/>
                  </a:lnTo>
                  <a:lnTo>
                    <a:pt x="378932" y="16964"/>
                  </a:lnTo>
                  <a:lnTo>
                    <a:pt x="381021" y="16044"/>
                  </a:lnTo>
                  <a:lnTo>
                    <a:pt x="383110" y="15102"/>
                  </a:lnTo>
                  <a:lnTo>
                    <a:pt x="385199" y="14137"/>
                  </a:lnTo>
                  <a:lnTo>
                    <a:pt x="387288" y="13146"/>
                  </a:lnTo>
                  <a:lnTo>
                    <a:pt x="389377" y="12152"/>
                  </a:lnTo>
                  <a:lnTo>
                    <a:pt x="391466" y="11151"/>
                  </a:lnTo>
                  <a:lnTo>
                    <a:pt x="393555" y="10143"/>
                  </a:lnTo>
                  <a:lnTo>
                    <a:pt x="395644" y="9128"/>
                  </a:lnTo>
                  <a:lnTo>
                    <a:pt x="397733" y="8111"/>
                  </a:lnTo>
                  <a:lnTo>
                    <a:pt x="399822" y="7087"/>
                  </a:lnTo>
                  <a:lnTo>
                    <a:pt x="401911" y="6065"/>
                  </a:lnTo>
                  <a:lnTo>
                    <a:pt x="404000" y="5058"/>
                  </a:lnTo>
                  <a:lnTo>
                    <a:pt x="406089" y="4103"/>
                  </a:lnTo>
                  <a:lnTo>
                    <a:pt x="408178" y="3225"/>
                  </a:lnTo>
                  <a:lnTo>
                    <a:pt x="410268" y="2433"/>
                  </a:lnTo>
                  <a:lnTo>
                    <a:pt x="412357" y="1730"/>
                  </a:lnTo>
                  <a:lnTo>
                    <a:pt x="414446" y="1121"/>
                  </a:lnTo>
                  <a:lnTo>
                    <a:pt x="416535" y="609"/>
                  </a:lnTo>
                  <a:lnTo>
                    <a:pt x="418624" y="236"/>
                  </a:lnTo>
                  <a:lnTo>
                    <a:pt x="420713" y="31"/>
                  </a:lnTo>
                  <a:lnTo>
                    <a:pt x="422802" y="0"/>
                  </a:lnTo>
                  <a:lnTo>
                    <a:pt x="424891" y="133"/>
                  </a:lnTo>
                  <a:lnTo>
                    <a:pt x="426980" y="429"/>
                  </a:lnTo>
                  <a:lnTo>
                    <a:pt x="429069" y="879"/>
                  </a:lnTo>
                  <a:lnTo>
                    <a:pt x="431158" y="1488"/>
                  </a:lnTo>
                  <a:lnTo>
                    <a:pt x="433247" y="2256"/>
                  </a:lnTo>
                  <a:lnTo>
                    <a:pt x="435336" y="3175"/>
                  </a:lnTo>
                  <a:lnTo>
                    <a:pt x="437425" y="4212"/>
                  </a:lnTo>
                  <a:lnTo>
                    <a:pt x="439514" y="5353"/>
                  </a:lnTo>
                  <a:lnTo>
                    <a:pt x="441603" y="6591"/>
                  </a:lnTo>
                  <a:lnTo>
                    <a:pt x="443692" y="7928"/>
                  </a:lnTo>
                  <a:lnTo>
                    <a:pt x="445781" y="9365"/>
                  </a:lnTo>
                  <a:lnTo>
                    <a:pt x="447870" y="10892"/>
                  </a:lnTo>
                  <a:lnTo>
                    <a:pt x="449959" y="12473"/>
                  </a:lnTo>
                  <a:lnTo>
                    <a:pt x="452048" y="14080"/>
                  </a:lnTo>
                  <a:lnTo>
                    <a:pt x="454137" y="15718"/>
                  </a:lnTo>
                  <a:lnTo>
                    <a:pt x="456226" y="17393"/>
                  </a:lnTo>
                  <a:lnTo>
                    <a:pt x="458315" y="19111"/>
                  </a:lnTo>
                  <a:lnTo>
                    <a:pt x="460404" y="20872"/>
                  </a:lnTo>
                  <a:lnTo>
                    <a:pt x="462493" y="22676"/>
                  </a:lnTo>
                  <a:lnTo>
                    <a:pt x="464582" y="24522"/>
                  </a:lnTo>
                  <a:lnTo>
                    <a:pt x="466672" y="26397"/>
                  </a:lnTo>
                  <a:lnTo>
                    <a:pt x="468761" y="28302"/>
                  </a:lnTo>
                  <a:lnTo>
                    <a:pt x="470850" y="30234"/>
                  </a:lnTo>
                  <a:lnTo>
                    <a:pt x="472939" y="32190"/>
                  </a:lnTo>
                  <a:lnTo>
                    <a:pt x="475028" y="34166"/>
                  </a:lnTo>
                  <a:lnTo>
                    <a:pt x="477117" y="36170"/>
                  </a:lnTo>
                  <a:lnTo>
                    <a:pt x="479206" y="38197"/>
                  </a:lnTo>
                  <a:lnTo>
                    <a:pt x="481295" y="40246"/>
                  </a:lnTo>
                  <a:lnTo>
                    <a:pt x="483384" y="42318"/>
                  </a:lnTo>
                  <a:lnTo>
                    <a:pt x="485473" y="44411"/>
                  </a:lnTo>
                  <a:lnTo>
                    <a:pt x="487562" y="46522"/>
                  </a:lnTo>
                  <a:lnTo>
                    <a:pt x="489651" y="48646"/>
                  </a:lnTo>
                  <a:lnTo>
                    <a:pt x="491740" y="50754"/>
                  </a:lnTo>
                  <a:lnTo>
                    <a:pt x="493829" y="52837"/>
                  </a:lnTo>
                  <a:lnTo>
                    <a:pt x="495918" y="54899"/>
                  </a:lnTo>
                  <a:lnTo>
                    <a:pt x="498007" y="56936"/>
                  </a:lnTo>
                  <a:lnTo>
                    <a:pt x="500096" y="58943"/>
                  </a:lnTo>
                  <a:lnTo>
                    <a:pt x="502185" y="60910"/>
                  </a:lnTo>
                  <a:lnTo>
                    <a:pt x="504274" y="62829"/>
                  </a:lnTo>
                  <a:lnTo>
                    <a:pt x="506363" y="64700"/>
                  </a:lnTo>
                  <a:lnTo>
                    <a:pt x="508452" y="66496"/>
                  </a:lnTo>
                  <a:lnTo>
                    <a:pt x="510541" y="68184"/>
                  </a:lnTo>
                  <a:lnTo>
                    <a:pt x="512630" y="69733"/>
                  </a:lnTo>
                  <a:lnTo>
                    <a:pt x="514719" y="71135"/>
                  </a:lnTo>
                  <a:lnTo>
                    <a:pt x="516808" y="72382"/>
                  </a:lnTo>
                  <a:lnTo>
                    <a:pt x="518897" y="73471"/>
                  </a:lnTo>
                  <a:lnTo>
                    <a:pt x="520986" y="74399"/>
                  </a:lnTo>
                  <a:lnTo>
                    <a:pt x="523075" y="75179"/>
                  </a:lnTo>
                  <a:lnTo>
                    <a:pt x="525165" y="75791"/>
                  </a:lnTo>
                  <a:lnTo>
                    <a:pt x="527254" y="76232"/>
                  </a:lnTo>
                  <a:lnTo>
                    <a:pt x="529343" y="76509"/>
                  </a:lnTo>
                  <a:lnTo>
                    <a:pt x="531432" y="76627"/>
                  </a:lnTo>
                  <a:lnTo>
                    <a:pt x="533521" y="76589"/>
                  </a:lnTo>
                  <a:lnTo>
                    <a:pt x="535610" y="76399"/>
                  </a:lnTo>
                  <a:lnTo>
                    <a:pt x="537699" y="76055"/>
                  </a:lnTo>
                  <a:lnTo>
                    <a:pt x="539788" y="75586"/>
                  </a:lnTo>
                  <a:lnTo>
                    <a:pt x="541877" y="75018"/>
                  </a:lnTo>
                  <a:lnTo>
                    <a:pt x="543966" y="74366"/>
                  </a:lnTo>
                  <a:lnTo>
                    <a:pt x="546055" y="73623"/>
                  </a:lnTo>
                  <a:lnTo>
                    <a:pt x="548144" y="72792"/>
                  </a:lnTo>
                  <a:lnTo>
                    <a:pt x="550233" y="71862"/>
                  </a:lnTo>
                  <a:lnTo>
                    <a:pt x="552322" y="70838"/>
                  </a:lnTo>
                  <a:lnTo>
                    <a:pt x="554411" y="69730"/>
                  </a:lnTo>
                  <a:lnTo>
                    <a:pt x="556500" y="68564"/>
                  </a:lnTo>
                  <a:lnTo>
                    <a:pt x="558589" y="67337"/>
                  </a:lnTo>
                  <a:lnTo>
                    <a:pt x="560678" y="66044"/>
                  </a:lnTo>
                  <a:lnTo>
                    <a:pt x="562767" y="64684"/>
                  </a:lnTo>
                  <a:lnTo>
                    <a:pt x="564856" y="63255"/>
                  </a:lnTo>
                  <a:lnTo>
                    <a:pt x="566945" y="61760"/>
                  </a:lnTo>
                  <a:lnTo>
                    <a:pt x="569034" y="60200"/>
                  </a:lnTo>
                  <a:lnTo>
                    <a:pt x="571123" y="58577"/>
                  </a:lnTo>
                  <a:lnTo>
                    <a:pt x="573212" y="56902"/>
                  </a:lnTo>
                  <a:lnTo>
                    <a:pt x="575301" y="55179"/>
                  </a:lnTo>
                  <a:lnTo>
                    <a:pt x="577390" y="53416"/>
                  </a:lnTo>
                  <a:lnTo>
                    <a:pt x="579479" y="51627"/>
                  </a:lnTo>
                  <a:lnTo>
                    <a:pt x="581569" y="49810"/>
                  </a:lnTo>
                  <a:lnTo>
                    <a:pt x="583658" y="47973"/>
                  </a:lnTo>
                  <a:lnTo>
                    <a:pt x="585747" y="46117"/>
                  </a:lnTo>
                  <a:lnTo>
                    <a:pt x="587836" y="44244"/>
                  </a:lnTo>
                  <a:lnTo>
                    <a:pt x="589925" y="42353"/>
                  </a:lnTo>
                  <a:lnTo>
                    <a:pt x="592014" y="40449"/>
                  </a:lnTo>
                  <a:lnTo>
                    <a:pt x="594103" y="38537"/>
                  </a:lnTo>
                  <a:lnTo>
                    <a:pt x="596192" y="36651"/>
                  </a:lnTo>
                  <a:lnTo>
                    <a:pt x="598281" y="34831"/>
                  </a:lnTo>
                  <a:lnTo>
                    <a:pt x="600370" y="33082"/>
                  </a:lnTo>
                  <a:lnTo>
                    <a:pt x="602459" y="31413"/>
                  </a:lnTo>
                  <a:lnTo>
                    <a:pt x="604548" y="29825"/>
                  </a:lnTo>
                  <a:lnTo>
                    <a:pt x="606637" y="28324"/>
                  </a:lnTo>
                  <a:lnTo>
                    <a:pt x="608726" y="26923"/>
                  </a:lnTo>
                  <a:lnTo>
                    <a:pt x="610815" y="25616"/>
                  </a:lnTo>
                  <a:lnTo>
                    <a:pt x="612904" y="24435"/>
                  </a:lnTo>
                  <a:lnTo>
                    <a:pt x="614993" y="23414"/>
                  </a:lnTo>
                  <a:lnTo>
                    <a:pt x="617082" y="22576"/>
                  </a:lnTo>
                  <a:lnTo>
                    <a:pt x="619171" y="21921"/>
                  </a:lnTo>
                  <a:lnTo>
                    <a:pt x="621260" y="21456"/>
                  </a:lnTo>
                  <a:lnTo>
                    <a:pt x="623349" y="21178"/>
                  </a:lnTo>
                  <a:lnTo>
                    <a:pt x="625438" y="21087"/>
                  </a:lnTo>
                  <a:lnTo>
                    <a:pt x="627527" y="21157"/>
                  </a:lnTo>
                  <a:lnTo>
                    <a:pt x="629616" y="21367"/>
                  </a:lnTo>
                  <a:lnTo>
                    <a:pt x="631705" y="21700"/>
                  </a:lnTo>
                  <a:lnTo>
                    <a:pt x="633794" y="22147"/>
                  </a:lnTo>
                  <a:lnTo>
                    <a:pt x="635883" y="22702"/>
                  </a:lnTo>
                  <a:lnTo>
                    <a:pt x="637972" y="23379"/>
                  </a:lnTo>
                  <a:lnTo>
                    <a:pt x="640062" y="24175"/>
                  </a:lnTo>
                  <a:lnTo>
                    <a:pt x="642151" y="25089"/>
                  </a:lnTo>
                  <a:lnTo>
                    <a:pt x="644240" y="26095"/>
                  </a:lnTo>
                  <a:lnTo>
                    <a:pt x="646329" y="27149"/>
                  </a:lnTo>
                  <a:lnTo>
                    <a:pt x="648418" y="28237"/>
                  </a:lnTo>
                  <a:lnTo>
                    <a:pt x="650507" y="29370"/>
                  </a:lnTo>
                  <a:lnTo>
                    <a:pt x="652596" y="30545"/>
                  </a:lnTo>
                  <a:lnTo>
                    <a:pt x="654685" y="31776"/>
                  </a:lnTo>
                  <a:lnTo>
                    <a:pt x="656774" y="33059"/>
                  </a:lnTo>
                  <a:lnTo>
                    <a:pt x="658863" y="34387"/>
                  </a:lnTo>
                  <a:lnTo>
                    <a:pt x="660952" y="35763"/>
                  </a:lnTo>
                  <a:lnTo>
                    <a:pt x="663041" y="37195"/>
                  </a:lnTo>
                  <a:lnTo>
                    <a:pt x="665130" y="38678"/>
                  </a:lnTo>
                  <a:lnTo>
                    <a:pt x="667219" y="40207"/>
                  </a:lnTo>
                  <a:lnTo>
                    <a:pt x="669308" y="41777"/>
                  </a:lnTo>
                  <a:lnTo>
                    <a:pt x="671397" y="43385"/>
                  </a:lnTo>
                  <a:lnTo>
                    <a:pt x="673486" y="45024"/>
                  </a:lnTo>
                  <a:lnTo>
                    <a:pt x="675575" y="46693"/>
                  </a:lnTo>
                  <a:lnTo>
                    <a:pt x="677664" y="48383"/>
                  </a:lnTo>
                  <a:lnTo>
                    <a:pt x="679753" y="50098"/>
                  </a:lnTo>
                  <a:lnTo>
                    <a:pt x="681842" y="51833"/>
                  </a:lnTo>
                  <a:lnTo>
                    <a:pt x="683931" y="53582"/>
                  </a:lnTo>
                  <a:lnTo>
                    <a:pt x="686020" y="55340"/>
                  </a:lnTo>
                  <a:lnTo>
                    <a:pt x="688109" y="57107"/>
                  </a:lnTo>
                  <a:lnTo>
                    <a:pt x="690198" y="58877"/>
                  </a:lnTo>
                  <a:lnTo>
                    <a:pt x="692287" y="60647"/>
                  </a:lnTo>
                  <a:lnTo>
                    <a:pt x="694376" y="62421"/>
                  </a:lnTo>
                  <a:lnTo>
                    <a:pt x="696466" y="64201"/>
                  </a:lnTo>
                  <a:lnTo>
                    <a:pt x="698555" y="65984"/>
                  </a:lnTo>
                  <a:lnTo>
                    <a:pt x="700644" y="67764"/>
                  </a:lnTo>
                  <a:lnTo>
                    <a:pt x="702733" y="69512"/>
                  </a:lnTo>
                  <a:lnTo>
                    <a:pt x="704822" y="71223"/>
                  </a:lnTo>
                  <a:lnTo>
                    <a:pt x="706911" y="72893"/>
                  </a:lnTo>
                  <a:lnTo>
                    <a:pt x="709000" y="74521"/>
                  </a:lnTo>
                  <a:lnTo>
                    <a:pt x="711089" y="76101"/>
                  </a:lnTo>
                  <a:lnTo>
                    <a:pt x="713178" y="77628"/>
                  </a:lnTo>
                  <a:lnTo>
                    <a:pt x="715267" y="79096"/>
                  </a:lnTo>
                  <a:lnTo>
                    <a:pt x="717356" y="80504"/>
                  </a:lnTo>
                  <a:lnTo>
                    <a:pt x="719445" y="81821"/>
                  </a:lnTo>
                  <a:lnTo>
                    <a:pt x="721534" y="83028"/>
                  </a:lnTo>
                  <a:lnTo>
                    <a:pt x="723623" y="84125"/>
                  </a:lnTo>
                  <a:lnTo>
                    <a:pt x="725712" y="85109"/>
                  </a:lnTo>
                  <a:lnTo>
                    <a:pt x="727801" y="85973"/>
                  </a:lnTo>
                  <a:lnTo>
                    <a:pt x="729890" y="86721"/>
                  </a:lnTo>
                  <a:lnTo>
                    <a:pt x="731979" y="87358"/>
                  </a:lnTo>
                  <a:lnTo>
                    <a:pt x="734068" y="87898"/>
                  </a:lnTo>
                  <a:lnTo>
                    <a:pt x="736157" y="88345"/>
                  </a:lnTo>
                  <a:lnTo>
                    <a:pt x="738246" y="88704"/>
                  </a:lnTo>
                  <a:lnTo>
                    <a:pt x="740335" y="88980"/>
                  </a:lnTo>
                  <a:lnTo>
                    <a:pt x="742424" y="89166"/>
                  </a:lnTo>
                  <a:lnTo>
                    <a:pt x="744513" y="89248"/>
                  </a:lnTo>
                  <a:lnTo>
                    <a:pt x="746602" y="89230"/>
                  </a:lnTo>
                  <a:lnTo>
                    <a:pt x="748691" y="89112"/>
                  </a:lnTo>
                  <a:lnTo>
                    <a:pt x="750780" y="88920"/>
                  </a:lnTo>
                  <a:lnTo>
                    <a:pt x="752869" y="88672"/>
                  </a:lnTo>
                  <a:lnTo>
                    <a:pt x="754959" y="88362"/>
                  </a:lnTo>
                  <a:lnTo>
                    <a:pt x="757048" y="87991"/>
                  </a:lnTo>
                  <a:lnTo>
                    <a:pt x="759137" y="87560"/>
                  </a:lnTo>
                  <a:lnTo>
                    <a:pt x="761226" y="87070"/>
                  </a:lnTo>
                  <a:lnTo>
                    <a:pt x="763315" y="86525"/>
                  </a:lnTo>
                  <a:lnTo>
                    <a:pt x="765404" y="85929"/>
                  </a:lnTo>
                  <a:lnTo>
                    <a:pt x="767493" y="85277"/>
                  </a:lnTo>
                  <a:lnTo>
                    <a:pt x="769582" y="84573"/>
                  </a:lnTo>
                  <a:lnTo>
                    <a:pt x="771671" y="83831"/>
                  </a:lnTo>
                  <a:lnTo>
                    <a:pt x="773760" y="83064"/>
                  </a:lnTo>
                  <a:lnTo>
                    <a:pt x="775849" y="82272"/>
                  </a:lnTo>
                  <a:lnTo>
                    <a:pt x="777938" y="81461"/>
                  </a:lnTo>
                  <a:lnTo>
                    <a:pt x="780027" y="80644"/>
                  </a:lnTo>
                  <a:lnTo>
                    <a:pt x="782116" y="79826"/>
                  </a:lnTo>
                  <a:lnTo>
                    <a:pt x="784205" y="79008"/>
                  </a:lnTo>
                  <a:lnTo>
                    <a:pt x="786294" y="78195"/>
                  </a:lnTo>
                  <a:lnTo>
                    <a:pt x="788383" y="77385"/>
                  </a:lnTo>
                  <a:lnTo>
                    <a:pt x="790472" y="76583"/>
                  </a:lnTo>
                  <a:lnTo>
                    <a:pt x="792561" y="75787"/>
                  </a:lnTo>
                  <a:lnTo>
                    <a:pt x="794650" y="75002"/>
                  </a:lnTo>
                  <a:lnTo>
                    <a:pt x="796739" y="74225"/>
                  </a:lnTo>
                  <a:lnTo>
                    <a:pt x="798828" y="73462"/>
                  </a:lnTo>
                  <a:lnTo>
                    <a:pt x="800917" y="72708"/>
                  </a:lnTo>
                  <a:lnTo>
                    <a:pt x="803006" y="71962"/>
                  </a:lnTo>
                  <a:lnTo>
                    <a:pt x="805095" y="71230"/>
                  </a:lnTo>
                  <a:lnTo>
                    <a:pt x="807184" y="70511"/>
                  </a:lnTo>
                  <a:lnTo>
                    <a:pt x="809273" y="69801"/>
                  </a:lnTo>
                  <a:lnTo>
                    <a:pt x="811363" y="69094"/>
                  </a:lnTo>
                  <a:lnTo>
                    <a:pt x="813452" y="68397"/>
                  </a:lnTo>
                  <a:lnTo>
                    <a:pt x="815541" y="67709"/>
                  </a:lnTo>
                  <a:lnTo>
                    <a:pt x="817630" y="67030"/>
                  </a:lnTo>
                  <a:lnTo>
                    <a:pt x="819719" y="66366"/>
                  </a:lnTo>
                  <a:lnTo>
                    <a:pt x="821808" y="65715"/>
                  </a:lnTo>
                  <a:lnTo>
                    <a:pt x="823897" y="65087"/>
                  </a:lnTo>
                  <a:lnTo>
                    <a:pt x="825986" y="64488"/>
                  </a:lnTo>
                  <a:lnTo>
                    <a:pt x="828075" y="63927"/>
                  </a:lnTo>
                  <a:lnTo>
                    <a:pt x="830164" y="63401"/>
                  </a:lnTo>
                  <a:lnTo>
                    <a:pt x="832253" y="62919"/>
                  </a:lnTo>
                  <a:lnTo>
                    <a:pt x="834342" y="62485"/>
                  </a:lnTo>
                  <a:lnTo>
                    <a:pt x="836431" y="62083"/>
                  </a:lnTo>
                  <a:lnTo>
                    <a:pt x="838520" y="61719"/>
                  </a:lnTo>
                  <a:lnTo>
                    <a:pt x="840609" y="61402"/>
                  </a:lnTo>
                  <a:lnTo>
                    <a:pt x="842698" y="61132"/>
                  </a:lnTo>
                  <a:lnTo>
                    <a:pt x="844787" y="60906"/>
                  </a:lnTo>
                  <a:lnTo>
                    <a:pt x="846876" y="60726"/>
                  </a:lnTo>
                  <a:lnTo>
                    <a:pt x="848965" y="60602"/>
                  </a:lnTo>
                  <a:lnTo>
                    <a:pt x="851054" y="60526"/>
                  </a:lnTo>
                  <a:lnTo>
                    <a:pt x="853143" y="60498"/>
                  </a:lnTo>
                  <a:lnTo>
                    <a:pt x="855232" y="60523"/>
                  </a:lnTo>
                  <a:lnTo>
                    <a:pt x="857321" y="60603"/>
                  </a:lnTo>
                  <a:lnTo>
                    <a:pt x="859410" y="60734"/>
                  </a:lnTo>
                  <a:lnTo>
                    <a:pt x="861499" y="60913"/>
                  </a:lnTo>
                  <a:lnTo>
                    <a:pt x="863588" y="61133"/>
                  </a:lnTo>
                  <a:lnTo>
                    <a:pt x="865677" y="61394"/>
                  </a:lnTo>
                  <a:lnTo>
                    <a:pt x="867766" y="61699"/>
                  </a:lnTo>
                  <a:lnTo>
                    <a:pt x="869856" y="62044"/>
                  </a:lnTo>
                  <a:lnTo>
                    <a:pt x="871945" y="62430"/>
                  </a:lnTo>
                  <a:lnTo>
                    <a:pt x="874034" y="62857"/>
                  </a:lnTo>
                  <a:lnTo>
                    <a:pt x="876123" y="63318"/>
                  </a:lnTo>
                  <a:lnTo>
                    <a:pt x="878212" y="63800"/>
                  </a:lnTo>
                  <a:lnTo>
                    <a:pt x="880301" y="64298"/>
                  </a:lnTo>
                  <a:lnTo>
                    <a:pt x="882390" y="64818"/>
                  </a:lnTo>
                  <a:lnTo>
                    <a:pt x="884479" y="65351"/>
                  </a:lnTo>
                  <a:lnTo>
                    <a:pt x="886568" y="65881"/>
                  </a:lnTo>
                  <a:lnTo>
                    <a:pt x="888657" y="66402"/>
                  </a:lnTo>
                  <a:lnTo>
                    <a:pt x="890746" y="66909"/>
                  </a:lnTo>
                  <a:lnTo>
                    <a:pt x="892835" y="67400"/>
                  </a:lnTo>
                  <a:lnTo>
                    <a:pt x="894924" y="67870"/>
                  </a:lnTo>
                  <a:lnTo>
                    <a:pt x="897013" y="68316"/>
                  </a:lnTo>
                  <a:lnTo>
                    <a:pt x="899102" y="68734"/>
                  </a:lnTo>
                  <a:lnTo>
                    <a:pt x="901191" y="69131"/>
                  </a:lnTo>
                  <a:lnTo>
                    <a:pt x="903280" y="69506"/>
                  </a:lnTo>
                  <a:lnTo>
                    <a:pt x="905369" y="69852"/>
                  </a:lnTo>
                  <a:lnTo>
                    <a:pt x="907458" y="70171"/>
                  </a:lnTo>
                  <a:lnTo>
                    <a:pt x="909547" y="70457"/>
                  </a:lnTo>
                  <a:lnTo>
                    <a:pt x="911636" y="70705"/>
                  </a:lnTo>
                  <a:lnTo>
                    <a:pt x="913725" y="70918"/>
                  </a:lnTo>
                  <a:lnTo>
                    <a:pt x="915814" y="71100"/>
                  </a:lnTo>
                  <a:lnTo>
                    <a:pt x="917903" y="71249"/>
                  </a:lnTo>
                  <a:lnTo>
                    <a:pt x="919992" y="71366"/>
                  </a:lnTo>
                  <a:lnTo>
                    <a:pt x="922081" y="71452"/>
                  </a:lnTo>
                  <a:lnTo>
                    <a:pt x="924170" y="71511"/>
                  </a:lnTo>
                  <a:lnTo>
                    <a:pt x="926260" y="71543"/>
                  </a:lnTo>
                  <a:lnTo>
                    <a:pt x="928349" y="71547"/>
                  </a:lnTo>
                  <a:lnTo>
                    <a:pt x="930438" y="71518"/>
                  </a:lnTo>
                  <a:lnTo>
                    <a:pt x="932527" y="71443"/>
                  </a:lnTo>
                  <a:lnTo>
                    <a:pt x="934616" y="71327"/>
                  </a:lnTo>
                  <a:lnTo>
                    <a:pt x="936705" y="71166"/>
                  </a:lnTo>
                  <a:lnTo>
                    <a:pt x="938794" y="70954"/>
                  </a:lnTo>
                  <a:lnTo>
                    <a:pt x="940883" y="70707"/>
                  </a:lnTo>
                  <a:lnTo>
                    <a:pt x="942972" y="70432"/>
                  </a:lnTo>
                  <a:lnTo>
                    <a:pt x="945061" y="70124"/>
                  </a:lnTo>
                  <a:lnTo>
                    <a:pt x="947150" y="69783"/>
                  </a:lnTo>
                  <a:lnTo>
                    <a:pt x="949239" y="69416"/>
                  </a:lnTo>
                  <a:lnTo>
                    <a:pt x="951328" y="69024"/>
                  </a:lnTo>
                  <a:lnTo>
                    <a:pt x="953417" y="68605"/>
                  </a:lnTo>
                  <a:lnTo>
                    <a:pt x="955506" y="68165"/>
                  </a:lnTo>
                  <a:lnTo>
                    <a:pt x="957595" y="67708"/>
                  </a:lnTo>
                  <a:lnTo>
                    <a:pt x="959684" y="67225"/>
                  </a:lnTo>
                  <a:lnTo>
                    <a:pt x="961773" y="66709"/>
                  </a:lnTo>
                  <a:lnTo>
                    <a:pt x="963862" y="66167"/>
                  </a:lnTo>
                  <a:lnTo>
                    <a:pt x="965951" y="65601"/>
                  </a:lnTo>
                  <a:lnTo>
                    <a:pt x="968040" y="65020"/>
                  </a:lnTo>
                  <a:lnTo>
                    <a:pt x="970129" y="64428"/>
                  </a:lnTo>
                  <a:lnTo>
                    <a:pt x="972218" y="63814"/>
                  </a:lnTo>
                  <a:lnTo>
                    <a:pt x="974307" y="63174"/>
                  </a:lnTo>
                  <a:lnTo>
                    <a:pt x="976396" y="62513"/>
                  </a:lnTo>
                  <a:lnTo>
                    <a:pt x="978485" y="61824"/>
                  </a:lnTo>
                  <a:lnTo>
                    <a:pt x="980574" y="61106"/>
                  </a:lnTo>
                  <a:lnTo>
                    <a:pt x="982663" y="60360"/>
                  </a:lnTo>
                  <a:lnTo>
                    <a:pt x="984753" y="59590"/>
                  </a:lnTo>
                  <a:lnTo>
                    <a:pt x="986842" y="58795"/>
                  </a:lnTo>
                  <a:lnTo>
                    <a:pt x="988931" y="57973"/>
                  </a:lnTo>
                  <a:lnTo>
                    <a:pt x="991020" y="57138"/>
                  </a:lnTo>
                  <a:lnTo>
                    <a:pt x="993109" y="56298"/>
                  </a:lnTo>
                  <a:lnTo>
                    <a:pt x="995198" y="55457"/>
                  </a:lnTo>
                  <a:lnTo>
                    <a:pt x="997287" y="54618"/>
                  </a:lnTo>
                  <a:lnTo>
                    <a:pt x="999376" y="53781"/>
                  </a:lnTo>
                  <a:lnTo>
                    <a:pt x="1001465" y="52948"/>
                  </a:lnTo>
                  <a:lnTo>
                    <a:pt x="1003554" y="52123"/>
                  </a:lnTo>
                  <a:lnTo>
                    <a:pt x="1005643" y="51309"/>
                  </a:lnTo>
                  <a:lnTo>
                    <a:pt x="1007732" y="50502"/>
                  </a:lnTo>
                  <a:lnTo>
                    <a:pt x="1009821" y="49707"/>
                  </a:lnTo>
                  <a:lnTo>
                    <a:pt x="1011910" y="48925"/>
                  </a:lnTo>
                  <a:lnTo>
                    <a:pt x="1013999" y="48159"/>
                  </a:lnTo>
                  <a:lnTo>
                    <a:pt x="1016088" y="47415"/>
                  </a:lnTo>
                  <a:lnTo>
                    <a:pt x="1018177" y="46695"/>
                  </a:lnTo>
                  <a:lnTo>
                    <a:pt x="1020266" y="46002"/>
                  </a:lnTo>
                  <a:lnTo>
                    <a:pt x="1022355" y="45330"/>
                  </a:lnTo>
                  <a:lnTo>
                    <a:pt x="1024444" y="44680"/>
                  </a:lnTo>
                  <a:lnTo>
                    <a:pt x="1026533" y="44054"/>
                  </a:lnTo>
                  <a:lnTo>
                    <a:pt x="1028622" y="43446"/>
                  </a:lnTo>
                  <a:lnTo>
                    <a:pt x="1030711" y="42858"/>
                  </a:lnTo>
                  <a:lnTo>
                    <a:pt x="1032800" y="42291"/>
                  </a:lnTo>
                  <a:lnTo>
                    <a:pt x="1034889" y="41742"/>
                  </a:lnTo>
                  <a:lnTo>
                    <a:pt x="1036978" y="41217"/>
                  </a:lnTo>
                  <a:lnTo>
                    <a:pt x="1039067" y="40716"/>
                  </a:lnTo>
                  <a:lnTo>
                    <a:pt x="1041157" y="40235"/>
                  </a:lnTo>
                  <a:lnTo>
                    <a:pt x="1043246" y="39775"/>
                  </a:lnTo>
                  <a:lnTo>
                    <a:pt x="1045335" y="39336"/>
                  </a:lnTo>
                  <a:lnTo>
                    <a:pt x="1047424" y="38904"/>
                  </a:lnTo>
                  <a:lnTo>
                    <a:pt x="1049513" y="38483"/>
                  </a:lnTo>
                  <a:lnTo>
                    <a:pt x="1051602" y="38069"/>
                  </a:lnTo>
                  <a:lnTo>
                    <a:pt x="1053691" y="37660"/>
                  </a:lnTo>
                  <a:lnTo>
                    <a:pt x="1055780" y="37247"/>
                  </a:lnTo>
                  <a:lnTo>
                    <a:pt x="1057869" y="36833"/>
                  </a:lnTo>
                  <a:lnTo>
                    <a:pt x="1059958" y="36413"/>
                  </a:lnTo>
                  <a:lnTo>
                    <a:pt x="1062047" y="35981"/>
                  </a:lnTo>
                  <a:lnTo>
                    <a:pt x="1064136" y="35539"/>
                  </a:lnTo>
                  <a:lnTo>
                    <a:pt x="1066225" y="35095"/>
                  </a:lnTo>
                  <a:lnTo>
                    <a:pt x="1068314" y="34651"/>
                  </a:lnTo>
                  <a:lnTo>
                    <a:pt x="1070403" y="34205"/>
                  </a:lnTo>
                  <a:lnTo>
                    <a:pt x="1072492" y="33755"/>
                  </a:lnTo>
                  <a:lnTo>
                    <a:pt x="1074581" y="33298"/>
                  </a:lnTo>
                  <a:lnTo>
                    <a:pt x="1076670" y="32836"/>
                  </a:lnTo>
                  <a:lnTo>
                    <a:pt x="1078759" y="32378"/>
                  </a:lnTo>
                  <a:lnTo>
                    <a:pt x="1080848" y="31920"/>
                  </a:lnTo>
                  <a:lnTo>
                    <a:pt x="1082937" y="31469"/>
                  </a:lnTo>
                  <a:lnTo>
                    <a:pt x="1085026" y="31031"/>
                  </a:lnTo>
                  <a:lnTo>
                    <a:pt x="1087115" y="30613"/>
                  </a:lnTo>
                  <a:lnTo>
                    <a:pt x="1089204" y="30220"/>
                  </a:lnTo>
                  <a:lnTo>
                    <a:pt x="1091293" y="29854"/>
                  </a:lnTo>
                  <a:lnTo>
                    <a:pt x="1093382" y="29518"/>
                  </a:lnTo>
                  <a:lnTo>
                    <a:pt x="1095471" y="29209"/>
                  </a:lnTo>
                  <a:lnTo>
                    <a:pt x="1097560" y="28920"/>
                  </a:lnTo>
                  <a:lnTo>
                    <a:pt x="1099650" y="28653"/>
                  </a:lnTo>
                  <a:lnTo>
                    <a:pt x="1101739" y="28404"/>
                  </a:lnTo>
                  <a:lnTo>
                    <a:pt x="1103828" y="28179"/>
                  </a:lnTo>
                  <a:lnTo>
                    <a:pt x="1105917" y="27975"/>
                  </a:lnTo>
                  <a:lnTo>
                    <a:pt x="1108006" y="27792"/>
                  </a:lnTo>
                  <a:lnTo>
                    <a:pt x="1110095" y="27629"/>
                  </a:lnTo>
                  <a:lnTo>
                    <a:pt x="1112184" y="27484"/>
                  </a:lnTo>
                  <a:lnTo>
                    <a:pt x="1114273" y="27355"/>
                  </a:lnTo>
                  <a:lnTo>
                    <a:pt x="1116362" y="27236"/>
                  </a:lnTo>
                  <a:lnTo>
                    <a:pt x="1118451" y="27125"/>
                  </a:lnTo>
                  <a:lnTo>
                    <a:pt x="1120540" y="27020"/>
                  </a:lnTo>
                  <a:lnTo>
                    <a:pt x="1122629" y="26919"/>
                  </a:lnTo>
                  <a:lnTo>
                    <a:pt x="1124718" y="26819"/>
                  </a:lnTo>
                  <a:lnTo>
                    <a:pt x="1126807" y="26722"/>
                  </a:lnTo>
                  <a:lnTo>
                    <a:pt x="1128896" y="26629"/>
                  </a:lnTo>
                  <a:lnTo>
                    <a:pt x="1130985" y="26537"/>
                  </a:lnTo>
                  <a:lnTo>
                    <a:pt x="1133074" y="26449"/>
                  </a:lnTo>
                  <a:lnTo>
                    <a:pt x="1135163" y="26363"/>
                  </a:lnTo>
                  <a:lnTo>
                    <a:pt x="1137252" y="26280"/>
                  </a:lnTo>
                  <a:lnTo>
                    <a:pt x="1139341" y="26201"/>
                  </a:lnTo>
                  <a:lnTo>
                    <a:pt x="1141430" y="26131"/>
                  </a:lnTo>
                  <a:lnTo>
                    <a:pt x="1143519" y="26068"/>
                  </a:lnTo>
                  <a:lnTo>
                    <a:pt x="1145608" y="26019"/>
                  </a:lnTo>
                  <a:lnTo>
                    <a:pt x="1147697" y="25987"/>
                  </a:lnTo>
                  <a:lnTo>
                    <a:pt x="1149786" y="25971"/>
                  </a:lnTo>
                  <a:lnTo>
                    <a:pt x="1151875" y="25975"/>
                  </a:lnTo>
                  <a:lnTo>
                    <a:pt x="1153964" y="26001"/>
                  </a:lnTo>
                  <a:lnTo>
                    <a:pt x="1156054" y="26052"/>
                  </a:lnTo>
                  <a:lnTo>
                    <a:pt x="1158143" y="26126"/>
                  </a:lnTo>
                  <a:lnTo>
                    <a:pt x="1160232" y="26227"/>
                  </a:lnTo>
                  <a:lnTo>
                    <a:pt x="1162321" y="26356"/>
                  </a:lnTo>
                  <a:lnTo>
                    <a:pt x="1164410" y="26515"/>
                  </a:lnTo>
                  <a:lnTo>
                    <a:pt x="1166499" y="26705"/>
                  </a:lnTo>
                  <a:lnTo>
                    <a:pt x="1168588" y="26928"/>
                  </a:lnTo>
                  <a:lnTo>
                    <a:pt x="1170677" y="27182"/>
                  </a:lnTo>
                  <a:lnTo>
                    <a:pt x="1172766" y="27458"/>
                  </a:lnTo>
                  <a:lnTo>
                    <a:pt x="1174855" y="27760"/>
                  </a:lnTo>
                  <a:lnTo>
                    <a:pt x="1176944" y="28080"/>
                  </a:lnTo>
                  <a:lnTo>
                    <a:pt x="1179033" y="28423"/>
                  </a:lnTo>
                  <a:lnTo>
                    <a:pt x="1181122" y="28789"/>
                  </a:lnTo>
                  <a:lnTo>
                    <a:pt x="1183211" y="29173"/>
                  </a:lnTo>
                  <a:lnTo>
                    <a:pt x="1185300" y="29573"/>
                  </a:lnTo>
                  <a:lnTo>
                    <a:pt x="1187389" y="29985"/>
                  </a:lnTo>
                  <a:lnTo>
                    <a:pt x="1189478" y="30404"/>
                  </a:lnTo>
                  <a:lnTo>
                    <a:pt x="1191567" y="30822"/>
                  </a:lnTo>
                  <a:lnTo>
                    <a:pt x="1193656" y="31235"/>
                  </a:lnTo>
                  <a:lnTo>
                    <a:pt x="1195745" y="31637"/>
                  </a:lnTo>
                  <a:lnTo>
                    <a:pt x="1197834" y="32029"/>
                  </a:lnTo>
                  <a:lnTo>
                    <a:pt x="1199923" y="32411"/>
                  </a:lnTo>
                  <a:lnTo>
                    <a:pt x="1202012" y="32782"/>
                  </a:lnTo>
                  <a:lnTo>
                    <a:pt x="1204101" y="33144"/>
                  </a:lnTo>
                  <a:lnTo>
                    <a:pt x="1206190" y="33494"/>
                  </a:lnTo>
                  <a:lnTo>
                    <a:pt x="1208279" y="33830"/>
                  </a:lnTo>
                  <a:lnTo>
                    <a:pt x="1210368" y="34154"/>
                  </a:lnTo>
                  <a:lnTo>
                    <a:pt x="1212457" y="34466"/>
                  </a:lnTo>
                  <a:lnTo>
                    <a:pt x="1214547" y="34766"/>
                  </a:lnTo>
                  <a:lnTo>
                    <a:pt x="1216636" y="35056"/>
                  </a:lnTo>
                  <a:lnTo>
                    <a:pt x="1218725" y="35345"/>
                  </a:lnTo>
                  <a:lnTo>
                    <a:pt x="1220814" y="35637"/>
                  </a:lnTo>
                  <a:lnTo>
                    <a:pt x="1222903" y="35936"/>
                  </a:lnTo>
                  <a:lnTo>
                    <a:pt x="1224992" y="36252"/>
                  </a:lnTo>
                  <a:lnTo>
                    <a:pt x="1227081" y="36580"/>
                  </a:lnTo>
                  <a:lnTo>
                    <a:pt x="1229170" y="36920"/>
                  </a:lnTo>
                  <a:lnTo>
                    <a:pt x="1231259" y="37274"/>
                  </a:lnTo>
                  <a:lnTo>
                    <a:pt x="1233348" y="37640"/>
                  </a:lnTo>
                  <a:lnTo>
                    <a:pt x="1235437" y="38018"/>
                  </a:lnTo>
                  <a:lnTo>
                    <a:pt x="1237526" y="38410"/>
                  </a:lnTo>
                  <a:lnTo>
                    <a:pt x="1239615" y="38818"/>
                  </a:lnTo>
                  <a:lnTo>
                    <a:pt x="1241704" y="39240"/>
                  </a:lnTo>
                  <a:lnTo>
                    <a:pt x="1243793" y="39675"/>
                  </a:lnTo>
                  <a:lnTo>
                    <a:pt x="1245882" y="40119"/>
                  </a:lnTo>
                  <a:lnTo>
                    <a:pt x="1247971" y="40570"/>
                  </a:lnTo>
                  <a:lnTo>
                    <a:pt x="1250060" y="41019"/>
                  </a:lnTo>
                  <a:lnTo>
                    <a:pt x="1252149" y="41463"/>
                  </a:lnTo>
                  <a:lnTo>
                    <a:pt x="1254238" y="41900"/>
                  </a:lnTo>
                  <a:lnTo>
                    <a:pt x="1256327" y="42321"/>
                  </a:lnTo>
                  <a:lnTo>
                    <a:pt x="1258416" y="42728"/>
                  </a:lnTo>
                  <a:lnTo>
                    <a:pt x="1260505" y="43122"/>
                  </a:lnTo>
                  <a:lnTo>
                    <a:pt x="1262594" y="43502"/>
                  </a:lnTo>
                  <a:lnTo>
                    <a:pt x="1264683" y="43869"/>
                  </a:lnTo>
                  <a:lnTo>
                    <a:pt x="1266772" y="44222"/>
                  </a:lnTo>
                  <a:lnTo>
                    <a:pt x="1268861" y="44561"/>
                  </a:lnTo>
                  <a:lnTo>
                    <a:pt x="1270951" y="44884"/>
                  </a:lnTo>
                  <a:lnTo>
                    <a:pt x="1273040" y="45187"/>
                  </a:lnTo>
                  <a:lnTo>
                    <a:pt x="1275129" y="45470"/>
                  </a:lnTo>
                  <a:lnTo>
                    <a:pt x="1277218" y="45736"/>
                  </a:lnTo>
                  <a:lnTo>
                    <a:pt x="1279307" y="45988"/>
                  </a:lnTo>
                  <a:lnTo>
                    <a:pt x="1281396" y="46229"/>
                  </a:lnTo>
                  <a:lnTo>
                    <a:pt x="1283485" y="46457"/>
                  </a:lnTo>
                  <a:lnTo>
                    <a:pt x="1285574" y="46674"/>
                  </a:lnTo>
                  <a:lnTo>
                    <a:pt x="1287663" y="46879"/>
                  </a:lnTo>
                  <a:lnTo>
                    <a:pt x="1289752" y="47074"/>
                  </a:lnTo>
                  <a:lnTo>
                    <a:pt x="1291841" y="47263"/>
                  </a:lnTo>
                  <a:lnTo>
                    <a:pt x="1293930" y="47449"/>
                  </a:lnTo>
                  <a:lnTo>
                    <a:pt x="1296019" y="47634"/>
                  </a:lnTo>
                  <a:lnTo>
                    <a:pt x="1298108" y="47816"/>
                  </a:lnTo>
                  <a:lnTo>
                    <a:pt x="1300197" y="47995"/>
                  </a:lnTo>
                  <a:lnTo>
                    <a:pt x="1302286" y="48170"/>
                  </a:lnTo>
                  <a:lnTo>
                    <a:pt x="1304375" y="48339"/>
                  </a:lnTo>
                  <a:lnTo>
                    <a:pt x="1306464" y="48500"/>
                  </a:lnTo>
                  <a:lnTo>
                    <a:pt x="1308553" y="48654"/>
                  </a:lnTo>
                  <a:lnTo>
                    <a:pt x="1310642" y="48799"/>
                  </a:lnTo>
                  <a:lnTo>
                    <a:pt x="1312731" y="48938"/>
                  </a:lnTo>
                  <a:lnTo>
                    <a:pt x="1314820" y="49070"/>
                  </a:lnTo>
                  <a:lnTo>
                    <a:pt x="1316909" y="49191"/>
                  </a:lnTo>
                  <a:lnTo>
                    <a:pt x="1318998" y="49300"/>
                  </a:lnTo>
                  <a:lnTo>
                    <a:pt x="1321087" y="49393"/>
                  </a:lnTo>
                  <a:lnTo>
                    <a:pt x="1323176" y="49461"/>
                  </a:lnTo>
                  <a:lnTo>
                    <a:pt x="1325265" y="49501"/>
                  </a:lnTo>
                  <a:lnTo>
                    <a:pt x="1327354" y="49511"/>
                  </a:lnTo>
                  <a:lnTo>
                    <a:pt x="1329444" y="49482"/>
                  </a:lnTo>
                  <a:lnTo>
                    <a:pt x="1331533" y="49416"/>
                  </a:lnTo>
                  <a:lnTo>
                    <a:pt x="1333622" y="49315"/>
                  </a:lnTo>
                  <a:lnTo>
                    <a:pt x="1335711" y="49179"/>
                  </a:lnTo>
                  <a:lnTo>
                    <a:pt x="1337800" y="49008"/>
                  </a:lnTo>
                  <a:lnTo>
                    <a:pt x="1339889" y="48803"/>
                  </a:lnTo>
                  <a:lnTo>
                    <a:pt x="1341978" y="48567"/>
                  </a:lnTo>
                  <a:lnTo>
                    <a:pt x="1344067" y="48297"/>
                  </a:lnTo>
                  <a:lnTo>
                    <a:pt x="1346156" y="47989"/>
                  </a:lnTo>
                  <a:lnTo>
                    <a:pt x="1348245" y="47644"/>
                  </a:lnTo>
                  <a:lnTo>
                    <a:pt x="1350334" y="47262"/>
                  </a:lnTo>
                  <a:lnTo>
                    <a:pt x="1352423" y="46847"/>
                  </a:lnTo>
                  <a:lnTo>
                    <a:pt x="1354512" y="46405"/>
                  </a:lnTo>
                  <a:lnTo>
                    <a:pt x="1356601" y="45941"/>
                  </a:lnTo>
                  <a:lnTo>
                    <a:pt x="1358690" y="45460"/>
                  </a:lnTo>
                  <a:lnTo>
                    <a:pt x="1360779" y="44968"/>
                  </a:lnTo>
                  <a:lnTo>
                    <a:pt x="1362868" y="44469"/>
                  </a:lnTo>
                  <a:lnTo>
                    <a:pt x="1364957" y="43963"/>
                  </a:lnTo>
                  <a:lnTo>
                    <a:pt x="1367046" y="43451"/>
                  </a:lnTo>
                  <a:lnTo>
                    <a:pt x="1369135" y="42936"/>
                  </a:lnTo>
                  <a:lnTo>
                    <a:pt x="1371224" y="42418"/>
                  </a:lnTo>
                  <a:lnTo>
                    <a:pt x="1373313" y="41897"/>
                  </a:lnTo>
                  <a:lnTo>
                    <a:pt x="1375402" y="41379"/>
                  </a:lnTo>
                  <a:lnTo>
                    <a:pt x="1377491" y="40870"/>
                  </a:lnTo>
                  <a:lnTo>
                    <a:pt x="1379580" y="40376"/>
                  </a:lnTo>
                  <a:lnTo>
                    <a:pt x="1381669" y="39905"/>
                  </a:lnTo>
                  <a:lnTo>
                    <a:pt x="1383758" y="39453"/>
                  </a:lnTo>
                  <a:lnTo>
                    <a:pt x="1385848" y="39020"/>
                  </a:lnTo>
                  <a:lnTo>
                    <a:pt x="1387937" y="38609"/>
                  </a:lnTo>
                  <a:lnTo>
                    <a:pt x="1390026" y="38218"/>
                  </a:lnTo>
                  <a:lnTo>
                    <a:pt x="1392115" y="37850"/>
                  </a:lnTo>
                  <a:lnTo>
                    <a:pt x="1394204" y="37507"/>
                  </a:lnTo>
                  <a:lnTo>
                    <a:pt x="1396293" y="37184"/>
                  </a:lnTo>
                  <a:lnTo>
                    <a:pt x="1398382" y="36882"/>
                  </a:lnTo>
                  <a:lnTo>
                    <a:pt x="1400471" y="36606"/>
                  </a:lnTo>
                  <a:lnTo>
                    <a:pt x="1402560" y="36356"/>
                  </a:lnTo>
                  <a:lnTo>
                    <a:pt x="1404649" y="36135"/>
                  </a:lnTo>
                  <a:lnTo>
                    <a:pt x="1406738" y="35937"/>
                  </a:lnTo>
                  <a:lnTo>
                    <a:pt x="1408827" y="35764"/>
                  </a:lnTo>
                  <a:lnTo>
                    <a:pt x="1410916" y="35620"/>
                  </a:lnTo>
                  <a:lnTo>
                    <a:pt x="1413005" y="35500"/>
                  </a:lnTo>
                  <a:lnTo>
                    <a:pt x="1415094" y="35406"/>
                  </a:lnTo>
                  <a:lnTo>
                    <a:pt x="1417183" y="35346"/>
                  </a:lnTo>
                  <a:lnTo>
                    <a:pt x="1419272" y="35313"/>
                  </a:lnTo>
                  <a:lnTo>
                    <a:pt x="1421361" y="35315"/>
                  </a:lnTo>
                  <a:lnTo>
                    <a:pt x="1423450" y="35352"/>
                  </a:lnTo>
                  <a:lnTo>
                    <a:pt x="1425539" y="35422"/>
                  </a:lnTo>
                  <a:lnTo>
                    <a:pt x="1427628" y="35527"/>
                  </a:lnTo>
                  <a:lnTo>
                    <a:pt x="1429717" y="35668"/>
                  </a:lnTo>
                  <a:lnTo>
                    <a:pt x="1431806" y="35840"/>
                  </a:lnTo>
                  <a:lnTo>
                    <a:pt x="1433895" y="36042"/>
                  </a:lnTo>
                  <a:lnTo>
                    <a:pt x="1435984" y="36280"/>
                  </a:lnTo>
                  <a:lnTo>
                    <a:pt x="1438073" y="36549"/>
                  </a:lnTo>
                  <a:lnTo>
                    <a:pt x="1438153" y="118574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7"/>
            <p:cNvSpPr/>
            <p:nvPr/>
          </p:nvSpPr>
          <p:spPr>
            <a:xfrm>
              <a:off x="2189610" y="5760402"/>
              <a:ext cx="5222590" cy="0"/>
            </a:xfrm>
            <a:custGeom>
              <a:avLst/>
              <a:pathLst>
                <a:path w="5222590" h="0">
                  <a:moveTo>
                    <a:pt x="0" y="0"/>
                  </a:moveTo>
                  <a:lnTo>
                    <a:pt x="522259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8"/>
            <p:cNvSpPr/>
            <p:nvPr/>
          </p:nvSpPr>
          <p:spPr>
            <a:xfrm>
              <a:off x="2189610" y="5760402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29"/>
            <p:cNvSpPr/>
            <p:nvPr/>
          </p:nvSpPr>
          <p:spPr>
            <a:xfrm>
              <a:off x="3234128" y="5760402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0"/>
            <p:cNvSpPr/>
            <p:nvPr/>
          </p:nvSpPr>
          <p:spPr>
            <a:xfrm>
              <a:off x="4278647" y="5760402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1"/>
            <p:cNvSpPr/>
            <p:nvPr/>
          </p:nvSpPr>
          <p:spPr>
            <a:xfrm>
              <a:off x="5323165" y="5760402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2"/>
            <p:cNvSpPr/>
            <p:nvPr/>
          </p:nvSpPr>
          <p:spPr>
            <a:xfrm>
              <a:off x="6367683" y="5760402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3"/>
            <p:cNvSpPr/>
            <p:nvPr/>
          </p:nvSpPr>
          <p:spPr>
            <a:xfrm>
              <a:off x="7412201" y="5760402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tx34"/>
            <p:cNvSpPr/>
            <p:nvPr/>
          </p:nvSpPr>
          <p:spPr>
            <a:xfrm>
              <a:off x="1801764" y="5974319"/>
              <a:ext cx="775692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57810000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2846282" y="5974319"/>
              <a:ext cx="775692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57820000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3890800" y="5974319"/>
              <a:ext cx="775692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57830000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4935319" y="5974319"/>
              <a:ext cx="775692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57840000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5979837" y="5974319"/>
              <a:ext cx="775692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57850000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7024355" y="5974319"/>
              <a:ext cx="775692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57860000</a:t>
              </a:r>
            </a:p>
          </p:txBody>
        </p:sp>
        <p:sp>
          <p:nvSpPr>
            <p:cNvPr id="41" name="pl40"/>
            <p:cNvSpPr/>
            <p:nvPr/>
          </p:nvSpPr>
          <p:spPr>
            <a:xfrm>
              <a:off x="1188720" y="4345806"/>
              <a:ext cx="0" cy="1306207"/>
            </a:xfrm>
            <a:custGeom>
              <a:avLst/>
              <a:pathLst>
                <a:path w="0" h="1306207">
                  <a:moveTo>
                    <a:pt x="0" y="1306207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1"/>
            <p:cNvSpPr/>
            <p:nvPr/>
          </p:nvSpPr>
          <p:spPr>
            <a:xfrm>
              <a:off x="1097280" y="5652013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2"/>
            <p:cNvSpPr/>
            <p:nvPr/>
          </p:nvSpPr>
          <p:spPr>
            <a:xfrm>
              <a:off x="1097280" y="5216611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3"/>
            <p:cNvSpPr/>
            <p:nvPr/>
          </p:nvSpPr>
          <p:spPr>
            <a:xfrm>
              <a:off x="1097280" y="4781209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4"/>
            <p:cNvSpPr/>
            <p:nvPr/>
          </p:nvSpPr>
          <p:spPr>
            <a:xfrm>
              <a:off x="1097280" y="4345806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tx45"/>
            <p:cNvSpPr/>
            <p:nvPr/>
          </p:nvSpPr>
          <p:spPr>
            <a:xfrm rot="-5400000">
              <a:off x="864154" y="5595384"/>
              <a:ext cx="96961" cy="1132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</a:t>
              </a:r>
            </a:p>
          </p:txBody>
        </p:sp>
        <p:sp>
          <p:nvSpPr>
            <p:cNvPr id="47" name="tx46"/>
            <p:cNvSpPr/>
            <p:nvPr/>
          </p:nvSpPr>
          <p:spPr>
            <a:xfrm rot="-5400000">
              <a:off x="863149" y="5158977"/>
              <a:ext cx="96961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48" name="tx47"/>
            <p:cNvSpPr/>
            <p:nvPr/>
          </p:nvSpPr>
          <p:spPr>
            <a:xfrm rot="-5400000">
              <a:off x="865233" y="4725658"/>
              <a:ext cx="96961" cy="1111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</a:t>
              </a:r>
            </a:p>
          </p:txBody>
        </p:sp>
        <p:sp>
          <p:nvSpPr>
            <p:cNvPr id="49" name="tx48"/>
            <p:cNvSpPr/>
            <p:nvPr/>
          </p:nvSpPr>
          <p:spPr>
            <a:xfrm rot="-5400000">
              <a:off x="863149" y="4288172"/>
              <a:ext cx="96961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</a:t>
              </a:r>
            </a:p>
          </p:txBody>
        </p:sp>
        <p:sp>
          <p:nvSpPr>
            <p:cNvPr id="50" name="pg49"/>
            <p:cNvSpPr/>
            <p:nvPr/>
          </p:nvSpPr>
          <p:spPr>
            <a:xfrm>
              <a:off x="1188720" y="4009485"/>
              <a:ext cx="6766559" cy="1750917"/>
            </a:xfrm>
            <a:custGeom>
              <a:avLst/>
              <a:pathLst>
                <a:path w="6766559" h="1750917">
                  <a:moveTo>
                    <a:pt x="0" y="1750917"/>
                  </a:moveTo>
                  <a:lnTo>
                    <a:pt x="6766559" y="1750917"/>
                  </a:lnTo>
                  <a:lnTo>
                    <a:pt x="6766559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tx50"/>
            <p:cNvSpPr/>
            <p:nvPr/>
          </p:nvSpPr>
          <p:spPr>
            <a:xfrm>
              <a:off x="3755022" y="3826542"/>
              <a:ext cx="1633954" cy="1764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e75_emeso_cnt_n</a:t>
              </a:r>
            </a:p>
          </p:txBody>
        </p:sp>
        <p:sp>
          <p:nvSpPr>
            <p:cNvPr id="52" name="tx51"/>
            <p:cNvSpPr/>
            <p:nvPr/>
          </p:nvSpPr>
          <p:spPr>
            <a:xfrm>
              <a:off x="4192897" y="6307858"/>
              <a:ext cx="758204" cy="1474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prof$start</a:t>
              </a:r>
            </a:p>
          </p:txBody>
        </p:sp>
        <p:sp>
          <p:nvSpPr>
            <p:cNvPr id="53" name="pg52"/>
            <p:cNvSpPr/>
            <p:nvPr/>
          </p:nvSpPr>
          <p:spPr>
            <a:xfrm>
              <a:off x="1488693" y="5473973"/>
              <a:ext cx="6163826" cy="286429"/>
            </a:xfrm>
            <a:custGeom>
              <a:avLst/>
              <a:pathLst>
                <a:path w="6163826" h="286429">
                  <a:moveTo>
                    <a:pt x="0" y="286429"/>
                  </a:moveTo>
                  <a:lnTo>
                    <a:pt x="1089" y="284681"/>
                  </a:lnTo>
                  <a:lnTo>
                    <a:pt x="3178" y="281523"/>
                  </a:lnTo>
                  <a:lnTo>
                    <a:pt x="5267" y="278561"/>
                  </a:lnTo>
                  <a:lnTo>
                    <a:pt x="7356" y="275795"/>
                  </a:lnTo>
                  <a:lnTo>
                    <a:pt x="9445" y="273208"/>
                  </a:lnTo>
                  <a:lnTo>
                    <a:pt x="11534" y="270781"/>
                  </a:lnTo>
                  <a:lnTo>
                    <a:pt x="13623" y="268504"/>
                  </a:lnTo>
                  <a:lnTo>
                    <a:pt x="15712" y="266366"/>
                  </a:lnTo>
                  <a:lnTo>
                    <a:pt x="17801" y="264336"/>
                  </a:lnTo>
                  <a:lnTo>
                    <a:pt x="19890" y="262405"/>
                  </a:lnTo>
                  <a:lnTo>
                    <a:pt x="21979" y="260570"/>
                  </a:lnTo>
                  <a:lnTo>
                    <a:pt x="24069" y="258831"/>
                  </a:lnTo>
                  <a:lnTo>
                    <a:pt x="26158" y="257189"/>
                  </a:lnTo>
                  <a:lnTo>
                    <a:pt x="28247" y="255637"/>
                  </a:lnTo>
                  <a:lnTo>
                    <a:pt x="30336" y="254165"/>
                  </a:lnTo>
                  <a:lnTo>
                    <a:pt x="32425" y="252746"/>
                  </a:lnTo>
                  <a:lnTo>
                    <a:pt x="34514" y="251383"/>
                  </a:lnTo>
                  <a:lnTo>
                    <a:pt x="36603" y="250054"/>
                  </a:lnTo>
                  <a:lnTo>
                    <a:pt x="38692" y="248750"/>
                  </a:lnTo>
                  <a:lnTo>
                    <a:pt x="40781" y="247477"/>
                  </a:lnTo>
                  <a:lnTo>
                    <a:pt x="42870" y="246232"/>
                  </a:lnTo>
                  <a:lnTo>
                    <a:pt x="44959" y="245021"/>
                  </a:lnTo>
                  <a:lnTo>
                    <a:pt x="47048" y="243857"/>
                  </a:lnTo>
                  <a:lnTo>
                    <a:pt x="49137" y="242750"/>
                  </a:lnTo>
                  <a:lnTo>
                    <a:pt x="51226" y="241700"/>
                  </a:lnTo>
                  <a:lnTo>
                    <a:pt x="53315" y="240706"/>
                  </a:lnTo>
                  <a:lnTo>
                    <a:pt x="55404" y="239757"/>
                  </a:lnTo>
                  <a:lnTo>
                    <a:pt x="57493" y="238859"/>
                  </a:lnTo>
                  <a:lnTo>
                    <a:pt x="59582" y="238001"/>
                  </a:lnTo>
                  <a:lnTo>
                    <a:pt x="61671" y="237185"/>
                  </a:lnTo>
                  <a:lnTo>
                    <a:pt x="63760" y="236409"/>
                  </a:lnTo>
                  <a:lnTo>
                    <a:pt x="65849" y="235667"/>
                  </a:lnTo>
                  <a:lnTo>
                    <a:pt x="67938" y="234967"/>
                  </a:lnTo>
                  <a:lnTo>
                    <a:pt x="70027" y="234308"/>
                  </a:lnTo>
                  <a:lnTo>
                    <a:pt x="72116" y="233689"/>
                  </a:lnTo>
                  <a:lnTo>
                    <a:pt x="74205" y="233113"/>
                  </a:lnTo>
                  <a:lnTo>
                    <a:pt x="76294" y="232579"/>
                  </a:lnTo>
                  <a:lnTo>
                    <a:pt x="78383" y="232086"/>
                  </a:lnTo>
                  <a:lnTo>
                    <a:pt x="80473" y="231636"/>
                  </a:lnTo>
                  <a:lnTo>
                    <a:pt x="82562" y="231221"/>
                  </a:lnTo>
                  <a:lnTo>
                    <a:pt x="84651" y="230846"/>
                  </a:lnTo>
                  <a:lnTo>
                    <a:pt x="86740" y="230508"/>
                  </a:lnTo>
                  <a:lnTo>
                    <a:pt x="88829" y="230193"/>
                  </a:lnTo>
                  <a:lnTo>
                    <a:pt x="90918" y="229899"/>
                  </a:lnTo>
                  <a:lnTo>
                    <a:pt x="93007" y="229625"/>
                  </a:lnTo>
                  <a:lnTo>
                    <a:pt x="95096" y="229373"/>
                  </a:lnTo>
                  <a:lnTo>
                    <a:pt x="97185" y="229142"/>
                  </a:lnTo>
                  <a:lnTo>
                    <a:pt x="99274" y="228935"/>
                  </a:lnTo>
                  <a:lnTo>
                    <a:pt x="101363" y="228749"/>
                  </a:lnTo>
                  <a:lnTo>
                    <a:pt x="103452" y="228585"/>
                  </a:lnTo>
                  <a:lnTo>
                    <a:pt x="105541" y="228436"/>
                  </a:lnTo>
                  <a:lnTo>
                    <a:pt x="107630" y="228307"/>
                  </a:lnTo>
                  <a:lnTo>
                    <a:pt x="109719" y="228198"/>
                  </a:lnTo>
                  <a:lnTo>
                    <a:pt x="111808" y="228112"/>
                  </a:lnTo>
                  <a:lnTo>
                    <a:pt x="113897" y="228049"/>
                  </a:lnTo>
                  <a:lnTo>
                    <a:pt x="115986" y="228017"/>
                  </a:lnTo>
                  <a:lnTo>
                    <a:pt x="118075" y="228018"/>
                  </a:lnTo>
                  <a:lnTo>
                    <a:pt x="120164" y="228049"/>
                  </a:lnTo>
                  <a:lnTo>
                    <a:pt x="122253" y="228118"/>
                  </a:lnTo>
                  <a:lnTo>
                    <a:pt x="124342" y="228231"/>
                  </a:lnTo>
                  <a:lnTo>
                    <a:pt x="126431" y="228392"/>
                  </a:lnTo>
                  <a:lnTo>
                    <a:pt x="128520" y="228606"/>
                  </a:lnTo>
                  <a:lnTo>
                    <a:pt x="130609" y="228873"/>
                  </a:lnTo>
                  <a:lnTo>
                    <a:pt x="132698" y="229192"/>
                  </a:lnTo>
                  <a:lnTo>
                    <a:pt x="134787" y="229573"/>
                  </a:lnTo>
                  <a:lnTo>
                    <a:pt x="136876" y="230017"/>
                  </a:lnTo>
                  <a:lnTo>
                    <a:pt x="138966" y="230520"/>
                  </a:lnTo>
                  <a:lnTo>
                    <a:pt x="141055" y="231074"/>
                  </a:lnTo>
                  <a:lnTo>
                    <a:pt x="143144" y="231683"/>
                  </a:lnTo>
                  <a:lnTo>
                    <a:pt x="145233" y="232343"/>
                  </a:lnTo>
                  <a:lnTo>
                    <a:pt x="147322" y="233049"/>
                  </a:lnTo>
                  <a:lnTo>
                    <a:pt x="149411" y="233802"/>
                  </a:lnTo>
                  <a:lnTo>
                    <a:pt x="151500" y="234597"/>
                  </a:lnTo>
                  <a:lnTo>
                    <a:pt x="153589" y="235428"/>
                  </a:lnTo>
                  <a:lnTo>
                    <a:pt x="155678" y="236293"/>
                  </a:lnTo>
                  <a:lnTo>
                    <a:pt x="157767" y="237188"/>
                  </a:lnTo>
                  <a:lnTo>
                    <a:pt x="159856" y="238117"/>
                  </a:lnTo>
                  <a:lnTo>
                    <a:pt x="161945" y="239070"/>
                  </a:lnTo>
                  <a:lnTo>
                    <a:pt x="164034" y="240047"/>
                  </a:lnTo>
                  <a:lnTo>
                    <a:pt x="166123" y="241040"/>
                  </a:lnTo>
                  <a:lnTo>
                    <a:pt x="168212" y="242048"/>
                  </a:lnTo>
                  <a:lnTo>
                    <a:pt x="170301" y="243072"/>
                  </a:lnTo>
                  <a:lnTo>
                    <a:pt x="172390" y="244109"/>
                  </a:lnTo>
                  <a:lnTo>
                    <a:pt x="174479" y="245156"/>
                  </a:lnTo>
                  <a:lnTo>
                    <a:pt x="176568" y="246215"/>
                  </a:lnTo>
                  <a:lnTo>
                    <a:pt x="178657" y="247282"/>
                  </a:lnTo>
                  <a:lnTo>
                    <a:pt x="180746" y="248353"/>
                  </a:lnTo>
                  <a:lnTo>
                    <a:pt x="182835" y="249428"/>
                  </a:lnTo>
                  <a:lnTo>
                    <a:pt x="184924" y="250506"/>
                  </a:lnTo>
                  <a:lnTo>
                    <a:pt x="187013" y="251583"/>
                  </a:lnTo>
                  <a:lnTo>
                    <a:pt x="189102" y="252649"/>
                  </a:lnTo>
                  <a:lnTo>
                    <a:pt x="191191" y="253695"/>
                  </a:lnTo>
                  <a:lnTo>
                    <a:pt x="193280" y="254725"/>
                  </a:lnTo>
                  <a:lnTo>
                    <a:pt x="195370" y="255733"/>
                  </a:lnTo>
                  <a:lnTo>
                    <a:pt x="197459" y="256713"/>
                  </a:lnTo>
                  <a:lnTo>
                    <a:pt x="199548" y="257660"/>
                  </a:lnTo>
                  <a:lnTo>
                    <a:pt x="201637" y="258567"/>
                  </a:lnTo>
                  <a:lnTo>
                    <a:pt x="203726" y="259435"/>
                  </a:lnTo>
                  <a:lnTo>
                    <a:pt x="205815" y="260263"/>
                  </a:lnTo>
                  <a:lnTo>
                    <a:pt x="207904" y="261014"/>
                  </a:lnTo>
                  <a:lnTo>
                    <a:pt x="209993" y="261682"/>
                  </a:lnTo>
                  <a:lnTo>
                    <a:pt x="212082" y="262263"/>
                  </a:lnTo>
                  <a:lnTo>
                    <a:pt x="214171" y="262748"/>
                  </a:lnTo>
                  <a:lnTo>
                    <a:pt x="216260" y="263132"/>
                  </a:lnTo>
                  <a:lnTo>
                    <a:pt x="218349" y="263424"/>
                  </a:lnTo>
                  <a:lnTo>
                    <a:pt x="220438" y="263622"/>
                  </a:lnTo>
                  <a:lnTo>
                    <a:pt x="222527" y="263727"/>
                  </a:lnTo>
                  <a:lnTo>
                    <a:pt x="224616" y="263747"/>
                  </a:lnTo>
                  <a:lnTo>
                    <a:pt x="226705" y="263692"/>
                  </a:lnTo>
                  <a:lnTo>
                    <a:pt x="228794" y="263564"/>
                  </a:lnTo>
                  <a:lnTo>
                    <a:pt x="230883" y="263370"/>
                  </a:lnTo>
                  <a:lnTo>
                    <a:pt x="232972" y="263104"/>
                  </a:lnTo>
                  <a:lnTo>
                    <a:pt x="235061" y="262776"/>
                  </a:lnTo>
                  <a:lnTo>
                    <a:pt x="237150" y="262386"/>
                  </a:lnTo>
                  <a:lnTo>
                    <a:pt x="239239" y="261959"/>
                  </a:lnTo>
                  <a:lnTo>
                    <a:pt x="241328" y="261501"/>
                  </a:lnTo>
                  <a:lnTo>
                    <a:pt x="243417" y="260994"/>
                  </a:lnTo>
                  <a:lnTo>
                    <a:pt x="245506" y="260433"/>
                  </a:lnTo>
                  <a:lnTo>
                    <a:pt x="247595" y="259829"/>
                  </a:lnTo>
                  <a:lnTo>
                    <a:pt x="249684" y="259191"/>
                  </a:lnTo>
                  <a:lnTo>
                    <a:pt x="251773" y="258521"/>
                  </a:lnTo>
                  <a:lnTo>
                    <a:pt x="253863" y="257820"/>
                  </a:lnTo>
                  <a:lnTo>
                    <a:pt x="255952" y="257087"/>
                  </a:lnTo>
                  <a:lnTo>
                    <a:pt x="258041" y="256321"/>
                  </a:lnTo>
                  <a:lnTo>
                    <a:pt x="260130" y="255515"/>
                  </a:lnTo>
                  <a:lnTo>
                    <a:pt x="262219" y="254673"/>
                  </a:lnTo>
                  <a:lnTo>
                    <a:pt x="264308" y="253795"/>
                  </a:lnTo>
                  <a:lnTo>
                    <a:pt x="266397" y="252876"/>
                  </a:lnTo>
                  <a:lnTo>
                    <a:pt x="268486" y="251921"/>
                  </a:lnTo>
                  <a:lnTo>
                    <a:pt x="270575" y="250923"/>
                  </a:lnTo>
                  <a:lnTo>
                    <a:pt x="272664" y="249888"/>
                  </a:lnTo>
                  <a:lnTo>
                    <a:pt x="274753" y="248844"/>
                  </a:lnTo>
                  <a:lnTo>
                    <a:pt x="276842" y="247799"/>
                  </a:lnTo>
                  <a:lnTo>
                    <a:pt x="278931" y="246745"/>
                  </a:lnTo>
                  <a:lnTo>
                    <a:pt x="281020" y="245678"/>
                  </a:lnTo>
                  <a:lnTo>
                    <a:pt x="283109" y="244597"/>
                  </a:lnTo>
                  <a:lnTo>
                    <a:pt x="285198" y="243502"/>
                  </a:lnTo>
                  <a:lnTo>
                    <a:pt x="287287" y="242392"/>
                  </a:lnTo>
                  <a:lnTo>
                    <a:pt x="289376" y="241264"/>
                  </a:lnTo>
                  <a:lnTo>
                    <a:pt x="291465" y="240114"/>
                  </a:lnTo>
                  <a:lnTo>
                    <a:pt x="293554" y="238945"/>
                  </a:lnTo>
                  <a:lnTo>
                    <a:pt x="295643" y="237758"/>
                  </a:lnTo>
                  <a:lnTo>
                    <a:pt x="297732" y="236552"/>
                  </a:lnTo>
                  <a:lnTo>
                    <a:pt x="299821" y="235328"/>
                  </a:lnTo>
                  <a:lnTo>
                    <a:pt x="301910" y="234096"/>
                  </a:lnTo>
                  <a:lnTo>
                    <a:pt x="303999" y="232860"/>
                  </a:lnTo>
                  <a:lnTo>
                    <a:pt x="306088" y="231623"/>
                  </a:lnTo>
                  <a:lnTo>
                    <a:pt x="308177" y="230386"/>
                  </a:lnTo>
                  <a:lnTo>
                    <a:pt x="310267" y="229147"/>
                  </a:lnTo>
                  <a:lnTo>
                    <a:pt x="312356" y="227938"/>
                  </a:lnTo>
                  <a:lnTo>
                    <a:pt x="314445" y="226796"/>
                  </a:lnTo>
                  <a:lnTo>
                    <a:pt x="316534" y="225719"/>
                  </a:lnTo>
                  <a:lnTo>
                    <a:pt x="318623" y="224714"/>
                  </a:lnTo>
                  <a:lnTo>
                    <a:pt x="320712" y="223779"/>
                  </a:lnTo>
                  <a:lnTo>
                    <a:pt x="322801" y="222912"/>
                  </a:lnTo>
                  <a:lnTo>
                    <a:pt x="324890" y="222105"/>
                  </a:lnTo>
                  <a:lnTo>
                    <a:pt x="326979" y="221361"/>
                  </a:lnTo>
                  <a:lnTo>
                    <a:pt x="329068" y="220680"/>
                  </a:lnTo>
                  <a:lnTo>
                    <a:pt x="331157" y="220057"/>
                  </a:lnTo>
                  <a:lnTo>
                    <a:pt x="333246" y="219491"/>
                  </a:lnTo>
                  <a:lnTo>
                    <a:pt x="335335" y="218974"/>
                  </a:lnTo>
                  <a:lnTo>
                    <a:pt x="337424" y="218507"/>
                  </a:lnTo>
                  <a:lnTo>
                    <a:pt x="339513" y="218086"/>
                  </a:lnTo>
                  <a:lnTo>
                    <a:pt x="341602" y="217703"/>
                  </a:lnTo>
                  <a:lnTo>
                    <a:pt x="343691" y="217332"/>
                  </a:lnTo>
                  <a:lnTo>
                    <a:pt x="345780" y="216943"/>
                  </a:lnTo>
                  <a:lnTo>
                    <a:pt x="347869" y="216550"/>
                  </a:lnTo>
                  <a:lnTo>
                    <a:pt x="349958" y="216191"/>
                  </a:lnTo>
                  <a:lnTo>
                    <a:pt x="352047" y="215873"/>
                  </a:lnTo>
                  <a:lnTo>
                    <a:pt x="354136" y="215587"/>
                  </a:lnTo>
                  <a:lnTo>
                    <a:pt x="356225" y="215328"/>
                  </a:lnTo>
                  <a:lnTo>
                    <a:pt x="358314" y="215097"/>
                  </a:lnTo>
                  <a:lnTo>
                    <a:pt x="360403" y="214890"/>
                  </a:lnTo>
                  <a:lnTo>
                    <a:pt x="362492" y="214708"/>
                  </a:lnTo>
                  <a:lnTo>
                    <a:pt x="364581" y="214557"/>
                  </a:lnTo>
                  <a:lnTo>
                    <a:pt x="366670" y="214445"/>
                  </a:lnTo>
                  <a:lnTo>
                    <a:pt x="368760" y="214367"/>
                  </a:lnTo>
                  <a:lnTo>
                    <a:pt x="370849" y="214331"/>
                  </a:lnTo>
                  <a:lnTo>
                    <a:pt x="372938" y="214333"/>
                  </a:lnTo>
                  <a:lnTo>
                    <a:pt x="375027" y="214379"/>
                  </a:lnTo>
                  <a:lnTo>
                    <a:pt x="377116" y="214472"/>
                  </a:lnTo>
                  <a:lnTo>
                    <a:pt x="379205" y="214582"/>
                  </a:lnTo>
                  <a:lnTo>
                    <a:pt x="381294" y="214681"/>
                  </a:lnTo>
                  <a:lnTo>
                    <a:pt x="383383" y="214764"/>
                  </a:lnTo>
                  <a:lnTo>
                    <a:pt x="385472" y="214843"/>
                  </a:lnTo>
                  <a:lnTo>
                    <a:pt x="387561" y="214922"/>
                  </a:lnTo>
                  <a:lnTo>
                    <a:pt x="389650" y="215014"/>
                  </a:lnTo>
                  <a:lnTo>
                    <a:pt x="391739" y="215125"/>
                  </a:lnTo>
                  <a:lnTo>
                    <a:pt x="393828" y="215256"/>
                  </a:lnTo>
                  <a:lnTo>
                    <a:pt x="395917" y="215416"/>
                  </a:lnTo>
                  <a:lnTo>
                    <a:pt x="398006" y="215607"/>
                  </a:lnTo>
                  <a:lnTo>
                    <a:pt x="400095" y="215837"/>
                  </a:lnTo>
                  <a:lnTo>
                    <a:pt x="402184" y="216114"/>
                  </a:lnTo>
                  <a:lnTo>
                    <a:pt x="404273" y="216441"/>
                  </a:lnTo>
                  <a:lnTo>
                    <a:pt x="406362" y="216816"/>
                  </a:lnTo>
                  <a:lnTo>
                    <a:pt x="408451" y="217227"/>
                  </a:lnTo>
                  <a:lnTo>
                    <a:pt x="410540" y="217680"/>
                  </a:lnTo>
                  <a:lnTo>
                    <a:pt x="412629" y="218169"/>
                  </a:lnTo>
                  <a:lnTo>
                    <a:pt x="414718" y="218694"/>
                  </a:lnTo>
                  <a:lnTo>
                    <a:pt x="416807" y="219256"/>
                  </a:lnTo>
                  <a:lnTo>
                    <a:pt x="418896" y="219822"/>
                  </a:lnTo>
                  <a:lnTo>
                    <a:pt x="420985" y="220385"/>
                  </a:lnTo>
                  <a:lnTo>
                    <a:pt x="423074" y="220947"/>
                  </a:lnTo>
                  <a:lnTo>
                    <a:pt x="425164" y="221502"/>
                  </a:lnTo>
                  <a:lnTo>
                    <a:pt x="427253" y="222048"/>
                  </a:lnTo>
                  <a:lnTo>
                    <a:pt x="429342" y="222585"/>
                  </a:lnTo>
                  <a:lnTo>
                    <a:pt x="431431" y="223108"/>
                  </a:lnTo>
                  <a:lnTo>
                    <a:pt x="433520" y="223610"/>
                  </a:lnTo>
                  <a:lnTo>
                    <a:pt x="435609" y="224091"/>
                  </a:lnTo>
                  <a:lnTo>
                    <a:pt x="437698" y="224547"/>
                  </a:lnTo>
                  <a:lnTo>
                    <a:pt x="439787" y="224978"/>
                  </a:lnTo>
                  <a:lnTo>
                    <a:pt x="441876" y="225385"/>
                  </a:lnTo>
                  <a:lnTo>
                    <a:pt x="443965" y="225766"/>
                  </a:lnTo>
                  <a:lnTo>
                    <a:pt x="446054" y="226125"/>
                  </a:lnTo>
                  <a:lnTo>
                    <a:pt x="448143" y="226461"/>
                  </a:lnTo>
                  <a:lnTo>
                    <a:pt x="450232" y="226798"/>
                  </a:lnTo>
                  <a:lnTo>
                    <a:pt x="452321" y="227143"/>
                  </a:lnTo>
                  <a:lnTo>
                    <a:pt x="454410" y="227468"/>
                  </a:lnTo>
                  <a:lnTo>
                    <a:pt x="456499" y="227762"/>
                  </a:lnTo>
                  <a:lnTo>
                    <a:pt x="458588" y="228031"/>
                  </a:lnTo>
                  <a:lnTo>
                    <a:pt x="460677" y="228280"/>
                  </a:lnTo>
                  <a:lnTo>
                    <a:pt x="462766" y="228507"/>
                  </a:lnTo>
                  <a:lnTo>
                    <a:pt x="464855" y="228717"/>
                  </a:lnTo>
                  <a:lnTo>
                    <a:pt x="466944" y="228911"/>
                  </a:lnTo>
                  <a:lnTo>
                    <a:pt x="469033" y="229086"/>
                  </a:lnTo>
                  <a:lnTo>
                    <a:pt x="471122" y="229237"/>
                  </a:lnTo>
                  <a:lnTo>
                    <a:pt x="473211" y="229361"/>
                  </a:lnTo>
                  <a:lnTo>
                    <a:pt x="475300" y="229463"/>
                  </a:lnTo>
                  <a:lnTo>
                    <a:pt x="477389" y="229541"/>
                  </a:lnTo>
                  <a:lnTo>
                    <a:pt x="479478" y="229598"/>
                  </a:lnTo>
                  <a:lnTo>
                    <a:pt x="481567" y="229632"/>
                  </a:lnTo>
                  <a:lnTo>
                    <a:pt x="483657" y="229639"/>
                  </a:lnTo>
                  <a:lnTo>
                    <a:pt x="485746" y="229642"/>
                  </a:lnTo>
                  <a:lnTo>
                    <a:pt x="487835" y="229648"/>
                  </a:lnTo>
                  <a:lnTo>
                    <a:pt x="489924" y="229649"/>
                  </a:lnTo>
                  <a:lnTo>
                    <a:pt x="492013" y="229639"/>
                  </a:lnTo>
                  <a:lnTo>
                    <a:pt x="494102" y="229603"/>
                  </a:lnTo>
                  <a:lnTo>
                    <a:pt x="496191" y="229529"/>
                  </a:lnTo>
                  <a:lnTo>
                    <a:pt x="498280" y="229413"/>
                  </a:lnTo>
                  <a:lnTo>
                    <a:pt x="500369" y="229255"/>
                  </a:lnTo>
                  <a:lnTo>
                    <a:pt x="502458" y="229056"/>
                  </a:lnTo>
                  <a:lnTo>
                    <a:pt x="504547" y="228813"/>
                  </a:lnTo>
                  <a:lnTo>
                    <a:pt x="506636" y="228519"/>
                  </a:lnTo>
                  <a:lnTo>
                    <a:pt x="508725" y="228168"/>
                  </a:lnTo>
                  <a:lnTo>
                    <a:pt x="510814" y="227760"/>
                  </a:lnTo>
                  <a:lnTo>
                    <a:pt x="512903" y="227300"/>
                  </a:lnTo>
                  <a:lnTo>
                    <a:pt x="514992" y="226794"/>
                  </a:lnTo>
                  <a:lnTo>
                    <a:pt x="517081" y="226245"/>
                  </a:lnTo>
                  <a:lnTo>
                    <a:pt x="519170" y="225655"/>
                  </a:lnTo>
                  <a:lnTo>
                    <a:pt x="521259" y="225024"/>
                  </a:lnTo>
                  <a:lnTo>
                    <a:pt x="523348" y="224356"/>
                  </a:lnTo>
                  <a:lnTo>
                    <a:pt x="525437" y="223665"/>
                  </a:lnTo>
                  <a:lnTo>
                    <a:pt x="527526" y="222955"/>
                  </a:lnTo>
                  <a:lnTo>
                    <a:pt x="529615" y="222236"/>
                  </a:lnTo>
                  <a:lnTo>
                    <a:pt x="531704" y="221509"/>
                  </a:lnTo>
                  <a:lnTo>
                    <a:pt x="533793" y="220779"/>
                  </a:lnTo>
                  <a:lnTo>
                    <a:pt x="535882" y="220051"/>
                  </a:lnTo>
                  <a:lnTo>
                    <a:pt x="537971" y="219331"/>
                  </a:lnTo>
                  <a:lnTo>
                    <a:pt x="540061" y="218623"/>
                  </a:lnTo>
                  <a:lnTo>
                    <a:pt x="542150" y="217929"/>
                  </a:lnTo>
                  <a:lnTo>
                    <a:pt x="544239" y="217249"/>
                  </a:lnTo>
                  <a:lnTo>
                    <a:pt x="546328" y="216583"/>
                  </a:lnTo>
                  <a:lnTo>
                    <a:pt x="548417" y="215928"/>
                  </a:lnTo>
                  <a:lnTo>
                    <a:pt x="550506" y="215286"/>
                  </a:lnTo>
                  <a:lnTo>
                    <a:pt x="552595" y="214658"/>
                  </a:lnTo>
                  <a:lnTo>
                    <a:pt x="554684" y="214045"/>
                  </a:lnTo>
                  <a:lnTo>
                    <a:pt x="556773" y="213447"/>
                  </a:lnTo>
                  <a:lnTo>
                    <a:pt x="558862" y="212865"/>
                  </a:lnTo>
                  <a:lnTo>
                    <a:pt x="560951" y="212300"/>
                  </a:lnTo>
                  <a:lnTo>
                    <a:pt x="563040" y="211755"/>
                  </a:lnTo>
                  <a:lnTo>
                    <a:pt x="565129" y="211218"/>
                  </a:lnTo>
                  <a:lnTo>
                    <a:pt x="567218" y="210691"/>
                  </a:lnTo>
                  <a:lnTo>
                    <a:pt x="569307" y="210177"/>
                  </a:lnTo>
                  <a:lnTo>
                    <a:pt x="571396" y="209668"/>
                  </a:lnTo>
                  <a:lnTo>
                    <a:pt x="573485" y="209174"/>
                  </a:lnTo>
                  <a:lnTo>
                    <a:pt x="575574" y="208692"/>
                  </a:lnTo>
                  <a:lnTo>
                    <a:pt x="577663" y="208222"/>
                  </a:lnTo>
                  <a:lnTo>
                    <a:pt x="579752" y="207767"/>
                  </a:lnTo>
                  <a:lnTo>
                    <a:pt x="581841" y="207328"/>
                  </a:lnTo>
                  <a:lnTo>
                    <a:pt x="583930" y="206903"/>
                  </a:lnTo>
                  <a:lnTo>
                    <a:pt x="586019" y="206492"/>
                  </a:lnTo>
                  <a:lnTo>
                    <a:pt x="588108" y="206098"/>
                  </a:lnTo>
                  <a:lnTo>
                    <a:pt x="590197" y="205723"/>
                  </a:lnTo>
                  <a:lnTo>
                    <a:pt x="592286" y="205368"/>
                  </a:lnTo>
                  <a:lnTo>
                    <a:pt x="594375" y="205026"/>
                  </a:lnTo>
                  <a:lnTo>
                    <a:pt x="596464" y="204702"/>
                  </a:lnTo>
                  <a:lnTo>
                    <a:pt x="598554" y="204399"/>
                  </a:lnTo>
                  <a:lnTo>
                    <a:pt x="600643" y="204126"/>
                  </a:lnTo>
                  <a:lnTo>
                    <a:pt x="602732" y="203887"/>
                  </a:lnTo>
                  <a:lnTo>
                    <a:pt x="604821" y="203676"/>
                  </a:lnTo>
                  <a:lnTo>
                    <a:pt x="606910" y="203497"/>
                  </a:lnTo>
                  <a:lnTo>
                    <a:pt x="608999" y="203346"/>
                  </a:lnTo>
                  <a:lnTo>
                    <a:pt x="611088" y="203221"/>
                  </a:lnTo>
                  <a:lnTo>
                    <a:pt x="613177" y="203128"/>
                  </a:lnTo>
                  <a:lnTo>
                    <a:pt x="615266" y="203070"/>
                  </a:lnTo>
                  <a:lnTo>
                    <a:pt x="617355" y="203047"/>
                  </a:lnTo>
                  <a:lnTo>
                    <a:pt x="619444" y="203056"/>
                  </a:lnTo>
                  <a:lnTo>
                    <a:pt x="621533" y="203097"/>
                  </a:lnTo>
                  <a:lnTo>
                    <a:pt x="623622" y="203165"/>
                  </a:lnTo>
                  <a:lnTo>
                    <a:pt x="625711" y="203268"/>
                  </a:lnTo>
                  <a:lnTo>
                    <a:pt x="627800" y="203405"/>
                  </a:lnTo>
                  <a:lnTo>
                    <a:pt x="629889" y="203570"/>
                  </a:lnTo>
                  <a:lnTo>
                    <a:pt x="631978" y="203756"/>
                  </a:lnTo>
                  <a:lnTo>
                    <a:pt x="634067" y="203964"/>
                  </a:lnTo>
                  <a:lnTo>
                    <a:pt x="636156" y="204191"/>
                  </a:lnTo>
                  <a:lnTo>
                    <a:pt x="638245" y="204435"/>
                  </a:lnTo>
                  <a:lnTo>
                    <a:pt x="640334" y="204699"/>
                  </a:lnTo>
                  <a:lnTo>
                    <a:pt x="642423" y="204983"/>
                  </a:lnTo>
                  <a:lnTo>
                    <a:pt x="644512" y="205285"/>
                  </a:lnTo>
                  <a:lnTo>
                    <a:pt x="646601" y="205603"/>
                  </a:lnTo>
                  <a:lnTo>
                    <a:pt x="648690" y="205934"/>
                  </a:lnTo>
                  <a:lnTo>
                    <a:pt x="650779" y="206274"/>
                  </a:lnTo>
                  <a:lnTo>
                    <a:pt x="652868" y="206624"/>
                  </a:lnTo>
                  <a:lnTo>
                    <a:pt x="654958" y="206982"/>
                  </a:lnTo>
                  <a:lnTo>
                    <a:pt x="657047" y="207347"/>
                  </a:lnTo>
                  <a:lnTo>
                    <a:pt x="659136" y="207719"/>
                  </a:lnTo>
                  <a:lnTo>
                    <a:pt x="661225" y="208094"/>
                  </a:lnTo>
                  <a:lnTo>
                    <a:pt x="663314" y="208473"/>
                  </a:lnTo>
                  <a:lnTo>
                    <a:pt x="665403" y="208856"/>
                  </a:lnTo>
                  <a:lnTo>
                    <a:pt x="667492" y="209236"/>
                  </a:lnTo>
                  <a:lnTo>
                    <a:pt x="669581" y="209619"/>
                  </a:lnTo>
                  <a:lnTo>
                    <a:pt x="671670" y="210005"/>
                  </a:lnTo>
                  <a:lnTo>
                    <a:pt x="673759" y="210392"/>
                  </a:lnTo>
                  <a:lnTo>
                    <a:pt x="675848" y="210775"/>
                  </a:lnTo>
                  <a:lnTo>
                    <a:pt x="677937" y="211155"/>
                  </a:lnTo>
                  <a:lnTo>
                    <a:pt x="680026" y="211528"/>
                  </a:lnTo>
                  <a:lnTo>
                    <a:pt x="682115" y="211899"/>
                  </a:lnTo>
                  <a:lnTo>
                    <a:pt x="684204" y="212265"/>
                  </a:lnTo>
                  <a:lnTo>
                    <a:pt x="686293" y="212625"/>
                  </a:lnTo>
                  <a:lnTo>
                    <a:pt x="688382" y="212973"/>
                  </a:lnTo>
                  <a:lnTo>
                    <a:pt x="690471" y="213309"/>
                  </a:lnTo>
                  <a:lnTo>
                    <a:pt x="692560" y="213633"/>
                  </a:lnTo>
                  <a:lnTo>
                    <a:pt x="694649" y="213942"/>
                  </a:lnTo>
                  <a:lnTo>
                    <a:pt x="696738" y="214230"/>
                  </a:lnTo>
                  <a:lnTo>
                    <a:pt x="698827" y="214504"/>
                  </a:lnTo>
                  <a:lnTo>
                    <a:pt x="700916" y="214766"/>
                  </a:lnTo>
                  <a:lnTo>
                    <a:pt x="703005" y="215014"/>
                  </a:lnTo>
                  <a:lnTo>
                    <a:pt x="705094" y="215252"/>
                  </a:lnTo>
                  <a:lnTo>
                    <a:pt x="707183" y="215479"/>
                  </a:lnTo>
                  <a:lnTo>
                    <a:pt x="709272" y="215698"/>
                  </a:lnTo>
                  <a:lnTo>
                    <a:pt x="711361" y="215912"/>
                  </a:lnTo>
                  <a:lnTo>
                    <a:pt x="713451" y="216118"/>
                  </a:lnTo>
                  <a:lnTo>
                    <a:pt x="715540" y="216320"/>
                  </a:lnTo>
                  <a:lnTo>
                    <a:pt x="717629" y="216519"/>
                  </a:lnTo>
                  <a:lnTo>
                    <a:pt x="719718" y="216711"/>
                  </a:lnTo>
                  <a:lnTo>
                    <a:pt x="721807" y="216894"/>
                  </a:lnTo>
                  <a:lnTo>
                    <a:pt x="723896" y="217065"/>
                  </a:lnTo>
                  <a:lnTo>
                    <a:pt x="725985" y="217223"/>
                  </a:lnTo>
                  <a:lnTo>
                    <a:pt x="728074" y="217372"/>
                  </a:lnTo>
                  <a:lnTo>
                    <a:pt x="730163" y="217508"/>
                  </a:lnTo>
                  <a:lnTo>
                    <a:pt x="732252" y="217625"/>
                  </a:lnTo>
                  <a:lnTo>
                    <a:pt x="734341" y="217723"/>
                  </a:lnTo>
                  <a:lnTo>
                    <a:pt x="736430" y="217800"/>
                  </a:lnTo>
                  <a:lnTo>
                    <a:pt x="738519" y="217853"/>
                  </a:lnTo>
                  <a:lnTo>
                    <a:pt x="740608" y="217874"/>
                  </a:lnTo>
                  <a:lnTo>
                    <a:pt x="742697" y="217866"/>
                  </a:lnTo>
                  <a:lnTo>
                    <a:pt x="744786" y="217830"/>
                  </a:lnTo>
                  <a:lnTo>
                    <a:pt x="746875" y="217759"/>
                  </a:lnTo>
                  <a:lnTo>
                    <a:pt x="748964" y="217650"/>
                  </a:lnTo>
                  <a:lnTo>
                    <a:pt x="751053" y="217505"/>
                  </a:lnTo>
                  <a:lnTo>
                    <a:pt x="753142" y="217327"/>
                  </a:lnTo>
                  <a:lnTo>
                    <a:pt x="755231" y="217124"/>
                  </a:lnTo>
                  <a:lnTo>
                    <a:pt x="757320" y="216897"/>
                  </a:lnTo>
                  <a:lnTo>
                    <a:pt x="759409" y="216650"/>
                  </a:lnTo>
                  <a:lnTo>
                    <a:pt x="761498" y="216385"/>
                  </a:lnTo>
                  <a:lnTo>
                    <a:pt x="763587" y="216107"/>
                  </a:lnTo>
                  <a:lnTo>
                    <a:pt x="765676" y="215824"/>
                  </a:lnTo>
                  <a:lnTo>
                    <a:pt x="767765" y="215535"/>
                  </a:lnTo>
                  <a:lnTo>
                    <a:pt x="769855" y="215240"/>
                  </a:lnTo>
                  <a:lnTo>
                    <a:pt x="771944" y="214939"/>
                  </a:lnTo>
                  <a:lnTo>
                    <a:pt x="774033" y="214631"/>
                  </a:lnTo>
                  <a:lnTo>
                    <a:pt x="776122" y="214314"/>
                  </a:lnTo>
                  <a:lnTo>
                    <a:pt x="778211" y="213988"/>
                  </a:lnTo>
                  <a:lnTo>
                    <a:pt x="780300" y="213662"/>
                  </a:lnTo>
                  <a:lnTo>
                    <a:pt x="782389" y="213336"/>
                  </a:lnTo>
                  <a:lnTo>
                    <a:pt x="784478" y="213013"/>
                  </a:lnTo>
                  <a:lnTo>
                    <a:pt x="786567" y="212691"/>
                  </a:lnTo>
                  <a:lnTo>
                    <a:pt x="788656" y="212368"/>
                  </a:lnTo>
                  <a:lnTo>
                    <a:pt x="790745" y="212045"/>
                  </a:lnTo>
                  <a:lnTo>
                    <a:pt x="792834" y="211726"/>
                  </a:lnTo>
                  <a:lnTo>
                    <a:pt x="794923" y="211409"/>
                  </a:lnTo>
                  <a:lnTo>
                    <a:pt x="797012" y="211092"/>
                  </a:lnTo>
                  <a:lnTo>
                    <a:pt x="799101" y="210774"/>
                  </a:lnTo>
                  <a:lnTo>
                    <a:pt x="801190" y="210461"/>
                  </a:lnTo>
                  <a:lnTo>
                    <a:pt x="803279" y="210157"/>
                  </a:lnTo>
                  <a:lnTo>
                    <a:pt x="805368" y="209860"/>
                  </a:lnTo>
                  <a:lnTo>
                    <a:pt x="807457" y="209574"/>
                  </a:lnTo>
                  <a:lnTo>
                    <a:pt x="809546" y="209297"/>
                  </a:lnTo>
                  <a:lnTo>
                    <a:pt x="811635" y="209028"/>
                  </a:lnTo>
                  <a:lnTo>
                    <a:pt x="813724" y="208772"/>
                  </a:lnTo>
                  <a:lnTo>
                    <a:pt x="815813" y="208521"/>
                  </a:lnTo>
                  <a:lnTo>
                    <a:pt x="817902" y="208280"/>
                  </a:lnTo>
                  <a:lnTo>
                    <a:pt x="819991" y="208046"/>
                  </a:lnTo>
                  <a:lnTo>
                    <a:pt x="822080" y="207815"/>
                  </a:lnTo>
                  <a:lnTo>
                    <a:pt x="824169" y="207586"/>
                  </a:lnTo>
                  <a:lnTo>
                    <a:pt x="826258" y="207368"/>
                  </a:lnTo>
                  <a:lnTo>
                    <a:pt x="828348" y="207158"/>
                  </a:lnTo>
                  <a:lnTo>
                    <a:pt x="830437" y="206965"/>
                  </a:lnTo>
                  <a:lnTo>
                    <a:pt x="832526" y="206785"/>
                  </a:lnTo>
                  <a:lnTo>
                    <a:pt x="834615" y="206619"/>
                  </a:lnTo>
                  <a:lnTo>
                    <a:pt x="836704" y="206472"/>
                  </a:lnTo>
                  <a:lnTo>
                    <a:pt x="838793" y="206341"/>
                  </a:lnTo>
                  <a:lnTo>
                    <a:pt x="840882" y="206229"/>
                  </a:lnTo>
                  <a:lnTo>
                    <a:pt x="842971" y="206135"/>
                  </a:lnTo>
                  <a:lnTo>
                    <a:pt x="845060" y="206067"/>
                  </a:lnTo>
                  <a:lnTo>
                    <a:pt x="847149" y="206030"/>
                  </a:lnTo>
                  <a:lnTo>
                    <a:pt x="849238" y="206020"/>
                  </a:lnTo>
                  <a:lnTo>
                    <a:pt x="851327" y="206007"/>
                  </a:lnTo>
                  <a:lnTo>
                    <a:pt x="853416" y="205986"/>
                  </a:lnTo>
                  <a:lnTo>
                    <a:pt x="855505" y="205953"/>
                  </a:lnTo>
                  <a:lnTo>
                    <a:pt x="857594" y="205883"/>
                  </a:lnTo>
                  <a:lnTo>
                    <a:pt x="859683" y="205776"/>
                  </a:lnTo>
                  <a:lnTo>
                    <a:pt x="861772" y="205632"/>
                  </a:lnTo>
                  <a:lnTo>
                    <a:pt x="863861" y="205447"/>
                  </a:lnTo>
                  <a:lnTo>
                    <a:pt x="865950" y="205222"/>
                  </a:lnTo>
                  <a:lnTo>
                    <a:pt x="868039" y="204952"/>
                  </a:lnTo>
                  <a:lnTo>
                    <a:pt x="870128" y="204632"/>
                  </a:lnTo>
                  <a:lnTo>
                    <a:pt x="872217" y="204257"/>
                  </a:lnTo>
                  <a:lnTo>
                    <a:pt x="874306" y="203827"/>
                  </a:lnTo>
                  <a:lnTo>
                    <a:pt x="876395" y="203335"/>
                  </a:lnTo>
                  <a:lnTo>
                    <a:pt x="878484" y="202782"/>
                  </a:lnTo>
                  <a:lnTo>
                    <a:pt x="880573" y="202172"/>
                  </a:lnTo>
                  <a:lnTo>
                    <a:pt x="882662" y="201532"/>
                  </a:lnTo>
                  <a:lnTo>
                    <a:pt x="884752" y="200870"/>
                  </a:lnTo>
                  <a:lnTo>
                    <a:pt x="886841" y="200186"/>
                  </a:lnTo>
                  <a:lnTo>
                    <a:pt x="888930" y="199505"/>
                  </a:lnTo>
                  <a:lnTo>
                    <a:pt x="891019" y="198824"/>
                  </a:lnTo>
                  <a:lnTo>
                    <a:pt x="893108" y="198140"/>
                  </a:lnTo>
                  <a:lnTo>
                    <a:pt x="895197" y="197453"/>
                  </a:lnTo>
                  <a:lnTo>
                    <a:pt x="897286" y="196760"/>
                  </a:lnTo>
                  <a:lnTo>
                    <a:pt x="899375" y="196064"/>
                  </a:lnTo>
                  <a:lnTo>
                    <a:pt x="901464" y="195367"/>
                  </a:lnTo>
                  <a:lnTo>
                    <a:pt x="903553" y="194678"/>
                  </a:lnTo>
                  <a:lnTo>
                    <a:pt x="905642" y="193999"/>
                  </a:lnTo>
                  <a:lnTo>
                    <a:pt x="907731" y="193325"/>
                  </a:lnTo>
                  <a:lnTo>
                    <a:pt x="909820" y="192655"/>
                  </a:lnTo>
                  <a:lnTo>
                    <a:pt x="911909" y="191984"/>
                  </a:lnTo>
                  <a:lnTo>
                    <a:pt x="913998" y="191308"/>
                  </a:lnTo>
                  <a:lnTo>
                    <a:pt x="916087" y="190628"/>
                  </a:lnTo>
                  <a:lnTo>
                    <a:pt x="918176" y="189942"/>
                  </a:lnTo>
                  <a:lnTo>
                    <a:pt x="920265" y="189250"/>
                  </a:lnTo>
                  <a:lnTo>
                    <a:pt x="922354" y="188552"/>
                  </a:lnTo>
                  <a:lnTo>
                    <a:pt x="924443" y="187850"/>
                  </a:lnTo>
                  <a:lnTo>
                    <a:pt x="926532" y="187152"/>
                  </a:lnTo>
                  <a:lnTo>
                    <a:pt x="928621" y="186457"/>
                  </a:lnTo>
                  <a:lnTo>
                    <a:pt x="930710" y="185759"/>
                  </a:lnTo>
                  <a:lnTo>
                    <a:pt x="932799" y="185056"/>
                  </a:lnTo>
                  <a:lnTo>
                    <a:pt x="934888" y="184346"/>
                  </a:lnTo>
                  <a:lnTo>
                    <a:pt x="936977" y="183626"/>
                  </a:lnTo>
                  <a:lnTo>
                    <a:pt x="939066" y="182896"/>
                  </a:lnTo>
                  <a:lnTo>
                    <a:pt x="941155" y="182152"/>
                  </a:lnTo>
                  <a:lnTo>
                    <a:pt x="943245" y="181404"/>
                  </a:lnTo>
                  <a:lnTo>
                    <a:pt x="945334" y="180656"/>
                  </a:lnTo>
                  <a:lnTo>
                    <a:pt x="947423" y="179908"/>
                  </a:lnTo>
                  <a:lnTo>
                    <a:pt x="949512" y="179154"/>
                  </a:lnTo>
                  <a:lnTo>
                    <a:pt x="951601" y="178391"/>
                  </a:lnTo>
                  <a:lnTo>
                    <a:pt x="953690" y="177620"/>
                  </a:lnTo>
                  <a:lnTo>
                    <a:pt x="955779" y="176872"/>
                  </a:lnTo>
                  <a:lnTo>
                    <a:pt x="957868" y="176184"/>
                  </a:lnTo>
                  <a:lnTo>
                    <a:pt x="959957" y="175567"/>
                  </a:lnTo>
                  <a:lnTo>
                    <a:pt x="962046" y="175052"/>
                  </a:lnTo>
                  <a:lnTo>
                    <a:pt x="964135" y="174659"/>
                  </a:lnTo>
                  <a:lnTo>
                    <a:pt x="966224" y="174376"/>
                  </a:lnTo>
                  <a:lnTo>
                    <a:pt x="968313" y="174205"/>
                  </a:lnTo>
                  <a:lnTo>
                    <a:pt x="970402" y="174147"/>
                  </a:lnTo>
                  <a:lnTo>
                    <a:pt x="972491" y="174202"/>
                  </a:lnTo>
                  <a:lnTo>
                    <a:pt x="974580" y="174367"/>
                  </a:lnTo>
                  <a:lnTo>
                    <a:pt x="976669" y="174648"/>
                  </a:lnTo>
                  <a:lnTo>
                    <a:pt x="978758" y="175044"/>
                  </a:lnTo>
                  <a:lnTo>
                    <a:pt x="980847" y="175566"/>
                  </a:lnTo>
                  <a:lnTo>
                    <a:pt x="982936" y="176216"/>
                  </a:lnTo>
                  <a:lnTo>
                    <a:pt x="985025" y="176995"/>
                  </a:lnTo>
                  <a:lnTo>
                    <a:pt x="987114" y="177873"/>
                  </a:lnTo>
                  <a:lnTo>
                    <a:pt x="989203" y="178811"/>
                  </a:lnTo>
                  <a:lnTo>
                    <a:pt x="991292" y="179799"/>
                  </a:lnTo>
                  <a:lnTo>
                    <a:pt x="993381" y="180809"/>
                  </a:lnTo>
                  <a:lnTo>
                    <a:pt x="995470" y="181819"/>
                  </a:lnTo>
                  <a:lnTo>
                    <a:pt x="997559" y="182838"/>
                  </a:lnTo>
                  <a:lnTo>
                    <a:pt x="999649" y="183869"/>
                  </a:lnTo>
                  <a:lnTo>
                    <a:pt x="1001738" y="184916"/>
                  </a:lnTo>
                  <a:lnTo>
                    <a:pt x="1003827" y="185979"/>
                  </a:lnTo>
                  <a:lnTo>
                    <a:pt x="1005916" y="187059"/>
                  </a:lnTo>
                  <a:lnTo>
                    <a:pt x="1008005" y="188146"/>
                  </a:lnTo>
                  <a:lnTo>
                    <a:pt x="1010094" y="189235"/>
                  </a:lnTo>
                  <a:lnTo>
                    <a:pt x="1012183" y="190325"/>
                  </a:lnTo>
                  <a:lnTo>
                    <a:pt x="1014272" y="191417"/>
                  </a:lnTo>
                  <a:lnTo>
                    <a:pt x="1016361" y="192510"/>
                  </a:lnTo>
                  <a:lnTo>
                    <a:pt x="1018450" y="193606"/>
                  </a:lnTo>
                  <a:lnTo>
                    <a:pt x="1020539" y="194708"/>
                  </a:lnTo>
                  <a:lnTo>
                    <a:pt x="1022628" y="195816"/>
                  </a:lnTo>
                  <a:lnTo>
                    <a:pt x="1024717" y="196920"/>
                  </a:lnTo>
                  <a:lnTo>
                    <a:pt x="1026806" y="198021"/>
                  </a:lnTo>
                  <a:lnTo>
                    <a:pt x="1028895" y="199116"/>
                  </a:lnTo>
                  <a:lnTo>
                    <a:pt x="1030984" y="200198"/>
                  </a:lnTo>
                  <a:lnTo>
                    <a:pt x="1033073" y="201259"/>
                  </a:lnTo>
                  <a:lnTo>
                    <a:pt x="1035162" y="202305"/>
                  </a:lnTo>
                  <a:lnTo>
                    <a:pt x="1037251" y="203340"/>
                  </a:lnTo>
                  <a:lnTo>
                    <a:pt x="1039340" y="204363"/>
                  </a:lnTo>
                  <a:lnTo>
                    <a:pt x="1041429" y="205372"/>
                  </a:lnTo>
                  <a:lnTo>
                    <a:pt x="1043518" y="206368"/>
                  </a:lnTo>
                  <a:lnTo>
                    <a:pt x="1045607" y="207350"/>
                  </a:lnTo>
                  <a:lnTo>
                    <a:pt x="1047696" y="208314"/>
                  </a:lnTo>
                  <a:lnTo>
                    <a:pt x="1049785" y="209254"/>
                  </a:lnTo>
                  <a:lnTo>
                    <a:pt x="1051874" y="210170"/>
                  </a:lnTo>
                  <a:lnTo>
                    <a:pt x="1053963" y="211064"/>
                  </a:lnTo>
                  <a:lnTo>
                    <a:pt x="1056052" y="211940"/>
                  </a:lnTo>
                  <a:lnTo>
                    <a:pt x="1058142" y="212798"/>
                  </a:lnTo>
                  <a:lnTo>
                    <a:pt x="1060231" y="213642"/>
                  </a:lnTo>
                  <a:lnTo>
                    <a:pt x="1062320" y="214440"/>
                  </a:lnTo>
                  <a:lnTo>
                    <a:pt x="1064409" y="215191"/>
                  </a:lnTo>
                  <a:lnTo>
                    <a:pt x="1066498" y="215891"/>
                  </a:lnTo>
                  <a:lnTo>
                    <a:pt x="1068587" y="216511"/>
                  </a:lnTo>
                  <a:lnTo>
                    <a:pt x="1070676" y="217065"/>
                  </a:lnTo>
                  <a:lnTo>
                    <a:pt x="1072765" y="217557"/>
                  </a:lnTo>
                  <a:lnTo>
                    <a:pt x="1074854" y="217986"/>
                  </a:lnTo>
                  <a:lnTo>
                    <a:pt x="1076943" y="218351"/>
                  </a:lnTo>
                  <a:lnTo>
                    <a:pt x="1079032" y="218656"/>
                  </a:lnTo>
                  <a:lnTo>
                    <a:pt x="1081121" y="218906"/>
                  </a:lnTo>
                  <a:lnTo>
                    <a:pt x="1083210" y="219098"/>
                  </a:lnTo>
                  <a:lnTo>
                    <a:pt x="1085299" y="219234"/>
                  </a:lnTo>
                  <a:lnTo>
                    <a:pt x="1087388" y="219308"/>
                  </a:lnTo>
                  <a:lnTo>
                    <a:pt x="1089477" y="219320"/>
                  </a:lnTo>
                  <a:lnTo>
                    <a:pt x="1091566" y="219272"/>
                  </a:lnTo>
                  <a:lnTo>
                    <a:pt x="1093655" y="219192"/>
                  </a:lnTo>
                  <a:lnTo>
                    <a:pt x="1095744" y="219090"/>
                  </a:lnTo>
                  <a:lnTo>
                    <a:pt x="1097833" y="218970"/>
                  </a:lnTo>
                  <a:lnTo>
                    <a:pt x="1099922" y="218853"/>
                  </a:lnTo>
                  <a:lnTo>
                    <a:pt x="1102011" y="218736"/>
                  </a:lnTo>
                  <a:lnTo>
                    <a:pt x="1104100" y="218617"/>
                  </a:lnTo>
                  <a:lnTo>
                    <a:pt x="1106189" y="218495"/>
                  </a:lnTo>
                  <a:lnTo>
                    <a:pt x="1108278" y="218372"/>
                  </a:lnTo>
                  <a:lnTo>
                    <a:pt x="1110367" y="218249"/>
                  </a:lnTo>
                  <a:lnTo>
                    <a:pt x="1112456" y="218119"/>
                  </a:lnTo>
                  <a:lnTo>
                    <a:pt x="1114546" y="217990"/>
                  </a:lnTo>
                  <a:lnTo>
                    <a:pt x="1116635" y="217861"/>
                  </a:lnTo>
                  <a:lnTo>
                    <a:pt x="1118724" y="217738"/>
                  </a:lnTo>
                  <a:lnTo>
                    <a:pt x="1120813" y="217629"/>
                  </a:lnTo>
                  <a:lnTo>
                    <a:pt x="1122902" y="217536"/>
                  </a:lnTo>
                  <a:lnTo>
                    <a:pt x="1124991" y="217459"/>
                  </a:lnTo>
                  <a:lnTo>
                    <a:pt x="1127080" y="217389"/>
                  </a:lnTo>
                  <a:lnTo>
                    <a:pt x="1129169" y="217334"/>
                  </a:lnTo>
                  <a:lnTo>
                    <a:pt x="1131258" y="217301"/>
                  </a:lnTo>
                  <a:lnTo>
                    <a:pt x="1133347" y="217286"/>
                  </a:lnTo>
                  <a:lnTo>
                    <a:pt x="1135436" y="217292"/>
                  </a:lnTo>
                  <a:lnTo>
                    <a:pt x="1137525" y="217321"/>
                  </a:lnTo>
                  <a:lnTo>
                    <a:pt x="1139614" y="217377"/>
                  </a:lnTo>
                  <a:lnTo>
                    <a:pt x="1141703" y="217456"/>
                  </a:lnTo>
                  <a:lnTo>
                    <a:pt x="1143792" y="217558"/>
                  </a:lnTo>
                  <a:lnTo>
                    <a:pt x="1145881" y="217687"/>
                  </a:lnTo>
                  <a:lnTo>
                    <a:pt x="1147970" y="217838"/>
                  </a:lnTo>
                  <a:lnTo>
                    <a:pt x="1150059" y="218009"/>
                  </a:lnTo>
                  <a:lnTo>
                    <a:pt x="1152148" y="218196"/>
                  </a:lnTo>
                  <a:lnTo>
                    <a:pt x="1154237" y="218405"/>
                  </a:lnTo>
                  <a:lnTo>
                    <a:pt x="1156326" y="218635"/>
                  </a:lnTo>
                  <a:lnTo>
                    <a:pt x="1158415" y="218890"/>
                  </a:lnTo>
                  <a:lnTo>
                    <a:pt x="1160504" y="219171"/>
                  </a:lnTo>
                  <a:lnTo>
                    <a:pt x="1162593" y="219479"/>
                  </a:lnTo>
                  <a:lnTo>
                    <a:pt x="1164682" y="219811"/>
                  </a:lnTo>
                  <a:lnTo>
                    <a:pt x="1166771" y="220166"/>
                  </a:lnTo>
                  <a:lnTo>
                    <a:pt x="1168860" y="220541"/>
                  </a:lnTo>
                  <a:lnTo>
                    <a:pt x="1170949" y="220937"/>
                  </a:lnTo>
                  <a:lnTo>
                    <a:pt x="1173039" y="221357"/>
                  </a:lnTo>
                  <a:lnTo>
                    <a:pt x="1175128" y="221805"/>
                  </a:lnTo>
                  <a:lnTo>
                    <a:pt x="1177217" y="222275"/>
                  </a:lnTo>
                  <a:lnTo>
                    <a:pt x="1179306" y="222772"/>
                  </a:lnTo>
                  <a:lnTo>
                    <a:pt x="1181395" y="223296"/>
                  </a:lnTo>
                  <a:lnTo>
                    <a:pt x="1183484" y="223845"/>
                  </a:lnTo>
                  <a:lnTo>
                    <a:pt x="1185573" y="224414"/>
                  </a:lnTo>
                  <a:lnTo>
                    <a:pt x="1187662" y="224995"/>
                  </a:lnTo>
                  <a:lnTo>
                    <a:pt x="1189751" y="225588"/>
                  </a:lnTo>
                  <a:lnTo>
                    <a:pt x="1191840" y="226190"/>
                  </a:lnTo>
                  <a:lnTo>
                    <a:pt x="1193929" y="226801"/>
                  </a:lnTo>
                  <a:lnTo>
                    <a:pt x="1196018" y="227418"/>
                  </a:lnTo>
                  <a:lnTo>
                    <a:pt x="1198107" y="228042"/>
                  </a:lnTo>
                  <a:lnTo>
                    <a:pt x="1200196" y="228671"/>
                  </a:lnTo>
                  <a:lnTo>
                    <a:pt x="1202285" y="229295"/>
                  </a:lnTo>
                  <a:lnTo>
                    <a:pt x="1204374" y="229920"/>
                  </a:lnTo>
                  <a:lnTo>
                    <a:pt x="1206463" y="230541"/>
                  </a:lnTo>
                  <a:lnTo>
                    <a:pt x="1208552" y="231152"/>
                  </a:lnTo>
                  <a:lnTo>
                    <a:pt x="1210641" y="231749"/>
                  </a:lnTo>
                  <a:lnTo>
                    <a:pt x="1212730" y="232328"/>
                  </a:lnTo>
                  <a:lnTo>
                    <a:pt x="1214819" y="232882"/>
                  </a:lnTo>
                  <a:lnTo>
                    <a:pt x="1216908" y="233421"/>
                  </a:lnTo>
                  <a:lnTo>
                    <a:pt x="1218997" y="233946"/>
                  </a:lnTo>
                  <a:lnTo>
                    <a:pt x="1221086" y="234453"/>
                  </a:lnTo>
                  <a:lnTo>
                    <a:pt x="1223175" y="234938"/>
                  </a:lnTo>
                  <a:lnTo>
                    <a:pt x="1225264" y="235392"/>
                  </a:lnTo>
                  <a:lnTo>
                    <a:pt x="1227353" y="235803"/>
                  </a:lnTo>
                  <a:lnTo>
                    <a:pt x="1229443" y="236170"/>
                  </a:lnTo>
                  <a:lnTo>
                    <a:pt x="1231532" y="236500"/>
                  </a:lnTo>
                  <a:lnTo>
                    <a:pt x="1233621" y="236809"/>
                  </a:lnTo>
                  <a:lnTo>
                    <a:pt x="1235710" y="237095"/>
                  </a:lnTo>
                  <a:lnTo>
                    <a:pt x="1237799" y="237365"/>
                  </a:lnTo>
                  <a:lnTo>
                    <a:pt x="1239888" y="237626"/>
                  </a:lnTo>
                  <a:lnTo>
                    <a:pt x="1241977" y="237881"/>
                  </a:lnTo>
                  <a:lnTo>
                    <a:pt x="1244066" y="238137"/>
                  </a:lnTo>
                  <a:lnTo>
                    <a:pt x="1246155" y="238396"/>
                  </a:lnTo>
                  <a:lnTo>
                    <a:pt x="1248244" y="238656"/>
                  </a:lnTo>
                  <a:lnTo>
                    <a:pt x="1250333" y="238925"/>
                  </a:lnTo>
                  <a:lnTo>
                    <a:pt x="1252422" y="239206"/>
                  </a:lnTo>
                  <a:lnTo>
                    <a:pt x="1254511" y="239508"/>
                  </a:lnTo>
                  <a:lnTo>
                    <a:pt x="1256600" y="239836"/>
                  </a:lnTo>
                  <a:lnTo>
                    <a:pt x="1258689" y="240190"/>
                  </a:lnTo>
                  <a:lnTo>
                    <a:pt x="1260778" y="240567"/>
                  </a:lnTo>
                  <a:lnTo>
                    <a:pt x="1262867" y="240965"/>
                  </a:lnTo>
                  <a:lnTo>
                    <a:pt x="1264956" y="241375"/>
                  </a:lnTo>
                  <a:lnTo>
                    <a:pt x="1267045" y="241787"/>
                  </a:lnTo>
                  <a:lnTo>
                    <a:pt x="1269134" y="242208"/>
                  </a:lnTo>
                  <a:lnTo>
                    <a:pt x="1271223" y="242634"/>
                  </a:lnTo>
                  <a:lnTo>
                    <a:pt x="1273312" y="243062"/>
                  </a:lnTo>
                  <a:lnTo>
                    <a:pt x="1275401" y="243484"/>
                  </a:lnTo>
                  <a:lnTo>
                    <a:pt x="1277490" y="243896"/>
                  </a:lnTo>
                  <a:lnTo>
                    <a:pt x="1279579" y="244294"/>
                  </a:lnTo>
                  <a:lnTo>
                    <a:pt x="1281668" y="244674"/>
                  </a:lnTo>
                  <a:lnTo>
                    <a:pt x="1283757" y="245031"/>
                  </a:lnTo>
                  <a:lnTo>
                    <a:pt x="1285846" y="245371"/>
                  </a:lnTo>
                  <a:lnTo>
                    <a:pt x="1287936" y="245693"/>
                  </a:lnTo>
                  <a:lnTo>
                    <a:pt x="1290025" y="245997"/>
                  </a:lnTo>
                  <a:lnTo>
                    <a:pt x="1292114" y="246286"/>
                  </a:lnTo>
                  <a:lnTo>
                    <a:pt x="1294203" y="246565"/>
                  </a:lnTo>
                  <a:lnTo>
                    <a:pt x="1296292" y="246837"/>
                  </a:lnTo>
                  <a:lnTo>
                    <a:pt x="1298381" y="247097"/>
                  </a:lnTo>
                  <a:lnTo>
                    <a:pt x="1300470" y="247342"/>
                  </a:lnTo>
                  <a:lnTo>
                    <a:pt x="1302559" y="247577"/>
                  </a:lnTo>
                  <a:lnTo>
                    <a:pt x="1304648" y="247797"/>
                  </a:lnTo>
                  <a:lnTo>
                    <a:pt x="1306737" y="248010"/>
                  </a:lnTo>
                  <a:lnTo>
                    <a:pt x="1308826" y="248215"/>
                  </a:lnTo>
                  <a:lnTo>
                    <a:pt x="1310915" y="248407"/>
                  </a:lnTo>
                  <a:lnTo>
                    <a:pt x="1313004" y="248588"/>
                  </a:lnTo>
                  <a:lnTo>
                    <a:pt x="1315093" y="248765"/>
                  </a:lnTo>
                  <a:lnTo>
                    <a:pt x="1317182" y="248934"/>
                  </a:lnTo>
                  <a:lnTo>
                    <a:pt x="1319271" y="249099"/>
                  </a:lnTo>
                  <a:lnTo>
                    <a:pt x="1321360" y="249261"/>
                  </a:lnTo>
                  <a:lnTo>
                    <a:pt x="1323449" y="249414"/>
                  </a:lnTo>
                  <a:lnTo>
                    <a:pt x="1325538" y="249564"/>
                  </a:lnTo>
                  <a:lnTo>
                    <a:pt x="1327627" y="249712"/>
                  </a:lnTo>
                  <a:lnTo>
                    <a:pt x="1329716" y="249867"/>
                  </a:lnTo>
                  <a:lnTo>
                    <a:pt x="1331805" y="250000"/>
                  </a:lnTo>
                  <a:lnTo>
                    <a:pt x="1333894" y="250112"/>
                  </a:lnTo>
                  <a:lnTo>
                    <a:pt x="1335983" y="250204"/>
                  </a:lnTo>
                  <a:lnTo>
                    <a:pt x="1338072" y="250262"/>
                  </a:lnTo>
                  <a:lnTo>
                    <a:pt x="1340161" y="250275"/>
                  </a:lnTo>
                  <a:lnTo>
                    <a:pt x="1342250" y="250237"/>
                  </a:lnTo>
                  <a:lnTo>
                    <a:pt x="1344339" y="250137"/>
                  </a:lnTo>
                  <a:lnTo>
                    <a:pt x="1346429" y="249975"/>
                  </a:lnTo>
                  <a:lnTo>
                    <a:pt x="1348518" y="249740"/>
                  </a:lnTo>
                  <a:lnTo>
                    <a:pt x="1350607" y="249427"/>
                  </a:lnTo>
                  <a:lnTo>
                    <a:pt x="1352696" y="249036"/>
                  </a:lnTo>
                  <a:lnTo>
                    <a:pt x="1354785" y="248559"/>
                  </a:lnTo>
                  <a:lnTo>
                    <a:pt x="1356874" y="247989"/>
                  </a:lnTo>
                  <a:lnTo>
                    <a:pt x="1358963" y="247322"/>
                  </a:lnTo>
                  <a:lnTo>
                    <a:pt x="1361052" y="246529"/>
                  </a:lnTo>
                  <a:lnTo>
                    <a:pt x="1363141" y="245628"/>
                  </a:lnTo>
                  <a:lnTo>
                    <a:pt x="1365230" y="244625"/>
                  </a:lnTo>
                  <a:lnTo>
                    <a:pt x="1367319" y="243521"/>
                  </a:lnTo>
                  <a:lnTo>
                    <a:pt x="1369408" y="242317"/>
                  </a:lnTo>
                  <a:lnTo>
                    <a:pt x="1371497" y="241025"/>
                  </a:lnTo>
                  <a:lnTo>
                    <a:pt x="1373586" y="239640"/>
                  </a:lnTo>
                  <a:lnTo>
                    <a:pt x="1375675" y="238166"/>
                  </a:lnTo>
                  <a:lnTo>
                    <a:pt x="1377764" y="236607"/>
                  </a:lnTo>
                  <a:lnTo>
                    <a:pt x="1379853" y="234974"/>
                  </a:lnTo>
                  <a:lnTo>
                    <a:pt x="1381942" y="233280"/>
                  </a:lnTo>
                  <a:lnTo>
                    <a:pt x="1384031" y="231522"/>
                  </a:lnTo>
                  <a:lnTo>
                    <a:pt x="1386120" y="229702"/>
                  </a:lnTo>
                  <a:lnTo>
                    <a:pt x="1388209" y="227827"/>
                  </a:lnTo>
                  <a:lnTo>
                    <a:pt x="1390298" y="225896"/>
                  </a:lnTo>
                  <a:lnTo>
                    <a:pt x="1392387" y="223927"/>
                  </a:lnTo>
                  <a:lnTo>
                    <a:pt x="1394476" y="221934"/>
                  </a:lnTo>
                  <a:lnTo>
                    <a:pt x="1396565" y="219925"/>
                  </a:lnTo>
                  <a:lnTo>
                    <a:pt x="1398654" y="217903"/>
                  </a:lnTo>
                  <a:lnTo>
                    <a:pt x="1400743" y="215865"/>
                  </a:lnTo>
                  <a:lnTo>
                    <a:pt x="1402833" y="213819"/>
                  </a:lnTo>
                  <a:lnTo>
                    <a:pt x="1404922" y="211772"/>
                  </a:lnTo>
                  <a:lnTo>
                    <a:pt x="1407011" y="209725"/>
                  </a:lnTo>
                  <a:lnTo>
                    <a:pt x="1409100" y="207682"/>
                  </a:lnTo>
                  <a:lnTo>
                    <a:pt x="1411189" y="205644"/>
                  </a:lnTo>
                  <a:lnTo>
                    <a:pt x="1413278" y="203611"/>
                  </a:lnTo>
                  <a:lnTo>
                    <a:pt x="1415367" y="201594"/>
                  </a:lnTo>
                  <a:lnTo>
                    <a:pt x="1417456" y="199598"/>
                  </a:lnTo>
                  <a:lnTo>
                    <a:pt x="1419545" y="197624"/>
                  </a:lnTo>
                  <a:lnTo>
                    <a:pt x="1421634" y="195670"/>
                  </a:lnTo>
                  <a:lnTo>
                    <a:pt x="1423723" y="193739"/>
                  </a:lnTo>
                  <a:lnTo>
                    <a:pt x="1425812" y="191837"/>
                  </a:lnTo>
                  <a:lnTo>
                    <a:pt x="1427901" y="189956"/>
                  </a:lnTo>
                  <a:lnTo>
                    <a:pt x="1429990" y="188096"/>
                  </a:lnTo>
                  <a:lnTo>
                    <a:pt x="1432079" y="186253"/>
                  </a:lnTo>
                  <a:lnTo>
                    <a:pt x="1434168" y="184430"/>
                  </a:lnTo>
                  <a:lnTo>
                    <a:pt x="1436257" y="182661"/>
                  </a:lnTo>
                  <a:lnTo>
                    <a:pt x="1438346" y="180979"/>
                  </a:lnTo>
                  <a:lnTo>
                    <a:pt x="1440435" y="179388"/>
                  </a:lnTo>
                  <a:lnTo>
                    <a:pt x="1442524" y="177887"/>
                  </a:lnTo>
                  <a:lnTo>
                    <a:pt x="1444613" y="176479"/>
                  </a:lnTo>
                  <a:lnTo>
                    <a:pt x="1446702" y="175162"/>
                  </a:lnTo>
                  <a:lnTo>
                    <a:pt x="1448791" y="173943"/>
                  </a:lnTo>
                  <a:lnTo>
                    <a:pt x="1450880" y="172826"/>
                  </a:lnTo>
                  <a:lnTo>
                    <a:pt x="1452969" y="171820"/>
                  </a:lnTo>
                  <a:lnTo>
                    <a:pt x="1455058" y="170935"/>
                  </a:lnTo>
                  <a:lnTo>
                    <a:pt x="1457147" y="170171"/>
                  </a:lnTo>
                  <a:lnTo>
                    <a:pt x="1459236" y="169534"/>
                  </a:lnTo>
                  <a:lnTo>
                    <a:pt x="1461326" y="169038"/>
                  </a:lnTo>
                  <a:lnTo>
                    <a:pt x="1463415" y="168682"/>
                  </a:lnTo>
                  <a:lnTo>
                    <a:pt x="1465504" y="168494"/>
                  </a:lnTo>
                  <a:lnTo>
                    <a:pt x="1467593" y="168478"/>
                  </a:lnTo>
                  <a:lnTo>
                    <a:pt x="1469682" y="168612"/>
                  </a:lnTo>
                  <a:lnTo>
                    <a:pt x="1471771" y="168892"/>
                  </a:lnTo>
                  <a:lnTo>
                    <a:pt x="1473860" y="169320"/>
                  </a:lnTo>
                  <a:lnTo>
                    <a:pt x="1475949" y="169896"/>
                  </a:lnTo>
                  <a:lnTo>
                    <a:pt x="1478038" y="170622"/>
                  </a:lnTo>
                  <a:lnTo>
                    <a:pt x="1480127" y="171508"/>
                  </a:lnTo>
                  <a:lnTo>
                    <a:pt x="1482216" y="172538"/>
                  </a:lnTo>
                  <a:lnTo>
                    <a:pt x="1484305" y="173702"/>
                  </a:lnTo>
                  <a:lnTo>
                    <a:pt x="1486394" y="174981"/>
                  </a:lnTo>
                  <a:lnTo>
                    <a:pt x="1488483" y="176376"/>
                  </a:lnTo>
                  <a:lnTo>
                    <a:pt x="1490572" y="177882"/>
                  </a:lnTo>
                  <a:lnTo>
                    <a:pt x="1492661" y="179486"/>
                  </a:lnTo>
                  <a:lnTo>
                    <a:pt x="1494750" y="181183"/>
                  </a:lnTo>
                  <a:lnTo>
                    <a:pt x="1496839" y="182947"/>
                  </a:lnTo>
                  <a:lnTo>
                    <a:pt x="1498928" y="184738"/>
                  </a:lnTo>
                  <a:lnTo>
                    <a:pt x="1501017" y="186549"/>
                  </a:lnTo>
                  <a:lnTo>
                    <a:pt x="1503106" y="188375"/>
                  </a:lnTo>
                  <a:lnTo>
                    <a:pt x="1505195" y="190215"/>
                  </a:lnTo>
                  <a:lnTo>
                    <a:pt x="1507284" y="192074"/>
                  </a:lnTo>
                  <a:lnTo>
                    <a:pt x="1509373" y="193943"/>
                  </a:lnTo>
                  <a:lnTo>
                    <a:pt x="1511462" y="195817"/>
                  </a:lnTo>
                  <a:lnTo>
                    <a:pt x="1513551" y="197700"/>
                  </a:lnTo>
                  <a:lnTo>
                    <a:pt x="1515640" y="199593"/>
                  </a:lnTo>
                  <a:lnTo>
                    <a:pt x="1517730" y="201500"/>
                  </a:lnTo>
                  <a:lnTo>
                    <a:pt x="1519819" y="203415"/>
                  </a:lnTo>
                  <a:lnTo>
                    <a:pt x="1521908" y="205342"/>
                  </a:lnTo>
                  <a:lnTo>
                    <a:pt x="1523997" y="207275"/>
                  </a:lnTo>
                  <a:lnTo>
                    <a:pt x="1526086" y="209220"/>
                  </a:lnTo>
                  <a:lnTo>
                    <a:pt x="1528175" y="211184"/>
                  </a:lnTo>
                  <a:lnTo>
                    <a:pt x="1530264" y="213165"/>
                  </a:lnTo>
                  <a:lnTo>
                    <a:pt x="1532353" y="215154"/>
                  </a:lnTo>
                  <a:lnTo>
                    <a:pt x="1534442" y="217157"/>
                  </a:lnTo>
                  <a:lnTo>
                    <a:pt x="1536531" y="219176"/>
                  </a:lnTo>
                  <a:lnTo>
                    <a:pt x="1538620" y="221203"/>
                  </a:lnTo>
                  <a:lnTo>
                    <a:pt x="1540709" y="223237"/>
                  </a:lnTo>
                  <a:lnTo>
                    <a:pt x="1542798" y="225236"/>
                  </a:lnTo>
                  <a:lnTo>
                    <a:pt x="1544887" y="227199"/>
                  </a:lnTo>
                  <a:lnTo>
                    <a:pt x="1546976" y="229126"/>
                  </a:lnTo>
                  <a:lnTo>
                    <a:pt x="1549065" y="231015"/>
                  </a:lnTo>
                  <a:lnTo>
                    <a:pt x="1551154" y="232873"/>
                  </a:lnTo>
                  <a:lnTo>
                    <a:pt x="1553243" y="234697"/>
                  </a:lnTo>
                  <a:lnTo>
                    <a:pt x="1555332" y="236479"/>
                  </a:lnTo>
                  <a:lnTo>
                    <a:pt x="1557421" y="238211"/>
                  </a:lnTo>
                  <a:lnTo>
                    <a:pt x="1559510" y="239873"/>
                  </a:lnTo>
                  <a:lnTo>
                    <a:pt x="1561599" y="241458"/>
                  </a:lnTo>
                  <a:lnTo>
                    <a:pt x="1563688" y="242959"/>
                  </a:lnTo>
                  <a:lnTo>
                    <a:pt x="1565777" y="244365"/>
                  </a:lnTo>
                  <a:lnTo>
                    <a:pt x="1567866" y="245665"/>
                  </a:lnTo>
                  <a:lnTo>
                    <a:pt x="1569955" y="246856"/>
                  </a:lnTo>
                  <a:lnTo>
                    <a:pt x="1572044" y="247912"/>
                  </a:lnTo>
                  <a:lnTo>
                    <a:pt x="1574133" y="248853"/>
                  </a:lnTo>
                  <a:lnTo>
                    <a:pt x="1576223" y="249685"/>
                  </a:lnTo>
                  <a:lnTo>
                    <a:pt x="1578312" y="250408"/>
                  </a:lnTo>
                  <a:lnTo>
                    <a:pt x="1580401" y="251021"/>
                  </a:lnTo>
                  <a:lnTo>
                    <a:pt x="1582490" y="251521"/>
                  </a:lnTo>
                  <a:lnTo>
                    <a:pt x="1584579" y="251895"/>
                  </a:lnTo>
                  <a:lnTo>
                    <a:pt x="1586668" y="252152"/>
                  </a:lnTo>
                  <a:lnTo>
                    <a:pt x="1588757" y="252303"/>
                  </a:lnTo>
                  <a:lnTo>
                    <a:pt x="1590846" y="252367"/>
                  </a:lnTo>
                  <a:lnTo>
                    <a:pt x="1592935" y="252351"/>
                  </a:lnTo>
                  <a:lnTo>
                    <a:pt x="1595024" y="252265"/>
                  </a:lnTo>
                  <a:lnTo>
                    <a:pt x="1597113" y="252123"/>
                  </a:lnTo>
                  <a:lnTo>
                    <a:pt x="1599202" y="251941"/>
                  </a:lnTo>
                  <a:lnTo>
                    <a:pt x="1601291" y="251723"/>
                  </a:lnTo>
                  <a:lnTo>
                    <a:pt x="1603380" y="251496"/>
                  </a:lnTo>
                  <a:lnTo>
                    <a:pt x="1605469" y="251268"/>
                  </a:lnTo>
                  <a:lnTo>
                    <a:pt x="1607558" y="251027"/>
                  </a:lnTo>
                  <a:lnTo>
                    <a:pt x="1609647" y="250771"/>
                  </a:lnTo>
                  <a:lnTo>
                    <a:pt x="1611736" y="250492"/>
                  </a:lnTo>
                  <a:lnTo>
                    <a:pt x="1613825" y="250195"/>
                  </a:lnTo>
                  <a:lnTo>
                    <a:pt x="1615914" y="249889"/>
                  </a:lnTo>
                  <a:lnTo>
                    <a:pt x="1618003" y="249577"/>
                  </a:lnTo>
                  <a:lnTo>
                    <a:pt x="1620092" y="249262"/>
                  </a:lnTo>
                  <a:lnTo>
                    <a:pt x="1622181" y="248938"/>
                  </a:lnTo>
                  <a:lnTo>
                    <a:pt x="1624270" y="248605"/>
                  </a:lnTo>
                  <a:lnTo>
                    <a:pt x="1626359" y="248254"/>
                  </a:lnTo>
                  <a:lnTo>
                    <a:pt x="1628448" y="247880"/>
                  </a:lnTo>
                  <a:lnTo>
                    <a:pt x="1630537" y="247490"/>
                  </a:lnTo>
                  <a:lnTo>
                    <a:pt x="1632627" y="247076"/>
                  </a:lnTo>
                  <a:lnTo>
                    <a:pt x="1634716" y="246649"/>
                  </a:lnTo>
                  <a:lnTo>
                    <a:pt x="1636805" y="246231"/>
                  </a:lnTo>
                  <a:lnTo>
                    <a:pt x="1638894" y="245861"/>
                  </a:lnTo>
                  <a:lnTo>
                    <a:pt x="1640983" y="245578"/>
                  </a:lnTo>
                  <a:lnTo>
                    <a:pt x="1643072" y="245380"/>
                  </a:lnTo>
                  <a:lnTo>
                    <a:pt x="1645161" y="245307"/>
                  </a:lnTo>
                  <a:lnTo>
                    <a:pt x="1647250" y="245384"/>
                  </a:lnTo>
                  <a:lnTo>
                    <a:pt x="1649339" y="245616"/>
                  </a:lnTo>
                  <a:lnTo>
                    <a:pt x="1651428" y="246003"/>
                  </a:lnTo>
                  <a:lnTo>
                    <a:pt x="1653517" y="246549"/>
                  </a:lnTo>
                  <a:lnTo>
                    <a:pt x="1655606" y="247256"/>
                  </a:lnTo>
                  <a:lnTo>
                    <a:pt x="1657695" y="248124"/>
                  </a:lnTo>
                  <a:lnTo>
                    <a:pt x="1659784" y="249161"/>
                  </a:lnTo>
                  <a:lnTo>
                    <a:pt x="1661873" y="250367"/>
                  </a:lnTo>
                  <a:lnTo>
                    <a:pt x="1663962" y="251754"/>
                  </a:lnTo>
                  <a:lnTo>
                    <a:pt x="1666051" y="253332"/>
                  </a:lnTo>
                  <a:lnTo>
                    <a:pt x="1668140" y="255105"/>
                  </a:lnTo>
                  <a:lnTo>
                    <a:pt x="1670229" y="257079"/>
                  </a:lnTo>
                  <a:lnTo>
                    <a:pt x="1672318" y="259256"/>
                  </a:lnTo>
                  <a:lnTo>
                    <a:pt x="1674407" y="261641"/>
                  </a:lnTo>
                  <a:lnTo>
                    <a:pt x="1676496" y="264206"/>
                  </a:lnTo>
                  <a:lnTo>
                    <a:pt x="1678585" y="266925"/>
                  </a:lnTo>
                  <a:lnTo>
                    <a:pt x="1680674" y="269772"/>
                  </a:lnTo>
                  <a:lnTo>
                    <a:pt x="1682763" y="272728"/>
                  </a:lnTo>
                  <a:lnTo>
                    <a:pt x="1684852" y="275794"/>
                  </a:lnTo>
                  <a:lnTo>
                    <a:pt x="1686941" y="278966"/>
                  </a:lnTo>
                  <a:lnTo>
                    <a:pt x="1689030" y="282249"/>
                  </a:lnTo>
                  <a:lnTo>
                    <a:pt x="1691120" y="285646"/>
                  </a:lnTo>
                  <a:lnTo>
                    <a:pt x="1691586" y="286429"/>
                  </a:lnTo>
                  <a:lnTo>
                    <a:pt x="1841059" y="286429"/>
                  </a:lnTo>
                  <a:lnTo>
                    <a:pt x="1841530" y="285625"/>
                  </a:lnTo>
                  <a:lnTo>
                    <a:pt x="1843619" y="282088"/>
                  </a:lnTo>
                  <a:lnTo>
                    <a:pt x="1845708" y="278595"/>
                  </a:lnTo>
                  <a:lnTo>
                    <a:pt x="1847797" y="275151"/>
                  </a:lnTo>
                  <a:lnTo>
                    <a:pt x="1849886" y="271792"/>
                  </a:lnTo>
                  <a:lnTo>
                    <a:pt x="1851975" y="268554"/>
                  </a:lnTo>
                  <a:lnTo>
                    <a:pt x="1854064" y="265428"/>
                  </a:lnTo>
                  <a:lnTo>
                    <a:pt x="1856153" y="262438"/>
                  </a:lnTo>
                  <a:lnTo>
                    <a:pt x="1858242" y="259604"/>
                  </a:lnTo>
                  <a:lnTo>
                    <a:pt x="1860331" y="256928"/>
                  </a:lnTo>
                  <a:lnTo>
                    <a:pt x="1862421" y="254411"/>
                  </a:lnTo>
                  <a:lnTo>
                    <a:pt x="1864510" y="252052"/>
                  </a:lnTo>
                  <a:lnTo>
                    <a:pt x="1866599" y="249850"/>
                  </a:lnTo>
                  <a:lnTo>
                    <a:pt x="1868688" y="247806"/>
                  </a:lnTo>
                  <a:lnTo>
                    <a:pt x="1870777" y="245920"/>
                  </a:lnTo>
                  <a:lnTo>
                    <a:pt x="1872866" y="244189"/>
                  </a:lnTo>
                  <a:lnTo>
                    <a:pt x="1874955" y="242615"/>
                  </a:lnTo>
                  <a:lnTo>
                    <a:pt x="1877044" y="241190"/>
                  </a:lnTo>
                  <a:lnTo>
                    <a:pt x="1879133" y="239914"/>
                  </a:lnTo>
                  <a:lnTo>
                    <a:pt x="1881222" y="238786"/>
                  </a:lnTo>
                  <a:lnTo>
                    <a:pt x="1883311" y="237801"/>
                  </a:lnTo>
                  <a:lnTo>
                    <a:pt x="1885400" y="236966"/>
                  </a:lnTo>
                  <a:lnTo>
                    <a:pt x="1887489" y="236259"/>
                  </a:lnTo>
                  <a:lnTo>
                    <a:pt x="1889578" y="235651"/>
                  </a:lnTo>
                  <a:lnTo>
                    <a:pt x="1891667" y="235112"/>
                  </a:lnTo>
                  <a:lnTo>
                    <a:pt x="1893756" y="234625"/>
                  </a:lnTo>
                  <a:lnTo>
                    <a:pt x="1895845" y="234187"/>
                  </a:lnTo>
                  <a:lnTo>
                    <a:pt x="1897934" y="233799"/>
                  </a:lnTo>
                  <a:lnTo>
                    <a:pt x="1900023" y="233454"/>
                  </a:lnTo>
                  <a:lnTo>
                    <a:pt x="1902112" y="233152"/>
                  </a:lnTo>
                  <a:lnTo>
                    <a:pt x="1904201" y="232896"/>
                  </a:lnTo>
                  <a:lnTo>
                    <a:pt x="1906290" y="232688"/>
                  </a:lnTo>
                  <a:lnTo>
                    <a:pt x="1908379" y="232519"/>
                  </a:lnTo>
                  <a:lnTo>
                    <a:pt x="1910468" y="232386"/>
                  </a:lnTo>
                  <a:lnTo>
                    <a:pt x="1912557" y="232264"/>
                  </a:lnTo>
                  <a:lnTo>
                    <a:pt x="1914646" y="232135"/>
                  </a:lnTo>
                  <a:lnTo>
                    <a:pt x="1916735" y="231989"/>
                  </a:lnTo>
                  <a:lnTo>
                    <a:pt x="1918824" y="231822"/>
                  </a:lnTo>
                  <a:lnTo>
                    <a:pt x="1920914" y="231635"/>
                  </a:lnTo>
                  <a:lnTo>
                    <a:pt x="1923003" y="231421"/>
                  </a:lnTo>
                  <a:lnTo>
                    <a:pt x="1925092" y="231180"/>
                  </a:lnTo>
                  <a:lnTo>
                    <a:pt x="1927181" y="230915"/>
                  </a:lnTo>
                  <a:lnTo>
                    <a:pt x="1929270" y="230625"/>
                  </a:lnTo>
                  <a:lnTo>
                    <a:pt x="1931359" y="230300"/>
                  </a:lnTo>
                  <a:lnTo>
                    <a:pt x="1933448" y="229939"/>
                  </a:lnTo>
                  <a:lnTo>
                    <a:pt x="1935537" y="229538"/>
                  </a:lnTo>
                  <a:lnTo>
                    <a:pt x="1937626" y="229100"/>
                  </a:lnTo>
                  <a:lnTo>
                    <a:pt x="1939715" y="228622"/>
                  </a:lnTo>
                  <a:lnTo>
                    <a:pt x="1941804" y="228113"/>
                  </a:lnTo>
                  <a:lnTo>
                    <a:pt x="1943893" y="227571"/>
                  </a:lnTo>
                  <a:lnTo>
                    <a:pt x="1945982" y="227004"/>
                  </a:lnTo>
                  <a:lnTo>
                    <a:pt x="1948071" y="226425"/>
                  </a:lnTo>
                  <a:lnTo>
                    <a:pt x="1950160" y="225833"/>
                  </a:lnTo>
                  <a:lnTo>
                    <a:pt x="1952249" y="225227"/>
                  </a:lnTo>
                  <a:lnTo>
                    <a:pt x="1954338" y="224612"/>
                  </a:lnTo>
                  <a:lnTo>
                    <a:pt x="1956427" y="223984"/>
                  </a:lnTo>
                  <a:lnTo>
                    <a:pt x="1958516" y="223349"/>
                  </a:lnTo>
                  <a:lnTo>
                    <a:pt x="1960605" y="222718"/>
                  </a:lnTo>
                  <a:lnTo>
                    <a:pt x="1962694" y="222094"/>
                  </a:lnTo>
                  <a:lnTo>
                    <a:pt x="1964783" y="221477"/>
                  </a:lnTo>
                  <a:lnTo>
                    <a:pt x="1966872" y="220864"/>
                  </a:lnTo>
                  <a:lnTo>
                    <a:pt x="1968961" y="220255"/>
                  </a:lnTo>
                  <a:lnTo>
                    <a:pt x="1971050" y="219649"/>
                  </a:lnTo>
                  <a:lnTo>
                    <a:pt x="1973139" y="219044"/>
                  </a:lnTo>
                  <a:lnTo>
                    <a:pt x="1975228" y="218440"/>
                  </a:lnTo>
                  <a:lnTo>
                    <a:pt x="1977318" y="217849"/>
                  </a:lnTo>
                  <a:lnTo>
                    <a:pt x="1979407" y="217271"/>
                  </a:lnTo>
                  <a:lnTo>
                    <a:pt x="1981496" y="216710"/>
                  </a:lnTo>
                  <a:lnTo>
                    <a:pt x="1983585" y="216181"/>
                  </a:lnTo>
                  <a:lnTo>
                    <a:pt x="1985674" y="215680"/>
                  </a:lnTo>
                  <a:lnTo>
                    <a:pt x="1987763" y="215217"/>
                  </a:lnTo>
                  <a:lnTo>
                    <a:pt x="1989852" y="214789"/>
                  </a:lnTo>
                  <a:lnTo>
                    <a:pt x="1991941" y="214392"/>
                  </a:lnTo>
                  <a:lnTo>
                    <a:pt x="1994030" y="214024"/>
                  </a:lnTo>
                  <a:lnTo>
                    <a:pt x="1996119" y="213690"/>
                  </a:lnTo>
                  <a:lnTo>
                    <a:pt x="1998208" y="213394"/>
                  </a:lnTo>
                  <a:lnTo>
                    <a:pt x="2000297" y="213143"/>
                  </a:lnTo>
                  <a:lnTo>
                    <a:pt x="2002386" y="212931"/>
                  </a:lnTo>
                  <a:lnTo>
                    <a:pt x="2004475" y="212761"/>
                  </a:lnTo>
                  <a:lnTo>
                    <a:pt x="2006564" y="212646"/>
                  </a:lnTo>
                  <a:lnTo>
                    <a:pt x="2008653" y="212572"/>
                  </a:lnTo>
                  <a:lnTo>
                    <a:pt x="2010742" y="212540"/>
                  </a:lnTo>
                  <a:lnTo>
                    <a:pt x="2012831" y="212544"/>
                  </a:lnTo>
                  <a:lnTo>
                    <a:pt x="2014920" y="212581"/>
                  </a:lnTo>
                  <a:lnTo>
                    <a:pt x="2017009" y="212650"/>
                  </a:lnTo>
                  <a:lnTo>
                    <a:pt x="2019098" y="212750"/>
                  </a:lnTo>
                  <a:lnTo>
                    <a:pt x="2021187" y="212889"/>
                  </a:lnTo>
                  <a:lnTo>
                    <a:pt x="2023276" y="213070"/>
                  </a:lnTo>
                  <a:lnTo>
                    <a:pt x="2025365" y="213294"/>
                  </a:lnTo>
                  <a:lnTo>
                    <a:pt x="2027454" y="213568"/>
                  </a:lnTo>
                  <a:lnTo>
                    <a:pt x="2029543" y="213897"/>
                  </a:lnTo>
                  <a:lnTo>
                    <a:pt x="2031632" y="214282"/>
                  </a:lnTo>
                  <a:lnTo>
                    <a:pt x="2033721" y="214726"/>
                  </a:lnTo>
                  <a:lnTo>
                    <a:pt x="2035811" y="215231"/>
                  </a:lnTo>
                  <a:lnTo>
                    <a:pt x="2037900" y="215799"/>
                  </a:lnTo>
                  <a:lnTo>
                    <a:pt x="2039989" y="216437"/>
                  </a:lnTo>
                  <a:lnTo>
                    <a:pt x="2042078" y="217154"/>
                  </a:lnTo>
                  <a:lnTo>
                    <a:pt x="2044167" y="217950"/>
                  </a:lnTo>
                  <a:lnTo>
                    <a:pt x="2046256" y="218824"/>
                  </a:lnTo>
                  <a:lnTo>
                    <a:pt x="2048345" y="219775"/>
                  </a:lnTo>
                  <a:lnTo>
                    <a:pt x="2050434" y="220802"/>
                  </a:lnTo>
                  <a:lnTo>
                    <a:pt x="2052523" y="221898"/>
                  </a:lnTo>
                  <a:lnTo>
                    <a:pt x="2054612" y="223054"/>
                  </a:lnTo>
                  <a:lnTo>
                    <a:pt x="2056701" y="224272"/>
                  </a:lnTo>
                  <a:lnTo>
                    <a:pt x="2058790" y="225551"/>
                  </a:lnTo>
                  <a:lnTo>
                    <a:pt x="2060879" y="226890"/>
                  </a:lnTo>
                  <a:lnTo>
                    <a:pt x="2062968" y="228285"/>
                  </a:lnTo>
                  <a:lnTo>
                    <a:pt x="2065057" y="229720"/>
                  </a:lnTo>
                  <a:lnTo>
                    <a:pt x="2067146" y="231190"/>
                  </a:lnTo>
                  <a:lnTo>
                    <a:pt x="2069235" y="232692"/>
                  </a:lnTo>
                  <a:lnTo>
                    <a:pt x="2071324" y="234187"/>
                  </a:lnTo>
                  <a:lnTo>
                    <a:pt x="2073413" y="235653"/>
                  </a:lnTo>
                  <a:lnTo>
                    <a:pt x="2075502" y="237067"/>
                  </a:lnTo>
                  <a:lnTo>
                    <a:pt x="2077591" y="238427"/>
                  </a:lnTo>
                  <a:lnTo>
                    <a:pt x="2079680" y="239741"/>
                  </a:lnTo>
                  <a:lnTo>
                    <a:pt x="2081769" y="240999"/>
                  </a:lnTo>
                  <a:lnTo>
                    <a:pt x="2083858" y="242184"/>
                  </a:lnTo>
                  <a:lnTo>
                    <a:pt x="2085947" y="243296"/>
                  </a:lnTo>
                  <a:lnTo>
                    <a:pt x="2088036" y="244316"/>
                  </a:lnTo>
                  <a:lnTo>
                    <a:pt x="2090125" y="245240"/>
                  </a:lnTo>
                  <a:lnTo>
                    <a:pt x="2092215" y="246061"/>
                  </a:lnTo>
                  <a:lnTo>
                    <a:pt x="2094304" y="246771"/>
                  </a:lnTo>
                  <a:lnTo>
                    <a:pt x="2096393" y="247370"/>
                  </a:lnTo>
                  <a:lnTo>
                    <a:pt x="2098482" y="247857"/>
                  </a:lnTo>
                  <a:lnTo>
                    <a:pt x="2100571" y="248234"/>
                  </a:lnTo>
                  <a:lnTo>
                    <a:pt x="2102660" y="248522"/>
                  </a:lnTo>
                  <a:lnTo>
                    <a:pt x="2104749" y="248736"/>
                  </a:lnTo>
                  <a:lnTo>
                    <a:pt x="2106838" y="248894"/>
                  </a:lnTo>
                  <a:lnTo>
                    <a:pt x="2108927" y="248995"/>
                  </a:lnTo>
                  <a:lnTo>
                    <a:pt x="2111016" y="249029"/>
                  </a:lnTo>
                  <a:lnTo>
                    <a:pt x="2113105" y="248997"/>
                  </a:lnTo>
                  <a:lnTo>
                    <a:pt x="2115194" y="248906"/>
                  </a:lnTo>
                  <a:lnTo>
                    <a:pt x="2117283" y="248763"/>
                  </a:lnTo>
                  <a:lnTo>
                    <a:pt x="2119372" y="248574"/>
                  </a:lnTo>
                  <a:lnTo>
                    <a:pt x="2121461" y="248336"/>
                  </a:lnTo>
                  <a:lnTo>
                    <a:pt x="2123550" y="248055"/>
                  </a:lnTo>
                  <a:lnTo>
                    <a:pt x="2125639" y="247744"/>
                  </a:lnTo>
                  <a:lnTo>
                    <a:pt x="2127728" y="247402"/>
                  </a:lnTo>
                  <a:lnTo>
                    <a:pt x="2129817" y="247029"/>
                  </a:lnTo>
                  <a:lnTo>
                    <a:pt x="2131906" y="246619"/>
                  </a:lnTo>
                  <a:lnTo>
                    <a:pt x="2133995" y="246172"/>
                  </a:lnTo>
                  <a:lnTo>
                    <a:pt x="2136084" y="245679"/>
                  </a:lnTo>
                  <a:lnTo>
                    <a:pt x="2138173" y="245134"/>
                  </a:lnTo>
                  <a:lnTo>
                    <a:pt x="2140262" y="244540"/>
                  </a:lnTo>
                  <a:lnTo>
                    <a:pt x="2142351" y="243905"/>
                  </a:lnTo>
                  <a:lnTo>
                    <a:pt x="2144440" y="243219"/>
                  </a:lnTo>
                  <a:lnTo>
                    <a:pt x="2146529" y="242474"/>
                  </a:lnTo>
                  <a:lnTo>
                    <a:pt x="2148618" y="241662"/>
                  </a:lnTo>
                  <a:lnTo>
                    <a:pt x="2150708" y="240790"/>
                  </a:lnTo>
                  <a:lnTo>
                    <a:pt x="2152797" y="239871"/>
                  </a:lnTo>
                  <a:lnTo>
                    <a:pt x="2154886" y="238915"/>
                  </a:lnTo>
                  <a:lnTo>
                    <a:pt x="2156975" y="237912"/>
                  </a:lnTo>
                  <a:lnTo>
                    <a:pt x="2159064" y="236860"/>
                  </a:lnTo>
                  <a:lnTo>
                    <a:pt x="2161153" y="235766"/>
                  </a:lnTo>
                  <a:lnTo>
                    <a:pt x="2163242" y="234641"/>
                  </a:lnTo>
                  <a:lnTo>
                    <a:pt x="2165331" y="233484"/>
                  </a:lnTo>
                  <a:lnTo>
                    <a:pt x="2167420" y="232295"/>
                  </a:lnTo>
                  <a:lnTo>
                    <a:pt x="2169509" y="231101"/>
                  </a:lnTo>
                  <a:lnTo>
                    <a:pt x="2171598" y="229912"/>
                  </a:lnTo>
                  <a:lnTo>
                    <a:pt x="2173687" y="228730"/>
                  </a:lnTo>
                  <a:lnTo>
                    <a:pt x="2175776" y="227597"/>
                  </a:lnTo>
                  <a:lnTo>
                    <a:pt x="2177865" y="226577"/>
                  </a:lnTo>
                  <a:lnTo>
                    <a:pt x="2179954" y="225702"/>
                  </a:lnTo>
                  <a:lnTo>
                    <a:pt x="2182043" y="225003"/>
                  </a:lnTo>
                  <a:lnTo>
                    <a:pt x="2184132" y="224459"/>
                  </a:lnTo>
                  <a:lnTo>
                    <a:pt x="2186221" y="224045"/>
                  </a:lnTo>
                  <a:lnTo>
                    <a:pt x="2188310" y="223786"/>
                  </a:lnTo>
                  <a:lnTo>
                    <a:pt x="2190399" y="223687"/>
                  </a:lnTo>
                  <a:lnTo>
                    <a:pt x="2192488" y="223766"/>
                  </a:lnTo>
                  <a:lnTo>
                    <a:pt x="2194577" y="224005"/>
                  </a:lnTo>
                  <a:lnTo>
                    <a:pt x="2196666" y="224409"/>
                  </a:lnTo>
                  <a:lnTo>
                    <a:pt x="2198755" y="224983"/>
                  </a:lnTo>
                  <a:lnTo>
                    <a:pt x="2200844" y="225727"/>
                  </a:lnTo>
                  <a:lnTo>
                    <a:pt x="2202933" y="226641"/>
                  </a:lnTo>
                  <a:lnTo>
                    <a:pt x="2205022" y="227724"/>
                  </a:lnTo>
                  <a:lnTo>
                    <a:pt x="2207112" y="228941"/>
                  </a:lnTo>
                  <a:lnTo>
                    <a:pt x="2209201" y="230251"/>
                  </a:lnTo>
                  <a:lnTo>
                    <a:pt x="2211290" y="231604"/>
                  </a:lnTo>
                  <a:lnTo>
                    <a:pt x="2213379" y="232971"/>
                  </a:lnTo>
                  <a:lnTo>
                    <a:pt x="2215468" y="234366"/>
                  </a:lnTo>
                  <a:lnTo>
                    <a:pt x="2217557" y="235806"/>
                  </a:lnTo>
                  <a:lnTo>
                    <a:pt x="2219646" y="237281"/>
                  </a:lnTo>
                  <a:lnTo>
                    <a:pt x="2221735" y="238778"/>
                  </a:lnTo>
                  <a:lnTo>
                    <a:pt x="2223824" y="240280"/>
                  </a:lnTo>
                  <a:lnTo>
                    <a:pt x="2225913" y="241798"/>
                  </a:lnTo>
                  <a:lnTo>
                    <a:pt x="2228002" y="243331"/>
                  </a:lnTo>
                  <a:lnTo>
                    <a:pt x="2230091" y="244829"/>
                  </a:lnTo>
                  <a:lnTo>
                    <a:pt x="2232180" y="246270"/>
                  </a:lnTo>
                  <a:lnTo>
                    <a:pt x="2234269" y="247649"/>
                  </a:lnTo>
                  <a:lnTo>
                    <a:pt x="2236358" y="248973"/>
                  </a:lnTo>
                  <a:lnTo>
                    <a:pt x="2238447" y="250236"/>
                  </a:lnTo>
                  <a:lnTo>
                    <a:pt x="2240536" y="251439"/>
                  </a:lnTo>
                  <a:lnTo>
                    <a:pt x="2242625" y="252609"/>
                  </a:lnTo>
                  <a:lnTo>
                    <a:pt x="2244714" y="253748"/>
                  </a:lnTo>
                  <a:lnTo>
                    <a:pt x="2246803" y="254843"/>
                  </a:lnTo>
                  <a:lnTo>
                    <a:pt x="2248892" y="255888"/>
                  </a:lnTo>
                  <a:lnTo>
                    <a:pt x="2250981" y="256882"/>
                  </a:lnTo>
                  <a:lnTo>
                    <a:pt x="2253070" y="257826"/>
                  </a:lnTo>
                  <a:lnTo>
                    <a:pt x="2255159" y="258713"/>
                  </a:lnTo>
                  <a:lnTo>
                    <a:pt x="2257248" y="259522"/>
                  </a:lnTo>
                  <a:lnTo>
                    <a:pt x="2259337" y="260239"/>
                  </a:lnTo>
                  <a:lnTo>
                    <a:pt x="2261426" y="260891"/>
                  </a:lnTo>
                  <a:lnTo>
                    <a:pt x="2263515" y="261504"/>
                  </a:lnTo>
                  <a:lnTo>
                    <a:pt x="2265605" y="262079"/>
                  </a:lnTo>
                  <a:lnTo>
                    <a:pt x="2267694" y="262602"/>
                  </a:lnTo>
                  <a:lnTo>
                    <a:pt x="2269783" y="263063"/>
                  </a:lnTo>
                  <a:lnTo>
                    <a:pt x="2271872" y="263457"/>
                  </a:lnTo>
                  <a:lnTo>
                    <a:pt x="2273961" y="263772"/>
                  </a:lnTo>
                  <a:lnTo>
                    <a:pt x="2276050" y="263984"/>
                  </a:lnTo>
                  <a:lnTo>
                    <a:pt x="2278139" y="264093"/>
                  </a:lnTo>
                  <a:lnTo>
                    <a:pt x="2280228" y="264097"/>
                  </a:lnTo>
                  <a:lnTo>
                    <a:pt x="2282317" y="263951"/>
                  </a:lnTo>
                  <a:lnTo>
                    <a:pt x="2284406" y="263648"/>
                  </a:lnTo>
                  <a:lnTo>
                    <a:pt x="2286495" y="263175"/>
                  </a:lnTo>
                  <a:lnTo>
                    <a:pt x="2288584" y="262543"/>
                  </a:lnTo>
                  <a:lnTo>
                    <a:pt x="2290673" y="261795"/>
                  </a:lnTo>
                  <a:lnTo>
                    <a:pt x="2292762" y="260938"/>
                  </a:lnTo>
                  <a:lnTo>
                    <a:pt x="2294851" y="259949"/>
                  </a:lnTo>
                  <a:lnTo>
                    <a:pt x="2296940" y="258814"/>
                  </a:lnTo>
                  <a:lnTo>
                    <a:pt x="2299029" y="257543"/>
                  </a:lnTo>
                  <a:lnTo>
                    <a:pt x="2301118" y="256160"/>
                  </a:lnTo>
                  <a:lnTo>
                    <a:pt x="2303207" y="254661"/>
                  </a:lnTo>
                  <a:lnTo>
                    <a:pt x="2305296" y="253046"/>
                  </a:lnTo>
                  <a:lnTo>
                    <a:pt x="2307385" y="251317"/>
                  </a:lnTo>
                  <a:lnTo>
                    <a:pt x="2309474" y="249475"/>
                  </a:lnTo>
                  <a:lnTo>
                    <a:pt x="2311563" y="247530"/>
                  </a:lnTo>
                  <a:lnTo>
                    <a:pt x="2313652" y="245519"/>
                  </a:lnTo>
                  <a:lnTo>
                    <a:pt x="2315741" y="243473"/>
                  </a:lnTo>
                  <a:lnTo>
                    <a:pt x="2317830" y="241449"/>
                  </a:lnTo>
                  <a:lnTo>
                    <a:pt x="2319919" y="239442"/>
                  </a:lnTo>
                  <a:lnTo>
                    <a:pt x="2322009" y="237440"/>
                  </a:lnTo>
                  <a:lnTo>
                    <a:pt x="2324098" y="235443"/>
                  </a:lnTo>
                  <a:lnTo>
                    <a:pt x="2326187" y="233473"/>
                  </a:lnTo>
                  <a:lnTo>
                    <a:pt x="2328276" y="231554"/>
                  </a:lnTo>
                  <a:lnTo>
                    <a:pt x="2330365" y="229685"/>
                  </a:lnTo>
                  <a:lnTo>
                    <a:pt x="2332454" y="227856"/>
                  </a:lnTo>
                  <a:lnTo>
                    <a:pt x="2334543" y="226104"/>
                  </a:lnTo>
                  <a:lnTo>
                    <a:pt x="2336632" y="224482"/>
                  </a:lnTo>
                  <a:lnTo>
                    <a:pt x="2338721" y="223002"/>
                  </a:lnTo>
                  <a:lnTo>
                    <a:pt x="2340810" y="221658"/>
                  </a:lnTo>
                  <a:lnTo>
                    <a:pt x="2342899" y="220458"/>
                  </a:lnTo>
                  <a:lnTo>
                    <a:pt x="2344988" y="219406"/>
                  </a:lnTo>
                  <a:lnTo>
                    <a:pt x="2347077" y="218480"/>
                  </a:lnTo>
                  <a:lnTo>
                    <a:pt x="2349166" y="217650"/>
                  </a:lnTo>
                  <a:lnTo>
                    <a:pt x="2351255" y="216940"/>
                  </a:lnTo>
                  <a:lnTo>
                    <a:pt x="2353344" y="216357"/>
                  </a:lnTo>
                  <a:lnTo>
                    <a:pt x="2355433" y="215914"/>
                  </a:lnTo>
                  <a:lnTo>
                    <a:pt x="2357522" y="215618"/>
                  </a:lnTo>
                  <a:lnTo>
                    <a:pt x="2359611" y="215493"/>
                  </a:lnTo>
                  <a:lnTo>
                    <a:pt x="2361700" y="215547"/>
                  </a:lnTo>
                  <a:lnTo>
                    <a:pt x="2363789" y="215785"/>
                  </a:lnTo>
                  <a:lnTo>
                    <a:pt x="2365878" y="216199"/>
                  </a:lnTo>
                  <a:lnTo>
                    <a:pt x="2367967" y="216747"/>
                  </a:lnTo>
                  <a:lnTo>
                    <a:pt x="2370056" y="217413"/>
                  </a:lnTo>
                  <a:lnTo>
                    <a:pt x="2372145" y="218202"/>
                  </a:lnTo>
                  <a:lnTo>
                    <a:pt x="2374234" y="219142"/>
                  </a:lnTo>
                  <a:lnTo>
                    <a:pt x="2376323" y="220237"/>
                  </a:lnTo>
                  <a:lnTo>
                    <a:pt x="2378412" y="221492"/>
                  </a:lnTo>
                  <a:lnTo>
                    <a:pt x="2380502" y="222923"/>
                  </a:lnTo>
                  <a:lnTo>
                    <a:pt x="2382591" y="224549"/>
                  </a:lnTo>
                  <a:lnTo>
                    <a:pt x="2384680" y="226372"/>
                  </a:lnTo>
                  <a:lnTo>
                    <a:pt x="2386769" y="228414"/>
                  </a:lnTo>
                  <a:lnTo>
                    <a:pt x="2388858" y="230674"/>
                  </a:lnTo>
                  <a:lnTo>
                    <a:pt x="2390947" y="233141"/>
                  </a:lnTo>
                  <a:lnTo>
                    <a:pt x="2393036" y="235814"/>
                  </a:lnTo>
                  <a:lnTo>
                    <a:pt x="2395125" y="238678"/>
                  </a:lnTo>
                  <a:lnTo>
                    <a:pt x="2397214" y="241714"/>
                  </a:lnTo>
                  <a:lnTo>
                    <a:pt x="2399303" y="244942"/>
                  </a:lnTo>
                  <a:lnTo>
                    <a:pt x="2401392" y="248371"/>
                  </a:lnTo>
                  <a:lnTo>
                    <a:pt x="2403481" y="252028"/>
                  </a:lnTo>
                  <a:lnTo>
                    <a:pt x="2405570" y="255877"/>
                  </a:lnTo>
                  <a:lnTo>
                    <a:pt x="2407659" y="259921"/>
                  </a:lnTo>
                  <a:lnTo>
                    <a:pt x="2409748" y="264160"/>
                  </a:lnTo>
                  <a:lnTo>
                    <a:pt x="2411837" y="268605"/>
                  </a:lnTo>
                  <a:lnTo>
                    <a:pt x="2413926" y="273235"/>
                  </a:lnTo>
                  <a:lnTo>
                    <a:pt x="2416015" y="278037"/>
                  </a:lnTo>
                  <a:lnTo>
                    <a:pt x="2418104" y="282986"/>
                  </a:lnTo>
                  <a:lnTo>
                    <a:pt x="2419521" y="286429"/>
                  </a:lnTo>
                  <a:lnTo>
                    <a:pt x="2592006" y="286429"/>
                  </a:lnTo>
                  <a:lnTo>
                    <a:pt x="2593583" y="282760"/>
                  </a:lnTo>
                  <a:lnTo>
                    <a:pt x="2595672" y="278018"/>
                  </a:lnTo>
                  <a:lnTo>
                    <a:pt x="2597761" y="273471"/>
                  </a:lnTo>
                  <a:lnTo>
                    <a:pt x="2599850" y="269140"/>
                  </a:lnTo>
                  <a:lnTo>
                    <a:pt x="2601939" y="265092"/>
                  </a:lnTo>
                  <a:lnTo>
                    <a:pt x="2604028" y="261383"/>
                  </a:lnTo>
                  <a:lnTo>
                    <a:pt x="2606117" y="258028"/>
                  </a:lnTo>
                  <a:lnTo>
                    <a:pt x="2608206" y="255027"/>
                  </a:lnTo>
                  <a:lnTo>
                    <a:pt x="2610296" y="252368"/>
                  </a:lnTo>
                  <a:lnTo>
                    <a:pt x="2612385" y="250047"/>
                  </a:lnTo>
                  <a:lnTo>
                    <a:pt x="2614474" y="248085"/>
                  </a:lnTo>
                  <a:lnTo>
                    <a:pt x="2616563" y="246462"/>
                  </a:lnTo>
                  <a:lnTo>
                    <a:pt x="2618652" y="245186"/>
                  </a:lnTo>
                  <a:lnTo>
                    <a:pt x="2620741" y="244257"/>
                  </a:lnTo>
                  <a:lnTo>
                    <a:pt x="2622830" y="243688"/>
                  </a:lnTo>
                  <a:lnTo>
                    <a:pt x="2624919" y="243477"/>
                  </a:lnTo>
                  <a:lnTo>
                    <a:pt x="2627008" y="243619"/>
                  </a:lnTo>
                  <a:lnTo>
                    <a:pt x="2629097" y="244073"/>
                  </a:lnTo>
                  <a:lnTo>
                    <a:pt x="2631186" y="244787"/>
                  </a:lnTo>
                  <a:lnTo>
                    <a:pt x="2633275" y="245666"/>
                  </a:lnTo>
                  <a:lnTo>
                    <a:pt x="2635364" y="246626"/>
                  </a:lnTo>
                  <a:lnTo>
                    <a:pt x="2637453" y="247605"/>
                  </a:lnTo>
                  <a:lnTo>
                    <a:pt x="2639542" y="248554"/>
                  </a:lnTo>
                  <a:lnTo>
                    <a:pt x="2641631" y="249482"/>
                  </a:lnTo>
                  <a:lnTo>
                    <a:pt x="2643720" y="250420"/>
                  </a:lnTo>
                  <a:lnTo>
                    <a:pt x="2645809" y="251405"/>
                  </a:lnTo>
                  <a:lnTo>
                    <a:pt x="2647898" y="252454"/>
                  </a:lnTo>
                  <a:lnTo>
                    <a:pt x="2649987" y="253561"/>
                  </a:lnTo>
                  <a:lnTo>
                    <a:pt x="2652076" y="254720"/>
                  </a:lnTo>
                  <a:lnTo>
                    <a:pt x="2654165" y="255933"/>
                  </a:lnTo>
                  <a:lnTo>
                    <a:pt x="2656254" y="257227"/>
                  </a:lnTo>
                  <a:lnTo>
                    <a:pt x="2658343" y="258609"/>
                  </a:lnTo>
                  <a:lnTo>
                    <a:pt x="2660432" y="260116"/>
                  </a:lnTo>
                  <a:lnTo>
                    <a:pt x="2662521" y="261778"/>
                  </a:lnTo>
                  <a:lnTo>
                    <a:pt x="2664610" y="263516"/>
                  </a:lnTo>
                  <a:lnTo>
                    <a:pt x="2666700" y="265334"/>
                  </a:lnTo>
                  <a:lnTo>
                    <a:pt x="2668789" y="267271"/>
                  </a:lnTo>
                  <a:lnTo>
                    <a:pt x="2670878" y="269347"/>
                  </a:lnTo>
                  <a:lnTo>
                    <a:pt x="2672967" y="271567"/>
                  </a:lnTo>
                  <a:lnTo>
                    <a:pt x="2675056" y="273910"/>
                  </a:lnTo>
                  <a:lnTo>
                    <a:pt x="2677145" y="276335"/>
                  </a:lnTo>
                  <a:lnTo>
                    <a:pt x="2679234" y="278799"/>
                  </a:lnTo>
                  <a:lnTo>
                    <a:pt x="2681323" y="281271"/>
                  </a:lnTo>
                  <a:lnTo>
                    <a:pt x="2683412" y="283714"/>
                  </a:lnTo>
                  <a:lnTo>
                    <a:pt x="2685501" y="286061"/>
                  </a:lnTo>
                  <a:lnTo>
                    <a:pt x="2685851" y="286429"/>
                  </a:lnTo>
                  <a:lnTo>
                    <a:pt x="2736660" y="286429"/>
                  </a:lnTo>
                  <a:lnTo>
                    <a:pt x="2737727" y="284882"/>
                  </a:lnTo>
                  <a:lnTo>
                    <a:pt x="2739816" y="281677"/>
                  </a:lnTo>
                  <a:lnTo>
                    <a:pt x="2741905" y="278273"/>
                  </a:lnTo>
                  <a:lnTo>
                    <a:pt x="2743994" y="274693"/>
                  </a:lnTo>
                  <a:lnTo>
                    <a:pt x="2746083" y="270923"/>
                  </a:lnTo>
                  <a:lnTo>
                    <a:pt x="2748172" y="266969"/>
                  </a:lnTo>
                  <a:lnTo>
                    <a:pt x="2750261" y="262813"/>
                  </a:lnTo>
                  <a:lnTo>
                    <a:pt x="2752350" y="258449"/>
                  </a:lnTo>
                  <a:lnTo>
                    <a:pt x="2754439" y="253870"/>
                  </a:lnTo>
                  <a:lnTo>
                    <a:pt x="2756528" y="249096"/>
                  </a:lnTo>
                  <a:lnTo>
                    <a:pt x="2758617" y="244146"/>
                  </a:lnTo>
                  <a:lnTo>
                    <a:pt x="2760706" y="239041"/>
                  </a:lnTo>
                  <a:lnTo>
                    <a:pt x="2762795" y="233821"/>
                  </a:lnTo>
                  <a:lnTo>
                    <a:pt x="2764884" y="228467"/>
                  </a:lnTo>
                  <a:lnTo>
                    <a:pt x="2766973" y="222948"/>
                  </a:lnTo>
                  <a:lnTo>
                    <a:pt x="2769062" y="217298"/>
                  </a:lnTo>
                  <a:lnTo>
                    <a:pt x="2771151" y="211563"/>
                  </a:lnTo>
                  <a:lnTo>
                    <a:pt x="2773240" y="205756"/>
                  </a:lnTo>
                  <a:lnTo>
                    <a:pt x="2775329" y="199899"/>
                  </a:lnTo>
                  <a:lnTo>
                    <a:pt x="2777418" y="193999"/>
                  </a:lnTo>
                  <a:lnTo>
                    <a:pt x="2779507" y="188075"/>
                  </a:lnTo>
                  <a:lnTo>
                    <a:pt x="2781597" y="182135"/>
                  </a:lnTo>
                  <a:lnTo>
                    <a:pt x="2783686" y="176226"/>
                  </a:lnTo>
                  <a:lnTo>
                    <a:pt x="2785775" y="170366"/>
                  </a:lnTo>
                  <a:lnTo>
                    <a:pt x="2787864" y="164569"/>
                  </a:lnTo>
                  <a:lnTo>
                    <a:pt x="2789953" y="158875"/>
                  </a:lnTo>
                  <a:lnTo>
                    <a:pt x="2792042" y="153322"/>
                  </a:lnTo>
                  <a:lnTo>
                    <a:pt x="2794131" y="147942"/>
                  </a:lnTo>
                  <a:lnTo>
                    <a:pt x="2796220" y="142757"/>
                  </a:lnTo>
                  <a:lnTo>
                    <a:pt x="2798309" y="137748"/>
                  </a:lnTo>
                  <a:lnTo>
                    <a:pt x="2800398" y="132882"/>
                  </a:lnTo>
                  <a:lnTo>
                    <a:pt x="2802487" y="128160"/>
                  </a:lnTo>
                  <a:lnTo>
                    <a:pt x="2804576" y="123624"/>
                  </a:lnTo>
                  <a:lnTo>
                    <a:pt x="2806665" y="119281"/>
                  </a:lnTo>
                  <a:lnTo>
                    <a:pt x="2808754" y="115158"/>
                  </a:lnTo>
                  <a:lnTo>
                    <a:pt x="2810843" y="111295"/>
                  </a:lnTo>
                  <a:lnTo>
                    <a:pt x="2812932" y="107685"/>
                  </a:lnTo>
                  <a:lnTo>
                    <a:pt x="2815021" y="104323"/>
                  </a:lnTo>
                  <a:lnTo>
                    <a:pt x="2817110" y="101198"/>
                  </a:lnTo>
                  <a:lnTo>
                    <a:pt x="2819199" y="98309"/>
                  </a:lnTo>
                  <a:lnTo>
                    <a:pt x="2821288" y="95619"/>
                  </a:lnTo>
                  <a:lnTo>
                    <a:pt x="2823377" y="93063"/>
                  </a:lnTo>
                  <a:lnTo>
                    <a:pt x="2825466" y="90641"/>
                  </a:lnTo>
                  <a:lnTo>
                    <a:pt x="2827555" y="88378"/>
                  </a:lnTo>
                  <a:lnTo>
                    <a:pt x="2829644" y="86240"/>
                  </a:lnTo>
                  <a:lnTo>
                    <a:pt x="2831733" y="84248"/>
                  </a:lnTo>
                  <a:lnTo>
                    <a:pt x="2833822" y="82417"/>
                  </a:lnTo>
                  <a:lnTo>
                    <a:pt x="2835911" y="80808"/>
                  </a:lnTo>
                  <a:lnTo>
                    <a:pt x="2838000" y="79485"/>
                  </a:lnTo>
                  <a:lnTo>
                    <a:pt x="2840090" y="78445"/>
                  </a:lnTo>
                  <a:lnTo>
                    <a:pt x="2842179" y="77633"/>
                  </a:lnTo>
                  <a:lnTo>
                    <a:pt x="2844268" y="77060"/>
                  </a:lnTo>
                  <a:lnTo>
                    <a:pt x="2846357" y="76758"/>
                  </a:lnTo>
                  <a:lnTo>
                    <a:pt x="2848446" y="76753"/>
                  </a:lnTo>
                  <a:lnTo>
                    <a:pt x="2850535" y="77064"/>
                  </a:lnTo>
                  <a:lnTo>
                    <a:pt x="2852624" y="77685"/>
                  </a:lnTo>
                  <a:lnTo>
                    <a:pt x="2854713" y="78628"/>
                  </a:lnTo>
                  <a:lnTo>
                    <a:pt x="2856802" y="79914"/>
                  </a:lnTo>
                  <a:lnTo>
                    <a:pt x="2858891" y="81540"/>
                  </a:lnTo>
                  <a:lnTo>
                    <a:pt x="2860980" y="83526"/>
                  </a:lnTo>
                  <a:lnTo>
                    <a:pt x="2863069" y="85867"/>
                  </a:lnTo>
                  <a:lnTo>
                    <a:pt x="2865158" y="88542"/>
                  </a:lnTo>
                  <a:lnTo>
                    <a:pt x="2867247" y="91492"/>
                  </a:lnTo>
                  <a:lnTo>
                    <a:pt x="2869336" y="94650"/>
                  </a:lnTo>
                  <a:lnTo>
                    <a:pt x="2871425" y="98013"/>
                  </a:lnTo>
                  <a:lnTo>
                    <a:pt x="2873514" y="101613"/>
                  </a:lnTo>
                  <a:lnTo>
                    <a:pt x="2875603" y="105400"/>
                  </a:lnTo>
                  <a:lnTo>
                    <a:pt x="2877692" y="109315"/>
                  </a:lnTo>
                  <a:lnTo>
                    <a:pt x="2879781" y="113320"/>
                  </a:lnTo>
                  <a:lnTo>
                    <a:pt x="2881870" y="117394"/>
                  </a:lnTo>
                  <a:lnTo>
                    <a:pt x="2883959" y="121513"/>
                  </a:lnTo>
                  <a:lnTo>
                    <a:pt x="2886048" y="125631"/>
                  </a:lnTo>
                  <a:lnTo>
                    <a:pt x="2888137" y="129731"/>
                  </a:lnTo>
                  <a:lnTo>
                    <a:pt x="2890226" y="133795"/>
                  </a:lnTo>
                  <a:lnTo>
                    <a:pt x="2892315" y="137819"/>
                  </a:lnTo>
                  <a:lnTo>
                    <a:pt x="2894404" y="141820"/>
                  </a:lnTo>
                  <a:lnTo>
                    <a:pt x="2896493" y="145797"/>
                  </a:lnTo>
                  <a:lnTo>
                    <a:pt x="2898583" y="149750"/>
                  </a:lnTo>
                  <a:lnTo>
                    <a:pt x="2900672" y="153668"/>
                  </a:lnTo>
                  <a:lnTo>
                    <a:pt x="2902761" y="157517"/>
                  </a:lnTo>
                  <a:lnTo>
                    <a:pt x="2904850" y="161271"/>
                  </a:lnTo>
                  <a:lnTo>
                    <a:pt x="2906939" y="164945"/>
                  </a:lnTo>
                  <a:lnTo>
                    <a:pt x="2909028" y="168515"/>
                  </a:lnTo>
                  <a:lnTo>
                    <a:pt x="2911117" y="171944"/>
                  </a:lnTo>
                  <a:lnTo>
                    <a:pt x="2913206" y="175259"/>
                  </a:lnTo>
                  <a:lnTo>
                    <a:pt x="2915295" y="178439"/>
                  </a:lnTo>
                  <a:lnTo>
                    <a:pt x="2917384" y="181500"/>
                  </a:lnTo>
                  <a:lnTo>
                    <a:pt x="2919473" y="184461"/>
                  </a:lnTo>
                  <a:lnTo>
                    <a:pt x="2921562" y="187310"/>
                  </a:lnTo>
                  <a:lnTo>
                    <a:pt x="2923651" y="190049"/>
                  </a:lnTo>
                  <a:lnTo>
                    <a:pt x="2925740" y="192667"/>
                  </a:lnTo>
                  <a:lnTo>
                    <a:pt x="2927829" y="195212"/>
                  </a:lnTo>
                  <a:lnTo>
                    <a:pt x="2929918" y="197740"/>
                  </a:lnTo>
                  <a:lnTo>
                    <a:pt x="2932007" y="200224"/>
                  </a:lnTo>
                  <a:lnTo>
                    <a:pt x="2934096" y="202716"/>
                  </a:lnTo>
                  <a:lnTo>
                    <a:pt x="2936185" y="205254"/>
                  </a:lnTo>
                  <a:lnTo>
                    <a:pt x="2938274" y="207797"/>
                  </a:lnTo>
                  <a:lnTo>
                    <a:pt x="2940363" y="210344"/>
                  </a:lnTo>
                  <a:lnTo>
                    <a:pt x="2942452" y="212852"/>
                  </a:lnTo>
                  <a:lnTo>
                    <a:pt x="2944541" y="215297"/>
                  </a:lnTo>
                  <a:lnTo>
                    <a:pt x="2946630" y="217713"/>
                  </a:lnTo>
                  <a:lnTo>
                    <a:pt x="2948719" y="220139"/>
                  </a:lnTo>
                  <a:lnTo>
                    <a:pt x="2950808" y="222558"/>
                  </a:lnTo>
                  <a:lnTo>
                    <a:pt x="2952897" y="224950"/>
                  </a:lnTo>
                  <a:lnTo>
                    <a:pt x="2954987" y="227278"/>
                  </a:lnTo>
                  <a:lnTo>
                    <a:pt x="2957076" y="229534"/>
                  </a:lnTo>
                  <a:lnTo>
                    <a:pt x="2959165" y="231687"/>
                  </a:lnTo>
                  <a:lnTo>
                    <a:pt x="2961254" y="233662"/>
                  </a:lnTo>
                  <a:lnTo>
                    <a:pt x="2963343" y="235452"/>
                  </a:lnTo>
                  <a:lnTo>
                    <a:pt x="2965432" y="237031"/>
                  </a:lnTo>
                  <a:lnTo>
                    <a:pt x="2967521" y="238387"/>
                  </a:lnTo>
                  <a:lnTo>
                    <a:pt x="2969610" y="239503"/>
                  </a:lnTo>
                  <a:lnTo>
                    <a:pt x="2971699" y="240384"/>
                  </a:lnTo>
                  <a:lnTo>
                    <a:pt x="2973788" y="241079"/>
                  </a:lnTo>
                  <a:lnTo>
                    <a:pt x="2975877" y="241594"/>
                  </a:lnTo>
                  <a:lnTo>
                    <a:pt x="2977966" y="241907"/>
                  </a:lnTo>
                  <a:lnTo>
                    <a:pt x="2980055" y="241991"/>
                  </a:lnTo>
                  <a:lnTo>
                    <a:pt x="2982144" y="241867"/>
                  </a:lnTo>
                  <a:lnTo>
                    <a:pt x="2984233" y="241596"/>
                  </a:lnTo>
                  <a:lnTo>
                    <a:pt x="2986322" y="241212"/>
                  </a:lnTo>
                  <a:lnTo>
                    <a:pt x="2988411" y="240721"/>
                  </a:lnTo>
                  <a:lnTo>
                    <a:pt x="2990500" y="240179"/>
                  </a:lnTo>
                  <a:lnTo>
                    <a:pt x="2992589" y="239650"/>
                  </a:lnTo>
                  <a:lnTo>
                    <a:pt x="2994678" y="239144"/>
                  </a:lnTo>
                  <a:lnTo>
                    <a:pt x="2996767" y="238663"/>
                  </a:lnTo>
                  <a:lnTo>
                    <a:pt x="2998856" y="238200"/>
                  </a:lnTo>
                  <a:lnTo>
                    <a:pt x="3000945" y="237761"/>
                  </a:lnTo>
                  <a:lnTo>
                    <a:pt x="3003034" y="237333"/>
                  </a:lnTo>
                  <a:lnTo>
                    <a:pt x="3005123" y="236919"/>
                  </a:lnTo>
                  <a:lnTo>
                    <a:pt x="3007212" y="236568"/>
                  </a:lnTo>
                  <a:lnTo>
                    <a:pt x="3009301" y="236319"/>
                  </a:lnTo>
                  <a:lnTo>
                    <a:pt x="3011390" y="236201"/>
                  </a:lnTo>
                  <a:lnTo>
                    <a:pt x="3013480" y="236212"/>
                  </a:lnTo>
                  <a:lnTo>
                    <a:pt x="3015569" y="236322"/>
                  </a:lnTo>
                  <a:lnTo>
                    <a:pt x="3017658" y="236525"/>
                  </a:lnTo>
                  <a:lnTo>
                    <a:pt x="3019747" y="236811"/>
                  </a:lnTo>
                  <a:lnTo>
                    <a:pt x="3021836" y="237165"/>
                  </a:lnTo>
                  <a:lnTo>
                    <a:pt x="3023925" y="237520"/>
                  </a:lnTo>
                  <a:lnTo>
                    <a:pt x="3026014" y="237832"/>
                  </a:lnTo>
                  <a:lnTo>
                    <a:pt x="3028103" y="238063"/>
                  </a:lnTo>
                  <a:lnTo>
                    <a:pt x="3030192" y="238210"/>
                  </a:lnTo>
                  <a:lnTo>
                    <a:pt x="3032281" y="238248"/>
                  </a:lnTo>
                  <a:lnTo>
                    <a:pt x="3034370" y="238145"/>
                  </a:lnTo>
                  <a:lnTo>
                    <a:pt x="3036459" y="237899"/>
                  </a:lnTo>
                  <a:lnTo>
                    <a:pt x="3038548" y="237512"/>
                  </a:lnTo>
                  <a:lnTo>
                    <a:pt x="3040637" y="236929"/>
                  </a:lnTo>
                  <a:lnTo>
                    <a:pt x="3042726" y="236168"/>
                  </a:lnTo>
                  <a:lnTo>
                    <a:pt x="3044815" y="235226"/>
                  </a:lnTo>
                  <a:lnTo>
                    <a:pt x="3046904" y="234126"/>
                  </a:lnTo>
                  <a:lnTo>
                    <a:pt x="3048993" y="232869"/>
                  </a:lnTo>
                  <a:lnTo>
                    <a:pt x="3051082" y="231450"/>
                  </a:lnTo>
                  <a:lnTo>
                    <a:pt x="3053171" y="229835"/>
                  </a:lnTo>
                  <a:lnTo>
                    <a:pt x="3055260" y="228018"/>
                  </a:lnTo>
                  <a:lnTo>
                    <a:pt x="3057349" y="226039"/>
                  </a:lnTo>
                  <a:lnTo>
                    <a:pt x="3059438" y="223985"/>
                  </a:lnTo>
                  <a:lnTo>
                    <a:pt x="3061527" y="221898"/>
                  </a:lnTo>
                  <a:lnTo>
                    <a:pt x="3063616" y="219835"/>
                  </a:lnTo>
                  <a:lnTo>
                    <a:pt x="3065705" y="217861"/>
                  </a:lnTo>
                  <a:lnTo>
                    <a:pt x="3067794" y="215992"/>
                  </a:lnTo>
                  <a:lnTo>
                    <a:pt x="3069884" y="214215"/>
                  </a:lnTo>
                  <a:lnTo>
                    <a:pt x="3071973" y="212512"/>
                  </a:lnTo>
                  <a:lnTo>
                    <a:pt x="3074062" y="210870"/>
                  </a:lnTo>
                  <a:lnTo>
                    <a:pt x="3076151" y="209272"/>
                  </a:lnTo>
                  <a:lnTo>
                    <a:pt x="3078240" y="207734"/>
                  </a:lnTo>
                  <a:lnTo>
                    <a:pt x="3080329" y="206282"/>
                  </a:lnTo>
                  <a:lnTo>
                    <a:pt x="3082418" y="204916"/>
                  </a:lnTo>
                  <a:lnTo>
                    <a:pt x="3084507" y="203649"/>
                  </a:lnTo>
                  <a:lnTo>
                    <a:pt x="3086596" y="202476"/>
                  </a:lnTo>
                  <a:lnTo>
                    <a:pt x="3088685" y="201333"/>
                  </a:lnTo>
                  <a:lnTo>
                    <a:pt x="3090774" y="200178"/>
                  </a:lnTo>
                  <a:lnTo>
                    <a:pt x="3092863" y="198990"/>
                  </a:lnTo>
                  <a:lnTo>
                    <a:pt x="3094952" y="197763"/>
                  </a:lnTo>
                  <a:lnTo>
                    <a:pt x="3097041" y="196438"/>
                  </a:lnTo>
                  <a:lnTo>
                    <a:pt x="3099130" y="195008"/>
                  </a:lnTo>
                  <a:lnTo>
                    <a:pt x="3101219" y="193468"/>
                  </a:lnTo>
                  <a:lnTo>
                    <a:pt x="3103308" y="191829"/>
                  </a:lnTo>
                  <a:lnTo>
                    <a:pt x="3105397" y="190096"/>
                  </a:lnTo>
                  <a:lnTo>
                    <a:pt x="3107486" y="188255"/>
                  </a:lnTo>
                  <a:lnTo>
                    <a:pt x="3109575" y="186290"/>
                  </a:lnTo>
                  <a:lnTo>
                    <a:pt x="3111664" y="184171"/>
                  </a:lnTo>
                  <a:lnTo>
                    <a:pt x="3113753" y="181889"/>
                  </a:lnTo>
                  <a:lnTo>
                    <a:pt x="3115842" y="179457"/>
                  </a:lnTo>
                  <a:lnTo>
                    <a:pt x="3117931" y="176889"/>
                  </a:lnTo>
                  <a:lnTo>
                    <a:pt x="3120020" y="174273"/>
                  </a:lnTo>
                  <a:lnTo>
                    <a:pt x="3122109" y="171619"/>
                  </a:lnTo>
                  <a:lnTo>
                    <a:pt x="3124198" y="168920"/>
                  </a:lnTo>
                  <a:lnTo>
                    <a:pt x="3126287" y="166149"/>
                  </a:lnTo>
                  <a:lnTo>
                    <a:pt x="3128377" y="163324"/>
                  </a:lnTo>
                  <a:lnTo>
                    <a:pt x="3130466" y="160499"/>
                  </a:lnTo>
                  <a:lnTo>
                    <a:pt x="3132555" y="157734"/>
                  </a:lnTo>
                  <a:lnTo>
                    <a:pt x="3134644" y="155082"/>
                  </a:lnTo>
                  <a:lnTo>
                    <a:pt x="3136733" y="152582"/>
                  </a:lnTo>
                  <a:lnTo>
                    <a:pt x="3138822" y="150282"/>
                  </a:lnTo>
                  <a:lnTo>
                    <a:pt x="3140911" y="148190"/>
                  </a:lnTo>
                  <a:lnTo>
                    <a:pt x="3143000" y="146287"/>
                  </a:lnTo>
                  <a:lnTo>
                    <a:pt x="3145089" y="144580"/>
                  </a:lnTo>
                  <a:lnTo>
                    <a:pt x="3147178" y="143035"/>
                  </a:lnTo>
                  <a:lnTo>
                    <a:pt x="3149267" y="141601"/>
                  </a:lnTo>
                  <a:lnTo>
                    <a:pt x="3151356" y="140266"/>
                  </a:lnTo>
                  <a:lnTo>
                    <a:pt x="3153445" y="139019"/>
                  </a:lnTo>
                  <a:lnTo>
                    <a:pt x="3155534" y="137879"/>
                  </a:lnTo>
                  <a:lnTo>
                    <a:pt x="3157623" y="136835"/>
                  </a:lnTo>
                  <a:lnTo>
                    <a:pt x="3159712" y="135892"/>
                  </a:lnTo>
                  <a:lnTo>
                    <a:pt x="3161801" y="134995"/>
                  </a:lnTo>
                  <a:lnTo>
                    <a:pt x="3163890" y="134034"/>
                  </a:lnTo>
                  <a:lnTo>
                    <a:pt x="3165979" y="132919"/>
                  </a:lnTo>
                  <a:lnTo>
                    <a:pt x="3168068" y="131602"/>
                  </a:lnTo>
                  <a:lnTo>
                    <a:pt x="3170157" y="130012"/>
                  </a:lnTo>
                  <a:lnTo>
                    <a:pt x="3172246" y="128144"/>
                  </a:lnTo>
                  <a:lnTo>
                    <a:pt x="3174335" y="126038"/>
                  </a:lnTo>
                  <a:lnTo>
                    <a:pt x="3176424" y="123725"/>
                  </a:lnTo>
                  <a:lnTo>
                    <a:pt x="3178513" y="121297"/>
                  </a:lnTo>
                  <a:lnTo>
                    <a:pt x="3180602" y="118840"/>
                  </a:lnTo>
                  <a:lnTo>
                    <a:pt x="3182691" y="116391"/>
                  </a:lnTo>
                  <a:lnTo>
                    <a:pt x="3184781" y="113928"/>
                  </a:lnTo>
                  <a:lnTo>
                    <a:pt x="3186870" y="111440"/>
                  </a:lnTo>
                  <a:lnTo>
                    <a:pt x="3188959" y="108958"/>
                  </a:lnTo>
                  <a:lnTo>
                    <a:pt x="3191048" y="106512"/>
                  </a:lnTo>
                  <a:lnTo>
                    <a:pt x="3193137" y="104164"/>
                  </a:lnTo>
                  <a:lnTo>
                    <a:pt x="3195226" y="101973"/>
                  </a:lnTo>
                  <a:lnTo>
                    <a:pt x="3197315" y="99938"/>
                  </a:lnTo>
                  <a:lnTo>
                    <a:pt x="3199404" y="98043"/>
                  </a:lnTo>
                  <a:lnTo>
                    <a:pt x="3201493" y="96294"/>
                  </a:lnTo>
                  <a:lnTo>
                    <a:pt x="3203582" y="94707"/>
                  </a:lnTo>
                  <a:lnTo>
                    <a:pt x="3205671" y="93271"/>
                  </a:lnTo>
                  <a:lnTo>
                    <a:pt x="3207760" y="91993"/>
                  </a:lnTo>
                  <a:lnTo>
                    <a:pt x="3209849" y="90845"/>
                  </a:lnTo>
                  <a:lnTo>
                    <a:pt x="3211938" y="89810"/>
                  </a:lnTo>
                  <a:lnTo>
                    <a:pt x="3214027" y="88889"/>
                  </a:lnTo>
                  <a:lnTo>
                    <a:pt x="3216116" y="88081"/>
                  </a:lnTo>
                  <a:lnTo>
                    <a:pt x="3218205" y="87383"/>
                  </a:lnTo>
                  <a:lnTo>
                    <a:pt x="3220294" y="86727"/>
                  </a:lnTo>
                  <a:lnTo>
                    <a:pt x="3222383" y="86061"/>
                  </a:lnTo>
                  <a:lnTo>
                    <a:pt x="3224472" y="85314"/>
                  </a:lnTo>
                  <a:lnTo>
                    <a:pt x="3226561" y="84436"/>
                  </a:lnTo>
                  <a:lnTo>
                    <a:pt x="3228650" y="83479"/>
                  </a:lnTo>
                  <a:lnTo>
                    <a:pt x="3230739" y="82491"/>
                  </a:lnTo>
                  <a:lnTo>
                    <a:pt x="3232828" y="81504"/>
                  </a:lnTo>
                  <a:lnTo>
                    <a:pt x="3234917" y="80520"/>
                  </a:lnTo>
                  <a:lnTo>
                    <a:pt x="3237006" y="79512"/>
                  </a:lnTo>
                  <a:lnTo>
                    <a:pt x="3239095" y="78445"/>
                  </a:lnTo>
                  <a:lnTo>
                    <a:pt x="3241184" y="77309"/>
                  </a:lnTo>
                  <a:lnTo>
                    <a:pt x="3243274" y="76067"/>
                  </a:lnTo>
                  <a:lnTo>
                    <a:pt x="3245363" y="74694"/>
                  </a:lnTo>
                  <a:lnTo>
                    <a:pt x="3247452" y="73210"/>
                  </a:lnTo>
                  <a:lnTo>
                    <a:pt x="3249541" y="71651"/>
                  </a:lnTo>
                  <a:lnTo>
                    <a:pt x="3251630" y="70088"/>
                  </a:lnTo>
                  <a:lnTo>
                    <a:pt x="3253719" y="68587"/>
                  </a:lnTo>
                  <a:lnTo>
                    <a:pt x="3255808" y="67194"/>
                  </a:lnTo>
                  <a:lnTo>
                    <a:pt x="3257897" y="65922"/>
                  </a:lnTo>
                  <a:lnTo>
                    <a:pt x="3259986" y="64741"/>
                  </a:lnTo>
                  <a:lnTo>
                    <a:pt x="3262075" y="63632"/>
                  </a:lnTo>
                  <a:lnTo>
                    <a:pt x="3264164" y="62598"/>
                  </a:lnTo>
                  <a:lnTo>
                    <a:pt x="3266253" y="61629"/>
                  </a:lnTo>
                  <a:lnTo>
                    <a:pt x="3268342" y="60760"/>
                  </a:lnTo>
                  <a:lnTo>
                    <a:pt x="3270431" y="60061"/>
                  </a:lnTo>
                  <a:lnTo>
                    <a:pt x="3272520" y="59532"/>
                  </a:lnTo>
                  <a:lnTo>
                    <a:pt x="3274609" y="59231"/>
                  </a:lnTo>
                  <a:lnTo>
                    <a:pt x="3276698" y="59175"/>
                  </a:lnTo>
                  <a:lnTo>
                    <a:pt x="3278787" y="59325"/>
                  </a:lnTo>
                  <a:lnTo>
                    <a:pt x="3280876" y="59666"/>
                  </a:lnTo>
                  <a:lnTo>
                    <a:pt x="3282965" y="60125"/>
                  </a:lnTo>
                  <a:lnTo>
                    <a:pt x="3285054" y="60617"/>
                  </a:lnTo>
                  <a:lnTo>
                    <a:pt x="3287143" y="61062"/>
                  </a:lnTo>
                  <a:lnTo>
                    <a:pt x="3289232" y="61457"/>
                  </a:lnTo>
                  <a:lnTo>
                    <a:pt x="3291321" y="61822"/>
                  </a:lnTo>
                  <a:lnTo>
                    <a:pt x="3293410" y="62133"/>
                  </a:lnTo>
                  <a:lnTo>
                    <a:pt x="3295499" y="62375"/>
                  </a:lnTo>
                  <a:lnTo>
                    <a:pt x="3297588" y="62541"/>
                  </a:lnTo>
                  <a:lnTo>
                    <a:pt x="3299678" y="62614"/>
                  </a:lnTo>
                  <a:lnTo>
                    <a:pt x="3301767" y="62571"/>
                  </a:lnTo>
                  <a:lnTo>
                    <a:pt x="3303856" y="62458"/>
                  </a:lnTo>
                  <a:lnTo>
                    <a:pt x="3305945" y="62288"/>
                  </a:lnTo>
                  <a:lnTo>
                    <a:pt x="3308034" y="62051"/>
                  </a:lnTo>
                  <a:lnTo>
                    <a:pt x="3310123" y="61772"/>
                  </a:lnTo>
                  <a:lnTo>
                    <a:pt x="3312212" y="61451"/>
                  </a:lnTo>
                  <a:lnTo>
                    <a:pt x="3314301" y="61106"/>
                  </a:lnTo>
                  <a:lnTo>
                    <a:pt x="3316390" y="60754"/>
                  </a:lnTo>
                  <a:lnTo>
                    <a:pt x="3318479" y="60374"/>
                  </a:lnTo>
                  <a:lnTo>
                    <a:pt x="3320568" y="59972"/>
                  </a:lnTo>
                  <a:lnTo>
                    <a:pt x="3322657" y="59561"/>
                  </a:lnTo>
                  <a:lnTo>
                    <a:pt x="3324746" y="59176"/>
                  </a:lnTo>
                  <a:lnTo>
                    <a:pt x="3326835" y="58872"/>
                  </a:lnTo>
                  <a:lnTo>
                    <a:pt x="3328924" y="58677"/>
                  </a:lnTo>
                  <a:lnTo>
                    <a:pt x="3331013" y="58637"/>
                  </a:lnTo>
                  <a:lnTo>
                    <a:pt x="3333102" y="58736"/>
                  </a:lnTo>
                  <a:lnTo>
                    <a:pt x="3335191" y="58922"/>
                  </a:lnTo>
                  <a:lnTo>
                    <a:pt x="3337280" y="59170"/>
                  </a:lnTo>
                  <a:lnTo>
                    <a:pt x="3339369" y="59474"/>
                  </a:lnTo>
                  <a:lnTo>
                    <a:pt x="3341458" y="59818"/>
                  </a:lnTo>
                  <a:lnTo>
                    <a:pt x="3343547" y="60198"/>
                  </a:lnTo>
                  <a:lnTo>
                    <a:pt x="3345636" y="60601"/>
                  </a:lnTo>
                  <a:lnTo>
                    <a:pt x="3347725" y="61029"/>
                  </a:lnTo>
                  <a:lnTo>
                    <a:pt x="3349814" y="61537"/>
                  </a:lnTo>
                  <a:lnTo>
                    <a:pt x="3351903" y="62122"/>
                  </a:lnTo>
                  <a:lnTo>
                    <a:pt x="3353992" y="62727"/>
                  </a:lnTo>
                  <a:lnTo>
                    <a:pt x="3356081" y="63330"/>
                  </a:lnTo>
                  <a:lnTo>
                    <a:pt x="3358171" y="63870"/>
                  </a:lnTo>
                  <a:lnTo>
                    <a:pt x="3360260" y="64286"/>
                  </a:lnTo>
                  <a:lnTo>
                    <a:pt x="3362349" y="64543"/>
                  </a:lnTo>
                  <a:lnTo>
                    <a:pt x="3364438" y="64617"/>
                  </a:lnTo>
                  <a:lnTo>
                    <a:pt x="3366527" y="64514"/>
                  </a:lnTo>
                  <a:lnTo>
                    <a:pt x="3368616" y="64217"/>
                  </a:lnTo>
                  <a:lnTo>
                    <a:pt x="3370705" y="63752"/>
                  </a:lnTo>
                  <a:lnTo>
                    <a:pt x="3372794" y="63179"/>
                  </a:lnTo>
                  <a:lnTo>
                    <a:pt x="3374883" y="62518"/>
                  </a:lnTo>
                  <a:lnTo>
                    <a:pt x="3376972" y="61766"/>
                  </a:lnTo>
                  <a:lnTo>
                    <a:pt x="3379061" y="60919"/>
                  </a:lnTo>
                  <a:lnTo>
                    <a:pt x="3381150" y="59960"/>
                  </a:lnTo>
                  <a:lnTo>
                    <a:pt x="3383239" y="58915"/>
                  </a:lnTo>
                  <a:lnTo>
                    <a:pt x="3385328" y="57800"/>
                  </a:lnTo>
                  <a:lnTo>
                    <a:pt x="3387417" y="56639"/>
                  </a:lnTo>
                  <a:lnTo>
                    <a:pt x="3389506" y="55443"/>
                  </a:lnTo>
                  <a:lnTo>
                    <a:pt x="3391595" y="54226"/>
                  </a:lnTo>
                  <a:lnTo>
                    <a:pt x="3393684" y="53007"/>
                  </a:lnTo>
                  <a:lnTo>
                    <a:pt x="3395773" y="51813"/>
                  </a:lnTo>
                  <a:lnTo>
                    <a:pt x="3397862" y="50666"/>
                  </a:lnTo>
                  <a:lnTo>
                    <a:pt x="3399951" y="49590"/>
                  </a:lnTo>
                  <a:lnTo>
                    <a:pt x="3402040" y="48573"/>
                  </a:lnTo>
                  <a:lnTo>
                    <a:pt x="3404129" y="47562"/>
                  </a:lnTo>
                  <a:lnTo>
                    <a:pt x="3406218" y="46561"/>
                  </a:lnTo>
                  <a:lnTo>
                    <a:pt x="3408307" y="45574"/>
                  </a:lnTo>
                  <a:lnTo>
                    <a:pt x="3410396" y="44597"/>
                  </a:lnTo>
                  <a:lnTo>
                    <a:pt x="3412485" y="43620"/>
                  </a:lnTo>
                  <a:lnTo>
                    <a:pt x="3414575" y="42614"/>
                  </a:lnTo>
                  <a:lnTo>
                    <a:pt x="3416664" y="41574"/>
                  </a:lnTo>
                  <a:lnTo>
                    <a:pt x="3418753" y="40477"/>
                  </a:lnTo>
                  <a:lnTo>
                    <a:pt x="3420842" y="39337"/>
                  </a:lnTo>
                  <a:lnTo>
                    <a:pt x="3422931" y="38230"/>
                  </a:lnTo>
                  <a:lnTo>
                    <a:pt x="3425020" y="37202"/>
                  </a:lnTo>
                  <a:lnTo>
                    <a:pt x="3427109" y="36252"/>
                  </a:lnTo>
                  <a:lnTo>
                    <a:pt x="3429198" y="35361"/>
                  </a:lnTo>
                  <a:lnTo>
                    <a:pt x="3431287" y="34513"/>
                  </a:lnTo>
                  <a:lnTo>
                    <a:pt x="3433376" y="33653"/>
                  </a:lnTo>
                  <a:lnTo>
                    <a:pt x="3435465" y="32754"/>
                  </a:lnTo>
                  <a:lnTo>
                    <a:pt x="3437554" y="31781"/>
                  </a:lnTo>
                  <a:lnTo>
                    <a:pt x="3439643" y="30707"/>
                  </a:lnTo>
                  <a:lnTo>
                    <a:pt x="3441732" y="29529"/>
                  </a:lnTo>
                  <a:lnTo>
                    <a:pt x="3443821" y="28267"/>
                  </a:lnTo>
                  <a:lnTo>
                    <a:pt x="3445910" y="26936"/>
                  </a:lnTo>
                  <a:lnTo>
                    <a:pt x="3447999" y="25539"/>
                  </a:lnTo>
                  <a:lnTo>
                    <a:pt x="3450088" y="24114"/>
                  </a:lnTo>
                  <a:lnTo>
                    <a:pt x="3452177" y="22665"/>
                  </a:lnTo>
                  <a:lnTo>
                    <a:pt x="3454266" y="21153"/>
                  </a:lnTo>
                  <a:lnTo>
                    <a:pt x="3456355" y="19494"/>
                  </a:lnTo>
                  <a:lnTo>
                    <a:pt x="3458444" y="17705"/>
                  </a:lnTo>
                  <a:lnTo>
                    <a:pt x="3460533" y="15786"/>
                  </a:lnTo>
                  <a:lnTo>
                    <a:pt x="3462622" y="13740"/>
                  </a:lnTo>
                  <a:lnTo>
                    <a:pt x="3464711" y="11639"/>
                  </a:lnTo>
                  <a:lnTo>
                    <a:pt x="3466800" y="9576"/>
                  </a:lnTo>
                  <a:lnTo>
                    <a:pt x="3468889" y="7653"/>
                  </a:lnTo>
                  <a:lnTo>
                    <a:pt x="3470978" y="5941"/>
                  </a:lnTo>
                  <a:lnTo>
                    <a:pt x="3473068" y="4478"/>
                  </a:lnTo>
                  <a:lnTo>
                    <a:pt x="3475157" y="3273"/>
                  </a:lnTo>
                  <a:lnTo>
                    <a:pt x="3477246" y="2293"/>
                  </a:lnTo>
                  <a:lnTo>
                    <a:pt x="3479335" y="1510"/>
                  </a:lnTo>
                  <a:lnTo>
                    <a:pt x="3481424" y="887"/>
                  </a:lnTo>
                  <a:lnTo>
                    <a:pt x="3483513" y="425"/>
                  </a:lnTo>
                  <a:lnTo>
                    <a:pt x="3485602" y="120"/>
                  </a:lnTo>
                  <a:lnTo>
                    <a:pt x="3487691" y="0"/>
                  </a:lnTo>
                  <a:lnTo>
                    <a:pt x="3489780" y="49"/>
                  </a:lnTo>
                  <a:lnTo>
                    <a:pt x="3491869" y="270"/>
                  </a:lnTo>
                  <a:lnTo>
                    <a:pt x="3493958" y="656"/>
                  </a:lnTo>
                  <a:lnTo>
                    <a:pt x="3496047" y="1244"/>
                  </a:lnTo>
                  <a:lnTo>
                    <a:pt x="3498136" y="2032"/>
                  </a:lnTo>
                  <a:lnTo>
                    <a:pt x="3500225" y="2960"/>
                  </a:lnTo>
                  <a:lnTo>
                    <a:pt x="3502314" y="3976"/>
                  </a:lnTo>
                  <a:lnTo>
                    <a:pt x="3504403" y="5041"/>
                  </a:lnTo>
                  <a:lnTo>
                    <a:pt x="3506492" y="6128"/>
                  </a:lnTo>
                  <a:lnTo>
                    <a:pt x="3508581" y="7251"/>
                  </a:lnTo>
                  <a:lnTo>
                    <a:pt x="3510670" y="8459"/>
                  </a:lnTo>
                  <a:lnTo>
                    <a:pt x="3512759" y="9747"/>
                  </a:lnTo>
                  <a:lnTo>
                    <a:pt x="3514848" y="11099"/>
                  </a:lnTo>
                  <a:lnTo>
                    <a:pt x="3516937" y="12512"/>
                  </a:lnTo>
                  <a:lnTo>
                    <a:pt x="3519026" y="13992"/>
                  </a:lnTo>
                  <a:lnTo>
                    <a:pt x="3521115" y="15545"/>
                  </a:lnTo>
                  <a:lnTo>
                    <a:pt x="3523204" y="17185"/>
                  </a:lnTo>
                  <a:lnTo>
                    <a:pt x="3525293" y="18930"/>
                  </a:lnTo>
                  <a:lnTo>
                    <a:pt x="3527382" y="20723"/>
                  </a:lnTo>
                  <a:lnTo>
                    <a:pt x="3529472" y="22483"/>
                  </a:lnTo>
                  <a:lnTo>
                    <a:pt x="3531561" y="24177"/>
                  </a:lnTo>
                  <a:lnTo>
                    <a:pt x="3533650" y="25790"/>
                  </a:lnTo>
                  <a:lnTo>
                    <a:pt x="3535739" y="27334"/>
                  </a:lnTo>
                  <a:lnTo>
                    <a:pt x="3537828" y="28857"/>
                  </a:lnTo>
                  <a:lnTo>
                    <a:pt x="3539917" y="30442"/>
                  </a:lnTo>
                  <a:lnTo>
                    <a:pt x="3542006" y="32120"/>
                  </a:lnTo>
                  <a:lnTo>
                    <a:pt x="3544095" y="33940"/>
                  </a:lnTo>
                  <a:lnTo>
                    <a:pt x="3546184" y="35937"/>
                  </a:lnTo>
                  <a:lnTo>
                    <a:pt x="3548273" y="38136"/>
                  </a:lnTo>
                  <a:lnTo>
                    <a:pt x="3550362" y="40510"/>
                  </a:lnTo>
                  <a:lnTo>
                    <a:pt x="3552451" y="43059"/>
                  </a:lnTo>
                  <a:lnTo>
                    <a:pt x="3554540" y="45757"/>
                  </a:lnTo>
                  <a:lnTo>
                    <a:pt x="3556629" y="48531"/>
                  </a:lnTo>
                  <a:lnTo>
                    <a:pt x="3558718" y="51372"/>
                  </a:lnTo>
                  <a:lnTo>
                    <a:pt x="3560807" y="54350"/>
                  </a:lnTo>
                  <a:lnTo>
                    <a:pt x="3562896" y="57514"/>
                  </a:lnTo>
                  <a:lnTo>
                    <a:pt x="3564985" y="60881"/>
                  </a:lnTo>
                  <a:lnTo>
                    <a:pt x="3567074" y="64489"/>
                  </a:lnTo>
                  <a:lnTo>
                    <a:pt x="3569163" y="68287"/>
                  </a:lnTo>
                  <a:lnTo>
                    <a:pt x="3571252" y="72166"/>
                  </a:lnTo>
                  <a:lnTo>
                    <a:pt x="3573341" y="76031"/>
                  </a:lnTo>
                  <a:lnTo>
                    <a:pt x="3575430" y="79809"/>
                  </a:lnTo>
                  <a:lnTo>
                    <a:pt x="3577519" y="83453"/>
                  </a:lnTo>
                  <a:lnTo>
                    <a:pt x="3579608" y="86935"/>
                  </a:lnTo>
                  <a:lnTo>
                    <a:pt x="3581697" y="90265"/>
                  </a:lnTo>
                  <a:lnTo>
                    <a:pt x="3583786" y="93408"/>
                  </a:lnTo>
                  <a:lnTo>
                    <a:pt x="3585875" y="96381"/>
                  </a:lnTo>
                  <a:lnTo>
                    <a:pt x="3587965" y="99257"/>
                  </a:lnTo>
                  <a:lnTo>
                    <a:pt x="3590054" y="102057"/>
                  </a:lnTo>
                  <a:lnTo>
                    <a:pt x="3592143" y="104761"/>
                  </a:lnTo>
                  <a:lnTo>
                    <a:pt x="3594232" y="107339"/>
                  </a:lnTo>
                  <a:lnTo>
                    <a:pt x="3596321" y="109766"/>
                  </a:lnTo>
                  <a:lnTo>
                    <a:pt x="3598410" y="112049"/>
                  </a:lnTo>
                  <a:lnTo>
                    <a:pt x="3600499" y="114168"/>
                  </a:lnTo>
                  <a:lnTo>
                    <a:pt x="3602588" y="116139"/>
                  </a:lnTo>
                  <a:lnTo>
                    <a:pt x="3604677" y="117989"/>
                  </a:lnTo>
                  <a:lnTo>
                    <a:pt x="3606766" y="119759"/>
                  </a:lnTo>
                  <a:lnTo>
                    <a:pt x="3608855" y="121466"/>
                  </a:lnTo>
                  <a:lnTo>
                    <a:pt x="3610944" y="123119"/>
                  </a:lnTo>
                  <a:lnTo>
                    <a:pt x="3613033" y="124734"/>
                  </a:lnTo>
                  <a:lnTo>
                    <a:pt x="3615122" y="126342"/>
                  </a:lnTo>
                  <a:lnTo>
                    <a:pt x="3617211" y="127916"/>
                  </a:lnTo>
                  <a:lnTo>
                    <a:pt x="3619300" y="129436"/>
                  </a:lnTo>
                  <a:lnTo>
                    <a:pt x="3621389" y="130922"/>
                  </a:lnTo>
                  <a:lnTo>
                    <a:pt x="3623478" y="132372"/>
                  </a:lnTo>
                  <a:lnTo>
                    <a:pt x="3625567" y="133790"/>
                  </a:lnTo>
                  <a:lnTo>
                    <a:pt x="3627656" y="135181"/>
                  </a:lnTo>
                  <a:lnTo>
                    <a:pt x="3629745" y="136500"/>
                  </a:lnTo>
                  <a:lnTo>
                    <a:pt x="3631834" y="137743"/>
                  </a:lnTo>
                  <a:lnTo>
                    <a:pt x="3633923" y="138934"/>
                  </a:lnTo>
                  <a:lnTo>
                    <a:pt x="3636012" y="140097"/>
                  </a:lnTo>
                  <a:lnTo>
                    <a:pt x="3638101" y="141278"/>
                  </a:lnTo>
                  <a:lnTo>
                    <a:pt x="3640190" y="142490"/>
                  </a:lnTo>
                  <a:lnTo>
                    <a:pt x="3642279" y="143729"/>
                  </a:lnTo>
                  <a:lnTo>
                    <a:pt x="3644369" y="144956"/>
                  </a:lnTo>
                  <a:lnTo>
                    <a:pt x="3646458" y="146141"/>
                  </a:lnTo>
                  <a:lnTo>
                    <a:pt x="3648547" y="147290"/>
                  </a:lnTo>
                  <a:lnTo>
                    <a:pt x="3650636" y="148399"/>
                  </a:lnTo>
                  <a:lnTo>
                    <a:pt x="3652725" y="149417"/>
                  </a:lnTo>
                  <a:lnTo>
                    <a:pt x="3654814" y="150320"/>
                  </a:lnTo>
                  <a:lnTo>
                    <a:pt x="3656903" y="151117"/>
                  </a:lnTo>
                  <a:lnTo>
                    <a:pt x="3658992" y="151800"/>
                  </a:lnTo>
                  <a:lnTo>
                    <a:pt x="3661081" y="152443"/>
                  </a:lnTo>
                  <a:lnTo>
                    <a:pt x="3663170" y="153091"/>
                  </a:lnTo>
                  <a:lnTo>
                    <a:pt x="3665259" y="153753"/>
                  </a:lnTo>
                  <a:lnTo>
                    <a:pt x="3667348" y="154386"/>
                  </a:lnTo>
                  <a:lnTo>
                    <a:pt x="3669437" y="154959"/>
                  </a:lnTo>
                  <a:lnTo>
                    <a:pt x="3671526" y="155441"/>
                  </a:lnTo>
                  <a:lnTo>
                    <a:pt x="3673615" y="155831"/>
                  </a:lnTo>
                  <a:lnTo>
                    <a:pt x="3675704" y="156176"/>
                  </a:lnTo>
                  <a:lnTo>
                    <a:pt x="3677793" y="156507"/>
                  </a:lnTo>
                  <a:lnTo>
                    <a:pt x="3679882" y="156839"/>
                  </a:lnTo>
                  <a:lnTo>
                    <a:pt x="3681971" y="157188"/>
                  </a:lnTo>
                  <a:lnTo>
                    <a:pt x="3684060" y="157587"/>
                  </a:lnTo>
                  <a:lnTo>
                    <a:pt x="3686149" y="158071"/>
                  </a:lnTo>
                  <a:lnTo>
                    <a:pt x="3688238" y="158631"/>
                  </a:lnTo>
                  <a:lnTo>
                    <a:pt x="3690327" y="159285"/>
                  </a:lnTo>
                  <a:lnTo>
                    <a:pt x="3692416" y="159952"/>
                  </a:lnTo>
                  <a:lnTo>
                    <a:pt x="3694505" y="160584"/>
                  </a:lnTo>
                  <a:lnTo>
                    <a:pt x="3696594" y="161166"/>
                  </a:lnTo>
                  <a:lnTo>
                    <a:pt x="3698683" y="161732"/>
                  </a:lnTo>
                  <a:lnTo>
                    <a:pt x="3700772" y="162294"/>
                  </a:lnTo>
                  <a:lnTo>
                    <a:pt x="3702862" y="162862"/>
                  </a:lnTo>
                  <a:lnTo>
                    <a:pt x="3704951" y="163449"/>
                  </a:lnTo>
                  <a:lnTo>
                    <a:pt x="3707040" y="164042"/>
                  </a:lnTo>
                  <a:lnTo>
                    <a:pt x="3709129" y="164617"/>
                  </a:lnTo>
                  <a:lnTo>
                    <a:pt x="3711218" y="165176"/>
                  </a:lnTo>
                  <a:lnTo>
                    <a:pt x="3713307" y="165726"/>
                  </a:lnTo>
                  <a:lnTo>
                    <a:pt x="3715396" y="166266"/>
                  </a:lnTo>
                  <a:lnTo>
                    <a:pt x="3717485" y="166794"/>
                  </a:lnTo>
                  <a:lnTo>
                    <a:pt x="3719574" y="167300"/>
                  </a:lnTo>
                  <a:lnTo>
                    <a:pt x="3721663" y="167788"/>
                  </a:lnTo>
                  <a:lnTo>
                    <a:pt x="3723752" y="168299"/>
                  </a:lnTo>
                  <a:lnTo>
                    <a:pt x="3725841" y="168810"/>
                  </a:lnTo>
                  <a:lnTo>
                    <a:pt x="3727930" y="169307"/>
                  </a:lnTo>
                  <a:lnTo>
                    <a:pt x="3730019" y="169773"/>
                  </a:lnTo>
                  <a:lnTo>
                    <a:pt x="3732108" y="170210"/>
                  </a:lnTo>
                  <a:lnTo>
                    <a:pt x="3734197" y="170637"/>
                  </a:lnTo>
                  <a:lnTo>
                    <a:pt x="3736286" y="171065"/>
                  </a:lnTo>
                  <a:lnTo>
                    <a:pt x="3738375" y="171503"/>
                  </a:lnTo>
                  <a:lnTo>
                    <a:pt x="3740464" y="171957"/>
                  </a:lnTo>
                  <a:lnTo>
                    <a:pt x="3742553" y="172407"/>
                  </a:lnTo>
                  <a:lnTo>
                    <a:pt x="3744642" y="172828"/>
                  </a:lnTo>
                  <a:lnTo>
                    <a:pt x="3746731" y="173215"/>
                  </a:lnTo>
                  <a:lnTo>
                    <a:pt x="3748820" y="173560"/>
                  </a:lnTo>
                  <a:lnTo>
                    <a:pt x="3750909" y="173863"/>
                  </a:lnTo>
                  <a:lnTo>
                    <a:pt x="3752998" y="174082"/>
                  </a:lnTo>
                  <a:lnTo>
                    <a:pt x="3755087" y="174200"/>
                  </a:lnTo>
                  <a:lnTo>
                    <a:pt x="3757176" y="174231"/>
                  </a:lnTo>
                  <a:lnTo>
                    <a:pt x="3759266" y="174248"/>
                  </a:lnTo>
                  <a:lnTo>
                    <a:pt x="3761355" y="174267"/>
                  </a:lnTo>
                  <a:lnTo>
                    <a:pt x="3763444" y="174300"/>
                  </a:lnTo>
                  <a:lnTo>
                    <a:pt x="3765533" y="174335"/>
                  </a:lnTo>
                  <a:lnTo>
                    <a:pt x="3767622" y="174347"/>
                  </a:lnTo>
                  <a:lnTo>
                    <a:pt x="3769711" y="174334"/>
                  </a:lnTo>
                  <a:lnTo>
                    <a:pt x="3771800" y="174288"/>
                  </a:lnTo>
                  <a:lnTo>
                    <a:pt x="3773889" y="174199"/>
                  </a:lnTo>
                  <a:lnTo>
                    <a:pt x="3775978" y="174086"/>
                  </a:lnTo>
                  <a:lnTo>
                    <a:pt x="3778067" y="173947"/>
                  </a:lnTo>
                  <a:lnTo>
                    <a:pt x="3780156" y="173791"/>
                  </a:lnTo>
                  <a:lnTo>
                    <a:pt x="3782245" y="173611"/>
                  </a:lnTo>
                  <a:lnTo>
                    <a:pt x="3784334" y="173445"/>
                  </a:lnTo>
                  <a:lnTo>
                    <a:pt x="3786423" y="173314"/>
                  </a:lnTo>
                  <a:lnTo>
                    <a:pt x="3788512" y="173198"/>
                  </a:lnTo>
                  <a:lnTo>
                    <a:pt x="3790601" y="173042"/>
                  </a:lnTo>
                  <a:lnTo>
                    <a:pt x="3792690" y="172784"/>
                  </a:lnTo>
                  <a:lnTo>
                    <a:pt x="3794779" y="172433"/>
                  </a:lnTo>
                  <a:lnTo>
                    <a:pt x="3796868" y="172008"/>
                  </a:lnTo>
                  <a:lnTo>
                    <a:pt x="3798957" y="171546"/>
                  </a:lnTo>
                  <a:lnTo>
                    <a:pt x="3801046" y="171050"/>
                  </a:lnTo>
                  <a:lnTo>
                    <a:pt x="3803135" y="170522"/>
                  </a:lnTo>
                  <a:lnTo>
                    <a:pt x="3805224" y="169965"/>
                  </a:lnTo>
                  <a:lnTo>
                    <a:pt x="3807313" y="169365"/>
                  </a:lnTo>
                  <a:lnTo>
                    <a:pt x="3809402" y="168726"/>
                  </a:lnTo>
                  <a:lnTo>
                    <a:pt x="3811491" y="168019"/>
                  </a:lnTo>
                  <a:lnTo>
                    <a:pt x="3813580" y="167225"/>
                  </a:lnTo>
                  <a:lnTo>
                    <a:pt x="3815669" y="166316"/>
                  </a:lnTo>
                  <a:lnTo>
                    <a:pt x="3817759" y="165279"/>
                  </a:lnTo>
                  <a:lnTo>
                    <a:pt x="3819848" y="164111"/>
                  </a:lnTo>
                  <a:lnTo>
                    <a:pt x="3821937" y="162815"/>
                  </a:lnTo>
                  <a:lnTo>
                    <a:pt x="3824026" y="161406"/>
                  </a:lnTo>
                  <a:lnTo>
                    <a:pt x="3826115" y="159879"/>
                  </a:lnTo>
                  <a:lnTo>
                    <a:pt x="3828204" y="158208"/>
                  </a:lnTo>
                  <a:lnTo>
                    <a:pt x="3830293" y="156403"/>
                  </a:lnTo>
                  <a:lnTo>
                    <a:pt x="3832382" y="154493"/>
                  </a:lnTo>
                  <a:lnTo>
                    <a:pt x="3834471" y="152480"/>
                  </a:lnTo>
                  <a:lnTo>
                    <a:pt x="3836560" y="150380"/>
                  </a:lnTo>
                  <a:lnTo>
                    <a:pt x="3838649" y="148179"/>
                  </a:lnTo>
                  <a:lnTo>
                    <a:pt x="3840738" y="145880"/>
                  </a:lnTo>
                  <a:lnTo>
                    <a:pt x="3842827" y="143493"/>
                  </a:lnTo>
                  <a:lnTo>
                    <a:pt x="3844916" y="141062"/>
                  </a:lnTo>
                  <a:lnTo>
                    <a:pt x="3847005" y="138611"/>
                  </a:lnTo>
                  <a:lnTo>
                    <a:pt x="3849094" y="136149"/>
                  </a:lnTo>
                  <a:lnTo>
                    <a:pt x="3851183" y="133682"/>
                  </a:lnTo>
                  <a:lnTo>
                    <a:pt x="3853272" y="131216"/>
                  </a:lnTo>
                  <a:lnTo>
                    <a:pt x="3855361" y="128753"/>
                  </a:lnTo>
                  <a:lnTo>
                    <a:pt x="3857450" y="126329"/>
                  </a:lnTo>
                  <a:lnTo>
                    <a:pt x="3859539" y="123937"/>
                  </a:lnTo>
                  <a:lnTo>
                    <a:pt x="3861628" y="121561"/>
                  </a:lnTo>
                  <a:lnTo>
                    <a:pt x="3863717" y="119179"/>
                  </a:lnTo>
                  <a:lnTo>
                    <a:pt x="3865806" y="116770"/>
                  </a:lnTo>
                  <a:lnTo>
                    <a:pt x="3867895" y="114326"/>
                  </a:lnTo>
                  <a:lnTo>
                    <a:pt x="3869984" y="111865"/>
                  </a:lnTo>
                  <a:lnTo>
                    <a:pt x="3872073" y="109376"/>
                  </a:lnTo>
                  <a:lnTo>
                    <a:pt x="3874163" y="106832"/>
                  </a:lnTo>
                  <a:lnTo>
                    <a:pt x="3876252" y="104242"/>
                  </a:lnTo>
                  <a:lnTo>
                    <a:pt x="3878341" y="101636"/>
                  </a:lnTo>
                  <a:lnTo>
                    <a:pt x="3880430" y="99040"/>
                  </a:lnTo>
                  <a:lnTo>
                    <a:pt x="3882519" y="96424"/>
                  </a:lnTo>
                  <a:lnTo>
                    <a:pt x="3884608" y="93769"/>
                  </a:lnTo>
                  <a:lnTo>
                    <a:pt x="3886697" y="91072"/>
                  </a:lnTo>
                  <a:lnTo>
                    <a:pt x="3888786" y="88284"/>
                  </a:lnTo>
                  <a:lnTo>
                    <a:pt x="3890875" y="85402"/>
                  </a:lnTo>
                  <a:lnTo>
                    <a:pt x="3892964" y="82441"/>
                  </a:lnTo>
                  <a:lnTo>
                    <a:pt x="3895053" y="79398"/>
                  </a:lnTo>
                  <a:lnTo>
                    <a:pt x="3897142" y="76364"/>
                  </a:lnTo>
                  <a:lnTo>
                    <a:pt x="3899231" y="73395"/>
                  </a:lnTo>
                  <a:lnTo>
                    <a:pt x="3901320" y="70510"/>
                  </a:lnTo>
                  <a:lnTo>
                    <a:pt x="3903409" y="67700"/>
                  </a:lnTo>
                  <a:lnTo>
                    <a:pt x="3905498" y="64969"/>
                  </a:lnTo>
                  <a:lnTo>
                    <a:pt x="3907587" y="62314"/>
                  </a:lnTo>
                  <a:lnTo>
                    <a:pt x="3909676" y="59711"/>
                  </a:lnTo>
                  <a:lnTo>
                    <a:pt x="3911765" y="57144"/>
                  </a:lnTo>
                  <a:lnTo>
                    <a:pt x="3913854" y="54650"/>
                  </a:lnTo>
                  <a:lnTo>
                    <a:pt x="3915943" y="52268"/>
                  </a:lnTo>
                  <a:lnTo>
                    <a:pt x="3918032" y="50044"/>
                  </a:lnTo>
                  <a:lnTo>
                    <a:pt x="3920121" y="48030"/>
                  </a:lnTo>
                  <a:lnTo>
                    <a:pt x="3922210" y="46251"/>
                  </a:lnTo>
                  <a:lnTo>
                    <a:pt x="3924299" y="44706"/>
                  </a:lnTo>
                  <a:lnTo>
                    <a:pt x="3926388" y="43396"/>
                  </a:lnTo>
                  <a:lnTo>
                    <a:pt x="3928477" y="42273"/>
                  </a:lnTo>
                  <a:lnTo>
                    <a:pt x="3930566" y="41298"/>
                  </a:lnTo>
                  <a:lnTo>
                    <a:pt x="3932656" y="40451"/>
                  </a:lnTo>
                  <a:lnTo>
                    <a:pt x="3934745" y="39744"/>
                  </a:lnTo>
                  <a:lnTo>
                    <a:pt x="3936834" y="39183"/>
                  </a:lnTo>
                  <a:lnTo>
                    <a:pt x="3938923" y="38773"/>
                  </a:lnTo>
                  <a:lnTo>
                    <a:pt x="3941012" y="38511"/>
                  </a:lnTo>
                  <a:lnTo>
                    <a:pt x="3943101" y="38380"/>
                  </a:lnTo>
                  <a:lnTo>
                    <a:pt x="3945190" y="38387"/>
                  </a:lnTo>
                  <a:lnTo>
                    <a:pt x="3947279" y="38522"/>
                  </a:lnTo>
                  <a:lnTo>
                    <a:pt x="3949368" y="38732"/>
                  </a:lnTo>
                  <a:lnTo>
                    <a:pt x="3951457" y="38956"/>
                  </a:lnTo>
                  <a:lnTo>
                    <a:pt x="3953546" y="39168"/>
                  </a:lnTo>
                  <a:lnTo>
                    <a:pt x="3955635" y="39358"/>
                  </a:lnTo>
                  <a:lnTo>
                    <a:pt x="3957724" y="39520"/>
                  </a:lnTo>
                  <a:lnTo>
                    <a:pt x="3959813" y="39653"/>
                  </a:lnTo>
                  <a:lnTo>
                    <a:pt x="3961902" y="39724"/>
                  </a:lnTo>
                  <a:lnTo>
                    <a:pt x="3963991" y="39745"/>
                  </a:lnTo>
                  <a:lnTo>
                    <a:pt x="3966080" y="39771"/>
                  </a:lnTo>
                  <a:lnTo>
                    <a:pt x="3968169" y="39819"/>
                  </a:lnTo>
                  <a:lnTo>
                    <a:pt x="3970258" y="39890"/>
                  </a:lnTo>
                  <a:lnTo>
                    <a:pt x="3972347" y="39967"/>
                  </a:lnTo>
                  <a:lnTo>
                    <a:pt x="3974436" y="40058"/>
                  </a:lnTo>
                  <a:lnTo>
                    <a:pt x="3976525" y="40145"/>
                  </a:lnTo>
                  <a:lnTo>
                    <a:pt x="3978614" y="40261"/>
                  </a:lnTo>
                  <a:lnTo>
                    <a:pt x="3980703" y="40426"/>
                  </a:lnTo>
                  <a:lnTo>
                    <a:pt x="3982792" y="40631"/>
                  </a:lnTo>
                  <a:lnTo>
                    <a:pt x="3984881" y="40855"/>
                  </a:lnTo>
                  <a:lnTo>
                    <a:pt x="3986970" y="41130"/>
                  </a:lnTo>
                  <a:lnTo>
                    <a:pt x="3989060" y="41499"/>
                  </a:lnTo>
                  <a:lnTo>
                    <a:pt x="3991149" y="41989"/>
                  </a:lnTo>
                  <a:lnTo>
                    <a:pt x="3993238" y="42648"/>
                  </a:lnTo>
                  <a:lnTo>
                    <a:pt x="3995327" y="43487"/>
                  </a:lnTo>
                  <a:lnTo>
                    <a:pt x="3997416" y="44463"/>
                  </a:lnTo>
                  <a:lnTo>
                    <a:pt x="3999505" y="45571"/>
                  </a:lnTo>
                  <a:lnTo>
                    <a:pt x="4001594" y="46817"/>
                  </a:lnTo>
                  <a:lnTo>
                    <a:pt x="4003683" y="48142"/>
                  </a:lnTo>
                  <a:lnTo>
                    <a:pt x="4005772" y="49520"/>
                  </a:lnTo>
                  <a:lnTo>
                    <a:pt x="4007861" y="50958"/>
                  </a:lnTo>
                  <a:lnTo>
                    <a:pt x="4009950" y="52481"/>
                  </a:lnTo>
                  <a:lnTo>
                    <a:pt x="4012039" y="54089"/>
                  </a:lnTo>
                  <a:lnTo>
                    <a:pt x="4014128" y="55806"/>
                  </a:lnTo>
                  <a:lnTo>
                    <a:pt x="4016217" y="57630"/>
                  </a:lnTo>
                  <a:lnTo>
                    <a:pt x="4018306" y="59526"/>
                  </a:lnTo>
                  <a:lnTo>
                    <a:pt x="4020395" y="61430"/>
                  </a:lnTo>
                  <a:lnTo>
                    <a:pt x="4022484" y="63308"/>
                  </a:lnTo>
                  <a:lnTo>
                    <a:pt x="4024573" y="65098"/>
                  </a:lnTo>
                  <a:lnTo>
                    <a:pt x="4026662" y="66792"/>
                  </a:lnTo>
                  <a:lnTo>
                    <a:pt x="4028751" y="68391"/>
                  </a:lnTo>
                  <a:lnTo>
                    <a:pt x="4030840" y="69891"/>
                  </a:lnTo>
                  <a:lnTo>
                    <a:pt x="4032929" y="71296"/>
                  </a:lnTo>
                  <a:lnTo>
                    <a:pt x="4035018" y="72654"/>
                  </a:lnTo>
                  <a:lnTo>
                    <a:pt x="4037107" y="73995"/>
                  </a:lnTo>
                  <a:lnTo>
                    <a:pt x="4039196" y="75322"/>
                  </a:lnTo>
                  <a:lnTo>
                    <a:pt x="4041285" y="76580"/>
                  </a:lnTo>
                  <a:lnTo>
                    <a:pt x="4043374" y="77741"/>
                  </a:lnTo>
                  <a:lnTo>
                    <a:pt x="4045463" y="78795"/>
                  </a:lnTo>
                  <a:lnTo>
                    <a:pt x="4047553" y="79803"/>
                  </a:lnTo>
                  <a:lnTo>
                    <a:pt x="4049642" y="80781"/>
                  </a:lnTo>
                  <a:lnTo>
                    <a:pt x="4051731" y="81737"/>
                  </a:lnTo>
                  <a:lnTo>
                    <a:pt x="4053820" y="82680"/>
                  </a:lnTo>
                  <a:lnTo>
                    <a:pt x="4055909" y="83685"/>
                  </a:lnTo>
                  <a:lnTo>
                    <a:pt x="4057998" y="84763"/>
                  </a:lnTo>
                  <a:lnTo>
                    <a:pt x="4060087" y="85926"/>
                  </a:lnTo>
                  <a:lnTo>
                    <a:pt x="4062176" y="87172"/>
                  </a:lnTo>
                  <a:lnTo>
                    <a:pt x="4064265" y="88501"/>
                  </a:lnTo>
                  <a:lnTo>
                    <a:pt x="4066354" y="89944"/>
                  </a:lnTo>
                  <a:lnTo>
                    <a:pt x="4068443" y="91532"/>
                  </a:lnTo>
                  <a:lnTo>
                    <a:pt x="4070532" y="93219"/>
                  </a:lnTo>
                  <a:lnTo>
                    <a:pt x="4072621" y="94983"/>
                  </a:lnTo>
                  <a:lnTo>
                    <a:pt x="4074710" y="96818"/>
                  </a:lnTo>
                  <a:lnTo>
                    <a:pt x="4076799" y="98727"/>
                  </a:lnTo>
                  <a:lnTo>
                    <a:pt x="4078888" y="100681"/>
                  </a:lnTo>
                  <a:lnTo>
                    <a:pt x="4080977" y="102679"/>
                  </a:lnTo>
                  <a:lnTo>
                    <a:pt x="4083066" y="104712"/>
                  </a:lnTo>
                  <a:lnTo>
                    <a:pt x="4085155" y="106762"/>
                  </a:lnTo>
                  <a:lnTo>
                    <a:pt x="4087244" y="108826"/>
                  </a:lnTo>
                  <a:lnTo>
                    <a:pt x="4089333" y="110903"/>
                  </a:lnTo>
                  <a:lnTo>
                    <a:pt x="4091422" y="112994"/>
                  </a:lnTo>
                  <a:lnTo>
                    <a:pt x="4093511" y="115067"/>
                  </a:lnTo>
                  <a:lnTo>
                    <a:pt x="4095600" y="117100"/>
                  </a:lnTo>
                  <a:lnTo>
                    <a:pt x="4097689" y="119053"/>
                  </a:lnTo>
                  <a:lnTo>
                    <a:pt x="4099778" y="120876"/>
                  </a:lnTo>
                  <a:lnTo>
                    <a:pt x="4101867" y="122601"/>
                  </a:lnTo>
                  <a:lnTo>
                    <a:pt x="4103957" y="124243"/>
                  </a:lnTo>
                  <a:lnTo>
                    <a:pt x="4106046" y="125799"/>
                  </a:lnTo>
                  <a:lnTo>
                    <a:pt x="4108135" y="127271"/>
                  </a:lnTo>
                  <a:lnTo>
                    <a:pt x="4110224" y="128659"/>
                  </a:lnTo>
                  <a:lnTo>
                    <a:pt x="4112313" y="129963"/>
                  </a:lnTo>
                  <a:lnTo>
                    <a:pt x="4114402" y="131159"/>
                  </a:lnTo>
                  <a:lnTo>
                    <a:pt x="4116491" y="132238"/>
                  </a:lnTo>
                  <a:lnTo>
                    <a:pt x="4118580" y="133197"/>
                  </a:lnTo>
                  <a:lnTo>
                    <a:pt x="4120669" y="134054"/>
                  </a:lnTo>
                  <a:lnTo>
                    <a:pt x="4122758" y="134835"/>
                  </a:lnTo>
                  <a:lnTo>
                    <a:pt x="4124847" y="135584"/>
                  </a:lnTo>
                  <a:lnTo>
                    <a:pt x="4126936" y="136329"/>
                  </a:lnTo>
                  <a:lnTo>
                    <a:pt x="4129025" y="137103"/>
                  </a:lnTo>
                  <a:lnTo>
                    <a:pt x="4131114" y="137931"/>
                  </a:lnTo>
                  <a:lnTo>
                    <a:pt x="4133203" y="138810"/>
                  </a:lnTo>
                  <a:lnTo>
                    <a:pt x="4135292" y="139743"/>
                  </a:lnTo>
                  <a:lnTo>
                    <a:pt x="4137381" y="140733"/>
                  </a:lnTo>
                  <a:lnTo>
                    <a:pt x="4139470" y="141776"/>
                  </a:lnTo>
                  <a:lnTo>
                    <a:pt x="4141559" y="142868"/>
                  </a:lnTo>
                  <a:lnTo>
                    <a:pt x="4143648" y="144004"/>
                  </a:lnTo>
                  <a:lnTo>
                    <a:pt x="4145737" y="145213"/>
                  </a:lnTo>
                  <a:lnTo>
                    <a:pt x="4147826" y="146506"/>
                  </a:lnTo>
                  <a:lnTo>
                    <a:pt x="4149915" y="147866"/>
                  </a:lnTo>
                  <a:lnTo>
                    <a:pt x="4152004" y="149230"/>
                  </a:lnTo>
                  <a:lnTo>
                    <a:pt x="4154093" y="150519"/>
                  </a:lnTo>
                  <a:lnTo>
                    <a:pt x="4156182" y="151730"/>
                  </a:lnTo>
                  <a:lnTo>
                    <a:pt x="4158271" y="152858"/>
                  </a:lnTo>
                  <a:lnTo>
                    <a:pt x="4160360" y="153863"/>
                  </a:lnTo>
                  <a:lnTo>
                    <a:pt x="4162450" y="154717"/>
                  </a:lnTo>
                  <a:lnTo>
                    <a:pt x="4164539" y="155424"/>
                  </a:lnTo>
                  <a:lnTo>
                    <a:pt x="4166628" y="155983"/>
                  </a:lnTo>
                  <a:lnTo>
                    <a:pt x="4168717" y="156393"/>
                  </a:lnTo>
                  <a:lnTo>
                    <a:pt x="4170806" y="156660"/>
                  </a:lnTo>
                  <a:lnTo>
                    <a:pt x="4172895" y="156746"/>
                  </a:lnTo>
                  <a:lnTo>
                    <a:pt x="4174984" y="156633"/>
                  </a:lnTo>
                  <a:lnTo>
                    <a:pt x="4177073" y="156326"/>
                  </a:lnTo>
                  <a:lnTo>
                    <a:pt x="4179162" y="155845"/>
                  </a:lnTo>
                  <a:lnTo>
                    <a:pt x="4181251" y="155208"/>
                  </a:lnTo>
                  <a:lnTo>
                    <a:pt x="4183340" y="154449"/>
                  </a:lnTo>
                  <a:lnTo>
                    <a:pt x="4185429" y="153626"/>
                  </a:lnTo>
                  <a:lnTo>
                    <a:pt x="4187518" y="152739"/>
                  </a:lnTo>
                  <a:lnTo>
                    <a:pt x="4189607" y="151786"/>
                  </a:lnTo>
                  <a:lnTo>
                    <a:pt x="4191696" y="150770"/>
                  </a:lnTo>
                  <a:lnTo>
                    <a:pt x="4193785" y="149689"/>
                  </a:lnTo>
                  <a:lnTo>
                    <a:pt x="4195874" y="148548"/>
                  </a:lnTo>
                  <a:lnTo>
                    <a:pt x="4197963" y="147347"/>
                  </a:lnTo>
                  <a:lnTo>
                    <a:pt x="4200052" y="146087"/>
                  </a:lnTo>
                  <a:lnTo>
                    <a:pt x="4202141" y="144775"/>
                  </a:lnTo>
                  <a:lnTo>
                    <a:pt x="4204230" y="143456"/>
                  </a:lnTo>
                  <a:lnTo>
                    <a:pt x="4206319" y="142161"/>
                  </a:lnTo>
                  <a:lnTo>
                    <a:pt x="4208408" y="140891"/>
                  </a:lnTo>
                  <a:lnTo>
                    <a:pt x="4210497" y="139642"/>
                  </a:lnTo>
                  <a:lnTo>
                    <a:pt x="4212586" y="138412"/>
                  </a:lnTo>
                  <a:lnTo>
                    <a:pt x="4214675" y="137203"/>
                  </a:lnTo>
                  <a:lnTo>
                    <a:pt x="4216764" y="136015"/>
                  </a:lnTo>
                  <a:lnTo>
                    <a:pt x="4218854" y="134846"/>
                  </a:lnTo>
                  <a:lnTo>
                    <a:pt x="4220943" y="133697"/>
                  </a:lnTo>
                  <a:lnTo>
                    <a:pt x="4223032" y="132573"/>
                  </a:lnTo>
                  <a:lnTo>
                    <a:pt x="4225121" y="131476"/>
                  </a:lnTo>
                  <a:lnTo>
                    <a:pt x="4227210" y="130373"/>
                  </a:lnTo>
                  <a:lnTo>
                    <a:pt x="4229299" y="129255"/>
                  </a:lnTo>
                  <a:lnTo>
                    <a:pt x="4231388" y="128123"/>
                  </a:lnTo>
                  <a:lnTo>
                    <a:pt x="4233477" y="126973"/>
                  </a:lnTo>
                  <a:lnTo>
                    <a:pt x="4235566" y="125774"/>
                  </a:lnTo>
                  <a:lnTo>
                    <a:pt x="4237655" y="124527"/>
                  </a:lnTo>
                  <a:lnTo>
                    <a:pt x="4239744" y="123233"/>
                  </a:lnTo>
                  <a:lnTo>
                    <a:pt x="4241833" y="121888"/>
                  </a:lnTo>
                  <a:lnTo>
                    <a:pt x="4243922" y="120490"/>
                  </a:lnTo>
                  <a:lnTo>
                    <a:pt x="4246011" y="119041"/>
                  </a:lnTo>
                  <a:lnTo>
                    <a:pt x="4248100" y="117539"/>
                  </a:lnTo>
                  <a:lnTo>
                    <a:pt x="4250189" y="115986"/>
                  </a:lnTo>
                  <a:lnTo>
                    <a:pt x="4252278" y="114400"/>
                  </a:lnTo>
                  <a:lnTo>
                    <a:pt x="4254367" y="112815"/>
                  </a:lnTo>
                  <a:lnTo>
                    <a:pt x="4256456" y="111283"/>
                  </a:lnTo>
                  <a:lnTo>
                    <a:pt x="4258545" y="109884"/>
                  </a:lnTo>
                  <a:lnTo>
                    <a:pt x="4260634" y="108648"/>
                  </a:lnTo>
                  <a:lnTo>
                    <a:pt x="4262723" y="107580"/>
                  </a:lnTo>
                  <a:lnTo>
                    <a:pt x="4264812" y="106684"/>
                  </a:lnTo>
                  <a:lnTo>
                    <a:pt x="4266901" y="105991"/>
                  </a:lnTo>
                  <a:lnTo>
                    <a:pt x="4268990" y="105498"/>
                  </a:lnTo>
                  <a:lnTo>
                    <a:pt x="4271079" y="105207"/>
                  </a:lnTo>
                  <a:lnTo>
                    <a:pt x="4273168" y="105120"/>
                  </a:lnTo>
                  <a:lnTo>
                    <a:pt x="4275257" y="105235"/>
                  </a:lnTo>
                  <a:lnTo>
                    <a:pt x="4277347" y="105556"/>
                  </a:lnTo>
                  <a:lnTo>
                    <a:pt x="4279436" y="106111"/>
                  </a:lnTo>
                  <a:lnTo>
                    <a:pt x="4281525" y="106922"/>
                  </a:lnTo>
                  <a:lnTo>
                    <a:pt x="4283614" y="107974"/>
                  </a:lnTo>
                  <a:lnTo>
                    <a:pt x="4285703" y="109245"/>
                  </a:lnTo>
                  <a:lnTo>
                    <a:pt x="4287792" y="110694"/>
                  </a:lnTo>
                  <a:lnTo>
                    <a:pt x="4289881" y="112266"/>
                  </a:lnTo>
                  <a:lnTo>
                    <a:pt x="4291970" y="113932"/>
                  </a:lnTo>
                  <a:lnTo>
                    <a:pt x="4294059" y="115693"/>
                  </a:lnTo>
                  <a:lnTo>
                    <a:pt x="4296148" y="117549"/>
                  </a:lnTo>
                  <a:lnTo>
                    <a:pt x="4298237" y="119501"/>
                  </a:lnTo>
                  <a:lnTo>
                    <a:pt x="4300326" y="121546"/>
                  </a:lnTo>
                  <a:lnTo>
                    <a:pt x="4302415" y="123675"/>
                  </a:lnTo>
                  <a:lnTo>
                    <a:pt x="4304504" y="125885"/>
                  </a:lnTo>
                  <a:lnTo>
                    <a:pt x="4306593" y="128179"/>
                  </a:lnTo>
                  <a:lnTo>
                    <a:pt x="4308682" y="130547"/>
                  </a:lnTo>
                  <a:lnTo>
                    <a:pt x="4310771" y="132949"/>
                  </a:lnTo>
                  <a:lnTo>
                    <a:pt x="4312860" y="135356"/>
                  </a:lnTo>
                  <a:lnTo>
                    <a:pt x="4314949" y="137768"/>
                  </a:lnTo>
                  <a:lnTo>
                    <a:pt x="4317038" y="140189"/>
                  </a:lnTo>
                  <a:lnTo>
                    <a:pt x="4319127" y="142613"/>
                  </a:lnTo>
                  <a:lnTo>
                    <a:pt x="4321216" y="145035"/>
                  </a:lnTo>
                  <a:lnTo>
                    <a:pt x="4323305" y="147457"/>
                  </a:lnTo>
                  <a:lnTo>
                    <a:pt x="4325394" y="149874"/>
                  </a:lnTo>
                  <a:lnTo>
                    <a:pt x="4327483" y="152284"/>
                  </a:lnTo>
                  <a:lnTo>
                    <a:pt x="4329572" y="154691"/>
                  </a:lnTo>
                  <a:lnTo>
                    <a:pt x="4331661" y="157100"/>
                  </a:lnTo>
                  <a:lnTo>
                    <a:pt x="4333750" y="159518"/>
                  </a:lnTo>
                  <a:lnTo>
                    <a:pt x="4335840" y="161918"/>
                  </a:lnTo>
                  <a:lnTo>
                    <a:pt x="4337929" y="164292"/>
                  </a:lnTo>
                  <a:lnTo>
                    <a:pt x="4340018" y="166644"/>
                  </a:lnTo>
                  <a:lnTo>
                    <a:pt x="4342107" y="168974"/>
                  </a:lnTo>
                  <a:lnTo>
                    <a:pt x="4344196" y="171279"/>
                  </a:lnTo>
                  <a:lnTo>
                    <a:pt x="4346285" y="173534"/>
                  </a:lnTo>
                  <a:lnTo>
                    <a:pt x="4348374" y="175741"/>
                  </a:lnTo>
                  <a:lnTo>
                    <a:pt x="4350463" y="177902"/>
                  </a:lnTo>
                  <a:lnTo>
                    <a:pt x="4352552" y="180017"/>
                  </a:lnTo>
                  <a:lnTo>
                    <a:pt x="4354641" y="182093"/>
                  </a:lnTo>
                  <a:lnTo>
                    <a:pt x="4356730" y="184135"/>
                  </a:lnTo>
                  <a:lnTo>
                    <a:pt x="4358819" y="186124"/>
                  </a:lnTo>
                  <a:lnTo>
                    <a:pt x="4360908" y="188038"/>
                  </a:lnTo>
                  <a:lnTo>
                    <a:pt x="4362997" y="189842"/>
                  </a:lnTo>
                  <a:lnTo>
                    <a:pt x="4365086" y="191509"/>
                  </a:lnTo>
                  <a:lnTo>
                    <a:pt x="4367175" y="193058"/>
                  </a:lnTo>
                  <a:lnTo>
                    <a:pt x="4369264" y="194488"/>
                  </a:lnTo>
                  <a:lnTo>
                    <a:pt x="4371353" y="195797"/>
                  </a:lnTo>
                  <a:lnTo>
                    <a:pt x="4373442" y="196988"/>
                  </a:lnTo>
                  <a:lnTo>
                    <a:pt x="4375531" y="198056"/>
                  </a:lnTo>
                  <a:lnTo>
                    <a:pt x="4377620" y="199024"/>
                  </a:lnTo>
                  <a:lnTo>
                    <a:pt x="4379709" y="199892"/>
                  </a:lnTo>
                  <a:lnTo>
                    <a:pt x="4381798" y="200657"/>
                  </a:lnTo>
                  <a:lnTo>
                    <a:pt x="4383887" y="201310"/>
                  </a:lnTo>
                  <a:lnTo>
                    <a:pt x="4385976" y="201822"/>
                  </a:lnTo>
                  <a:lnTo>
                    <a:pt x="4388065" y="202190"/>
                  </a:lnTo>
                  <a:lnTo>
                    <a:pt x="4390154" y="202423"/>
                  </a:lnTo>
                  <a:lnTo>
                    <a:pt x="4392244" y="202529"/>
                  </a:lnTo>
                  <a:lnTo>
                    <a:pt x="4394333" y="202536"/>
                  </a:lnTo>
                  <a:lnTo>
                    <a:pt x="4396422" y="202467"/>
                  </a:lnTo>
                  <a:lnTo>
                    <a:pt x="4398511" y="202322"/>
                  </a:lnTo>
                  <a:lnTo>
                    <a:pt x="4400600" y="202103"/>
                  </a:lnTo>
                  <a:lnTo>
                    <a:pt x="4402689" y="201810"/>
                  </a:lnTo>
                  <a:lnTo>
                    <a:pt x="4404778" y="201445"/>
                  </a:lnTo>
                  <a:lnTo>
                    <a:pt x="4406867" y="201021"/>
                  </a:lnTo>
                  <a:lnTo>
                    <a:pt x="4408956" y="200548"/>
                  </a:lnTo>
                  <a:lnTo>
                    <a:pt x="4411045" y="200025"/>
                  </a:lnTo>
                  <a:lnTo>
                    <a:pt x="4413134" y="199451"/>
                  </a:lnTo>
                  <a:lnTo>
                    <a:pt x="4415223" y="198832"/>
                  </a:lnTo>
                  <a:lnTo>
                    <a:pt x="4417312" y="198201"/>
                  </a:lnTo>
                  <a:lnTo>
                    <a:pt x="4419401" y="197556"/>
                  </a:lnTo>
                  <a:lnTo>
                    <a:pt x="4421490" y="196897"/>
                  </a:lnTo>
                  <a:lnTo>
                    <a:pt x="4423579" y="196225"/>
                  </a:lnTo>
                  <a:lnTo>
                    <a:pt x="4425668" y="195553"/>
                  </a:lnTo>
                  <a:lnTo>
                    <a:pt x="4427757" y="194886"/>
                  </a:lnTo>
                  <a:lnTo>
                    <a:pt x="4429846" y="194227"/>
                  </a:lnTo>
                  <a:lnTo>
                    <a:pt x="4431935" y="193577"/>
                  </a:lnTo>
                  <a:lnTo>
                    <a:pt x="4434024" y="192934"/>
                  </a:lnTo>
                  <a:lnTo>
                    <a:pt x="4436113" y="192291"/>
                  </a:lnTo>
                  <a:lnTo>
                    <a:pt x="4438202" y="191631"/>
                  </a:lnTo>
                  <a:lnTo>
                    <a:pt x="4440291" y="190984"/>
                  </a:lnTo>
                  <a:lnTo>
                    <a:pt x="4442380" y="190382"/>
                  </a:lnTo>
                  <a:lnTo>
                    <a:pt x="4444469" y="189829"/>
                  </a:lnTo>
                  <a:lnTo>
                    <a:pt x="4446558" y="189333"/>
                  </a:lnTo>
                  <a:lnTo>
                    <a:pt x="4448647" y="188896"/>
                  </a:lnTo>
                  <a:lnTo>
                    <a:pt x="4450737" y="188547"/>
                  </a:lnTo>
                  <a:lnTo>
                    <a:pt x="4452826" y="188306"/>
                  </a:lnTo>
                  <a:lnTo>
                    <a:pt x="4454915" y="188175"/>
                  </a:lnTo>
                  <a:lnTo>
                    <a:pt x="4457004" y="188155"/>
                  </a:lnTo>
                  <a:lnTo>
                    <a:pt x="4459093" y="188234"/>
                  </a:lnTo>
                  <a:lnTo>
                    <a:pt x="4461182" y="188401"/>
                  </a:lnTo>
                  <a:lnTo>
                    <a:pt x="4463271" y="188660"/>
                  </a:lnTo>
                  <a:lnTo>
                    <a:pt x="4465360" y="189014"/>
                  </a:lnTo>
                  <a:lnTo>
                    <a:pt x="4467449" y="189481"/>
                  </a:lnTo>
                  <a:lnTo>
                    <a:pt x="4469538" y="190060"/>
                  </a:lnTo>
                  <a:lnTo>
                    <a:pt x="4471627" y="190734"/>
                  </a:lnTo>
                  <a:lnTo>
                    <a:pt x="4473716" y="191487"/>
                  </a:lnTo>
                  <a:lnTo>
                    <a:pt x="4475805" y="192315"/>
                  </a:lnTo>
                  <a:lnTo>
                    <a:pt x="4477894" y="193211"/>
                  </a:lnTo>
                  <a:lnTo>
                    <a:pt x="4479983" y="194181"/>
                  </a:lnTo>
                  <a:lnTo>
                    <a:pt x="4482072" y="195193"/>
                  </a:lnTo>
                  <a:lnTo>
                    <a:pt x="4484161" y="196227"/>
                  </a:lnTo>
                  <a:lnTo>
                    <a:pt x="4486250" y="197282"/>
                  </a:lnTo>
                  <a:lnTo>
                    <a:pt x="4488339" y="198368"/>
                  </a:lnTo>
                  <a:lnTo>
                    <a:pt x="4490428" y="199496"/>
                  </a:lnTo>
                  <a:lnTo>
                    <a:pt x="4492517" y="200674"/>
                  </a:lnTo>
                  <a:lnTo>
                    <a:pt x="4494606" y="201897"/>
                  </a:lnTo>
                  <a:lnTo>
                    <a:pt x="4496695" y="203169"/>
                  </a:lnTo>
                  <a:lnTo>
                    <a:pt x="4498784" y="204483"/>
                  </a:lnTo>
                  <a:lnTo>
                    <a:pt x="4500873" y="205848"/>
                  </a:lnTo>
                  <a:lnTo>
                    <a:pt x="4502962" y="207273"/>
                  </a:lnTo>
                  <a:lnTo>
                    <a:pt x="4505051" y="208763"/>
                  </a:lnTo>
                  <a:lnTo>
                    <a:pt x="4507141" y="210305"/>
                  </a:lnTo>
                  <a:lnTo>
                    <a:pt x="4509230" y="211887"/>
                  </a:lnTo>
                  <a:lnTo>
                    <a:pt x="4511319" y="213525"/>
                  </a:lnTo>
                  <a:lnTo>
                    <a:pt x="4513408" y="215207"/>
                  </a:lnTo>
                  <a:lnTo>
                    <a:pt x="4515497" y="216912"/>
                  </a:lnTo>
                  <a:lnTo>
                    <a:pt x="4517586" y="218631"/>
                  </a:lnTo>
                  <a:lnTo>
                    <a:pt x="4519675" y="220378"/>
                  </a:lnTo>
                  <a:lnTo>
                    <a:pt x="4521764" y="222153"/>
                  </a:lnTo>
                  <a:lnTo>
                    <a:pt x="4523853" y="223969"/>
                  </a:lnTo>
                  <a:lnTo>
                    <a:pt x="4525942" y="225821"/>
                  </a:lnTo>
                  <a:lnTo>
                    <a:pt x="4528031" y="227708"/>
                  </a:lnTo>
                  <a:lnTo>
                    <a:pt x="4530120" y="229636"/>
                  </a:lnTo>
                  <a:lnTo>
                    <a:pt x="4532209" y="231596"/>
                  </a:lnTo>
                  <a:lnTo>
                    <a:pt x="4534298" y="233586"/>
                  </a:lnTo>
                  <a:lnTo>
                    <a:pt x="4536387" y="235592"/>
                  </a:lnTo>
                  <a:lnTo>
                    <a:pt x="4538476" y="237625"/>
                  </a:lnTo>
                  <a:lnTo>
                    <a:pt x="4540565" y="239701"/>
                  </a:lnTo>
                  <a:lnTo>
                    <a:pt x="4542654" y="241829"/>
                  </a:lnTo>
                  <a:lnTo>
                    <a:pt x="4544743" y="244002"/>
                  </a:lnTo>
                  <a:lnTo>
                    <a:pt x="4546832" y="246221"/>
                  </a:lnTo>
                  <a:lnTo>
                    <a:pt x="4548921" y="248512"/>
                  </a:lnTo>
                  <a:lnTo>
                    <a:pt x="4551010" y="250856"/>
                  </a:lnTo>
                  <a:lnTo>
                    <a:pt x="4553099" y="253246"/>
                  </a:lnTo>
                  <a:lnTo>
                    <a:pt x="4555188" y="255678"/>
                  </a:lnTo>
                  <a:lnTo>
                    <a:pt x="4557277" y="258132"/>
                  </a:lnTo>
                  <a:lnTo>
                    <a:pt x="4559366" y="260599"/>
                  </a:lnTo>
                  <a:lnTo>
                    <a:pt x="4561455" y="263073"/>
                  </a:lnTo>
                  <a:lnTo>
                    <a:pt x="4563544" y="265549"/>
                  </a:lnTo>
                  <a:lnTo>
                    <a:pt x="4565634" y="268039"/>
                  </a:lnTo>
                  <a:lnTo>
                    <a:pt x="4567723" y="270528"/>
                  </a:lnTo>
                  <a:lnTo>
                    <a:pt x="4569812" y="273021"/>
                  </a:lnTo>
                  <a:lnTo>
                    <a:pt x="4571901" y="275518"/>
                  </a:lnTo>
                  <a:lnTo>
                    <a:pt x="4573990" y="278009"/>
                  </a:lnTo>
                  <a:lnTo>
                    <a:pt x="4576079" y="280497"/>
                  </a:lnTo>
                  <a:lnTo>
                    <a:pt x="4578168" y="282985"/>
                  </a:lnTo>
                  <a:lnTo>
                    <a:pt x="4580257" y="285456"/>
                  </a:lnTo>
                  <a:lnTo>
                    <a:pt x="4581082" y="286429"/>
                  </a:lnTo>
                  <a:lnTo>
                    <a:pt x="4725672" y="286429"/>
                  </a:lnTo>
                  <a:lnTo>
                    <a:pt x="4726489" y="285362"/>
                  </a:lnTo>
                  <a:lnTo>
                    <a:pt x="4728578" y="282643"/>
                  </a:lnTo>
                  <a:lnTo>
                    <a:pt x="4730667" y="279953"/>
                  </a:lnTo>
                  <a:lnTo>
                    <a:pt x="4732756" y="277296"/>
                  </a:lnTo>
                  <a:lnTo>
                    <a:pt x="4734845" y="274683"/>
                  </a:lnTo>
                  <a:lnTo>
                    <a:pt x="4736935" y="272113"/>
                  </a:lnTo>
                  <a:lnTo>
                    <a:pt x="4739024" y="269592"/>
                  </a:lnTo>
                  <a:lnTo>
                    <a:pt x="4741113" y="267140"/>
                  </a:lnTo>
                  <a:lnTo>
                    <a:pt x="4743202" y="264756"/>
                  </a:lnTo>
                  <a:lnTo>
                    <a:pt x="4745291" y="262445"/>
                  </a:lnTo>
                  <a:lnTo>
                    <a:pt x="4747380" y="260201"/>
                  </a:lnTo>
                  <a:lnTo>
                    <a:pt x="4749469" y="258036"/>
                  </a:lnTo>
                  <a:lnTo>
                    <a:pt x="4751558" y="255954"/>
                  </a:lnTo>
                  <a:lnTo>
                    <a:pt x="4753647" y="253958"/>
                  </a:lnTo>
                  <a:lnTo>
                    <a:pt x="4755736" y="252028"/>
                  </a:lnTo>
                  <a:lnTo>
                    <a:pt x="4757825" y="250185"/>
                  </a:lnTo>
                  <a:lnTo>
                    <a:pt x="4759914" y="248460"/>
                  </a:lnTo>
                  <a:lnTo>
                    <a:pt x="4762003" y="246834"/>
                  </a:lnTo>
                  <a:lnTo>
                    <a:pt x="4764092" y="245305"/>
                  </a:lnTo>
                  <a:lnTo>
                    <a:pt x="4766181" y="243874"/>
                  </a:lnTo>
                  <a:lnTo>
                    <a:pt x="4768270" y="242541"/>
                  </a:lnTo>
                  <a:lnTo>
                    <a:pt x="4770359" y="241297"/>
                  </a:lnTo>
                  <a:lnTo>
                    <a:pt x="4772448" y="240137"/>
                  </a:lnTo>
                  <a:lnTo>
                    <a:pt x="4774537" y="239043"/>
                  </a:lnTo>
                  <a:lnTo>
                    <a:pt x="4776626" y="238008"/>
                  </a:lnTo>
                  <a:lnTo>
                    <a:pt x="4778715" y="237023"/>
                  </a:lnTo>
                  <a:lnTo>
                    <a:pt x="4780804" y="236097"/>
                  </a:lnTo>
                  <a:lnTo>
                    <a:pt x="4782893" y="235246"/>
                  </a:lnTo>
                  <a:lnTo>
                    <a:pt x="4784982" y="234469"/>
                  </a:lnTo>
                  <a:lnTo>
                    <a:pt x="4787071" y="233776"/>
                  </a:lnTo>
                  <a:lnTo>
                    <a:pt x="4789160" y="233153"/>
                  </a:lnTo>
                  <a:lnTo>
                    <a:pt x="4791249" y="232593"/>
                  </a:lnTo>
                  <a:lnTo>
                    <a:pt x="4793338" y="232091"/>
                  </a:lnTo>
                  <a:lnTo>
                    <a:pt x="4795428" y="231629"/>
                  </a:lnTo>
                  <a:lnTo>
                    <a:pt x="4797517" y="231198"/>
                  </a:lnTo>
                  <a:lnTo>
                    <a:pt x="4799606" y="230806"/>
                  </a:lnTo>
                  <a:lnTo>
                    <a:pt x="4801695" y="230457"/>
                  </a:lnTo>
                  <a:lnTo>
                    <a:pt x="4803784" y="230161"/>
                  </a:lnTo>
                  <a:lnTo>
                    <a:pt x="4805873" y="229924"/>
                  </a:lnTo>
                  <a:lnTo>
                    <a:pt x="4807962" y="229746"/>
                  </a:lnTo>
                  <a:lnTo>
                    <a:pt x="4810051" y="229634"/>
                  </a:lnTo>
                  <a:lnTo>
                    <a:pt x="4812140" y="229582"/>
                  </a:lnTo>
                  <a:lnTo>
                    <a:pt x="4814229" y="229591"/>
                  </a:lnTo>
                  <a:lnTo>
                    <a:pt x="4816318" y="229651"/>
                  </a:lnTo>
                  <a:lnTo>
                    <a:pt x="4818407" y="229756"/>
                  </a:lnTo>
                  <a:lnTo>
                    <a:pt x="4820496" y="229914"/>
                  </a:lnTo>
                  <a:lnTo>
                    <a:pt x="4822585" y="230125"/>
                  </a:lnTo>
                  <a:lnTo>
                    <a:pt x="4824674" y="230393"/>
                  </a:lnTo>
                  <a:lnTo>
                    <a:pt x="4826763" y="230723"/>
                  </a:lnTo>
                  <a:lnTo>
                    <a:pt x="4828852" y="231107"/>
                  </a:lnTo>
                  <a:lnTo>
                    <a:pt x="4830941" y="231547"/>
                  </a:lnTo>
                  <a:lnTo>
                    <a:pt x="4833030" y="232041"/>
                  </a:lnTo>
                  <a:lnTo>
                    <a:pt x="4835119" y="232580"/>
                  </a:lnTo>
                  <a:lnTo>
                    <a:pt x="4837208" y="233162"/>
                  </a:lnTo>
                  <a:lnTo>
                    <a:pt x="4839297" y="233789"/>
                  </a:lnTo>
                  <a:lnTo>
                    <a:pt x="4841386" y="234456"/>
                  </a:lnTo>
                  <a:lnTo>
                    <a:pt x="4843475" y="235161"/>
                  </a:lnTo>
                  <a:lnTo>
                    <a:pt x="4845564" y="235891"/>
                  </a:lnTo>
                  <a:lnTo>
                    <a:pt x="4847653" y="236644"/>
                  </a:lnTo>
                  <a:lnTo>
                    <a:pt x="4849742" y="237420"/>
                  </a:lnTo>
                  <a:lnTo>
                    <a:pt x="4851832" y="238211"/>
                  </a:lnTo>
                  <a:lnTo>
                    <a:pt x="4853921" y="239008"/>
                  </a:lnTo>
                  <a:lnTo>
                    <a:pt x="4856010" y="239781"/>
                  </a:lnTo>
                  <a:lnTo>
                    <a:pt x="4858099" y="240521"/>
                  </a:lnTo>
                  <a:lnTo>
                    <a:pt x="4860188" y="241228"/>
                  </a:lnTo>
                  <a:lnTo>
                    <a:pt x="4862277" y="241902"/>
                  </a:lnTo>
                  <a:lnTo>
                    <a:pt x="4864366" y="242541"/>
                  </a:lnTo>
                  <a:lnTo>
                    <a:pt x="4866455" y="243146"/>
                  </a:lnTo>
                  <a:lnTo>
                    <a:pt x="4868544" y="243715"/>
                  </a:lnTo>
                  <a:lnTo>
                    <a:pt x="4870633" y="244252"/>
                  </a:lnTo>
                  <a:lnTo>
                    <a:pt x="4872722" y="244735"/>
                  </a:lnTo>
                  <a:lnTo>
                    <a:pt x="4874811" y="245161"/>
                  </a:lnTo>
                  <a:lnTo>
                    <a:pt x="4876900" y="245532"/>
                  </a:lnTo>
                  <a:lnTo>
                    <a:pt x="4878989" y="245843"/>
                  </a:lnTo>
                  <a:lnTo>
                    <a:pt x="4881078" y="246105"/>
                  </a:lnTo>
                  <a:lnTo>
                    <a:pt x="4883167" y="246319"/>
                  </a:lnTo>
                  <a:lnTo>
                    <a:pt x="4885256" y="246483"/>
                  </a:lnTo>
                  <a:lnTo>
                    <a:pt x="4887345" y="246624"/>
                  </a:lnTo>
                  <a:lnTo>
                    <a:pt x="4889434" y="246753"/>
                  </a:lnTo>
                  <a:lnTo>
                    <a:pt x="4891523" y="246864"/>
                  </a:lnTo>
                  <a:lnTo>
                    <a:pt x="4893612" y="246958"/>
                  </a:lnTo>
                  <a:lnTo>
                    <a:pt x="4895701" y="247033"/>
                  </a:lnTo>
                  <a:lnTo>
                    <a:pt x="4897790" y="247090"/>
                  </a:lnTo>
                  <a:lnTo>
                    <a:pt x="4899879" y="247132"/>
                  </a:lnTo>
                  <a:lnTo>
                    <a:pt x="4901968" y="247153"/>
                  </a:lnTo>
                  <a:lnTo>
                    <a:pt x="4904057" y="247173"/>
                  </a:lnTo>
                  <a:lnTo>
                    <a:pt x="4906146" y="247189"/>
                  </a:lnTo>
                  <a:lnTo>
                    <a:pt x="4908235" y="247190"/>
                  </a:lnTo>
                  <a:lnTo>
                    <a:pt x="4910325" y="247167"/>
                  </a:lnTo>
                  <a:lnTo>
                    <a:pt x="4912414" y="247107"/>
                  </a:lnTo>
                  <a:lnTo>
                    <a:pt x="4914503" y="247004"/>
                  </a:lnTo>
                  <a:lnTo>
                    <a:pt x="4916592" y="246850"/>
                  </a:lnTo>
                  <a:lnTo>
                    <a:pt x="4918681" y="246637"/>
                  </a:lnTo>
                  <a:lnTo>
                    <a:pt x="4920770" y="246347"/>
                  </a:lnTo>
                  <a:lnTo>
                    <a:pt x="4922859" y="245982"/>
                  </a:lnTo>
                  <a:lnTo>
                    <a:pt x="4924948" y="245537"/>
                  </a:lnTo>
                  <a:lnTo>
                    <a:pt x="4927037" y="245013"/>
                  </a:lnTo>
                  <a:lnTo>
                    <a:pt x="4929126" y="244408"/>
                  </a:lnTo>
                  <a:lnTo>
                    <a:pt x="4931215" y="243714"/>
                  </a:lnTo>
                  <a:lnTo>
                    <a:pt x="4933304" y="242937"/>
                  </a:lnTo>
                  <a:lnTo>
                    <a:pt x="4935393" y="242083"/>
                  </a:lnTo>
                  <a:lnTo>
                    <a:pt x="4937482" y="241149"/>
                  </a:lnTo>
                  <a:lnTo>
                    <a:pt x="4939571" y="240139"/>
                  </a:lnTo>
                  <a:lnTo>
                    <a:pt x="4941660" y="239058"/>
                  </a:lnTo>
                  <a:lnTo>
                    <a:pt x="4943749" y="237904"/>
                  </a:lnTo>
                  <a:lnTo>
                    <a:pt x="4945838" y="236681"/>
                  </a:lnTo>
                  <a:lnTo>
                    <a:pt x="4947927" y="235398"/>
                  </a:lnTo>
                  <a:lnTo>
                    <a:pt x="4950016" y="234064"/>
                  </a:lnTo>
                  <a:lnTo>
                    <a:pt x="4952105" y="232687"/>
                  </a:lnTo>
                  <a:lnTo>
                    <a:pt x="4954194" y="231267"/>
                  </a:lnTo>
                  <a:lnTo>
                    <a:pt x="4956283" y="229804"/>
                  </a:lnTo>
                  <a:lnTo>
                    <a:pt x="4958372" y="228305"/>
                  </a:lnTo>
                  <a:lnTo>
                    <a:pt x="4960461" y="226803"/>
                  </a:lnTo>
                  <a:lnTo>
                    <a:pt x="4962550" y="225330"/>
                  </a:lnTo>
                  <a:lnTo>
                    <a:pt x="4964639" y="223886"/>
                  </a:lnTo>
                  <a:lnTo>
                    <a:pt x="4966729" y="222472"/>
                  </a:lnTo>
                  <a:lnTo>
                    <a:pt x="4968818" y="221087"/>
                  </a:lnTo>
                  <a:lnTo>
                    <a:pt x="4970907" y="219740"/>
                  </a:lnTo>
                  <a:lnTo>
                    <a:pt x="4972996" y="218431"/>
                  </a:lnTo>
                  <a:lnTo>
                    <a:pt x="4975085" y="217161"/>
                  </a:lnTo>
                  <a:lnTo>
                    <a:pt x="4977174" y="215950"/>
                  </a:lnTo>
                  <a:lnTo>
                    <a:pt x="4979263" y="214821"/>
                  </a:lnTo>
                  <a:lnTo>
                    <a:pt x="4981352" y="213771"/>
                  </a:lnTo>
                  <a:lnTo>
                    <a:pt x="4983441" y="212807"/>
                  </a:lnTo>
                  <a:lnTo>
                    <a:pt x="4985530" y="211931"/>
                  </a:lnTo>
                  <a:lnTo>
                    <a:pt x="4987619" y="211134"/>
                  </a:lnTo>
                  <a:lnTo>
                    <a:pt x="4989708" y="210419"/>
                  </a:lnTo>
                  <a:lnTo>
                    <a:pt x="4991797" y="209762"/>
                  </a:lnTo>
                  <a:lnTo>
                    <a:pt x="4993886" y="209130"/>
                  </a:lnTo>
                  <a:lnTo>
                    <a:pt x="4995975" y="208520"/>
                  </a:lnTo>
                  <a:lnTo>
                    <a:pt x="4998064" y="207943"/>
                  </a:lnTo>
                  <a:lnTo>
                    <a:pt x="5000153" y="207406"/>
                  </a:lnTo>
                  <a:lnTo>
                    <a:pt x="5002242" y="206908"/>
                  </a:lnTo>
                  <a:lnTo>
                    <a:pt x="5004331" y="206446"/>
                  </a:lnTo>
                  <a:lnTo>
                    <a:pt x="5006420" y="206025"/>
                  </a:lnTo>
                  <a:lnTo>
                    <a:pt x="5008509" y="205622"/>
                  </a:lnTo>
                  <a:lnTo>
                    <a:pt x="5010598" y="205215"/>
                  </a:lnTo>
                  <a:lnTo>
                    <a:pt x="5012687" y="204809"/>
                  </a:lnTo>
                  <a:lnTo>
                    <a:pt x="5014776" y="204413"/>
                  </a:lnTo>
                  <a:lnTo>
                    <a:pt x="5016865" y="204038"/>
                  </a:lnTo>
                  <a:lnTo>
                    <a:pt x="5018954" y="203692"/>
                  </a:lnTo>
                  <a:lnTo>
                    <a:pt x="5021043" y="203381"/>
                  </a:lnTo>
                  <a:lnTo>
                    <a:pt x="5023132" y="203102"/>
                  </a:lnTo>
                  <a:lnTo>
                    <a:pt x="5025222" y="202858"/>
                  </a:lnTo>
                  <a:lnTo>
                    <a:pt x="5027311" y="202630"/>
                  </a:lnTo>
                  <a:lnTo>
                    <a:pt x="5029400" y="202422"/>
                  </a:lnTo>
                  <a:lnTo>
                    <a:pt x="5031489" y="202230"/>
                  </a:lnTo>
                  <a:lnTo>
                    <a:pt x="5033578" y="202054"/>
                  </a:lnTo>
                  <a:lnTo>
                    <a:pt x="5035667" y="201896"/>
                  </a:lnTo>
                  <a:lnTo>
                    <a:pt x="5037756" y="201751"/>
                  </a:lnTo>
                  <a:lnTo>
                    <a:pt x="5039845" y="201583"/>
                  </a:lnTo>
                  <a:lnTo>
                    <a:pt x="5041934" y="201387"/>
                  </a:lnTo>
                  <a:lnTo>
                    <a:pt x="5044023" y="201166"/>
                  </a:lnTo>
                  <a:lnTo>
                    <a:pt x="5046112" y="200918"/>
                  </a:lnTo>
                  <a:lnTo>
                    <a:pt x="5048201" y="200644"/>
                  </a:lnTo>
                  <a:lnTo>
                    <a:pt x="5050290" y="200344"/>
                  </a:lnTo>
                  <a:lnTo>
                    <a:pt x="5052379" y="200011"/>
                  </a:lnTo>
                  <a:lnTo>
                    <a:pt x="5054468" y="199642"/>
                  </a:lnTo>
                  <a:lnTo>
                    <a:pt x="5056557" y="199239"/>
                  </a:lnTo>
                  <a:lnTo>
                    <a:pt x="5058646" y="198824"/>
                  </a:lnTo>
                  <a:lnTo>
                    <a:pt x="5060735" y="198397"/>
                  </a:lnTo>
                  <a:lnTo>
                    <a:pt x="5062824" y="197958"/>
                  </a:lnTo>
                  <a:lnTo>
                    <a:pt x="5064913" y="197508"/>
                  </a:lnTo>
                  <a:lnTo>
                    <a:pt x="5067002" y="197017"/>
                  </a:lnTo>
                  <a:lnTo>
                    <a:pt x="5069091" y="196495"/>
                  </a:lnTo>
                  <a:lnTo>
                    <a:pt x="5071180" y="195973"/>
                  </a:lnTo>
                  <a:lnTo>
                    <a:pt x="5073269" y="195450"/>
                  </a:lnTo>
                  <a:lnTo>
                    <a:pt x="5075358" y="194919"/>
                  </a:lnTo>
                  <a:lnTo>
                    <a:pt x="5077447" y="194376"/>
                  </a:lnTo>
                  <a:lnTo>
                    <a:pt x="5079536" y="193815"/>
                  </a:lnTo>
                  <a:lnTo>
                    <a:pt x="5081626" y="193239"/>
                  </a:lnTo>
                  <a:lnTo>
                    <a:pt x="5083715" y="192626"/>
                  </a:lnTo>
                  <a:lnTo>
                    <a:pt x="5085804" y="191981"/>
                  </a:lnTo>
                  <a:lnTo>
                    <a:pt x="5087893" y="191309"/>
                  </a:lnTo>
                  <a:lnTo>
                    <a:pt x="5089982" y="190599"/>
                  </a:lnTo>
                  <a:lnTo>
                    <a:pt x="5092071" y="189856"/>
                  </a:lnTo>
                  <a:lnTo>
                    <a:pt x="5094160" y="189078"/>
                  </a:lnTo>
                  <a:lnTo>
                    <a:pt x="5096249" y="188259"/>
                  </a:lnTo>
                  <a:lnTo>
                    <a:pt x="5098338" y="187422"/>
                  </a:lnTo>
                  <a:lnTo>
                    <a:pt x="5100427" y="186574"/>
                  </a:lnTo>
                  <a:lnTo>
                    <a:pt x="5102516" y="185709"/>
                  </a:lnTo>
                  <a:lnTo>
                    <a:pt x="5104605" y="184818"/>
                  </a:lnTo>
                  <a:lnTo>
                    <a:pt x="5106694" y="183899"/>
                  </a:lnTo>
                  <a:lnTo>
                    <a:pt x="5108783" y="182956"/>
                  </a:lnTo>
                  <a:lnTo>
                    <a:pt x="5110872" y="181992"/>
                  </a:lnTo>
                  <a:lnTo>
                    <a:pt x="5112961" y="181001"/>
                  </a:lnTo>
                  <a:lnTo>
                    <a:pt x="5115050" y="180007"/>
                  </a:lnTo>
                  <a:lnTo>
                    <a:pt x="5117139" y="179006"/>
                  </a:lnTo>
                  <a:lnTo>
                    <a:pt x="5119228" y="177997"/>
                  </a:lnTo>
                  <a:lnTo>
                    <a:pt x="5121317" y="176983"/>
                  </a:lnTo>
                  <a:lnTo>
                    <a:pt x="5123406" y="175965"/>
                  </a:lnTo>
                  <a:lnTo>
                    <a:pt x="5125495" y="174942"/>
                  </a:lnTo>
                  <a:lnTo>
                    <a:pt x="5127584" y="173920"/>
                  </a:lnTo>
                  <a:lnTo>
                    <a:pt x="5129673" y="172913"/>
                  </a:lnTo>
                  <a:lnTo>
                    <a:pt x="5131762" y="171958"/>
                  </a:lnTo>
                  <a:lnTo>
                    <a:pt x="5133851" y="171080"/>
                  </a:lnTo>
                  <a:lnTo>
                    <a:pt x="5135940" y="170288"/>
                  </a:lnTo>
                  <a:lnTo>
                    <a:pt x="5138029" y="169585"/>
                  </a:lnTo>
                  <a:lnTo>
                    <a:pt x="5140119" y="168976"/>
                  </a:lnTo>
                  <a:lnTo>
                    <a:pt x="5142208" y="168463"/>
                  </a:lnTo>
                  <a:lnTo>
                    <a:pt x="5144297" y="168091"/>
                  </a:lnTo>
                  <a:lnTo>
                    <a:pt x="5146386" y="167886"/>
                  </a:lnTo>
                  <a:lnTo>
                    <a:pt x="5148475" y="167854"/>
                  </a:lnTo>
                  <a:lnTo>
                    <a:pt x="5150564" y="167988"/>
                  </a:lnTo>
                  <a:lnTo>
                    <a:pt x="5152653" y="168284"/>
                  </a:lnTo>
                  <a:lnTo>
                    <a:pt x="5154742" y="168734"/>
                  </a:lnTo>
                  <a:lnTo>
                    <a:pt x="5156831" y="169343"/>
                  </a:lnTo>
                  <a:lnTo>
                    <a:pt x="5158920" y="170111"/>
                  </a:lnTo>
                  <a:lnTo>
                    <a:pt x="5161009" y="171030"/>
                  </a:lnTo>
                  <a:lnTo>
                    <a:pt x="5163098" y="172067"/>
                  </a:lnTo>
                  <a:lnTo>
                    <a:pt x="5165187" y="173208"/>
                  </a:lnTo>
                  <a:lnTo>
                    <a:pt x="5167276" y="174445"/>
                  </a:lnTo>
                  <a:lnTo>
                    <a:pt x="5169365" y="175783"/>
                  </a:lnTo>
                  <a:lnTo>
                    <a:pt x="5171454" y="177220"/>
                  </a:lnTo>
                  <a:lnTo>
                    <a:pt x="5173543" y="178747"/>
                  </a:lnTo>
                  <a:lnTo>
                    <a:pt x="5175632" y="180327"/>
                  </a:lnTo>
                  <a:lnTo>
                    <a:pt x="5177721" y="181935"/>
                  </a:lnTo>
                  <a:lnTo>
                    <a:pt x="5179810" y="183572"/>
                  </a:lnTo>
                  <a:lnTo>
                    <a:pt x="5181899" y="185248"/>
                  </a:lnTo>
                  <a:lnTo>
                    <a:pt x="5183988" y="186966"/>
                  </a:lnTo>
                  <a:lnTo>
                    <a:pt x="5186077" y="188727"/>
                  </a:lnTo>
                  <a:lnTo>
                    <a:pt x="5188166" y="190531"/>
                  </a:lnTo>
                  <a:lnTo>
                    <a:pt x="5190255" y="192377"/>
                  </a:lnTo>
                  <a:lnTo>
                    <a:pt x="5192344" y="194252"/>
                  </a:lnTo>
                  <a:lnTo>
                    <a:pt x="5194433" y="196156"/>
                  </a:lnTo>
                  <a:lnTo>
                    <a:pt x="5196523" y="198089"/>
                  </a:lnTo>
                  <a:lnTo>
                    <a:pt x="5198612" y="200044"/>
                  </a:lnTo>
                  <a:lnTo>
                    <a:pt x="5200701" y="202021"/>
                  </a:lnTo>
                  <a:lnTo>
                    <a:pt x="5202790" y="204024"/>
                  </a:lnTo>
                  <a:lnTo>
                    <a:pt x="5204879" y="206051"/>
                  </a:lnTo>
                  <a:lnTo>
                    <a:pt x="5206968" y="208101"/>
                  </a:lnTo>
                  <a:lnTo>
                    <a:pt x="5209057" y="210173"/>
                  </a:lnTo>
                  <a:lnTo>
                    <a:pt x="5211146" y="212265"/>
                  </a:lnTo>
                  <a:lnTo>
                    <a:pt x="5213235" y="214377"/>
                  </a:lnTo>
                  <a:lnTo>
                    <a:pt x="5215324" y="216501"/>
                  </a:lnTo>
                  <a:lnTo>
                    <a:pt x="5217413" y="218608"/>
                  </a:lnTo>
                  <a:lnTo>
                    <a:pt x="5219502" y="220692"/>
                  </a:lnTo>
                  <a:lnTo>
                    <a:pt x="5221591" y="222753"/>
                  </a:lnTo>
                  <a:lnTo>
                    <a:pt x="5223680" y="224791"/>
                  </a:lnTo>
                  <a:lnTo>
                    <a:pt x="5225769" y="226798"/>
                  </a:lnTo>
                  <a:lnTo>
                    <a:pt x="5227858" y="228765"/>
                  </a:lnTo>
                  <a:lnTo>
                    <a:pt x="5229947" y="230684"/>
                  </a:lnTo>
                  <a:lnTo>
                    <a:pt x="5232036" y="232555"/>
                  </a:lnTo>
                  <a:lnTo>
                    <a:pt x="5234125" y="234350"/>
                  </a:lnTo>
                  <a:lnTo>
                    <a:pt x="5236214" y="236038"/>
                  </a:lnTo>
                  <a:lnTo>
                    <a:pt x="5238303" y="237587"/>
                  </a:lnTo>
                  <a:lnTo>
                    <a:pt x="5240392" y="238990"/>
                  </a:lnTo>
                  <a:lnTo>
                    <a:pt x="5242481" y="240237"/>
                  </a:lnTo>
                  <a:lnTo>
                    <a:pt x="5244570" y="241326"/>
                  </a:lnTo>
                  <a:lnTo>
                    <a:pt x="5246659" y="242253"/>
                  </a:lnTo>
                  <a:lnTo>
                    <a:pt x="5248748" y="243034"/>
                  </a:lnTo>
                  <a:lnTo>
                    <a:pt x="5250837" y="243646"/>
                  </a:lnTo>
                  <a:lnTo>
                    <a:pt x="5252926" y="244087"/>
                  </a:lnTo>
                  <a:lnTo>
                    <a:pt x="5255016" y="244364"/>
                  </a:lnTo>
                  <a:lnTo>
                    <a:pt x="5257105" y="244482"/>
                  </a:lnTo>
                  <a:lnTo>
                    <a:pt x="5259194" y="244444"/>
                  </a:lnTo>
                  <a:lnTo>
                    <a:pt x="5261283" y="244253"/>
                  </a:lnTo>
                  <a:lnTo>
                    <a:pt x="5263372" y="243910"/>
                  </a:lnTo>
                  <a:lnTo>
                    <a:pt x="5265461" y="243441"/>
                  </a:lnTo>
                  <a:lnTo>
                    <a:pt x="5267550" y="242873"/>
                  </a:lnTo>
                  <a:lnTo>
                    <a:pt x="5269639" y="242220"/>
                  </a:lnTo>
                  <a:lnTo>
                    <a:pt x="5271728" y="241478"/>
                  </a:lnTo>
                  <a:lnTo>
                    <a:pt x="5273817" y="240646"/>
                  </a:lnTo>
                  <a:lnTo>
                    <a:pt x="5275906" y="239717"/>
                  </a:lnTo>
                  <a:lnTo>
                    <a:pt x="5277995" y="238692"/>
                  </a:lnTo>
                  <a:lnTo>
                    <a:pt x="5280084" y="237585"/>
                  </a:lnTo>
                  <a:lnTo>
                    <a:pt x="5282173" y="236419"/>
                  </a:lnTo>
                  <a:lnTo>
                    <a:pt x="5284262" y="235191"/>
                  </a:lnTo>
                  <a:lnTo>
                    <a:pt x="5286351" y="233899"/>
                  </a:lnTo>
                  <a:lnTo>
                    <a:pt x="5288440" y="232539"/>
                  </a:lnTo>
                  <a:lnTo>
                    <a:pt x="5290529" y="231110"/>
                  </a:lnTo>
                  <a:lnTo>
                    <a:pt x="5292618" y="229615"/>
                  </a:lnTo>
                  <a:lnTo>
                    <a:pt x="5294707" y="228054"/>
                  </a:lnTo>
                  <a:lnTo>
                    <a:pt x="5296796" y="226432"/>
                  </a:lnTo>
                  <a:lnTo>
                    <a:pt x="5298885" y="224757"/>
                  </a:lnTo>
                  <a:lnTo>
                    <a:pt x="5300974" y="223034"/>
                  </a:lnTo>
                  <a:lnTo>
                    <a:pt x="5303063" y="221271"/>
                  </a:lnTo>
                  <a:lnTo>
                    <a:pt x="5305152" y="219482"/>
                  </a:lnTo>
                  <a:lnTo>
                    <a:pt x="5307241" y="217665"/>
                  </a:lnTo>
                  <a:lnTo>
                    <a:pt x="5309330" y="215827"/>
                  </a:lnTo>
                  <a:lnTo>
                    <a:pt x="5311420" y="213972"/>
                  </a:lnTo>
                  <a:lnTo>
                    <a:pt x="5313509" y="212099"/>
                  </a:lnTo>
                  <a:lnTo>
                    <a:pt x="5315598" y="210208"/>
                  </a:lnTo>
                  <a:lnTo>
                    <a:pt x="5317687" y="208304"/>
                  </a:lnTo>
                  <a:lnTo>
                    <a:pt x="5319776" y="206392"/>
                  </a:lnTo>
                  <a:lnTo>
                    <a:pt x="5321865" y="204506"/>
                  </a:lnTo>
                  <a:lnTo>
                    <a:pt x="5323954" y="202685"/>
                  </a:lnTo>
                  <a:lnTo>
                    <a:pt x="5326043" y="200937"/>
                  </a:lnTo>
                  <a:lnTo>
                    <a:pt x="5328132" y="199268"/>
                  </a:lnTo>
                  <a:lnTo>
                    <a:pt x="5330221" y="197679"/>
                  </a:lnTo>
                  <a:lnTo>
                    <a:pt x="5332310" y="196179"/>
                  </a:lnTo>
                  <a:lnTo>
                    <a:pt x="5334399" y="194777"/>
                  </a:lnTo>
                  <a:lnTo>
                    <a:pt x="5336488" y="193471"/>
                  </a:lnTo>
                  <a:lnTo>
                    <a:pt x="5338577" y="192289"/>
                  </a:lnTo>
                  <a:lnTo>
                    <a:pt x="5340666" y="191269"/>
                  </a:lnTo>
                  <a:lnTo>
                    <a:pt x="5342755" y="190431"/>
                  </a:lnTo>
                  <a:lnTo>
                    <a:pt x="5344844" y="189776"/>
                  </a:lnTo>
                  <a:lnTo>
                    <a:pt x="5346933" y="189311"/>
                  </a:lnTo>
                  <a:lnTo>
                    <a:pt x="5349022" y="189033"/>
                  </a:lnTo>
                  <a:lnTo>
                    <a:pt x="5351111" y="188942"/>
                  </a:lnTo>
                  <a:lnTo>
                    <a:pt x="5353200" y="189012"/>
                  </a:lnTo>
                  <a:lnTo>
                    <a:pt x="5355289" y="189222"/>
                  </a:lnTo>
                  <a:lnTo>
                    <a:pt x="5357378" y="189555"/>
                  </a:lnTo>
                  <a:lnTo>
                    <a:pt x="5359467" y="190001"/>
                  </a:lnTo>
                  <a:lnTo>
                    <a:pt x="5361556" y="190557"/>
                  </a:lnTo>
                  <a:lnTo>
                    <a:pt x="5363645" y="191234"/>
                  </a:lnTo>
                  <a:lnTo>
                    <a:pt x="5365734" y="192030"/>
                  </a:lnTo>
                  <a:lnTo>
                    <a:pt x="5367823" y="192944"/>
                  </a:lnTo>
                  <a:lnTo>
                    <a:pt x="5369913" y="193949"/>
                  </a:lnTo>
                  <a:lnTo>
                    <a:pt x="5372002" y="195004"/>
                  </a:lnTo>
                  <a:lnTo>
                    <a:pt x="5374091" y="196092"/>
                  </a:lnTo>
                  <a:lnTo>
                    <a:pt x="5376180" y="197225"/>
                  </a:lnTo>
                  <a:lnTo>
                    <a:pt x="5378269" y="198400"/>
                  </a:lnTo>
                  <a:lnTo>
                    <a:pt x="5380358" y="199631"/>
                  </a:lnTo>
                  <a:lnTo>
                    <a:pt x="5382447" y="200914"/>
                  </a:lnTo>
                  <a:lnTo>
                    <a:pt x="5384536" y="202241"/>
                  </a:lnTo>
                  <a:lnTo>
                    <a:pt x="5386625" y="203618"/>
                  </a:lnTo>
                  <a:lnTo>
                    <a:pt x="5388714" y="205049"/>
                  </a:lnTo>
                  <a:lnTo>
                    <a:pt x="5390803" y="206533"/>
                  </a:lnTo>
                  <a:lnTo>
                    <a:pt x="5392892" y="208062"/>
                  </a:lnTo>
                  <a:lnTo>
                    <a:pt x="5394981" y="209632"/>
                  </a:lnTo>
                  <a:lnTo>
                    <a:pt x="5397070" y="211240"/>
                  </a:lnTo>
                  <a:lnTo>
                    <a:pt x="5399159" y="212879"/>
                  </a:lnTo>
                  <a:lnTo>
                    <a:pt x="5401248" y="214547"/>
                  </a:lnTo>
                  <a:lnTo>
                    <a:pt x="5403337" y="216238"/>
                  </a:lnTo>
                  <a:lnTo>
                    <a:pt x="5405426" y="217953"/>
                  </a:lnTo>
                  <a:lnTo>
                    <a:pt x="5407515" y="219688"/>
                  </a:lnTo>
                  <a:lnTo>
                    <a:pt x="5409604" y="221437"/>
                  </a:lnTo>
                  <a:lnTo>
                    <a:pt x="5411693" y="223195"/>
                  </a:lnTo>
                  <a:lnTo>
                    <a:pt x="5413782" y="224962"/>
                  </a:lnTo>
                  <a:lnTo>
                    <a:pt x="5415871" y="226732"/>
                  </a:lnTo>
                  <a:lnTo>
                    <a:pt x="5417960" y="228502"/>
                  </a:lnTo>
                  <a:lnTo>
                    <a:pt x="5420049" y="230276"/>
                  </a:lnTo>
                  <a:lnTo>
                    <a:pt x="5422138" y="232056"/>
                  </a:lnTo>
                  <a:lnTo>
                    <a:pt x="5424227" y="233839"/>
                  </a:lnTo>
                  <a:lnTo>
                    <a:pt x="5426317" y="235619"/>
                  </a:lnTo>
                  <a:lnTo>
                    <a:pt x="5428406" y="237367"/>
                  </a:lnTo>
                  <a:lnTo>
                    <a:pt x="5430495" y="239078"/>
                  </a:lnTo>
                  <a:lnTo>
                    <a:pt x="5432584" y="240747"/>
                  </a:lnTo>
                  <a:lnTo>
                    <a:pt x="5434673" y="242375"/>
                  </a:lnTo>
                  <a:lnTo>
                    <a:pt x="5436762" y="243956"/>
                  </a:lnTo>
                  <a:lnTo>
                    <a:pt x="5438851" y="245483"/>
                  </a:lnTo>
                  <a:lnTo>
                    <a:pt x="5440940" y="246951"/>
                  </a:lnTo>
                  <a:lnTo>
                    <a:pt x="5443029" y="248359"/>
                  </a:lnTo>
                  <a:lnTo>
                    <a:pt x="5445118" y="249676"/>
                  </a:lnTo>
                  <a:lnTo>
                    <a:pt x="5447207" y="250883"/>
                  </a:lnTo>
                  <a:lnTo>
                    <a:pt x="5449296" y="251980"/>
                  </a:lnTo>
                  <a:lnTo>
                    <a:pt x="5451385" y="252964"/>
                  </a:lnTo>
                  <a:lnTo>
                    <a:pt x="5453474" y="253828"/>
                  </a:lnTo>
                  <a:lnTo>
                    <a:pt x="5455563" y="254576"/>
                  </a:lnTo>
                  <a:lnTo>
                    <a:pt x="5457652" y="255213"/>
                  </a:lnTo>
                  <a:lnTo>
                    <a:pt x="5459741" y="255752"/>
                  </a:lnTo>
                  <a:lnTo>
                    <a:pt x="5461830" y="256200"/>
                  </a:lnTo>
                  <a:lnTo>
                    <a:pt x="5463919" y="256559"/>
                  </a:lnTo>
                  <a:lnTo>
                    <a:pt x="5466008" y="256835"/>
                  </a:lnTo>
                  <a:lnTo>
                    <a:pt x="5468097" y="257021"/>
                  </a:lnTo>
                  <a:lnTo>
                    <a:pt x="5470186" y="257103"/>
                  </a:lnTo>
                  <a:lnTo>
                    <a:pt x="5472275" y="257085"/>
                  </a:lnTo>
                  <a:lnTo>
                    <a:pt x="5474364" y="256967"/>
                  </a:lnTo>
                  <a:lnTo>
                    <a:pt x="5476453" y="256775"/>
                  </a:lnTo>
                  <a:lnTo>
                    <a:pt x="5478542" y="256526"/>
                  </a:lnTo>
                  <a:lnTo>
                    <a:pt x="5480631" y="256217"/>
                  </a:lnTo>
                  <a:lnTo>
                    <a:pt x="5482720" y="255846"/>
                  </a:lnTo>
                  <a:lnTo>
                    <a:pt x="5484810" y="255415"/>
                  </a:lnTo>
                  <a:lnTo>
                    <a:pt x="5486899" y="254925"/>
                  </a:lnTo>
                  <a:lnTo>
                    <a:pt x="5488988" y="254380"/>
                  </a:lnTo>
                  <a:lnTo>
                    <a:pt x="5491077" y="253783"/>
                  </a:lnTo>
                  <a:lnTo>
                    <a:pt x="5493166" y="253131"/>
                  </a:lnTo>
                  <a:lnTo>
                    <a:pt x="5495255" y="252428"/>
                  </a:lnTo>
                  <a:lnTo>
                    <a:pt x="5497344" y="251686"/>
                  </a:lnTo>
                  <a:lnTo>
                    <a:pt x="5499433" y="250918"/>
                  </a:lnTo>
                  <a:lnTo>
                    <a:pt x="5501522" y="250127"/>
                  </a:lnTo>
                  <a:lnTo>
                    <a:pt x="5503611" y="249316"/>
                  </a:lnTo>
                  <a:lnTo>
                    <a:pt x="5505700" y="248499"/>
                  </a:lnTo>
                  <a:lnTo>
                    <a:pt x="5507789" y="247681"/>
                  </a:lnTo>
                  <a:lnTo>
                    <a:pt x="5509878" y="246863"/>
                  </a:lnTo>
                  <a:lnTo>
                    <a:pt x="5511967" y="246050"/>
                  </a:lnTo>
                  <a:lnTo>
                    <a:pt x="5514056" y="245240"/>
                  </a:lnTo>
                  <a:lnTo>
                    <a:pt x="5516145" y="244437"/>
                  </a:lnTo>
                  <a:lnTo>
                    <a:pt x="5518234" y="243642"/>
                  </a:lnTo>
                  <a:lnTo>
                    <a:pt x="5520323" y="242856"/>
                  </a:lnTo>
                  <a:lnTo>
                    <a:pt x="5522412" y="242080"/>
                  </a:lnTo>
                  <a:lnTo>
                    <a:pt x="5524501" y="241316"/>
                  </a:lnTo>
                  <a:lnTo>
                    <a:pt x="5526590" y="240563"/>
                  </a:lnTo>
                  <a:lnTo>
                    <a:pt x="5528679" y="239816"/>
                  </a:lnTo>
                  <a:lnTo>
                    <a:pt x="5530768" y="239085"/>
                  </a:lnTo>
                  <a:lnTo>
                    <a:pt x="5532857" y="238366"/>
                  </a:lnTo>
                  <a:lnTo>
                    <a:pt x="5534946" y="237656"/>
                  </a:lnTo>
                  <a:lnTo>
                    <a:pt x="5537035" y="236949"/>
                  </a:lnTo>
                  <a:lnTo>
                    <a:pt x="5539124" y="236252"/>
                  </a:lnTo>
                  <a:lnTo>
                    <a:pt x="5541214" y="235563"/>
                  </a:lnTo>
                  <a:lnTo>
                    <a:pt x="5543303" y="234885"/>
                  </a:lnTo>
                  <a:lnTo>
                    <a:pt x="5545392" y="234220"/>
                  </a:lnTo>
                  <a:lnTo>
                    <a:pt x="5547481" y="233570"/>
                  </a:lnTo>
                  <a:lnTo>
                    <a:pt x="5549570" y="232942"/>
                  </a:lnTo>
                  <a:lnTo>
                    <a:pt x="5551659" y="232343"/>
                  </a:lnTo>
                  <a:lnTo>
                    <a:pt x="5553748" y="231781"/>
                  </a:lnTo>
                  <a:lnTo>
                    <a:pt x="5555837" y="231256"/>
                  </a:lnTo>
                  <a:lnTo>
                    <a:pt x="5557926" y="230774"/>
                  </a:lnTo>
                  <a:lnTo>
                    <a:pt x="5560015" y="230340"/>
                  </a:lnTo>
                  <a:lnTo>
                    <a:pt x="5562104" y="229938"/>
                  </a:lnTo>
                  <a:lnTo>
                    <a:pt x="5564193" y="229574"/>
                  </a:lnTo>
                  <a:lnTo>
                    <a:pt x="5566282" y="229257"/>
                  </a:lnTo>
                  <a:lnTo>
                    <a:pt x="5568371" y="228987"/>
                  </a:lnTo>
                  <a:lnTo>
                    <a:pt x="5570460" y="228760"/>
                  </a:lnTo>
                  <a:lnTo>
                    <a:pt x="5572549" y="228581"/>
                  </a:lnTo>
                  <a:lnTo>
                    <a:pt x="5574638" y="228457"/>
                  </a:lnTo>
                  <a:lnTo>
                    <a:pt x="5576727" y="228380"/>
                  </a:lnTo>
                  <a:lnTo>
                    <a:pt x="5578816" y="228352"/>
                  </a:lnTo>
                  <a:lnTo>
                    <a:pt x="5580905" y="228378"/>
                  </a:lnTo>
                  <a:lnTo>
                    <a:pt x="5582994" y="228458"/>
                  </a:lnTo>
                  <a:lnTo>
                    <a:pt x="5585083" y="228589"/>
                  </a:lnTo>
                  <a:lnTo>
                    <a:pt x="5587172" y="228768"/>
                  </a:lnTo>
                  <a:lnTo>
                    <a:pt x="5589261" y="228988"/>
                  </a:lnTo>
                  <a:lnTo>
                    <a:pt x="5591350" y="229249"/>
                  </a:lnTo>
                  <a:lnTo>
                    <a:pt x="5593439" y="229554"/>
                  </a:lnTo>
                  <a:lnTo>
                    <a:pt x="5595528" y="229899"/>
                  </a:lnTo>
                  <a:lnTo>
                    <a:pt x="5597617" y="230285"/>
                  </a:lnTo>
                  <a:lnTo>
                    <a:pt x="5599707" y="230712"/>
                  </a:lnTo>
                  <a:lnTo>
                    <a:pt x="5601796" y="231173"/>
                  </a:lnTo>
                  <a:lnTo>
                    <a:pt x="5603885" y="231655"/>
                  </a:lnTo>
                  <a:lnTo>
                    <a:pt x="5605974" y="232153"/>
                  </a:lnTo>
                  <a:lnTo>
                    <a:pt x="5608063" y="232673"/>
                  </a:lnTo>
                  <a:lnTo>
                    <a:pt x="5610152" y="233206"/>
                  </a:lnTo>
                  <a:lnTo>
                    <a:pt x="5612241" y="233736"/>
                  </a:lnTo>
                  <a:lnTo>
                    <a:pt x="5614330" y="234257"/>
                  </a:lnTo>
                  <a:lnTo>
                    <a:pt x="5616419" y="234764"/>
                  </a:lnTo>
                  <a:lnTo>
                    <a:pt x="5618508" y="235254"/>
                  </a:lnTo>
                  <a:lnTo>
                    <a:pt x="5620597" y="235724"/>
                  </a:lnTo>
                  <a:lnTo>
                    <a:pt x="5622686" y="236170"/>
                  </a:lnTo>
                  <a:lnTo>
                    <a:pt x="5624775" y="236589"/>
                  </a:lnTo>
                  <a:lnTo>
                    <a:pt x="5626864" y="236986"/>
                  </a:lnTo>
                  <a:lnTo>
                    <a:pt x="5628953" y="237360"/>
                  </a:lnTo>
                  <a:lnTo>
                    <a:pt x="5631042" y="237707"/>
                  </a:lnTo>
                  <a:lnTo>
                    <a:pt x="5633131" y="238025"/>
                  </a:lnTo>
                  <a:lnTo>
                    <a:pt x="5635220" y="238312"/>
                  </a:lnTo>
                  <a:lnTo>
                    <a:pt x="5637309" y="238559"/>
                  </a:lnTo>
                  <a:lnTo>
                    <a:pt x="5639398" y="238773"/>
                  </a:lnTo>
                  <a:lnTo>
                    <a:pt x="5641487" y="238954"/>
                  </a:lnTo>
                  <a:lnTo>
                    <a:pt x="5643576" y="239104"/>
                  </a:lnTo>
                  <a:lnTo>
                    <a:pt x="5645665" y="239221"/>
                  </a:lnTo>
                  <a:lnTo>
                    <a:pt x="5647754" y="239307"/>
                  </a:lnTo>
                  <a:lnTo>
                    <a:pt x="5649843" y="239366"/>
                  </a:lnTo>
                  <a:lnTo>
                    <a:pt x="5651932" y="239397"/>
                  </a:lnTo>
                  <a:lnTo>
                    <a:pt x="5654021" y="239402"/>
                  </a:lnTo>
                  <a:lnTo>
                    <a:pt x="5656111" y="239372"/>
                  </a:lnTo>
                  <a:lnTo>
                    <a:pt x="5658200" y="239298"/>
                  </a:lnTo>
                  <a:lnTo>
                    <a:pt x="5660289" y="239182"/>
                  </a:lnTo>
                  <a:lnTo>
                    <a:pt x="5662378" y="239020"/>
                  </a:lnTo>
                  <a:lnTo>
                    <a:pt x="5664467" y="238809"/>
                  </a:lnTo>
                  <a:lnTo>
                    <a:pt x="5666556" y="238562"/>
                  </a:lnTo>
                  <a:lnTo>
                    <a:pt x="5668645" y="238287"/>
                  </a:lnTo>
                  <a:lnTo>
                    <a:pt x="5670734" y="237979"/>
                  </a:lnTo>
                  <a:lnTo>
                    <a:pt x="5672823" y="237638"/>
                  </a:lnTo>
                  <a:lnTo>
                    <a:pt x="5674912" y="237271"/>
                  </a:lnTo>
                  <a:lnTo>
                    <a:pt x="5677001" y="236879"/>
                  </a:lnTo>
                  <a:lnTo>
                    <a:pt x="5679090" y="236460"/>
                  </a:lnTo>
                  <a:lnTo>
                    <a:pt x="5681179" y="236019"/>
                  </a:lnTo>
                  <a:lnTo>
                    <a:pt x="5683268" y="235562"/>
                  </a:lnTo>
                  <a:lnTo>
                    <a:pt x="5685357" y="235080"/>
                  </a:lnTo>
                  <a:lnTo>
                    <a:pt x="5687446" y="234564"/>
                  </a:lnTo>
                  <a:lnTo>
                    <a:pt x="5689535" y="234022"/>
                  </a:lnTo>
                  <a:lnTo>
                    <a:pt x="5691624" y="233455"/>
                  </a:lnTo>
                  <a:lnTo>
                    <a:pt x="5693713" y="232875"/>
                  </a:lnTo>
                  <a:lnTo>
                    <a:pt x="5695802" y="232282"/>
                  </a:lnTo>
                  <a:lnTo>
                    <a:pt x="5697891" y="231668"/>
                  </a:lnTo>
                  <a:lnTo>
                    <a:pt x="5699980" y="231029"/>
                  </a:lnTo>
                  <a:lnTo>
                    <a:pt x="5702069" y="230367"/>
                  </a:lnTo>
                  <a:lnTo>
                    <a:pt x="5704158" y="229679"/>
                  </a:lnTo>
                  <a:lnTo>
                    <a:pt x="5706247" y="228960"/>
                  </a:lnTo>
                  <a:lnTo>
                    <a:pt x="5708336" y="228214"/>
                  </a:lnTo>
                  <a:lnTo>
                    <a:pt x="5710425" y="227445"/>
                  </a:lnTo>
                  <a:lnTo>
                    <a:pt x="5712514" y="226650"/>
                  </a:lnTo>
                  <a:lnTo>
                    <a:pt x="5714604" y="225828"/>
                  </a:lnTo>
                  <a:lnTo>
                    <a:pt x="5716693" y="224992"/>
                  </a:lnTo>
                  <a:lnTo>
                    <a:pt x="5718782" y="224153"/>
                  </a:lnTo>
                  <a:lnTo>
                    <a:pt x="5720871" y="223312"/>
                  </a:lnTo>
                  <a:lnTo>
                    <a:pt x="5722960" y="222473"/>
                  </a:lnTo>
                  <a:lnTo>
                    <a:pt x="5725049" y="221636"/>
                  </a:lnTo>
                  <a:lnTo>
                    <a:pt x="5727138" y="220802"/>
                  </a:lnTo>
                  <a:lnTo>
                    <a:pt x="5729227" y="219978"/>
                  </a:lnTo>
                  <a:lnTo>
                    <a:pt x="5731316" y="219164"/>
                  </a:lnTo>
                  <a:lnTo>
                    <a:pt x="5733405" y="218357"/>
                  </a:lnTo>
                  <a:lnTo>
                    <a:pt x="5735494" y="217561"/>
                  </a:lnTo>
                  <a:lnTo>
                    <a:pt x="5737583" y="216780"/>
                  </a:lnTo>
                  <a:lnTo>
                    <a:pt x="5739672" y="216014"/>
                  </a:lnTo>
                  <a:lnTo>
                    <a:pt x="5741761" y="215269"/>
                  </a:lnTo>
                  <a:lnTo>
                    <a:pt x="5743850" y="214550"/>
                  </a:lnTo>
                  <a:lnTo>
                    <a:pt x="5745939" y="213857"/>
                  </a:lnTo>
                  <a:lnTo>
                    <a:pt x="5748028" y="213184"/>
                  </a:lnTo>
                  <a:lnTo>
                    <a:pt x="5750117" y="212535"/>
                  </a:lnTo>
                  <a:lnTo>
                    <a:pt x="5752206" y="211908"/>
                  </a:lnTo>
                  <a:lnTo>
                    <a:pt x="5754295" y="211301"/>
                  </a:lnTo>
                  <a:lnTo>
                    <a:pt x="5756384" y="210713"/>
                  </a:lnTo>
                  <a:lnTo>
                    <a:pt x="5758473" y="210145"/>
                  </a:lnTo>
                  <a:lnTo>
                    <a:pt x="5760562" y="209597"/>
                  </a:lnTo>
                  <a:lnTo>
                    <a:pt x="5762651" y="209072"/>
                  </a:lnTo>
                  <a:lnTo>
                    <a:pt x="5764740" y="208571"/>
                  </a:lnTo>
                  <a:lnTo>
                    <a:pt x="5766829" y="208090"/>
                  </a:lnTo>
                  <a:lnTo>
                    <a:pt x="5768918" y="207630"/>
                  </a:lnTo>
                  <a:lnTo>
                    <a:pt x="5771008" y="207191"/>
                  </a:lnTo>
                  <a:lnTo>
                    <a:pt x="5773097" y="206759"/>
                  </a:lnTo>
                  <a:lnTo>
                    <a:pt x="5775186" y="206337"/>
                  </a:lnTo>
                  <a:lnTo>
                    <a:pt x="5777275" y="205924"/>
                  </a:lnTo>
                  <a:lnTo>
                    <a:pt x="5779364" y="205514"/>
                  </a:lnTo>
                  <a:lnTo>
                    <a:pt x="5781453" y="205102"/>
                  </a:lnTo>
                  <a:lnTo>
                    <a:pt x="5783542" y="204687"/>
                  </a:lnTo>
                  <a:lnTo>
                    <a:pt x="5785631" y="204268"/>
                  </a:lnTo>
                  <a:lnTo>
                    <a:pt x="5787720" y="203836"/>
                  </a:lnTo>
                  <a:lnTo>
                    <a:pt x="5789809" y="203393"/>
                  </a:lnTo>
                  <a:lnTo>
                    <a:pt x="5791898" y="202950"/>
                  </a:lnTo>
                  <a:lnTo>
                    <a:pt x="5793987" y="202506"/>
                  </a:lnTo>
                  <a:lnTo>
                    <a:pt x="5796076" y="202060"/>
                  </a:lnTo>
                  <a:lnTo>
                    <a:pt x="5798165" y="201610"/>
                  </a:lnTo>
                  <a:lnTo>
                    <a:pt x="5800254" y="201152"/>
                  </a:lnTo>
                  <a:lnTo>
                    <a:pt x="5802343" y="200691"/>
                  </a:lnTo>
                  <a:lnTo>
                    <a:pt x="5804432" y="200233"/>
                  </a:lnTo>
                  <a:lnTo>
                    <a:pt x="5806521" y="199775"/>
                  </a:lnTo>
                  <a:lnTo>
                    <a:pt x="5808610" y="199324"/>
                  </a:lnTo>
                  <a:lnTo>
                    <a:pt x="5810699" y="198886"/>
                  </a:lnTo>
                  <a:lnTo>
                    <a:pt x="5812788" y="198468"/>
                  </a:lnTo>
                  <a:lnTo>
                    <a:pt x="5814877" y="198074"/>
                  </a:lnTo>
                  <a:lnTo>
                    <a:pt x="5816966" y="197708"/>
                  </a:lnTo>
                  <a:lnTo>
                    <a:pt x="5819055" y="197373"/>
                  </a:lnTo>
                  <a:lnTo>
                    <a:pt x="5821144" y="197064"/>
                  </a:lnTo>
                  <a:lnTo>
                    <a:pt x="5823233" y="196775"/>
                  </a:lnTo>
                  <a:lnTo>
                    <a:pt x="5825322" y="196507"/>
                  </a:lnTo>
                  <a:lnTo>
                    <a:pt x="5827411" y="196259"/>
                  </a:lnTo>
                  <a:lnTo>
                    <a:pt x="5829501" y="196034"/>
                  </a:lnTo>
                  <a:lnTo>
                    <a:pt x="5831590" y="195829"/>
                  </a:lnTo>
                  <a:lnTo>
                    <a:pt x="5833679" y="195646"/>
                  </a:lnTo>
                  <a:lnTo>
                    <a:pt x="5835768" y="195484"/>
                  </a:lnTo>
                  <a:lnTo>
                    <a:pt x="5837857" y="195339"/>
                  </a:lnTo>
                  <a:lnTo>
                    <a:pt x="5839946" y="195209"/>
                  </a:lnTo>
                  <a:lnTo>
                    <a:pt x="5842035" y="195090"/>
                  </a:lnTo>
                  <a:lnTo>
                    <a:pt x="5844124" y="194980"/>
                  </a:lnTo>
                  <a:lnTo>
                    <a:pt x="5846213" y="194875"/>
                  </a:lnTo>
                  <a:lnTo>
                    <a:pt x="5848302" y="194773"/>
                  </a:lnTo>
                  <a:lnTo>
                    <a:pt x="5850391" y="194674"/>
                  </a:lnTo>
                  <a:lnTo>
                    <a:pt x="5852480" y="194577"/>
                  </a:lnTo>
                  <a:lnTo>
                    <a:pt x="5854569" y="194483"/>
                  </a:lnTo>
                  <a:lnTo>
                    <a:pt x="5856658" y="194392"/>
                  </a:lnTo>
                  <a:lnTo>
                    <a:pt x="5858747" y="194303"/>
                  </a:lnTo>
                  <a:lnTo>
                    <a:pt x="5860836" y="194218"/>
                  </a:lnTo>
                  <a:lnTo>
                    <a:pt x="5862925" y="194135"/>
                  </a:lnTo>
                  <a:lnTo>
                    <a:pt x="5865014" y="194056"/>
                  </a:lnTo>
                  <a:lnTo>
                    <a:pt x="5867103" y="193985"/>
                  </a:lnTo>
                  <a:lnTo>
                    <a:pt x="5869192" y="193923"/>
                  </a:lnTo>
                  <a:lnTo>
                    <a:pt x="5871281" y="193874"/>
                  </a:lnTo>
                  <a:lnTo>
                    <a:pt x="5873370" y="193842"/>
                  </a:lnTo>
                  <a:lnTo>
                    <a:pt x="5875459" y="193826"/>
                  </a:lnTo>
                  <a:lnTo>
                    <a:pt x="5877548" y="193830"/>
                  </a:lnTo>
                  <a:lnTo>
                    <a:pt x="5879637" y="193856"/>
                  </a:lnTo>
                  <a:lnTo>
                    <a:pt x="5881726" y="193906"/>
                  </a:lnTo>
                  <a:lnTo>
                    <a:pt x="5883815" y="193981"/>
                  </a:lnTo>
                  <a:lnTo>
                    <a:pt x="5885904" y="194082"/>
                  </a:lnTo>
                  <a:lnTo>
                    <a:pt x="5887994" y="194211"/>
                  </a:lnTo>
                  <a:lnTo>
                    <a:pt x="5890083" y="194370"/>
                  </a:lnTo>
                  <a:lnTo>
                    <a:pt x="5892172" y="194560"/>
                  </a:lnTo>
                  <a:lnTo>
                    <a:pt x="5894261" y="194783"/>
                  </a:lnTo>
                  <a:lnTo>
                    <a:pt x="5896350" y="195037"/>
                  </a:lnTo>
                  <a:lnTo>
                    <a:pt x="5898439" y="195313"/>
                  </a:lnTo>
                  <a:lnTo>
                    <a:pt x="5900528" y="195614"/>
                  </a:lnTo>
                  <a:lnTo>
                    <a:pt x="5902617" y="195935"/>
                  </a:lnTo>
                  <a:lnTo>
                    <a:pt x="5904706" y="196278"/>
                  </a:lnTo>
                  <a:lnTo>
                    <a:pt x="5906795" y="196644"/>
                  </a:lnTo>
                  <a:lnTo>
                    <a:pt x="5908884" y="197028"/>
                  </a:lnTo>
                  <a:lnTo>
                    <a:pt x="5910973" y="197428"/>
                  </a:lnTo>
                  <a:lnTo>
                    <a:pt x="5913062" y="197840"/>
                  </a:lnTo>
                  <a:lnTo>
                    <a:pt x="5915151" y="198258"/>
                  </a:lnTo>
                  <a:lnTo>
                    <a:pt x="5917240" y="198677"/>
                  </a:lnTo>
                  <a:lnTo>
                    <a:pt x="5919329" y="199090"/>
                  </a:lnTo>
                  <a:lnTo>
                    <a:pt x="5921418" y="199492"/>
                  </a:lnTo>
                  <a:lnTo>
                    <a:pt x="5923507" y="199884"/>
                  </a:lnTo>
                  <a:lnTo>
                    <a:pt x="5925596" y="200266"/>
                  </a:lnTo>
                  <a:lnTo>
                    <a:pt x="5927685" y="200637"/>
                  </a:lnTo>
                  <a:lnTo>
                    <a:pt x="5929774" y="200999"/>
                  </a:lnTo>
                  <a:lnTo>
                    <a:pt x="5931863" y="201349"/>
                  </a:lnTo>
                  <a:lnTo>
                    <a:pt x="5933952" y="201685"/>
                  </a:lnTo>
                  <a:lnTo>
                    <a:pt x="5936041" y="202009"/>
                  </a:lnTo>
                  <a:lnTo>
                    <a:pt x="5938130" y="202321"/>
                  </a:lnTo>
                  <a:lnTo>
                    <a:pt x="5940219" y="202620"/>
                  </a:lnTo>
                  <a:lnTo>
                    <a:pt x="5942308" y="202911"/>
                  </a:lnTo>
                  <a:lnTo>
                    <a:pt x="5944398" y="203200"/>
                  </a:lnTo>
                  <a:lnTo>
                    <a:pt x="5946487" y="203492"/>
                  </a:lnTo>
                  <a:lnTo>
                    <a:pt x="5948576" y="203791"/>
                  </a:lnTo>
                  <a:lnTo>
                    <a:pt x="5950665" y="204106"/>
                  </a:lnTo>
                  <a:lnTo>
                    <a:pt x="5952754" y="204434"/>
                  </a:lnTo>
                  <a:lnTo>
                    <a:pt x="5954843" y="204775"/>
                  </a:lnTo>
                  <a:lnTo>
                    <a:pt x="5956932" y="205129"/>
                  </a:lnTo>
                  <a:lnTo>
                    <a:pt x="5959021" y="205495"/>
                  </a:lnTo>
                  <a:lnTo>
                    <a:pt x="5961110" y="205873"/>
                  </a:lnTo>
                  <a:lnTo>
                    <a:pt x="5963199" y="206265"/>
                  </a:lnTo>
                  <a:lnTo>
                    <a:pt x="5965288" y="206672"/>
                  </a:lnTo>
                  <a:lnTo>
                    <a:pt x="5967377" y="207094"/>
                  </a:lnTo>
                  <a:lnTo>
                    <a:pt x="5969466" y="207530"/>
                  </a:lnTo>
                  <a:lnTo>
                    <a:pt x="5971555" y="207974"/>
                  </a:lnTo>
                  <a:lnTo>
                    <a:pt x="5973644" y="208425"/>
                  </a:lnTo>
                  <a:lnTo>
                    <a:pt x="5975733" y="208874"/>
                  </a:lnTo>
                  <a:lnTo>
                    <a:pt x="5977822" y="209318"/>
                  </a:lnTo>
                  <a:lnTo>
                    <a:pt x="5979911" y="209755"/>
                  </a:lnTo>
                  <a:lnTo>
                    <a:pt x="5982000" y="210176"/>
                  </a:lnTo>
                  <a:lnTo>
                    <a:pt x="5984089" y="210583"/>
                  </a:lnTo>
                  <a:lnTo>
                    <a:pt x="5986178" y="210977"/>
                  </a:lnTo>
                  <a:lnTo>
                    <a:pt x="5988267" y="211357"/>
                  </a:lnTo>
                  <a:lnTo>
                    <a:pt x="5990356" y="211724"/>
                  </a:lnTo>
                  <a:lnTo>
                    <a:pt x="5992445" y="212077"/>
                  </a:lnTo>
                  <a:lnTo>
                    <a:pt x="5994534" y="212416"/>
                  </a:lnTo>
                  <a:lnTo>
                    <a:pt x="5996623" y="212739"/>
                  </a:lnTo>
                  <a:lnTo>
                    <a:pt x="5998712" y="213042"/>
                  </a:lnTo>
                  <a:lnTo>
                    <a:pt x="6000801" y="213324"/>
                  </a:lnTo>
                  <a:lnTo>
                    <a:pt x="6002891" y="213590"/>
                  </a:lnTo>
                  <a:lnTo>
                    <a:pt x="6004980" y="213843"/>
                  </a:lnTo>
                  <a:lnTo>
                    <a:pt x="6007069" y="214083"/>
                  </a:lnTo>
                  <a:lnTo>
                    <a:pt x="6009158" y="214312"/>
                  </a:lnTo>
                  <a:lnTo>
                    <a:pt x="6011247" y="214529"/>
                  </a:lnTo>
                  <a:lnTo>
                    <a:pt x="6013336" y="214734"/>
                  </a:lnTo>
                  <a:lnTo>
                    <a:pt x="6015425" y="214929"/>
                  </a:lnTo>
                  <a:lnTo>
                    <a:pt x="6017514" y="215118"/>
                  </a:lnTo>
                  <a:lnTo>
                    <a:pt x="6019603" y="215304"/>
                  </a:lnTo>
                  <a:lnTo>
                    <a:pt x="6021692" y="215489"/>
                  </a:lnTo>
                  <a:lnTo>
                    <a:pt x="6023781" y="215671"/>
                  </a:lnTo>
                  <a:lnTo>
                    <a:pt x="6025870" y="215850"/>
                  </a:lnTo>
                  <a:lnTo>
                    <a:pt x="6027959" y="216025"/>
                  </a:lnTo>
                  <a:lnTo>
                    <a:pt x="6030048" y="216193"/>
                  </a:lnTo>
                  <a:lnTo>
                    <a:pt x="6032137" y="216355"/>
                  </a:lnTo>
                  <a:lnTo>
                    <a:pt x="6034226" y="216509"/>
                  </a:lnTo>
                  <a:lnTo>
                    <a:pt x="6036315" y="216654"/>
                  </a:lnTo>
                  <a:lnTo>
                    <a:pt x="6038404" y="216792"/>
                  </a:lnTo>
                  <a:lnTo>
                    <a:pt x="6040493" y="216924"/>
                  </a:lnTo>
                  <a:lnTo>
                    <a:pt x="6042582" y="217046"/>
                  </a:lnTo>
                  <a:lnTo>
                    <a:pt x="6044671" y="217155"/>
                  </a:lnTo>
                  <a:lnTo>
                    <a:pt x="6046760" y="217248"/>
                  </a:lnTo>
                  <a:lnTo>
                    <a:pt x="6048849" y="217316"/>
                  </a:lnTo>
                  <a:lnTo>
                    <a:pt x="6050938" y="217356"/>
                  </a:lnTo>
                  <a:lnTo>
                    <a:pt x="6053027" y="217365"/>
                  </a:lnTo>
                  <a:lnTo>
                    <a:pt x="6055116" y="217337"/>
                  </a:lnTo>
                  <a:lnTo>
                    <a:pt x="6057205" y="217271"/>
                  </a:lnTo>
                  <a:lnTo>
                    <a:pt x="6059295" y="217170"/>
                  </a:lnTo>
                  <a:lnTo>
                    <a:pt x="6061384" y="217034"/>
                  </a:lnTo>
                  <a:lnTo>
                    <a:pt x="6063473" y="216862"/>
                  </a:lnTo>
                  <a:lnTo>
                    <a:pt x="6065562" y="216658"/>
                  </a:lnTo>
                  <a:lnTo>
                    <a:pt x="6067651" y="216422"/>
                  </a:lnTo>
                  <a:lnTo>
                    <a:pt x="6069740" y="216152"/>
                  </a:lnTo>
                  <a:lnTo>
                    <a:pt x="6071829" y="215844"/>
                  </a:lnTo>
                  <a:lnTo>
                    <a:pt x="6073918" y="215498"/>
                  </a:lnTo>
                  <a:lnTo>
                    <a:pt x="6076007" y="215117"/>
                  </a:lnTo>
                  <a:lnTo>
                    <a:pt x="6078096" y="214702"/>
                  </a:lnTo>
                  <a:lnTo>
                    <a:pt x="6080185" y="214259"/>
                  </a:lnTo>
                  <a:lnTo>
                    <a:pt x="6082274" y="213796"/>
                  </a:lnTo>
                  <a:lnTo>
                    <a:pt x="6084363" y="213315"/>
                  </a:lnTo>
                  <a:lnTo>
                    <a:pt x="6086452" y="212823"/>
                  </a:lnTo>
                  <a:lnTo>
                    <a:pt x="6088541" y="212324"/>
                  </a:lnTo>
                  <a:lnTo>
                    <a:pt x="6090630" y="211817"/>
                  </a:lnTo>
                  <a:lnTo>
                    <a:pt x="6092719" y="211306"/>
                  </a:lnTo>
                  <a:lnTo>
                    <a:pt x="6094808" y="210791"/>
                  </a:lnTo>
                  <a:lnTo>
                    <a:pt x="6096897" y="210273"/>
                  </a:lnTo>
                  <a:lnTo>
                    <a:pt x="6098986" y="209752"/>
                  </a:lnTo>
                  <a:lnTo>
                    <a:pt x="6101075" y="209234"/>
                  </a:lnTo>
                  <a:lnTo>
                    <a:pt x="6103164" y="208724"/>
                  </a:lnTo>
                  <a:lnTo>
                    <a:pt x="6105253" y="208231"/>
                  </a:lnTo>
                  <a:lnTo>
                    <a:pt x="6107342" y="207759"/>
                  </a:lnTo>
                  <a:lnTo>
                    <a:pt x="6109431" y="207308"/>
                  </a:lnTo>
                  <a:lnTo>
                    <a:pt x="6111520" y="206875"/>
                  </a:lnTo>
                  <a:lnTo>
                    <a:pt x="6113609" y="206463"/>
                  </a:lnTo>
                  <a:lnTo>
                    <a:pt x="6115698" y="206073"/>
                  </a:lnTo>
                  <a:lnTo>
                    <a:pt x="6117788" y="205704"/>
                  </a:lnTo>
                  <a:lnTo>
                    <a:pt x="6119877" y="205361"/>
                  </a:lnTo>
                  <a:lnTo>
                    <a:pt x="6121966" y="205039"/>
                  </a:lnTo>
                  <a:lnTo>
                    <a:pt x="6124055" y="204737"/>
                  </a:lnTo>
                  <a:lnTo>
                    <a:pt x="6126144" y="204460"/>
                  </a:lnTo>
                  <a:lnTo>
                    <a:pt x="6128233" y="204211"/>
                  </a:lnTo>
                  <a:lnTo>
                    <a:pt x="6130322" y="203990"/>
                  </a:lnTo>
                  <a:lnTo>
                    <a:pt x="6132411" y="203792"/>
                  </a:lnTo>
                  <a:lnTo>
                    <a:pt x="6134500" y="203618"/>
                  </a:lnTo>
                  <a:lnTo>
                    <a:pt x="6136589" y="203474"/>
                  </a:lnTo>
                  <a:lnTo>
                    <a:pt x="6138678" y="203355"/>
                  </a:lnTo>
                  <a:lnTo>
                    <a:pt x="6140767" y="203261"/>
                  </a:lnTo>
                  <a:lnTo>
                    <a:pt x="6142856" y="203201"/>
                  </a:lnTo>
                  <a:lnTo>
                    <a:pt x="6144945" y="203168"/>
                  </a:lnTo>
                  <a:lnTo>
                    <a:pt x="6147034" y="203170"/>
                  </a:lnTo>
                  <a:lnTo>
                    <a:pt x="6149123" y="203207"/>
                  </a:lnTo>
                  <a:lnTo>
                    <a:pt x="6151212" y="203277"/>
                  </a:lnTo>
                  <a:lnTo>
                    <a:pt x="6153301" y="203382"/>
                  </a:lnTo>
                  <a:lnTo>
                    <a:pt x="6155390" y="203523"/>
                  </a:lnTo>
                  <a:lnTo>
                    <a:pt x="6157479" y="203695"/>
                  </a:lnTo>
                  <a:lnTo>
                    <a:pt x="6159568" y="203897"/>
                  </a:lnTo>
                  <a:lnTo>
                    <a:pt x="6161657" y="204134"/>
                  </a:lnTo>
                  <a:lnTo>
                    <a:pt x="6163746" y="204404"/>
                  </a:lnTo>
                  <a:lnTo>
                    <a:pt x="6163826" y="286429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pl53"/>
            <p:cNvSpPr/>
            <p:nvPr/>
          </p:nvSpPr>
          <p:spPr>
            <a:xfrm>
              <a:off x="4572887" y="4009485"/>
              <a:ext cx="0" cy="1750917"/>
            </a:xfrm>
            <a:custGeom>
              <a:avLst/>
              <a:pathLst>
                <a:path w="0" h="1750917">
                  <a:moveTo>
                    <a:pt x="0" y="175091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4"/>
            <p:cNvSpPr/>
            <p:nvPr/>
          </p:nvSpPr>
          <p:spPr>
            <a:xfrm>
              <a:off x="4572992" y="4009485"/>
              <a:ext cx="0" cy="1750917"/>
            </a:xfrm>
            <a:custGeom>
              <a:avLst/>
              <a:pathLst>
                <a:path w="0" h="1750917">
                  <a:moveTo>
                    <a:pt x="0" y="175091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5"/>
            <p:cNvSpPr/>
            <p:nvPr/>
          </p:nvSpPr>
          <p:spPr>
            <a:xfrm>
              <a:off x="4572887" y="4009485"/>
              <a:ext cx="0" cy="1750917"/>
            </a:xfrm>
            <a:custGeom>
              <a:avLst/>
              <a:pathLst>
                <a:path w="0" h="1750917">
                  <a:moveTo>
                    <a:pt x="0" y="175091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050" cap="rnd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evghenic</cp:lastModifiedBy>
  <cp:revision>3</cp:revision>
  <dcterms:created xsi:type="dcterms:W3CDTF">2017-02-13T16:18:36Z</dcterms:created>
  <dcterms:modified xsi:type="dcterms:W3CDTF">2026-03-09T12:28:27Z</dcterms:modified>
  <cp:category/>
</cp:coreProperties>
</file>