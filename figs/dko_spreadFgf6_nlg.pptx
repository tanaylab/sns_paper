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20593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2128919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9589" y="4458665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622670" y="39747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22670" y="1736158"/>
              <a:ext cx="1626663" cy="330131"/>
            </a:xfrm>
            <a:custGeom>
              <a:avLst/>
              <a:pathLst>
                <a:path w="1626663" h="330131">
                  <a:moveTo>
                    <a:pt x="0" y="277848"/>
                  </a:moveTo>
                  <a:lnTo>
                    <a:pt x="3708" y="279839"/>
                  </a:lnTo>
                  <a:lnTo>
                    <a:pt x="8071" y="264079"/>
                  </a:lnTo>
                  <a:lnTo>
                    <a:pt x="12433" y="253315"/>
                  </a:lnTo>
                  <a:lnTo>
                    <a:pt x="16796" y="258338"/>
                  </a:lnTo>
                  <a:lnTo>
                    <a:pt x="21159" y="258338"/>
                  </a:lnTo>
                  <a:lnTo>
                    <a:pt x="25522" y="239680"/>
                  </a:lnTo>
                  <a:lnTo>
                    <a:pt x="29884" y="234657"/>
                  </a:lnTo>
                  <a:lnTo>
                    <a:pt x="34247" y="243986"/>
                  </a:lnTo>
                  <a:lnTo>
                    <a:pt x="38610" y="236810"/>
                  </a:lnTo>
                  <a:lnTo>
                    <a:pt x="42973" y="233940"/>
                  </a:lnTo>
                  <a:lnTo>
                    <a:pt x="47335" y="221740"/>
                  </a:lnTo>
                  <a:lnTo>
                    <a:pt x="51698" y="190883"/>
                  </a:lnTo>
                  <a:lnTo>
                    <a:pt x="56061" y="186578"/>
                  </a:lnTo>
                  <a:lnTo>
                    <a:pt x="60424" y="186578"/>
                  </a:lnTo>
                  <a:lnTo>
                    <a:pt x="64786" y="215752"/>
                  </a:lnTo>
                  <a:lnTo>
                    <a:pt x="69149" y="192457"/>
                  </a:lnTo>
                  <a:lnTo>
                    <a:pt x="73512" y="184736"/>
                  </a:lnTo>
                  <a:lnTo>
                    <a:pt x="77875" y="212520"/>
                  </a:lnTo>
                  <a:lnTo>
                    <a:pt x="82237" y="219879"/>
                  </a:lnTo>
                  <a:lnTo>
                    <a:pt x="86600" y="221349"/>
                  </a:lnTo>
                  <a:lnTo>
                    <a:pt x="90963" y="224939"/>
                  </a:lnTo>
                  <a:lnTo>
                    <a:pt x="95326" y="225964"/>
                  </a:lnTo>
                  <a:lnTo>
                    <a:pt x="99688" y="231605"/>
                  </a:lnTo>
                  <a:lnTo>
                    <a:pt x="104051" y="236733"/>
                  </a:lnTo>
                  <a:lnTo>
                    <a:pt x="108414" y="241861"/>
                  </a:lnTo>
                  <a:lnTo>
                    <a:pt x="112777" y="257758"/>
                  </a:lnTo>
                  <a:lnTo>
                    <a:pt x="117139" y="279808"/>
                  </a:lnTo>
                  <a:lnTo>
                    <a:pt x="121502" y="282885"/>
                  </a:lnTo>
                  <a:lnTo>
                    <a:pt x="125865" y="282885"/>
                  </a:lnTo>
                  <a:lnTo>
                    <a:pt x="130228" y="285496"/>
                  </a:lnTo>
                  <a:lnTo>
                    <a:pt x="134590" y="305129"/>
                  </a:lnTo>
                  <a:lnTo>
                    <a:pt x="138953" y="300811"/>
                  </a:lnTo>
                  <a:lnTo>
                    <a:pt x="143316" y="304641"/>
                  </a:lnTo>
                  <a:lnTo>
                    <a:pt x="147679" y="303373"/>
                  </a:lnTo>
                  <a:lnTo>
                    <a:pt x="152041" y="287043"/>
                  </a:lnTo>
                  <a:lnTo>
                    <a:pt x="156404" y="300677"/>
                  </a:lnTo>
                  <a:lnTo>
                    <a:pt x="160767" y="304983"/>
                  </a:lnTo>
                  <a:lnTo>
                    <a:pt x="165130" y="277714"/>
                  </a:lnTo>
                  <a:lnTo>
                    <a:pt x="169492" y="259773"/>
                  </a:lnTo>
                  <a:lnTo>
                    <a:pt x="173855" y="238963"/>
                  </a:lnTo>
                  <a:lnTo>
                    <a:pt x="178218" y="223175"/>
                  </a:lnTo>
                  <a:lnTo>
                    <a:pt x="182581" y="215282"/>
                  </a:lnTo>
                  <a:lnTo>
                    <a:pt x="186943" y="215282"/>
                  </a:lnTo>
                  <a:lnTo>
                    <a:pt x="191306" y="203082"/>
                  </a:lnTo>
                  <a:lnTo>
                    <a:pt x="195669" y="200930"/>
                  </a:lnTo>
                  <a:lnTo>
                    <a:pt x="200032" y="200930"/>
                  </a:lnTo>
                  <a:lnTo>
                    <a:pt x="204394" y="210976"/>
                  </a:lnTo>
                  <a:lnTo>
                    <a:pt x="208757" y="195189"/>
                  </a:lnTo>
                  <a:lnTo>
                    <a:pt x="213120" y="169355"/>
                  </a:lnTo>
                  <a:lnTo>
                    <a:pt x="217483" y="131322"/>
                  </a:lnTo>
                  <a:lnTo>
                    <a:pt x="221845" y="100465"/>
                  </a:lnTo>
                  <a:lnTo>
                    <a:pt x="226208" y="108358"/>
                  </a:lnTo>
                  <a:lnTo>
                    <a:pt x="230571" y="102617"/>
                  </a:lnTo>
                  <a:lnTo>
                    <a:pt x="234934" y="81807"/>
                  </a:lnTo>
                  <a:lnTo>
                    <a:pt x="239296" y="91136"/>
                  </a:lnTo>
                  <a:lnTo>
                    <a:pt x="243659" y="106923"/>
                  </a:lnTo>
                  <a:lnTo>
                    <a:pt x="248022" y="114817"/>
                  </a:lnTo>
                  <a:lnTo>
                    <a:pt x="252385" y="106205"/>
                  </a:lnTo>
                  <a:lnTo>
                    <a:pt x="256747" y="112664"/>
                  </a:lnTo>
                  <a:lnTo>
                    <a:pt x="261110" y="109076"/>
                  </a:lnTo>
                  <a:lnTo>
                    <a:pt x="265473" y="92571"/>
                  </a:lnTo>
                  <a:lnTo>
                    <a:pt x="269836" y="80371"/>
                  </a:lnTo>
                  <a:lnTo>
                    <a:pt x="274198" y="132861"/>
                  </a:lnTo>
                  <a:lnTo>
                    <a:pt x="278561" y="153223"/>
                  </a:lnTo>
                  <a:lnTo>
                    <a:pt x="282924" y="176518"/>
                  </a:lnTo>
                  <a:lnTo>
                    <a:pt x="287287" y="201992"/>
                  </a:lnTo>
                  <a:lnTo>
                    <a:pt x="291649" y="204250"/>
                  </a:lnTo>
                  <a:lnTo>
                    <a:pt x="296012" y="233690"/>
                  </a:lnTo>
                  <a:lnTo>
                    <a:pt x="300375" y="254886"/>
                  </a:lnTo>
                  <a:lnTo>
                    <a:pt x="304738" y="261362"/>
                  </a:lnTo>
                  <a:lnTo>
                    <a:pt x="309100" y="244876"/>
                  </a:lnTo>
                  <a:lnTo>
                    <a:pt x="313463" y="239577"/>
                  </a:lnTo>
                  <a:lnTo>
                    <a:pt x="317826" y="246643"/>
                  </a:lnTo>
                  <a:lnTo>
                    <a:pt x="322189" y="251353"/>
                  </a:lnTo>
                  <a:lnTo>
                    <a:pt x="326551" y="256063"/>
                  </a:lnTo>
                  <a:lnTo>
                    <a:pt x="330914" y="269605"/>
                  </a:lnTo>
                  <a:lnTo>
                    <a:pt x="335277" y="279615"/>
                  </a:lnTo>
                  <a:lnTo>
                    <a:pt x="339640" y="285300"/>
                  </a:lnTo>
                  <a:lnTo>
                    <a:pt x="344002" y="289315"/>
                  </a:lnTo>
                  <a:lnTo>
                    <a:pt x="348365" y="298511"/>
                  </a:lnTo>
                  <a:lnTo>
                    <a:pt x="352728" y="304044"/>
                  </a:lnTo>
                  <a:lnTo>
                    <a:pt x="357091" y="287043"/>
                  </a:lnTo>
                  <a:lnTo>
                    <a:pt x="361453" y="287043"/>
                  </a:lnTo>
                  <a:lnTo>
                    <a:pt x="365816" y="299960"/>
                  </a:lnTo>
                  <a:lnTo>
                    <a:pt x="370179" y="303548"/>
                  </a:lnTo>
                  <a:lnTo>
                    <a:pt x="374542" y="323641"/>
                  </a:lnTo>
                  <a:lnTo>
                    <a:pt x="378904" y="330099"/>
                  </a:lnTo>
                  <a:lnTo>
                    <a:pt x="383267" y="330099"/>
                  </a:lnTo>
                  <a:lnTo>
                    <a:pt x="387630" y="330099"/>
                  </a:lnTo>
                  <a:lnTo>
                    <a:pt x="391993" y="330099"/>
                  </a:lnTo>
                  <a:lnTo>
                    <a:pt x="396355" y="330099"/>
                  </a:lnTo>
                  <a:lnTo>
                    <a:pt x="400718" y="330099"/>
                  </a:lnTo>
                  <a:lnTo>
                    <a:pt x="405081" y="330099"/>
                  </a:lnTo>
                  <a:lnTo>
                    <a:pt x="409444" y="330099"/>
                  </a:lnTo>
                  <a:lnTo>
                    <a:pt x="413806" y="330099"/>
                  </a:lnTo>
                  <a:lnTo>
                    <a:pt x="418169" y="330099"/>
                  </a:lnTo>
                  <a:lnTo>
                    <a:pt x="422532" y="330099"/>
                  </a:lnTo>
                  <a:lnTo>
                    <a:pt x="426895" y="330099"/>
                  </a:lnTo>
                  <a:lnTo>
                    <a:pt x="431257" y="330099"/>
                  </a:lnTo>
                  <a:lnTo>
                    <a:pt x="435620" y="330099"/>
                  </a:lnTo>
                  <a:lnTo>
                    <a:pt x="439983" y="330099"/>
                  </a:lnTo>
                  <a:lnTo>
                    <a:pt x="444346" y="330099"/>
                  </a:lnTo>
                  <a:lnTo>
                    <a:pt x="448708" y="330099"/>
                  </a:lnTo>
                  <a:lnTo>
                    <a:pt x="453071" y="330099"/>
                  </a:lnTo>
                  <a:lnTo>
                    <a:pt x="457434" y="327229"/>
                  </a:lnTo>
                  <a:lnTo>
                    <a:pt x="461797" y="315747"/>
                  </a:lnTo>
                  <a:lnTo>
                    <a:pt x="466159" y="307136"/>
                  </a:lnTo>
                  <a:lnTo>
                    <a:pt x="470522" y="305290"/>
                  </a:lnTo>
                  <a:lnTo>
                    <a:pt x="474885" y="285024"/>
                  </a:lnTo>
                  <a:lnTo>
                    <a:pt x="479248" y="274904"/>
                  </a:lnTo>
                  <a:lnTo>
                    <a:pt x="483610" y="251353"/>
                  </a:lnTo>
                  <a:lnTo>
                    <a:pt x="487973" y="235456"/>
                  </a:lnTo>
                  <a:lnTo>
                    <a:pt x="492336" y="217204"/>
                  </a:lnTo>
                  <a:lnTo>
                    <a:pt x="496699" y="190120"/>
                  </a:lnTo>
                  <a:lnTo>
                    <a:pt x="501061" y="171279"/>
                  </a:lnTo>
                  <a:lnTo>
                    <a:pt x="505424" y="157148"/>
                  </a:lnTo>
                  <a:lnTo>
                    <a:pt x="509787" y="157148"/>
                  </a:lnTo>
                  <a:lnTo>
                    <a:pt x="514150" y="145372"/>
                  </a:lnTo>
                  <a:lnTo>
                    <a:pt x="518512" y="112989"/>
                  </a:lnTo>
                  <a:lnTo>
                    <a:pt x="522875" y="83550"/>
                  </a:lnTo>
                  <a:lnTo>
                    <a:pt x="527238" y="72363"/>
                  </a:lnTo>
                  <a:lnTo>
                    <a:pt x="531601" y="59410"/>
                  </a:lnTo>
                  <a:lnTo>
                    <a:pt x="535963" y="49063"/>
                  </a:lnTo>
                  <a:lnTo>
                    <a:pt x="540326" y="40566"/>
                  </a:lnTo>
                  <a:lnTo>
                    <a:pt x="544689" y="0"/>
                  </a:lnTo>
                  <a:lnTo>
                    <a:pt x="549052" y="28704"/>
                  </a:lnTo>
                  <a:lnTo>
                    <a:pt x="553414" y="48079"/>
                  </a:lnTo>
                  <a:lnTo>
                    <a:pt x="557777" y="63149"/>
                  </a:lnTo>
                  <a:lnTo>
                    <a:pt x="562140" y="88983"/>
                  </a:lnTo>
                  <a:lnTo>
                    <a:pt x="566503" y="105488"/>
                  </a:lnTo>
                  <a:lnTo>
                    <a:pt x="570865" y="114817"/>
                  </a:lnTo>
                  <a:lnTo>
                    <a:pt x="575228" y="150414"/>
                  </a:lnTo>
                  <a:lnTo>
                    <a:pt x="579591" y="158740"/>
                  </a:lnTo>
                  <a:lnTo>
                    <a:pt x="583954" y="185713"/>
                  </a:lnTo>
                  <a:lnTo>
                    <a:pt x="588316" y="221325"/>
                  </a:lnTo>
                  <a:lnTo>
                    <a:pt x="592679" y="237222"/>
                  </a:lnTo>
                  <a:lnTo>
                    <a:pt x="597042" y="238400"/>
                  </a:lnTo>
                  <a:lnTo>
                    <a:pt x="601405" y="260185"/>
                  </a:lnTo>
                  <a:lnTo>
                    <a:pt x="605767" y="273138"/>
                  </a:lnTo>
                  <a:lnTo>
                    <a:pt x="610130" y="263129"/>
                  </a:lnTo>
                  <a:lnTo>
                    <a:pt x="614493" y="263129"/>
                  </a:lnTo>
                  <a:lnTo>
                    <a:pt x="618856" y="265956"/>
                  </a:lnTo>
                  <a:lnTo>
                    <a:pt x="623218" y="255012"/>
                  </a:lnTo>
                  <a:lnTo>
                    <a:pt x="627581" y="236929"/>
                  </a:lnTo>
                  <a:lnTo>
                    <a:pt x="631944" y="250226"/>
                  </a:lnTo>
                  <a:lnTo>
                    <a:pt x="636307" y="244677"/>
                  </a:lnTo>
                  <a:lnTo>
                    <a:pt x="640669" y="225726"/>
                  </a:lnTo>
                  <a:lnTo>
                    <a:pt x="645032" y="222022"/>
                  </a:lnTo>
                  <a:lnTo>
                    <a:pt x="649395" y="196735"/>
                  </a:lnTo>
                  <a:lnTo>
                    <a:pt x="653758" y="200837"/>
                  </a:lnTo>
                  <a:lnTo>
                    <a:pt x="658120" y="204940"/>
                  </a:lnTo>
                  <a:lnTo>
                    <a:pt x="662483" y="221349"/>
                  </a:lnTo>
                  <a:lnTo>
                    <a:pt x="666846" y="221349"/>
                  </a:lnTo>
                  <a:lnTo>
                    <a:pt x="671209" y="222888"/>
                  </a:lnTo>
                  <a:lnTo>
                    <a:pt x="675571" y="231605"/>
                  </a:lnTo>
                  <a:lnTo>
                    <a:pt x="679934" y="231605"/>
                  </a:lnTo>
                  <a:lnTo>
                    <a:pt x="684297" y="242612"/>
                  </a:lnTo>
                  <a:lnTo>
                    <a:pt x="688660" y="262246"/>
                  </a:lnTo>
                  <a:lnTo>
                    <a:pt x="693022" y="282357"/>
                  </a:lnTo>
                  <a:lnTo>
                    <a:pt x="697385" y="273989"/>
                  </a:lnTo>
                  <a:lnTo>
                    <a:pt x="701748" y="285194"/>
                  </a:lnTo>
                  <a:lnTo>
                    <a:pt x="706111" y="299242"/>
                  </a:lnTo>
                  <a:lnTo>
                    <a:pt x="710473" y="315747"/>
                  </a:lnTo>
                  <a:lnTo>
                    <a:pt x="714836" y="325076"/>
                  </a:lnTo>
                  <a:lnTo>
                    <a:pt x="719199" y="315747"/>
                  </a:lnTo>
                  <a:lnTo>
                    <a:pt x="723562" y="304983"/>
                  </a:lnTo>
                  <a:lnTo>
                    <a:pt x="727924" y="301395"/>
                  </a:lnTo>
                  <a:lnTo>
                    <a:pt x="732287" y="301395"/>
                  </a:lnTo>
                  <a:lnTo>
                    <a:pt x="736650" y="301395"/>
                  </a:lnTo>
                  <a:lnTo>
                    <a:pt x="741013" y="301395"/>
                  </a:lnTo>
                  <a:lnTo>
                    <a:pt x="745375" y="301395"/>
                  </a:lnTo>
                  <a:lnTo>
                    <a:pt x="749738" y="301395"/>
                  </a:lnTo>
                  <a:lnTo>
                    <a:pt x="754101" y="301395"/>
                  </a:lnTo>
                  <a:lnTo>
                    <a:pt x="758464" y="301395"/>
                  </a:lnTo>
                  <a:lnTo>
                    <a:pt x="762826" y="301395"/>
                  </a:lnTo>
                  <a:lnTo>
                    <a:pt x="767189" y="301395"/>
                  </a:lnTo>
                  <a:lnTo>
                    <a:pt x="771552" y="301395"/>
                  </a:lnTo>
                  <a:lnTo>
                    <a:pt x="775915" y="301395"/>
                  </a:lnTo>
                  <a:lnTo>
                    <a:pt x="780277" y="305700"/>
                  </a:lnTo>
                  <a:lnTo>
                    <a:pt x="784640" y="315747"/>
                  </a:lnTo>
                  <a:lnTo>
                    <a:pt x="789003" y="317182"/>
                  </a:lnTo>
                  <a:lnTo>
                    <a:pt x="793366" y="315747"/>
                  </a:lnTo>
                  <a:lnTo>
                    <a:pt x="797728" y="306418"/>
                  </a:lnTo>
                  <a:lnTo>
                    <a:pt x="802091" y="301395"/>
                  </a:lnTo>
                  <a:lnTo>
                    <a:pt x="806454" y="301395"/>
                  </a:lnTo>
                  <a:lnTo>
                    <a:pt x="810817" y="301395"/>
                  </a:lnTo>
                  <a:lnTo>
                    <a:pt x="815179" y="301395"/>
                  </a:lnTo>
                  <a:lnTo>
                    <a:pt x="819542" y="301395"/>
                  </a:lnTo>
                  <a:lnTo>
                    <a:pt x="823905" y="301395"/>
                  </a:lnTo>
                  <a:lnTo>
                    <a:pt x="828268" y="301395"/>
                  </a:lnTo>
                  <a:lnTo>
                    <a:pt x="832630" y="301395"/>
                  </a:lnTo>
                  <a:lnTo>
                    <a:pt x="836993" y="301395"/>
                  </a:lnTo>
                  <a:lnTo>
                    <a:pt x="841356" y="301395"/>
                  </a:lnTo>
                  <a:lnTo>
                    <a:pt x="845719" y="297807"/>
                  </a:lnTo>
                  <a:lnTo>
                    <a:pt x="850081" y="287043"/>
                  </a:lnTo>
                  <a:lnTo>
                    <a:pt x="854444" y="287760"/>
                  </a:lnTo>
                  <a:lnTo>
                    <a:pt x="858807" y="287043"/>
                  </a:lnTo>
                  <a:lnTo>
                    <a:pt x="863170" y="296371"/>
                  </a:lnTo>
                  <a:lnTo>
                    <a:pt x="867532" y="301395"/>
                  </a:lnTo>
                  <a:lnTo>
                    <a:pt x="871895" y="301395"/>
                  </a:lnTo>
                  <a:lnTo>
                    <a:pt x="876258" y="301395"/>
                  </a:lnTo>
                  <a:lnTo>
                    <a:pt x="880621" y="301395"/>
                  </a:lnTo>
                  <a:lnTo>
                    <a:pt x="884983" y="301395"/>
                  </a:lnTo>
                  <a:lnTo>
                    <a:pt x="889346" y="301395"/>
                  </a:lnTo>
                  <a:lnTo>
                    <a:pt x="893709" y="301395"/>
                  </a:lnTo>
                  <a:lnTo>
                    <a:pt x="898072" y="301395"/>
                  </a:lnTo>
                  <a:lnTo>
                    <a:pt x="902434" y="301395"/>
                  </a:lnTo>
                  <a:lnTo>
                    <a:pt x="906797" y="301395"/>
                  </a:lnTo>
                  <a:lnTo>
                    <a:pt x="911160" y="304983"/>
                  </a:lnTo>
                  <a:lnTo>
                    <a:pt x="915523" y="315747"/>
                  </a:lnTo>
                  <a:lnTo>
                    <a:pt x="919885" y="324358"/>
                  </a:lnTo>
                  <a:lnTo>
                    <a:pt x="924248" y="330099"/>
                  </a:lnTo>
                  <a:lnTo>
                    <a:pt x="928611" y="318617"/>
                  </a:lnTo>
                  <a:lnTo>
                    <a:pt x="932974" y="313594"/>
                  </a:lnTo>
                  <a:lnTo>
                    <a:pt x="937336" y="301395"/>
                  </a:lnTo>
                  <a:lnTo>
                    <a:pt x="941699" y="301395"/>
                  </a:lnTo>
                  <a:lnTo>
                    <a:pt x="946062" y="301395"/>
                  </a:lnTo>
                  <a:lnTo>
                    <a:pt x="950425" y="301395"/>
                  </a:lnTo>
                  <a:lnTo>
                    <a:pt x="954787" y="301395"/>
                  </a:lnTo>
                  <a:lnTo>
                    <a:pt x="959150" y="301395"/>
                  </a:lnTo>
                  <a:lnTo>
                    <a:pt x="963513" y="301395"/>
                  </a:lnTo>
                  <a:lnTo>
                    <a:pt x="967876" y="301395"/>
                  </a:lnTo>
                  <a:lnTo>
                    <a:pt x="972238" y="301395"/>
                  </a:lnTo>
                  <a:lnTo>
                    <a:pt x="976601" y="301395"/>
                  </a:lnTo>
                  <a:lnTo>
                    <a:pt x="980964" y="301395"/>
                  </a:lnTo>
                  <a:lnTo>
                    <a:pt x="985327" y="301395"/>
                  </a:lnTo>
                  <a:lnTo>
                    <a:pt x="989689" y="301395"/>
                  </a:lnTo>
                  <a:lnTo>
                    <a:pt x="994052" y="312876"/>
                  </a:lnTo>
                  <a:lnTo>
                    <a:pt x="998415" y="317900"/>
                  </a:lnTo>
                  <a:lnTo>
                    <a:pt x="1002778" y="330099"/>
                  </a:lnTo>
                  <a:lnTo>
                    <a:pt x="1007140" y="330099"/>
                  </a:lnTo>
                  <a:lnTo>
                    <a:pt x="1011503" y="330099"/>
                  </a:lnTo>
                  <a:lnTo>
                    <a:pt x="1015866" y="330099"/>
                  </a:lnTo>
                  <a:lnTo>
                    <a:pt x="1020229" y="330099"/>
                  </a:lnTo>
                  <a:lnTo>
                    <a:pt x="1024591" y="330099"/>
                  </a:lnTo>
                  <a:lnTo>
                    <a:pt x="1028954" y="330099"/>
                  </a:lnTo>
                  <a:lnTo>
                    <a:pt x="1033317" y="330099"/>
                  </a:lnTo>
                  <a:lnTo>
                    <a:pt x="1037680" y="330099"/>
                  </a:lnTo>
                  <a:lnTo>
                    <a:pt x="1042042" y="330099"/>
                  </a:lnTo>
                  <a:lnTo>
                    <a:pt x="1046405" y="330099"/>
                  </a:lnTo>
                  <a:lnTo>
                    <a:pt x="1050768" y="330099"/>
                  </a:lnTo>
                  <a:lnTo>
                    <a:pt x="1055131" y="321488"/>
                  </a:lnTo>
                  <a:lnTo>
                    <a:pt x="1059493" y="302112"/>
                  </a:lnTo>
                  <a:lnTo>
                    <a:pt x="1063856" y="301395"/>
                  </a:lnTo>
                  <a:lnTo>
                    <a:pt x="1068219" y="288478"/>
                  </a:lnTo>
                  <a:lnTo>
                    <a:pt x="1072582" y="287043"/>
                  </a:lnTo>
                  <a:lnTo>
                    <a:pt x="1076944" y="276278"/>
                  </a:lnTo>
                  <a:lnTo>
                    <a:pt x="1081307" y="272690"/>
                  </a:lnTo>
                  <a:lnTo>
                    <a:pt x="1085670" y="269820"/>
                  </a:lnTo>
                  <a:lnTo>
                    <a:pt x="1090033" y="278298"/>
                  </a:lnTo>
                  <a:lnTo>
                    <a:pt x="1094395" y="273399"/>
                  </a:lnTo>
                  <a:lnTo>
                    <a:pt x="1098758" y="274904"/>
                  </a:lnTo>
                  <a:lnTo>
                    <a:pt x="1103121" y="288177"/>
                  </a:lnTo>
                  <a:lnTo>
                    <a:pt x="1107484" y="266896"/>
                  </a:lnTo>
                  <a:lnTo>
                    <a:pt x="1111846" y="261212"/>
                  </a:lnTo>
                  <a:lnTo>
                    <a:pt x="1116209" y="261212"/>
                  </a:lnTo>
                  <a:lnTo>
                    <a:pt x="1120572" y="268527"/>
                  </a:lnTo>
                  <a:lnTo>
                    <a:pt x="1124935" y="282372"/>
                  </a:lnTo>
                  <a:lnTo>
                    <a:pt x="1129297" y="270578"/>
                  </a:lnTo>
                  <a:lnTo>
                    <a:pt x="1133660" y="271603"/>
                  </a:lnTo>
                  <a:lnTo>
                    <a:pt x="1138023" y="269552"/>
                  </a:lnTo>
                  <a:lnTo>
                    <a:pt x="1142386" y="250579"/>
                  </a:lnTo>
                  <a:lnTo>
                    <a:pt x="1146748" y="252117"/>
                  </a:lnTo>
                  <a:lnTo>
                    <a:pt x="1151111" y="254168"/>
                  </a:lnTo>
                  <a:lnTo>
                    <a:pt x="1155474" y="256046"/>
                  </a:lnTo>
                  <a:lnTo>
                    <a:pt x="1159837" y="249026"/>
                  </a:lnTo>
                  <a:lnTo>
                    <a:pt x="1164199" y="227802"/>
                  </a:lnTo>
                  <a:lnTo>
                    <a:pt x="1168562" y="212687"/>
                  </a:lnTo>
                  <a:lnTo>
                    <a:pt x="1172925" y="237821"/>
                  </a:lnTo>
                  <a:lnTo>
                    <a:pt x="1177288" y="244564"/>
                  </a:lnTo>
                  <a:lnTo>
                    <a:pt x="1181650" y="240685"/>
                  </a:lnTo>
                  <a:lnTo>
                    <a:pt x="1186013" y="215282"/>
                  </a:lnTo>
                  <a:lnTo>
                    <a:pt x="1190376" y="215282"/>
                  </a:lnTo>
                  <a:lnTo>
                    <a:pt x="1194739" y="232504"/>
                  </a:lnTo>
                  <a:lnTo>
                    <a:pt x="1199101" y="243986"/>
                  </a:lnTo>
                  <a:lnTo>
                    <a:pt x="1203464" y="245421"/>
                  </a:lnTo>
                  <a:lnTo>
                    <a:pt x="1207827" y="257621"/>
                  </a:lnTo>
                  <a:lnTo>
                    <a:pt x="1212190" y="258338"/>
                  </a:lnTo>
                  <a:lnTo>
                    <a:pt x="1216552" y="246139"/>
                  </a:lnTo>
                  <a:lnTo>
                    <a:pt x="1220915" y="236810"/>
                  </a:lnTo>
                  <a:lnTo>
                    <a:pt x="1225278" y="255468"/>
                  </a:lnTo>
                  <a:lnTo>
                    <a:pt x="1229641" y="258338"/>
                  </a:lnTo>
                  <a:lnTo>
                    <a:pt x="1234003" y="255468"/>
                  </a:lnTo>
                  <a:lnTo>
                    <a:pt x="1238366" y="258338"/>
                  </a:lnTo>
                  <a:lnTo>
                    <a:pt x="1242729" y="258338"/>
                  </a:lnTo>
                  <a:lnTo>
                    <a:pt x="1247092" y="258338"/>
                  </a:lnTo>
                  <a:lnTo>
                    <a:pt x="1251454" y="246857"/>
                  </a:lnTo>
                  <a:lnTo>
                    <a:pt x="1255817" y="243986"/>
                  </a:lnTo>
                  <a:lnTo>
                    <a:pt x="1260180" y="243986"/>
                  </a:lnTo>
                  <a:lnTo>
                    <a:pt x="1264543" y="243986"/>
                  </a:lnTo>
                  <a:lnTo>
                    <a:pt x="1268905" y="246857"/>
                  </a:lnTo>
                  <a:lnTo>
                    <a:pt x="1273268" y="271973"/>
                  </a:lnTo>
                  <a:lnTo>
                    <a:pt x="1277631" y="272690"/>
                  </a:lnTo>
                  <a:lnTo>
                    <a:pt x="1281994" y="284890"/>
                  </a:lnTo>
                  <a:lnTo>
                    <a:pt x="1286356" y="287043"/>
                  </a:lnTo>
                  <a:lnTo>
                    <a:pt x="1290719" y="287043"/>
                  </a:lnTo>
                  <a:lnTo>
                    <a:pt x="1295082" y="287043"/>
                  </a:lnTo>
                  <a:lnTo>
                    <a:pt x="1299445" y="299960"/>
                  </a:lnTo>
                  <a:lnTo>
                    <a:pt x="1303807" y="284172"/>
                  </a:lnTo>
                  <a:lnTo>
                    <a:pt x="1308170" y="272690"/>
                  </a:lnTo>
                  <a:lnTo>
                    <a:pt x="1312533" y="256185"/>
                  </a:lnTo>
                  <a:lnTo>
                    <a:pt x="1316896" y="203082"/>
                  </a:lnTo>
                  <a:lnTo>
                    <a:pt x="1321258" y="187295"/>
                  </a:lnTo>
                  <a:lnTo>
                    <a:pt x="1325621" y="172225"/>
                  </a:lnTo>
                  <a:lnTo>
                    <a:pt x="1329984" y="156438"/>
                  </a:lnTo>
                  <a:lnTo>
                    <a:pt x="1334347" y="137063"/>
                  </a:lnTo>
                  <a:lnTo>
                    <a:pt x="1338709" y="128451"/>
                  </a:lnTo>
                  <a:lnTo>
                    <a:pt x="1343072" y="114817"/>
                  </a:lnTo>
                  <a:lnTo>
                    <a:pt x="1347435" y="114817"/>
                  </a:lnTo>
                  <a:lnTo>
                    <a:pt x="1351798" y="109793"/>
                  </a:lnTo>
                  <a:lnTo>
                    <a:pt x="1356160" y="83960"/>
                  </a:lnTo>
                  <a:lnTo>
                    <a:pt x="1360523" y="63149"/>
                  </a:lnTo>
                  <a:lnTo>
                    <a:pt x="1364886" y="57408"/>
                  </a:lnTo>
                  <a:lnTo>
                    <a:pt x="1369249" y="66737"/>
                  </a:lnTo>
                  <a:lnTo>
                    <a:pt x="1373611" y="71760"/>
                  </a:lnTo>
                  <a:lnTo>
                    <a:pt x="1377974" y="88265"/>
                  </a:lnTo>
                  <a:lnTo>
                    <a:pt x="1382337" y="152850"/>
                  </a:lnTo>
                  <a:lnTo>
                    <a:pt x="1386700" y="171508"/>
                  </a:lnTo>
                  <a:lnTo>
                    <a:pt x="1391062" y="217851"/>
                  </a:lnTo>
                  <a:lnTo>
                    <a:pt x="1395425" y="233530"/>
                  </a:lnTo>
                  <a:lnTo>
                    <a:pt x="1399788" y="251353"/>
                  </a:lnTo>
                  <a:lnTo>
                    <a:pt x="1404151" y="233690"/>
                  </a:lnTo>
                  <a:lnTo>
                    <a:pt x="1408513" y="221914"/>
                  </a:lnTo>
                  <a:lnTo>
                    <a:pt x="1412876" y="208961"/>
                  </a:lnTo>
                  <a:lnTo>
                    <a:pt x="1417239" y="210138"/>
                  </a:lnTo>
                  <a:lnTo>
                    <a:pt x="1421602" y="229568"/>
                  </a:lnTo>
                  <a:lnTo>
                    <a:pt x="1425964" y="246643"/>
                  </a:lnTo>
                  <a:lnTo>
                    <a:pt x="1430327" y="251353"/>
                  </a:lnTo>
                  <a:lnTo>
                    <a:pt x="1434690" y="257830"/>
                  </a:lnTo>
                  <a:lnTo>
                    <a:pt x="1439053" y="263129"/>
                  </a:lnTo>
                  <a:lnTo>
                    <a:pt x="1443415" y="263129"/>
                  </a:lnTo>
                  <a:lnTo>
                    <a:pt x="1447778" y="263129"/>
                  </a:lnTo>
                  <a:lnTo>
                    <a:pt x="1452141" y="263129"/>
                  </a:lnTo>
                  <a:lnTo>
                    <a:pt x="1456504" y="256825"/>
                  </a:lnTo>
                  <a:lnTo>
                    <a:pt x="1460866" y="254192"/>
                  </a:lnTo>
                  <a:lnTo>
                    <a:pt x="1465229" y="236092"/>
                  </a:lnTo>
                  <a:lnTo>
                    <a:pt x="1469592" y="266232"/>
                  </a:lnTo>
                  <a:lnTo>
                    <a:pt x="1473955" y="294219"/>
                  </a:lnTo>
                  <a:lnTo>
                    <a:pt x="1478317" y="310006"/>
                  </a:lnTo>
                  <a:lnTo>
                    <a:pt x="1482680" y="327946"/>
                  </a:lnTo>
                  <a:lnTo>
                    <a:pt x="1487043" y="330099"/>
                  </a:lnTo>
                  <a:lnTo>
                    <a:pt x="1491406" y="330099"/>
                  </a:lnTo>
                  <a:lnTo>
                    <a:pt x="1495768" y="330099"/>
                  </a:lnTo>
                  <a:lnTo>
                    <a:pt x="1500131" y="330099"/>
                  </a:lnTo>
                  <a:lnTo>
                    <a:pt x="1504494" y="330099"/>
                  </a:lnTo>
                  <a:lnTo>
                    <a:pt x="1508857" y="330099"/>
                  </a:lnTo>
                  <a:lnTo>
                    <a:pt x="1513219" y="330099"/>
                  </a:lnTo>
                  <a:lnTo>
                    <a:pt x="1517582" y="330099"/>
                  </a:lnTo>
                  <a:lnTo>
                    <a:pt x="1521945" y="330099"/>
                  </a:lnTo>
                  <a:lnTo>
                    <a:pt x="1526308" y="330099"/>
                  </a:lnTo>
                  <a:lnTo>
                    <a:pt x="1530670" y="330099"/>
                  </a:lnTo>
                  <a:lnTo>
                    <a:pt x="1535033" y="330099"/>
                  </a:lnTo>
                  <a:lnTo>
                    <a:pt x="1539396" y="330099"/>
                  </a:lnTo>
                  <a:lnTo>
                    <a:pt x="1543759" y="330099"/>
                  </a:lnTo>
                  <a:lnTo>
                    <a:pt x="1548121" y="330099"/>
                  </a:lnTo>
                  <a:lnTo>
                    <a:pt x="1552484" y="330099"/>
                  </a:lnTo>
                  <a:lnTo>
                    <a:pt x="1556847" y="330099"/>
                  </a:lnTo>
                  <a:lnTo>
                    <a:pt x="1561210" y="330099"/>
                  </a:lnTo>
                  <a:lnTo>
                    <a:pt x="1565572" y="330099"/>
                  </a:lnTo>
                  <a:lnTo>
                    <a:pt x="1569935" y="330099"/>
                  </a:lnTo>
                  <a:lnTo>
                    <a:pt x="1574298" y="330099"/>
                  </a:lnTo>
                  <a:lnTo>
                    <a:pt x="1578661" y="330099"/>
                  </a:lnTo>
                  <a:lnTo>
                    <a:pt x="1583023" y="330099"/>
                  </a:lnTo>
                  <a:lnTo>
                    <a:pt x="1587386" y="330099"/>
                  </a:lnTo>
                  <a:lnTo>
                    <a:pt x="1591749" y="330099"/>
                  </a:lnTo>
                  <a:lnTo>
                    <a:pt x="1596112" y="330099"/>
                  </a:lnTo>
                  <a:lnTo>
                    <a:pt x="1600474" y="330099"/>
                  </a:lnTo>
                  <a:lnTo>
                    <a:pt x="1604837" y="330099"/>
                  </a:lnTo>
                  <a:lnTo>
                    <a:pt x="1609200" y="330099"/>
                  </a:lnTo>
                  <a:lnTo>
                    <a:pt x="1613563" y="330099"/>
                  </a:lnTo>
                  <a:lnTo>
                    <a:pt x="1617925" y="330099"/>
                  </a:lnTo>
                  <a:lnTo>
                    <a:pt x="1622288" y="330099"/>
                  </a:lnTo>
                  <a:lnTo>
                    <a:pt x="1626651" y="330099"/>
                  </a:lnTo>
                  <a:lnTo>
                    <a:pt x="1626663" y="33013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343431" y="1936370"/>
              <a:ext cx="492283" cy="129918"/>
            </a:xfrm>
            <a:custGeom>
              <a:avLst/>
              <a:pathLst>
                <a:path w="492283" h="129918">
                  <a:moveTo>
                    <a:pt x="0" y="129918"/>
                  </a:moveTo>
                  <a:lnTo>
                    <a:pt x="1870" y="120980"/>
                  </a:lnTo>
                  <a:lnTo>
                    <a:pt x="6233" y="117915"/>
                  </a:lnTo>
                  <a:lnTo>
                    <a:pt x="10596" y="108761"/>
                  </a:lnTo>
                  <a:lnTo>
                    <a:pt x="14959" y="86830"/>
                  </a:lnTo>
                  <a:lnTo>
                    <a:pt x="19321" y="98298"/>
                  </a:lnTo>
                  <a:lnTo>
                    <a:pt x="23684" y="105950"/>
                  </a:lnTo>
                  <a:lnTo>
                    <a:pt x="28047" y="96518"/>
                  </a:lnTo>
                  <a:lnTo>
                    <a:pt x="32410" y="92928"/>
                  </a:lnTo>
                  <a:lnTo>
                    <a:pt x="36772" y="82672"/>
                  </a:lnTo>
                  <a:lnTo>
                    <a:pt x="41135" y="82672"/>
                  </a:lnTo>
                  <a:lnTo>
                    <a:pt x="45498" y="95787"/>
                  </a:lnTo>
                  <a:lnTo>
                    <a:pt x="49861" y="95787"/>
                  </a:lnTo>
                  <a:lnTo>
                    <a:pt x="54223" y="92852"/>
                  </a:lnTo>
                  <a:lnTo>
                    <a:pt x="58586" y="86856"/>
                  </a:lnTo>
                  <a:lnTo>
                    <a:pt x="62949" y="87318"/>
                  </a:lnTo>
                  <a:lnTo>
                    <a:pt x="67312" y="102999"/>
                  </a:lnTo>
                  <a:lnTo>
                    <a:pt x="71674" y="105305"/>
                  </a:lnTo>
                  <a:lnTo>
                    <a:pt x="76037" y="107611"/>
                  </a:lnTo>
                  <a:lnTo>
                    <a:pt x="80400" y="99771"/>
                  </a:lnTo>
                  <a:lnTo>
                    <a:pt x="84763" y="101335"/>
                  </a:lnTo>
                  <a:lnTo>
                    <a:pt x="89125" y="95901"/>
                  </a:lnTo>
                  <a:lnTo>
                    <a:pt x="93488" y="94122"/>
                  </a:lnTo>
                  <a:lnTo>
                    <a:pt x="97851" y="98243"/>
                  </a:lnTo>
                  <a:lnTo>
                    <a:pt x="102214" y="102365"/>
                  </a:lnTo>
                  <a:lnTo>
                    <a:pt x="106576" y="96394"/>
                  </a:lnTo>
                  <a:lnTo>
                    <a:pt x="110939" y="75003"/>
                  </a:lnTo>
                  <a:lnTo>
                    <a:pt x="115302" y="43673"/>
                  </a:lnTo>
                  <a:lnTo>
                    <a:pt x="119665" y="0"/>
                  </a:lnTo>
                  <a:lnTo>
                    <a:pt x="124027" y="717"/>
                  </a:lnTo>
                  <a:lnTo>
                    <a:pt x="128390" y="717"/>
                  </a:lnTo>
                  <a:lnTo>
                    <a:pt x="132753" y="717"/>
                  </a:lnTo>
                  <a:lnTo>
                    <a:pt x="137116" y="717"/>
                  </a:lnTo>
                  <a:lnTo>
                    <a:pt x="141478" y="6458"/>
                  </a:lnTo>
                  <a:lnTo>
                    <a:pt x="145841" y="23681"/>
                  </a:lnTo>
                  <a:lnTo>
                    <a:pt x="150204" y="29421"/>
                  </a:lnTo>
                  <a:lnTo>
                    <a:pt x="154567" y="29421"/>
                  </a:lnTo>
                  <a:lnTo>
                    <a:pt x="158929" y="29421"/>
                  </a:lnTo>
                  <a:lnTo>
                    <a:pt x="163292" y="29421"/>
                  </a:lnTo>
                  <a:lnTo>
                    <a:pt x="167655" y="38750"/>
                  </a:lnTo>
                  <a:lnTo>
                    <a:pt x="172018" y="44491"/>
                  </a:lnTo>
                  <a:lnTo>
                    <a:pt x="176380" y="65302"/>
                  </a:lnTo>
                  <a:lnTo>
                    <a:pt x="180743" y="99747"/>
                  </a:lnTo>
                  <a:lnTo>
                    <a:pt x="185106" y="121275"/>
                  </a:lnTo>
                  <a:lnTo>
                    <a:pt x="189469" y="129887"/>
                  </a:lnTo>
                  <a:lnTo>
                    <a:pt x="193831" y="129887"/>
                  </a:lnTo>
                  <a:lnTo>
                    <a:pt x="198194" y="129887"/>
                  </a:lnTo>
                  <a:lnTo>
                    <a:pt x="202557" y="129887"/>
                  </a:lnTo>
                  <a:lnTo>
                    <a:pt x="206920" y="129887"/>
                  </a:lnTo>
                  <a:lnTo>
                    <a:pt x="211282" y="129887"/>
                  </a:lnTo>
                  <a:lnTo>
                    <a:pt x="215645" y="129887"/>
                  </a:lnTo>
                  <a:lnTo>
                    <a:pt x="220008" y="129887"/>
                  </a:lnTo>
                  <a:lnTo>
                    <a:pt x="224371" y="129887"/>
                  </a:lnTo>
                  <a:lnTo>
                    <a:pt x="228733" y="129887"/>
                  </a:lnTo>
                  <a:lnTo>
                    <a:pt x="233096" y="129887"/>
                  </a:lnTo>
                  <a:lnTo>
                    <a:pt x="237459" y="129887"/>
                  </a:lnTo>
                  <a:lnTo>
                    <a:pt x="241822" y="129887"/>
                  </a:lnTo>
                  <a:lnTo>
                    <a:pt x="246184" y="129887"/>
                  </a:lnTo>
                  <a:lnTo>
                    <a:pt x="250547" y="116252"/>
                  </a:lnTo>
                  <a:lnTo>
                    <a:pt x="254910" y="115534"/>
                  </a:lnTo>
                  <a:lnTo>
                    <a:pt x="259273" y="115534"/>
                  </a:lnTo>
                  <a:lnTo>
                    <a:pt x="263635" y="115534"/>
                  </a:lnTo>
                  <a:lnTo>
                    <a:pt x="267998" y="115534"/>
                  </a:lnTo>
                  <a:lnTo>
                    <a:pt x="272361" y="115534"/>
                  </a:lnTo>
                  <a:lnTo>
                    <a:pt x="276724" y="115534"/>
                  </a:lnTo>
                  <a:lnTo>
                    <a:pt x="281086" y="107641"/>
                  </a:lnTo>
                  <a:lnTo>
                    <a:pt x="285449" y="101182"/>
                  </a:lnTo>
                  <a:lnTo>
                    <a:pt x="289812" y="101182"/>
                  </a:lnTo>
                  <a:lnTo>
                    <a:pt x="294175" y="101182"/>
                  </a:lnTo>
                  <a:lnTo>
                    <a:pt x="298537" y="101182"/>
                  </a:lnTo>
                  <a:lnTo>
                    <a:pt x="302900" y="93289"/>
                  </a:lnTo>
                  <a:lnTo>
                    <a:pt x="307263" y="86830"/>
                  </a:lnTo>
                  <a:lnTo>
                    <a:pt x="311626" y="74631"/>
                  </a:lnTo>
                  <a:lnTo>
                    <a:pt x="315988" y="86112"/>
                  </a:lnTo>
                  <a:lnTo>
                    <a:pt x="320351" y="86830"/>
                  </a:lnTo>
                  <a:lnTo>
                    <a:pt x="324714" y="86830"/>
                  </a:lnTo>
                  <a:lnTo>
                    <a:pt x="329077" y="86830"/>
                  </a:lnTo>
                  <a:lnTo>
                    <a:pt x="333439" y="86830"/>
                  </a:lnTo>
                  <a:lnTo>
                    <a:pt x="337802" y="78936"/>
                  </a:lnTo>
                  <a:lnTo>
                    <a:pt x="342165" y="70325"/>
                  </a:lnTo>
                  <a:lnTo>
                    <a:pt x="346528" y="66019"/>
                  </a:lnTo>
                  <a:lnTo>
                    <a:pt x="350890" y="90623"/>
                  </a:lnTo>
                  <a:lnTo>
                    <a:pt x="355253" y="80520"/>
                  </a:lnTo>
                  <a:lnTo>
                    <a:pt x="359616" y="58451"/>
                  </a:lnTo>
                  <a:lnTo>
                    <a:pt x="363979" y="62916"/>
                  </a:lnTo>
                  <a:lnTo>
                    <a:pt x="368341" y="61739"/>
                  </a:lnTo>
                  <a:lnTo>
                    <a:pt x="372704" y="62916"/>
                  </a:lnTo>
                  <a:lnTo>
                    <a:pt x="377067" y="72925"/>
                  </a:lnTo>
                  <a:lnTo>
                    <a:pt x="381430" y="88900"/>
                  </a:lnTo>
                  <a:lnTo>
                    <a:pt x="385792" y="72883"/>
                  </a:lnTo>
                  <a:lnTo>
                    <a:pt x="390155" y="69266"/>
                  </a:lnTo>
                  <a:lnTo>
                    <a:pt x="394518" y="62160"/>
                  </a:lnTo>
                  <a:lnTo>
                    <a:pt x="398881" y="62160"/>
                  </a:lnTo>
                  <a:lnTo>
                    <a:pt x="403243" y="67801"/>
                  </a:lnTo>
                  <a:lnTo>
                    <a:pt x="407606" y="73955"/>
                  </a:lnTo>
                  <a:lnTo>
                    <a:pt x="411969" y="82672"/>
                  </a:lnTo>
                  <a:lnTo>
                    <a:pt x="416332" y="81666"/>
                  </a:lnTo>
                  <a:lnTo>
                    <a:pt x="420694" y="85800"/>
                  </a:lnTo>
                  <a:lnTo>
                    <a:pt x="425057" y="98017"/>
                  </a:lnTo>
                  <a:lnTo>
                    <a:pt x="429420" y="86467"/>
                  </a:lnTo>
                  <a:lnTo>
                    <a:pt x="433783" y="94122"/>
                  </a:lnTo>
                  <a:lnTo>
                    <a:pt x="438145" y="98243"/>
                  </a:lnTo>
                  <a:lnTo>
                    <a:pt x="442508" y="98243"/>
                  </a:lnTo>
                  <a:lnTo>
                    <a:pt x="446871" y="97072"/>
                  </a:lnTo>
                  <a:lnTo>
                    <a:pt x="451234" y="116076"/>
                  </a:lnTo>
                  <a:lnTo>
                    <a:pt x="455596" y="118787"/>
                  </a:lnTo>
                  <a:lnTo>
                    <a:pt x="459959" y="115534"/>
                  </a:lnTo>
                  <a:lnTo>
                    <a:pt x="464322" y="115534"/>
                  </a:lnTo>
                  <a:lnTo>
                    <a:pt x="468685" y="129217"/>
                  </a:lnTo>
                  <a:lnTo>
                    <a:pt x="473047" y="120367"/>
                  </a:lnTo>
                  <a:lnTo>
                    <a:pt x="477410" y="111865"/>
                  </a:lnTo>
                  <a:lnTo>
                    <a:pt x="481773" y="110019"/>
                  </a:lnTo>
                  <a:lnTo>
                    <a:pt x="486136" y="129716"/>
                  </a:lnTo>
                  <a:lnTo>
                    <a:pt x="490498" y="127798"/>
                  </a:lnTo>
                  <a:lnTo>
                    <a:pt x="492283" y="12991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877071" y="2065529"/>
              <a:ext cx="1154" cy="760"/>
            </a:xfrm>
            <a:custGeom>
              <a:avLst/>
              <a:pathLst>
                <a:path w="1154" h="760">
                  <a:moveTo>
                    <a:pt x="0" y="760"/>
                  </a:moveTo>
                  <a:lnTo>
                    <a:pt x="486" y="0"/>
                  </a:lnTo>
                  <a:lnTo>
                    <a:pt x="1154" y="76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897430" y="622431"/>
              <a:ext cx="6101064" cy="1443857"/>
            </a:xfrm>
            <a:custGeom>
              <a:avLst/>
              <a:pathLst>
                <a:path w="6101064" h="1443857">
                  <a:moveTo>
                    <a:pt x="0" y="1443857"/>
                  </a:moveTo>
                  <a:lnTo>
                    <a:pt x="1940" y="1437014"/>
                  </a:lnTo>
                  <a:lnTo>
                    <a:pt x="6303" y="1433622"/>
                  </a:lnTo>
                  <a:lnTo>
                    <a:pt x="10665" y="1419378"/>
                  </a:lnTo>
                  <a:lnTo>
                    <a:pt x="15028" y="1413285"/>
                  </a:lnTo>
                  <a:lnTo>
                    <a:pt x="19391" y="1383769"/>
                  </a:lnTo>
                  <a:lnTo>
                    <a:pt x="23754" y="1369256"/>
                  </a:lnTo>
                  <a:lnTo>
                    <a:pt x="28116" y="1346030"/>
                  </a:lnTo>
                  <a:lnTo>
                    <a:pt x="32479" y="1314656"/>
                  </a:lnTo>
                  <a:lnTo>
                    <a:pt x="36842" y="1317527"/>
                  </a:lnTo>
                  <a:lnTo>
                    <a:pt x="41205" y="1325421"/>
                  </a:lnTo>
                  <a:lnTo>
                    <a:pt x="45567" y="1314656"/>
                  </a:lnTo>
                  <a:lnTo>
                    <a:pt x="49930" y="1314656"/>
                  </a:lnTo>
                  <a:lnTo>
                    <a:pt x="54293" y="1314656"/>
                  </a:lnTo>
                  <a:lnTo>
                    <a:pt x="58656" y="1303892"/>
                  </a:lnTo>
                  <a:lnTo>
                    <a:pt x="63018" y="1307480"/>
                  </a:lnTo>
                  <a:lnTo>
                    <a:pt x="67381" y="1333314"/>
                  </a:lnTo>
                  <a:lnTo>
                    <a:pt x="71744" y="1346231"/>
                  </a:lnTo>
                  <a:lnTo>
                    <a:pt x="76107" y="1380676"/>
                  </a:lnTo>
                  <a:lnTo>
                    <a:pt x="80469" y="1387852"/>
                  </a:lnTo>
                  <a:lnTo>
                    <a:pt x="84832" y="1414404"/>
                  </a:lnTo>
                  <a:lnTo>
                    <a:pt x="89195" y="1415122"/>
                  </a:lnTo>
                  <a:lnTo>
                    <a:pt x="93558" y="1415122"/>
                  </a:lnTo>
                  <a:lnTo>
                    <a:pt x="97920" y="1415122"/>
                  </a:lnTo>
                  <a:lnTo>
                    <a:pt x="102283" y="1400769"/>
                  </a:lnTo>
                  <a:lnTo>
                    <a:pt x="106646" y="1403640"/>
                  </a:lnTo>
                  <a:lnTo>
                    <a:pt x="111009" y="1400769"/>
                  </a:lnTo>
                  <a:lnTo>
                    <a:pt x="115371" y="1400769"/>
                  </a:lnTo>
                  <a:lnTo>
                    <a:pt x="119734" y="1398617"/>
                  </a:lnTo>
                  <a:lnTo>
                    <a:pt x="124097" y="1384982"/>
                  </a:lnTo>
                  <a:lnTo>
                    <a:pt x="128460" y="1362019"/>
                  </a:lnTo>
                  <a:lnTo>
                    <a:pt x="132822" y="1357713"/>
                  </a:lnTo>
                  <a:lnTo>
                    <a:pt x="137185" y="1326138"/>
                  </a:lnTo>
                  <a:lnTo>
                    <a:pt x="141548" y="1339993"/>
                  </a:lnTo>
                  <a:lnTo>
                    <a:pt x="145911" y="1333770"/>
                  </a:lnTo>
                  <a:lnTo>
                    <a:pt x="150273" y="1330596"/>
                  </a:lnTo>
                  <a:lnTo>
                    <a:pt x="154636" y="1329753"/>
                  </a:lnTo>
                  <a:lnTo>
                    <a:pt x="158999" y="1329753"/>
                  </a:lnTo>
                  <a:lnTo>
                    <a:pt x="163362" y="1311501"/>
                  </a:lnTo>
                  <a:lnTo>
                    <a:pt x="167724" y="1300903"/>
                  </a:lnTo>
                  <a:lnTo>
                    <a:pt x="172087" y="1301572"/>
                  </a:lnTo>
                  <a:lnTo>
                    <a:pt x="176450" y="1294339"/>
                  </a:lnTo>
                  <a:lnTo>
                    <a:pt x="180813" y="1282972"/>
                  </a:lnTo>
                  <a:lnTo>
                    <a:pt x="185175" y="1282258"/>
                  </a:lnTo>
                  <a:lnTo>
                    <a:pt x="189538" y="1276104"/>
                  </a:lnTo>
                  <a:lnTo>
                    <a:pt x="193901" y="1274053"/>
                  </a:lnTo>
                  <a:lnTo>
                    <a:pt x="198264" y="1273028"/>
                  </a:lnTo>
                  <a:lnTo>
                    <a:pt x="202626" y="1284309"/>
                  </a:lnTo>
                  <a:lnTo>
                    <a:pt x="206989" y="1280906"/>
                  </a:lnTo>
                  <a:lnTo>
                    <a:pt x="211352" y="1274706"/>
                  </a:lnTo>
                  <a:lnTo>
                    <a:pt x="215715" y="1218473"/>
                  </a:lnTo>
                  <a:lnTo>
                    <a:pt x="220077" y="1200221"/>
                  </a:lnTo>
                  <a:lnTo>
                    <a:pt x="224440" y="1228369"/>
                  </a:lnTo>
                  <a:lnTo>
                    <a:pt x="228803" y="1235956"/>
                  </a:lnTo>
                  <a:lnTo>
                    <a:pt x="233166" y="1252003"/>
                  </a:lnTo>
                  <a:lnTo>
                    <a:pt x="237528" y="1255073"/>
                  </a:lnTo>
                  <a:lnTo>
                    <a:pt x="241891" y="1269539"/>
                  </a:lnTo>
                  <a:lnTo>
                    <a:pt x="246254" y="1273869"/>
                  </a:lnTo>
                  <a:lnTo>
                    <a:pt x="250617" y="1274706"/>
                  </a:lnTo>
                  <a:lnTo>
                    <a:pt x="254979" y="1292789"/>
                  </a:lnTo>
                  <a:lnTo>
                    <a:pt x="259342" y="1324190"/>
                  </a:lnTo>
                  <a:lnTo>
                    <a:pt x="263705" y="1326039"/>
                  </a:lnTo>
                  <a:lnTo>
                    <a:pt x="268068" y="1320542"/>
                  </a:lnTo>
                  <a:lnTo>
                    <a:pt x="272430" y="1329306"/>
                  </a:lnTo>
                  <a:lnTo>
                    <a:pt x="276793" y="1342681"/>
                  </a:lnTo>
                  <a:lnTo>
                    <a:pt x="281156" y="1365742"/>
                  </a:lnTo>
                  <a:lnTo>
                    <a:pt x="285519" y="1382347"/>
                  </a:lnTo>
                  <a:lnTo>
                    <a:pt x="289881" y="1386608"/>
                  </a:lnTo>
                  <a:lnTo>
                    <a:pt x="294244" y="1386356"/>
                  </a:lnTo>
                  <a:lnTo>
                    <a:pt x="298607" y="1391996"/>
                  </a:lnTo>
                  <a:lnTo>
                    <a:pt x="302970" y="1414560"/>
                  </a:lnTo>
                  <a:lnTo>
                    <a:pt x="307332" y="1417124"/>
                  </a:lnTo>
                  <a:lnTo>
                    <a:pt x="311695" y="1418149"/>
                  </a:lnTo>
                  <a:lnTo>
                    <a:pt x="316058" y="1426606"/>
                  </a:lnTo>
                  <a:lnTo>
                    <a:pt x="320421" y="1432289"/>
                  </a:lnTo>
                  <a:lnTo>
                    <a:pt x="324783" y="1430628"/>
                  </a:lnTo>
                  <a:lnTo>
                    <a:pt x="329146" y="1433080"/>
                  </a:lnTo>
                  <a:lnTo>
                    <a:pt x="333509" y="1441673"/>
                  </a:lnTo>
                  <a:lnTo>
                    <a:pt x="337872" y="1443826"/>
                  </a:lnTo>
                  <a:lnTo>
                    <a:pt x="342234" y="1443826"/>
                  </a:lnTo>
                  <a:lnTo>
                    <a:pt x="346597" y="1443826"/>
                  </a:lnTo>
                  <a:lnTo>
                    <a:pt x="350960" y="1443826"/>
                  </a:lnTo>
                  <a:lnTo>
                    <a:pt x="355323" y="1443826"/>
                  </a:lnTo>
                  <a:lnTo>
                    <a:pt x="359685" y="1443826"/>
                  </a:lnTo>
                  <a:lnTo>
                    <a:pt x="364048" y="1443826"/>
                  </a:lnTo>
                  <a:lnTo>
                    <a:pt x="368411" y="1443826"/>
                  </a:lnTo>
                  <a:lnTo>
                    <a:pt x="372774" y="1443826"/>
                  </a:lnTo>
                  <a:lnTo>
                    <a:pt x="377136" y="1443826"/>
                  </a:lnTo>
                  <a:lnTo>
                    <a:pt x="381499" y="1443826"/>
                  </a:lnTo>
                  <a:lnTo>
                    <a:pt x="385862" y="1443826"/>
                  </a:lnTo>
                  <a:lnTo>
                    <a:pt x="390225" y="1443826"/>
                  </a:lnTo>
                  <a:lnTo>
                    <a:pt x="394587" y="1443826"/>
                  </a:lnTo>
                  <a:lnTo>
                    <a:pt x="398950" y="1443826"/>
                  </a:lnTo>
                  <a:lnTo>
                    <a:pt x="403313" y="1443826"/>
                  </a:lnTo>
                  <a:lnTo>
                    <a:pt x="407676" y="1443826"/>
                  </a:lnTo>
                  <a:lnTo>
                    <a:pt x="412038" y="1443826"/>
                  </a:lnTo>
                  <a:lnTo>
                    <a:pt x="416401" y="1443826"/>
                  </a:lnTo>
                  <a:lnTo>
                    <a:pt x="420764" y="1443826"/>
                  </a:lnTo>
                  <a:lnTo>
                    <a:pt x="425127" y="1443826"/>
                  </a:lnTo>
                  <a:lnTo>
                    <a:pt x="429489" y="1443826"/>
                  </a:lnTo>
                  <a:lnTo>
                    <a:pt x="433852" y="1443826"/>
                  </a:lnTo>
                  <a:lnTo>
                    <a:pt x="438215" y="1443826"/>
                  </a:lnTo>
                  <a:lnTo>
                    <a:pt x="442578" y="1443826"/>
                  </a:lnTo>
                  <a:lnTo>
                    <a:pt x="446940" y="1443826"/>
                  </a:lnTo>
                  <a:lnTo>
                    <a:pt x="451303" y="1443826"/>
                  </a:lnTo>
                  <a:lnTo>
                    <a:pt x="455666" y="1443826"/>
                  </a:lnTo>
                  <a:lnTo>
                    <a:pt x="460029" y="1443826"/>
                  </a:lnTo>
                  <a:lnTo>
                    <a:pt x="464391" y="1443826"/>
                  </a:lnTo>
                  <a:lnTo>
                    <a:pt x="468754" y="1443826"/>
                  </a:lnTo>
                  <a:lnTo>
                    <a:pt x="473117" y="1432344"/>
                  </a:lnTo>
                  <a:lnTo>
                    <a:pt x="477480" y="1428756"/>
                  </a:lnTo>
                  <a:lnTo>
                    <a:pt x="481842" y="1383547"/>
                  </a:lnTo>
                  <a:lnTo>
                    <a:pt x="486205" y="1356995"/>
                  </a:lnTo>
                  <a:lnTo>
                    <a:pt x="490568" y="1319680"/>
                  </a:lnTo>
                  <a:lnTo>
                    <a:pt x="494931" y="1308916"/>
                  </a:lnTo>
                  <a:lnTo>
                    <a:pt x="499293" y="1288105"/>
                  </a:lnTo>
                  <a:lnTo>
                    <a:pt x="503656" y="1285952"/>
                  </a:lnTo>
                  <a:lnTo>
                    <a:pt x="508019" y="1285952"/>
                  </a:lnTo>
                  <a:lnTo>
                    <a:pt x="512382" y="1310502"/>
                  </a:lnTo>
                  <a:lnTo>
                    <a:pt x="516744" y="1299440"/>
                  </a:lnTo>
                  <a:lnTo>
                    <a:pt x="521107" y="1287949"/>
                  </a:lnTo>
                  <a:lnTo>
                    <a:pt x="525470" y="1282650"/>
                  </a:lnTo>
                  <a:lnTo>
                    <a:pt x="529833" y="1263809"/>
                  </a:lnTo>
                  <a:lnTo>
                    <a:pt x="534195" y="1249090"/>
                  </a:lnTo>
                  <a:lnTo>
                    <a:pt x="538558" y="1246146"/>
                  </a:lnTo>
                  <a:lnTo>
                    <a:pt x="542921" y="1247912"/>
                  </a:lnTo>
                  <a:lnTo>
                    <a:pt x="547284" y="1280884"/>
                  </a:lnTo>
                  <a:lnTo>
                    <a:pt x="551646" y="1295015"/>
                  </a:lnTo>
                  <a:lnTo>
                    <a:pt x="556009" y="1325631"/>
                  </a:lnTo>
                  <a:lnTo>
                    <a:pt x="560372" y="1334463"/>
                  </a:lnTo>
                  <a:lnTo>
                    <a:pt x="564735" y="1351538"/>
                  </a:lnTo>
                  <a:lnTo>
                    <a:pt x="569097" y="1353304"/>
                  </a:lnTo>
                  <a:lnTo>
                    <a:pt x="573460" y="1342706"/>
                  </a:lnTo>
                  <a:lnTo>
                    <a:pt x="577823" y="1342352"/>
                  </a:lnTo>
                  <a:lnTo>
                    <a:pt x="582186" y="1353893"/>
                  </a:lnTo>
                  <a:lnTo>
                    <a:pt x="586548" y="1351254"/>
                  </a:lnTo>
                  <a:lnTo>
                    <a:pt x="590911" y="1357713"/>
                  </a:lnTo>
                  <a:lnTo>
                    <a:pt x="595274" y="1380676"/>
                  </a:lnTo>
                  <a:lnTo>
                    <a:pt x="599637" y="1398617"/>
                  </a:lnTo>
                  <a:lnTo>
                    <a:pt x="603999" y="1413686"/>
                  </a:lnTo>
                  <a:lnTo>
                    <a:pt x="608362" y="1401487"/>
                  </a:lnTo>
                  <a:lnTo>
                    <a:pt x="612725" y="1396464"/>
                  </a:lnTo>
                  <a:lnTo>
                    <a:pt x="617088" y="1400769"/>
                  </a:lnTo>
                  <a:lnTo>
                    <a:pt x="621450" y="1400769"/>
                  </a:lnTo>
                  <a:lnTo>
                    <a:pt x="625813" y="1400769"/>
                  </a:lnTo>
                  <a:lnTo>
                    <a:pt x="630176" y="1400769"/>
                  </a:lnTo>
                  <a:lnTo>
                    <a:pt x="634539" y="1400769"/>
                  </a:lnTo>
                  <a:lnTo>
                    <a:pt x="638901" y="1405075"/>
                  </a:lnTo>
                  <a:lnTo>
                    <a:pt x="643264" y="1408950"/>
                  </a:lnTo>
                  <a:lnTo>
                    <a:pt x="647627" y="1379134"/>
                  </a:lnTo>
                  <a:lnTo>
                    <a:pt x="651990" y="1357462"/>
                  </a:lnTo>
                  <a:lnTo>
                    <a:pt x="656352" y="1328956"/>
                  </a:lnTo>
                  <a:lnTo>
                    <a:pt x="660715" y="1306872"/>
                  </a:lnTo>
                  <a:lnTo>
                    <a:pt x="665078" y="1304308"/>
                  </a:lnTo>
                  <a:lnTo>
                    <a:pt x="669441" y="1271489"/>
                  </a:lnTo>
                  <a:lnTo>
                    <a:pt x="673803" y="1262772"/>
                  </a:lnTo>
                  <a:lnTo>
                    <a:pt x="678166" y="1262259"/>
                  </a:lnTo>
                  <a:lnTo>
                    <a:pt x="682529" y="1239696"/>
                  </a:lnTo>
                  <a:lnTo>
                    <a:pt x="686892" y="1204826"/>
                  </a:lnTo>
                  <a:lnTo>
                    <a:pt x="691254" y="1191493"/>
                  </a:lnTo>
                  <a:lnTo>
                    <a:pt x="695617" y="1188929"/>
                  </a:lnTo>
                  <a:lnTo>
                    <a:pt x="699980" y="1181237"/>
                  </a:lnTo>
                  <a:lnTo>
                    <a:pt x="704343" y="1187391"/>
                  </a:lnTo>
                  <a:lnTo>
                    <a:pt x="708705" y="1195656"/>
                  </a:lnTo>
                  <a:lnTo>
                    <a:pt x="713068" y="1215671"/>
                  </a:lnTo>
                  <a:lnTo>
                    <a:pt x="717431" y="1210990"/>
                  </a:lnTo>
                  <a:lnTo>
                    <a:pt x="721794" y="1223969"/>
                  </a:lnTo>
                  <a:lnTo>
                    <a:pt x="726156" y="1210603"/>
                  </a:lnTo>
                  <a:lnTo>
                    <a:pt x="730519" y="1214191"/>
                  </a:lnTo>
                  <a:lnTo>
                    <a:pt x="734882" y="1260118"/>
                  </a:lnTo>
                  <a:lnTo>
                    <a:pt x="739245" y="1285952"/>
                  </a:lnTo>
                  <a:lnTo>
                    <a:pt x="743607" y="1296716"/>
                  </a:lnTo>
                  <a:lnTo>
                    <a:pt x="747970" y="1333314"/>
                  </a:lnTo>
                  <a:lnTo>
                    <a:pt x="752333" y="1368477"/>
                  </a:lnTo>
                  <a:lnTo>
                    <a:pt x="756696" y="1372783"/>
                  </a:lnTo>
                  <a:lnTo>
                    <a:pt x="761058" y="1375653"/>
                  </a:lnTo>
                  <a:lnTo>
                    <a:pt x="765421" y="1386417"/>
                  </a:lnTo>
                  <a:lnTo>
                    <a:pt x="769784" y="1386417"/>
                  </a:lnTo>
                  <a:lnTo>
                    <a:pt x="774147" y="1386417"/>
                  </a:lnTo>
                  <a:lnTo>
                    <a:pt x="778509" y="1386417"/>
                  </a:lnTo>
                  <a:lnTo>
                    <a:pt x="782872" y="1402205"/>
                  </a:lnTo>
                  <a:lnTo>
                    <a:pt x="787235" y="1415122"/>
                  </a:lnTo>
                  <a:lnTo>
                    <a:pt x="791598" y="1415122"/>
                  </a:lnTo>
                  <a:lnTo>
                    <a:pt x="795960" y="1415122"/>
                  </a:lnTo>
                  <a:lnTo>
                    <a:pt x="800323" y="1409381"/>
                  </a:lnTo>
                  <a:lnTo>
                    <a:pt x="804686" y="1400769"/>
                  </a:lnTo>
                  <a:lnTo>
                    <a:pt x="809049" y="1390005"/>
                  </a:lnTo>
                  <a:lnTo>
                    <a:pt x="813411" y="1340490"/>
                  </a:lnTo>
                  <a:lnTo>
                    <a:pt x="817774" y="1330444"/>
                  </a:lnTo>
                  <a:lnTo>
                    <a:pt x="822137" y="1323268"/>
                  </a:lnTo>
                  <a:lnTo>
                    <a:pt x="826500" y="1303175"/>
                  </a:lnTo>
                  <a:lnTo>
                    <a:pt x="830862" y="1300304"/>
                  </a:lnTo>
                  <a:lnTo>
                    <a:pt x="835225" y="1278058"/>
                  </a:lnTo>
                  <a:lnTo>
                    <a:pt x="839588" y="1250789"/>
                  </a:lnTo>
                  <a:lnTo>
                    <a:pt x="843951" y="1229979"/>
                  </a:lnTo>
                  <a:lnTo>
                    <a:pt x="848313" y="1219215"/>
                  </a:lnTo>
                  <a:lnTo>
                    <a:pt x="852676" y="1169700"/>
                  </a:lnTo>
                  <a:lnTo>
                    <a:pt x="857039" y="1138125"/>
                  </a:lnTo>
                  <a:lnTo>
                    <a:pt x="861402" y="1119467"/>
                  </a:lnTo>
                  <a:lnTo>
                    <a:pt x="865764" y="1084304"/>
                  </a:lnTo>
                  <a:lnTo>
                    <a:pt x="870127" y="1055600"/>
                  </a:lnTo>
                  <a:lnTo>
                    <a:pt x="874490" y="1024743"/>
                  </a:lnTo>
                  <a:lnTo>
                    <a:pt x="878853" y="1044836"/>
                  </a:lnTo>
                  <a:lnTo>
                    <a:pt x="883215" y="981686"/>
                  </a:lnTo>
                  <a:lnTo>
                    <a:pt x="887578" y="950829"/>
                  </a:lnTo>
                  <a:lnTo>
                    <a:pt x="891941" y="995894"/>
                  </a:lnTo>
                  <a:lnTo>
                    <a:pt x="896304" y="968405"/>
                  </a:lnTo>
                  <a:lnTo>
                    <a:pt x="900666" y="975306"/>
                  </a:lnTo>
                  <a:lnTo>
                    <a:pt x="905029" y="941746"/>
                  </a:lnTo>
                  <a:lnTo>
                    <a:pt x="909392" y="896998"/>
                  </a:lnTo>
                  <a:lnTo>
                    <a:pt x="913755" y="861082"/>
                  </a:lnTo>
                  <a:lnTo>
                    <a:pt x="918117" y="845185"/>
                  </a:lnTo>
                  <a:lnTo>
                    <a:pt x="922480" y="862260"/>
                  </a:lnTo>
                  <a:lnTo>
                    <a:pt x="926843" y="851662"/>
                  </a:lnTo>
                  <a:lnTo>
                    <a:pt x="931206" y="920450"/>
                  </a:lnTo>
                  <a:lnTo>
                    <a:pt x="935568" y="942490"/>
                  </a:lnTo>
                  <a:lnTo>
                    <a:pt x="939931" y="930090"/>
                  </a:lnTo>
                  <a:lnTo>
                    <a:pt x="944294" y="892533"/>
                  </a:lnTo>
                  <a:lnTo>
                    <a:pt x="948657" y="907404"/>
                  </a:lnTo>
                  <a:lnTo>
                    <a:pt x="953019" y="912532"/>
                  </a:lnTo>
                  <a:lnTo>
                    <a:pt x="957382" y="925956"/>
                  </a:lnTo>
                  <a:lnTo>
                    <a:pt x="961745" y="900345"/>
                  </a:lnTo>
                  <a:lnTo>
                    <a:pt x="966108" y="842830"/>
                  </a:lnTo>
                  <a:lnTo>
                    <a:pt x="970470" y="891110"/>
                  </a:lnTo>
                  <a:lnTo>
                    <a:pt x="974833" y="942923"/>
                  </a:lnTo>
                  <a:lnTo>
                    <a:pt x="979196" y="1007217"/>
                  </a:lnTo>
                  <a:lnTo>
                    <a:pt x="983559" y="1047373"/>
                  </a:lnTo>
                  <a:lnTo>
                    <a:pt x="987921" y="1037141"/>
                  </a:lnTo>
                  <a:lnTo>
                    <a:pt x="992284" y="1087463"/>
                  </a:lnTo>
                  <a:lnTo>
                    <a:pt x="996647" y="1037141"/>
                  </a:lnTo>
                  <a:lnTo>
                    <a:pt x="1001010" y="1065732"/>
                  </a:lnTo>
                  <a:lnTo>
                    <a:pt x="1005372" y="1040218"/>
                  </a:lnTo>
                  <a:lnTo>
                    <a:pt x="1009735" y="1100728"/>
                  </a:lnTo>
                  <a:lnTo>
                    <a:pt x="1014098" y="1142264"/>
                  </a:lnTo>
                  <a:lnTo>
                    <a:pt x="1018461" y="1159700"/>
                  </a:lnTo>
                  <a:lnTo>
                    <a:pt x="1022823" y="1181750"/>
                  </a:lnTo>
                  <a:lnTo>
                    <a:pt x="1027186" y="1215082"/>
                  </a:lnTo>
                  <a:lnTo>
                    <a:pt x="1031549" y="1232004"/>
                  </a:lnTo>
                  <a:lnTo>
                    <a:pt x="1035912" y="1224312"/>
                  </a:lnTo>
                  <a:lnTo>
                    <a:pt x="1040274" y="1227389"/>
                  </a:lnTo>
                  <a:lnTo>
                    <a:pt x="1044637" y="1259722"/>
                  </a:lnTo>
                  <a:lnTo>
                    <a:pt x="1049000" y="1265406"/>
                  </a:lnTo>
                  <a:lnTo>
                    <a:pt x="1053363" y="1239669"/>
                  </a:lnTo>
                  <a:lnTo>
                    <a:pt x="1057725" y="1248559"/>
                  </a:lnTo>
                  <a:lnTo>
                    <a:pt x="1062088" y="1278597"/>
                  </a:lnTo>
                  <a:lnTo>
                    <a:pt x="1066451" y="1283799"/>
                  </a:lnTo>
                  <a:lnTo>
                    <a:pt x="1070814" y="1296716"/>
                  </a:lnTo>
                  <a:lnTo>
                    <a:pt x="1075176" y="1275906"/>
                  </a:lnTo>
                  <a:lnTo>
                    <a:pt x="1079539" y="1234284"/>
                  </a:lnTo>
                  <a:lnTo>
                    <a:pt x="1083902" y="1214191"/>
                  </a:lnTo>
                  <a:lnTo>
                    <a:pt x="1088265" y="1181899"/>
                  </a:lnTo>
                  <a:lnTo>
                    <a:pt x="1092627" y="1118749"/>
                  </a:lnTo>
                  <a:lnTo>
                    <a:pt x="1096990" y="1089328"/>
                  </a:lnTo>
                  <a:lnTo>
                    <a:pt x="1101353" y="1092198"/>
                  </a:lnTo>
                  <a:lnTo>
                    <a:pt x="1105716" y="1095786"/>
                  </a:lnTo>
                  <a:lnTo>
                    <a:pt x="1110078" y="1050577"/>
                  </a:lnTo>
                  <a:lnTo>
                    <a:pt x="1114441" y="1024025"/>
                  </a:lnTo>
                  <a:lnTo>
                    <a:pt x="1118804" y="1029766"/>
                  </a:lnTo>
                  <a:lnTo>
                    <a:pt x="1123167" y="1057907"/>
                  </a:lnTo>
                  <a:lnTo>
                    <a:pt x="1127529" y="1086049"/>
                  </a:lnTo>
                  <a:lnTo>
                    <a:pt x="1131892" y="1054576"/>
                  </a:lnTo>
                  <a:lnTo>
                    <a:pt x="1136255" y="1050264"/>
                  </a:lnTo>
                  <a:lnTo>
                    <a:pt x="1140618" y="1015211"/>
                  </a:lnTo>
                  <a:lnTo>
                    <a:pt x="1144980" y="1065990"/>
                  </a:lnTo>
                  <a:lnTo>
                    <a:pt x="1149343" y="1078926"/>
                  </a:lnTo>
                  <a:lnTo>
                    <a:pt x="1153706" y="1072027"/>
                  </a:lnTo>
                  <a:lnTo>
                    <a:pt x="1158069" y="1075045"/>
                  </a:lnTo>
                  <a:lnTo>
                    <a:pt x="1162431" y="1039688"/>
                  </a:lnTo>
                  <a:lnTo>
                    <a:pt x="1166794" y="952159"/>
                  </a:lnTo>
                  <a:lnTo>
                    <a:pt x="1171157" y="908967"/>
                  </a:lnTo>
                  <a:lnTo>
                    <a:pt x="1175520" y="876862"/>
                  </a:lnTo>
                  <a:lnTo>
                    <a:pt x="1179882" y="953618"/>
                  </a:lnTo>
                  <a:lnTo>
                    <a:pt x="1184245" y="936804"/>
                  </a:lnTo>
                  <a:lnTo>
                    <a:pt x="1188608" y="954333"/>
                  </a:lnTo>
                  <a:lnTo>
                    <a:pt x="1192971" y="982952"/>
                  </a:lnTo>
                  <a:lnTo>
                    <a:pt x="1197333" y="983770"/>
                  </a:lnTo>
                  <a:lnTo>
                    <a:pt x="1201696" y="1001625"/>
                  </a:lnTo>
                  <a:lnTo>
                    <a:pt x="1206059" y="1046329"/>
                  </a:lnTo>
                  <a:lnTo>
                    <a:pt x="1210422" y="1058114"/>
                  </a:lnTo>
                  <a:lnTo>
                    <a:pt x="1214784" y="1040982"/>
                  </a:lnTo>
                  <a:lnTo>
                    <a:pt x="1219147" y="1064697"/>
                  </a:lnTo>
                  <a:lnTo>
                    <a:pt x="1223510" y="1108507"/>
                  </a:lnTo>
                  <a:lnTo>
                    <a:pt x="1227873" y="1108507"/>
                  </a:lnTo>
                  <a:lnTo>
                    <a:pt x="1232235" y="1147927"/>
                  </a:lnTo>
                  <a:lnTo>
                    <a:pt x="1236598" y="1177666"/>
                  </a:lnTo>
                  <a:lnTo>
                    <a:pt x="1240961" y="1204399"/>
                  </a:lnTo>
                  <a:lnTo>
                    <a:pt x="1245324" y="1191493"/>
                  </a:lnTo>
                  <a:lnTo>
                    <a:pt x="1249686" y="1152520"/>
                  </a:lnTo>
                  <a:lnTo>
                    <a:pt x="1254049" y="1108799"/>
                  </a:lnTo>
                  <a:lnTo>
                    <a:pt x="1258412" y="1007689"/>
                  </a:lnTo>
                  <a:lnTo>
                    <a:pt x="1262775" y="967652"/>
                  </a:lnTo>
                  <a:lnTo>
                    <a:pt x="1267137" y="913484"/>
                  </a:lnTo>
                  <a:lnTo>
                    <a:pt x="1271500" y="969873"/>
                  </a:lnTo>
                  <a:lnTo>
                    <a:pt x="1275863" y="959023"/>
                  </a:lnTo>
                  <a:lnTo>
                    <a:pt x="1280226" y="1012099"/>
                  </a:lnTo>
                  <a:lnTo>
                    <a:pt x="1284588" y="1015335"/>
                  </a:lnTo>
                  <a:lnTo>
                    <a:pt x="1288951" y="1036604"/>
                  </a:lnTo>
                  <a:lnTo>
                    <a:pt x="1293314" y="1085151"/>
                  </a:lnTo>
                  <a:lnTo>
                    <a:pt x="1297677" y="1079703"/>
                  </a:lnTo>
                  <a:lnTo>
                    <a:pt x="1302039" y="1114574"/>
                  </a:lnTo>
                  <a:lnTo>
                    <a:pt x="1306402" y="1154059"/>
                  </a:lnTo>
                  <a:lnTo>
                    <a:pt x="1310765" y="1205826"/>
                  </a:lnTo>
                  <a:lnTo>
                    <a:pt x="1315128" y="1236342"/>
                  </a:lnTo>
                  <a:lnTo>
                    <a:pt x="1319490" y="1278571"/>
                  </a:lnTo>
                  <a:lnTo>
                    <a:pt x="1323853" y="1321004"/>
                  </a:lnTo>
                  <a:lnTo>
                    <a:pt x="1328216" y="1352367"/>
                  </a:lnTo>
                  <a:lnTo>
                    <a:pt x="1332579" y="1384653"/>
                  </a:lnTo>
                  <a:lnTo>
                    <a:pt x="1336941" y="1371277"/>
                  </a:lnTo>
                  <a:lnTo>
                    <a:pt x="1341304" y="1362514"/>
                  </a:lnTo>
                  <a:lnTo>
                    <a:pt x="1345667" y="1363490"/>
                  </a:lnTo>
                  <a:lnTo>
                    <a:pt x="1350030" y="1363490"/>
                  </a:lnTo>
                  <a:lnTo>
                    <a:pt x="1354392" y="1351486"/>
                  </a:lnTo>
                  <a:lnTo>
                    <a:pt x="1358755" y="1356101"/>
                  </a:lnTo>
                  <a:lnTo>
                    <a:pt x="1363118" y="1356101"/>
                  </a:lnTo>
                  <a:lnTo>
                    <a:pt x="1367481" y="1351998"/>
                  </a:lnTo>
                  <a:lnTo>
                    <a:pt x="1371843" y="1338153"/>
                  </a:lnTo>
                  <a:lnTo>
                    <a:pt x="1376206" y="1330506"/>
                  </a:lnTo>
                  <a:lnTo>
                    <a:pt x="1380569" y="1313020"/>
                  </a:lnTo>
                  <a:lnTo>
                    <a:pt x="1384932" y="1256155"/>
                  </a:lnTo>
                  <a:lnTo>
                    <a:pt x="1389294" y="1220828"/>
                  </a:lnTo>
                  <a:lnTo>
                    <a:pt x="1393657" y="1207875"/>
                  </a:lnTo>
                  <a:lnTo>
                    <a:pt x="1398020" y="1200129"/>
                  </a:lnTo>
                  <a:lnTo>
                    <a:pt x="1402383" y="1235685"/>
                  </a:lnTo>
                  <a:lnTo>
                    <a:pt x="1406745" y="1232694"/>
                  </a:lnTo>
                  <a:lnTo>
                    <a:pt x="1411108" y="1142431"/>
                  </a:lnTo>
                  <a:lnTo>
                    <a:pt x="1415471" y="1118032"/>
                  </a:lnTo>
                  <a:lnTo>
                    <a:pt x="1419834" y="1113726"/>
                  </a:lnTo>
                  <a:lnTo>
                    <a:pt x="1424196" y="1120902"/>
                  </a:lnTo>
                  <a:lnTo>
                    <a:pt x="1428559" y="1153912"/>
                  </a:lnTo>
                  <a:lnTo>
                    <a:pt x="1432922" y="1161806"/>
                  </a:lnTo>
                  <a:lnTo>
                    <a:pt x="1437285" y="1183334"/>
                  </a:lnTo>
                  <a:lnTo>
                    <a:pt x="1441647" y="1194816"/>
                  </a:lnTo>
                  <a:lnTo>
                    <a:pt x="1446010" y="1201274"/>
                  </a:lnTo>
                  <a:lnTo>
                    <a:pt x="1450373" y="1232132"/>
                  </a:lnTo>
                  <a:lnTo>
                    <a:pt x="1454736" y="1275188"/>
                  </a:lnTo>
                  <a:lnTo>
                    <a:pt x="1459098" y="1290975"/>
                  </a:lnTo>
                  <a:lnTo>
                    <a:pt x="1463461" y="1300304"/>
                  </a:lnTo>
                  <a:lnTo>
                    <a:pt x="1467824" y="1295999"/>
                  </a:lnTo>
                  <a:lnTo>
                    <a:pt x="1472187" y="1299587"/>
                  </a:lnTo>
                  <a:lnTo>
                    <a:pt x="1476549" y="1308198"/>
                  </a:lnTo>
                  <a:lnTo>
                    <a:pt x="1480912" y="1289540"/>
                  </a:lnTo>
                  <a:lnTo>
                    <a:pt x="1485275" y="1257248"/>
                  </a:lnTo>
                  <a:lnTo>
                    <a:pt x="1489638" y="1257248"/>
                  </a:lnTo>
                  <a:lnTo>
                    <a:pt x="1494000" y="1250072"/>
                  </a:lnTo>
                  <a:lnTo>
                    <a:pt x="1498363" y="1242896"/>
                  </a:lnTo>
                  <a:lnTo>
                    <a:pt x="1502726" y="1240743"/>
                  </a:lnTo>
                  <a:lnTo>
                    <a:pt x="1507089" y="1232132"/>
                  </a:lnTo>
                  <a:lnTo>
                    <a:pt x="1511451" y="1211321"/>
                  </a:lnTo>
                  <a:lnTo>
                    <a:pt x="1515814" y="1244795"/>
                  </a:lnTo>
                  <a:lnTo>
                    <a:pt x="1520177" y="1241815"/>
                  </a:lnTo>
                  <a:lnTo>
                    <a:pt x="1524540" y="1195838"/>
                  </a:lnTo>
                  <a:lnTo>
                    <a:pt x="1528902" y="1148408"/>
                  </a:lnTo>
                  <a:lnTo>
                    <a:pt x="1533265" y="1110726"/>
                  </a:lnTo>
                  <a:lnTo>
                    <a:pt x="1537628" y="1100128"/>
                  </a:lnTo>
                  <a:lnTo>
                    <a:pt x="1541991" y="1093651"/>
                  </a:lnTo>
                  <a:lnTo>
                    <a:pt x="1546353" y="1106016"/>
                  </a:lnTo>
                  <a:lnTo>
                    <a:pt x="1550716" y="1079520"/>
                  </a:lnTo>
                  <a:lnTo>
                    <a:pt x="1555079" y="1022997"/>
                  </a:lnTo>
                  <a:lnTo>
                    <a:pt x="1559442" y="955287"/>
                  </a:lnTo>
                  <a:lnTo>
                    <a:pt x="1563804" y="903475"/>
                  </a:lnTo>
                  <a:lnTo>
                    <a:pt x="1568167" y="875213"/>
                  </a:lnTo>
                  <a:lnTo>
                    <a:pt x="1572530" y="873447"/>
                  </a:lnTo>
                  <a:lnTo>
                    <a:pt x="1576893" y="875802"/>
                  </a:lnTo>
                  <a:lnTo>
                    <a:pt x="1581255" y="826795"/>
                  </a:lnTo>
                  <a:lnTo>
                    <a:pt x="1585618" y="801661"/>
                  </a:lnTo>
                  <a:lnTo>
                    <a:pt x="1589981" y="818319"/>
                  </a:lnTo>
                  <a:lnTo>
                    <a:pt x="1594344" y="740570"/>
                  </a:lnTo>
                  <a:lnTo>
                    <a:pt x="1598706" y="780039"/>
                  </a:lnTo>
                  <a:lnTo>
                    <a:pt x="1603069" y="787215"/>
                  </a:lnTo>
                  <a:lnTo>
                    <a:pt x="1607432" y="833859"/>
                  </a:lnTo>
                  <a:lnTo>
                    <a:pt x="1611795" y="856823"/>
                  </a:lnTo>
                  <a:lnTo>
                    <a:pt x="1616157" y="916384"/>
                  </a:lnTo>
                  <a:lnTo>
                    <a:pt x="1620520" y="985274"/>
                  </a:lnTo>
                  <a:lnTo>
                    <a:pt x="1624883" y="1066364"/>
                  </a:lnTo>
                  <a:lnTo>
                    <a:pt x="1629246" y="1105833"/>
                  </a:lnTo>
                  <a:lnTo>
                    <a:pt x="1633608" y="1098657"/>
                  </a:lnTo>
                  <a:lnTo>
                    <a:pt x="1637971" y="1087892"/>
                  </a:lnTo>
                  <a:lnTo>
                    <a:pt x="1642334" y="1115879"/>
                  </a:lnTo>
                  <a:lnTo>
                    <a:pt x="1646697" y="1157500"/>
                  </a:lnTo>
                  <a:lnTo>
                    <a:pt x="1651059" y="1183334"/>
                  </a:lnTo>
                  <a:lnTo>
                    <a:pt x="1655422" y="1168264"/>
                  </a:lnTo>
                  <a:lnTo>
                    <a:pt x="1659785" y="1145301"/>
                  </a:lnTo>
                  <a:lnTo>
                    <a:pt x="1664148" y="1046271"/>
                  </a:lnTo>
                  <a:lnTo>
                    <a:pt x="1668510" y="1010391"/>
                  </a:lnTo>
                  <a:lnTo>
                    <a:pt x="1672873" y="1061311"/>
                  </a:lnTo>
                  <a:lnTo>
                    <a:pt x="1677236" y="1048711"/>
                  </a:lnTo>
                  <a:lnTo>
                    <a:pt x="1681599" y="1022964"/>
                  </a:lnTo>
                  <a:lnTo>
                    <a:pt x="1685961" y="981194"/>
                  </a:lnTo>
                  <a:lnTo>
                    <a:pt x="1690324" y="965885"/>
                  </a:lnTo>
                  <a:lnTo>
                    <a:pt x="1694687" y="929970"/>
                  </a:lnTo>
                  <a:lnTo>
                    <a:pt x="1699050" y="907007"/>
                  </a:lnTo>
                  <a:lnTo>
                    <a:pt x="1703412" y="886400"/>
                  </a:lnTo>
                  <a:lnTo>
                    <a:pt x="1707775" y="854606"/>
                  </a:lnTo>
                  <a:lnTo>
                    <a:pt x="1712138" y="848718"/>
                  </a:lnTo>
                  <a:lnTo>
                    <a:pt x="1716501" y="845774"/>
                  </a:lnTo>
                  <a:lnTo>
                    <a:pt x="1720863" y="857550"/>
                  </a:lnTo>
                  <a:lnTo>
                    <a:pt x="1725226" y="896409"/>
                  </a:lnTo>
                  <a:lnTo>
                    <a:pt x="1729589" y="991203"/>
                  </a:lnTo>
                  <a:lnTo>
                    <a:pt x="1733952" y="1044194"/>
                  </a:lnTo>
                  <a:lnTo>
                    <a:pt x="1738314" y="1042581"/>
                  </a:lnTo>
                  <a:lnTo>
                    <a:pt x="1742677" y="1033386"/>
                  </a:lnTo>
                  <a:lnTo>
                    <a:pt x="1747040" y="1050773"/>
                  </a:lnTo>
                  <a:lnTo>
                    <a:pt x="1751403" y="1036225"/>
                  </a:lnTo>
                  <a:lnTo>
                    <a:pt x="1755765" y="1039813"/>
                  </a:lnTo>
                  <a:lnTo>
                    <a:pt x="1760128" y="1109421"/>
                  </a:lnTo>
                  <a:lnTo>
                    <a:pt x="1764491" y="1166829"/>
                  </a:lnTo>
                  <a:lnTo>
                    <a:pt x="1768854" y="1207015"/>
                  </a:lnTo>
                  <a:lnTo>
                    <a:pt x="1773216" y="1196969"/>
                  </a:lnTo>
                  <a:lnTo>
                    <a:pt x="1777579" y="1171852"/>
                  </a:lnTo>
                  <a:lnTo>
                    <a:pt x="1781942" y="1155347"/>
                  </a:lnTo>
                  <a:lnTo>
                    <a:pt x="1786305" y="1156065"/>
                  </a:lnTo>
                  <a:lnTo>
                    <a:pt x="1790667" y="1171135"/>
                  </a:lnTo>
                  <a:lnTo>
                    <a:pt x="1795030" y="1158218"/>
                  </a:lnTo>
                  <a:lnTo>
                    <a:pt x="1799393" y="1205898"/>
                  </a:lnTo>
                  <a:lnTo>
                    <a:pt x="1803756" y="1202582"/>
                  </a:lnTo>
                  <a:lnTo>
                    <a:pt x="1808118" y="1229071"/>
                  </a:lnTo>
                  <a:lnTo>
                    <a:pt x="1812481" y="1222006"/>
                  </a:lnTo>
                  <a:lnTo>
                    <a:pt x="1816844" y="1223772"/>
                  </a:lnTo>
                  <a:lnTo>
                    <a:pt x="1821207" y="1204931"/>
                  </a:lnTo>
                  <a:lnTo>
                    <a:pt x="1825569" y="1164894"/>
                  </a:lnTo>
                  <a:lnTo>
                    <a:pt x="1829932" y="1144875"/>
                  </a:lnTo>
                  <a:lnTo>
                    <a:pt x="1834295" y="1144875"/>
                  </a:lnTo>
                  <a:lnTo>
                    <a:pt x="1838658" y="1183146"/>
                  </a:lnTo>
                  <a:lnTo>
                    <a:pt x="1843020" y="1211408"/>
                  </a:lnTo>
                  <a:lnTo>
                    <a:pt x="1847383" y="1226716"/>
                  </a:lnTo>
                  <a:lnTo>
                    <a:pt x="1851746" y="1247323"/>
                  </a:lnTo>
                  <a:lnTo>
                    <a:pt x="1856109" y="1247323"/>
                  </a:lnTo>
                  <a:lnTo>
                    <a:pt x="1860471" y="1250856"/>
                  </a:lnTo>
                  <a:lnTo>
                    <a:pt x="1864834" y="1189095"/>
                  </a:lnTo>
                  <a:lnTo>
                    <a:pt x="1869197" y="1165800"/>
                  </a:lnTo>
                  <a:lnTo>
                    <a:pt x="1873560" y="1069952"/>
                  </a:lnTo>
                  <a:lnTo>
                    <a:pt x="1877922" y="1046271"/>
                  </a:lnTo>
                  <a:lnTo>
                    <a:pt x="1882285" y="1009673"/>
                  </a:lnTo>
                  <a:lnTo>
                    <a:pt x="1886648" y="1022590"/>
                  </a:lnTo>
                  <a:lnTo>
                    <a:pt x="1891011" y="1070670"/>
                  </a:lnTo>
                  <a:lnTo>
                    <a:pt x="1895373" y="1089328"/>
                  </a:lnTo>
                  <a:lnTo>
                    <a:pt x="1899736" y="1036225"/>
                  </a:lnTo>
                  <a:lnTo>
                    <a:pt x="1904099" y="993886"/>
                  </a:lnTo>
                  <a:lnTo>
                    <a:pt x="1908462" y="1027052"/>
                  </a:lnTo>
                  <a:lnTo>
                    <a:pt x="1912824" y="999745"/>
                  </a:lnTo>
                  <a:lnTo>
                    <a:pt x="1917187" y="1041173"/>
                  </a:lnTo>
                  <a:lnTo>
                    <a:pt x="1921550" y="1014306"/>
                  </a:lnTo>
                  <a:lnTo>
                    <a:pt x="1925913" y="964190"/>
                  </a:lnTo>
                  <a:lnTo>
                    <a:pt x="1930275" y="950756"/>
                  </a:lnTo>
                  <a:lnTo>
                    <a:pt x="1934638" y="913040"/>
                  </a:lnTo>
                  <a:lnTo>
                    <a:pt x="1939001" y="910973"/>
                  </a:lnTo>
                  <a:lnTo>
                    <a:pt x="1943364" y="904773"/>
                  </a:lnTo>
                  <a:lnTo>
                    <a:pt x="1947726" y="949256"/>
                  </a:lnTo>
                  <a:lnTo>
                    <a:pt x="1952089" y="945105"/>
                  </a:lnTo>
                  <a:lnTo>
                    <a:pt x="1956452" y="911435"/>
                  </a:lnTo>
                  <a:lnTo>
                    <a:pt x="1960815" y="904729"/>
                  </a:lnTo>
                  <a:lnTo>
                    <a:pt x="1965177" y="917665"/>
                  </a:lnTo>
                  <a:lnTo>
                    <a:pt x="1969540" y="883170"/>
                  </a:lnTo>
                  <a:lnTo>
                    <a:pt x="1973903" y="842208"/>
                  </a:lnTo>
                  <a:lnTo>
                    <a:pt x="1978266" y="769839"/>
                  </a:lnTo>
                  <a:lnTo>
                    <a:pt x="1982628" y="730523"/>
                  </a:lnTo>
                  <a:lnTo>
                    <a:pt x="1986991" y="728211"/>
                  </a:lnTo>
                  <a:lnTo>
                    <a:pt x="1991354" y="736534"/>
                  </a:lnTo>
                  <a:lnTo>
                    <a:pt x="1995717" y="699083"/>
                  </a:lnTo>
                  <a:lnTo>
                    <a:pt x="2000079" y="698621"/>
                  </a:lnTo>
                  <a:lnTo>
                    <a:pt x="2004442" y="654234"/>
                  </a:lnTo>
                  <a:lnTo>
                    <a:pt x="2008805" y="631579"/>
                  </a:lnTo>
                  <a:lnTo>
                    <a:pt x="2013168" y="515207"/>
                  </a:lnTo>
                  <a:lnTo>
                    <a:pt x="2017530" y="460441"/>
                  </a:lnTo>
                  <a:lnTo>
                    <a:pt x="2021893" y="431507"/>
                  </a:lnTo>
                  <a:lnTo>
                    <a:pt x="2026256" y="420478"/>
                  </a:lnTo>
                  <a:lnTo>
                    <a:pt x="2030619" y="523850"/>
                  </a:lnTo>
                  <a:lnTo>
                    <a:pt x="2034981" y="595574"/>
                  </a:lnTo>
                  <a:lnTo>
                    <a:pt x="2039344" y="685060"/>
                  </a:lnTo>
                  <a:lnTo>
                    <a:pt x="2043707" y="710353"/>
                  </a:lnTo>
                  <a:lnTo>
                    <a:pt x="2048070" y="689962"/>
                  </a:lnTo>
                  <a:lnTo>
                    <a:pt x="2052432" y="667067"/>
                  </a:lnTo>
                  <a:lnTo>
                    <a:pt x="2056795" y="662416"/>
                  </a:lnTo>
                  <a:lnTo>
                    <a:pt x="2061158" y="713931"/>
                  </a:lnTo>
                  <a:lnTo>
                    <a:pt x="2065521" y="732891"/>
                  </a:lnTo>
                  <a:lnTo>
                    <a:pt x="2069883" y="782617"/>
                  </a:lnTo>
                  <a:lnTo>
                    <a:pt x="2074246" y="801577"/>
                  </a:lnTo>
                  <a:lnTo>
                    <a:pt x="2078609" y="810879"/>
                  </a:lnTo>
                  <a:lnTo>
                    <a:pt x="2082972" y="776893"/>
                  </a:lnTo>
                  <a:lnTo>
                    <a:pt x="2087334" y="761510"/>
                  </a:lnTo>
                  <a:lnTo>
                    <a:pt x="2091697" y="781790"/>
                  </a:lnTo>
                  <a:lnTo>
                    <a:pt x="2096060" y="745412"/>
                  </a:lnTo>
                  <a:lnTo>
                    <a:pt x="2100423" y="756144"/>
                  </a:lnTo>
                  <a:lnTo>
                    <a:pt x="2104785" y="623601"/>
                  </a:lnTo>
                  <a:lnTo>
                    <a:pt x="2109148" y="681810"/>
                  </a:lnTo>
                  <a:lnTo>
                    <a:pt x="2113511" y="697763"/>
                  </a:lnTo>
                  <a:lnTo>
                    <a:pt x="2117874" y="650842"/>
                  </a:lnTo>
                  <a:lnTo>
                    <a:pt x="2122236" y="694745"/>
                  </a:lnTo>
                  <a:lnTo>
                    <a:pt x="2126599" y="666287"/>
                  </a:lnTo>
                  <a:lnTo>
                    <a:pt x="2130962" y="676204"/>
                  </a:lnTo>
                  <a:lnTo>
                    <a:pt x="2135325" y="647747"/>
                  </a:lnTo>
                  <a:lnTo>
                    <a:pt x="2139687" y="675696"/>
                  </a:lnTo>
                  <a:lnTo>
                    <a:pt x="2144050" y="669194"/>
                  </a:lnTo>
                  <a:lnTo>
                    <a:pt x="2148413" y="732591"/>
                  </a:lnTo>
                  <a:lnTo>
                    <a:pt x="2152776" y="705524"/>
                  </a:lnTo>
                  <a:lnTo>
                    <a:pt x="2157138" y="658683"/>
                  </a:lnTo>
                  <a:lnTo>
                    <a:pt x="2161501" y="652385"/>
                  </a:lnTo>
                  <a:lnTo>
                    <a:pt x="2165864" y="568445"/>
                  </a:lnTo>
                  <a:lnTo>
                    <a:pt x="2170227" y="615110"/>
                  </a:lnTo>
                  <a:lnTo>
                    <a:pt x="2174589" y="631519"/>
                  </a:lnTo>
                  <a:lnTo>
                    <a:pt x="2178952" y="664338"/>
                  </a:lnTo>
                  <a:lnTo>
                    <a:pt x="2183315" y="677440"/>
                  </a:lnTo>
                  <a:lnTo>
                    <a:pt x="2187678" y="673374"/>
                  </a:lnTo>
                  <a:lnTo>
                    <a:pt x="2192040" y="687659"/>
                  </a:lnTo>
                  <a:lnTo>
                    <a:pt x="2196403" y="702757"/>
                  </a:lnTo>
                  <a:lnTo>
                    <a:pt x="2200766" y="733053"/>
                  </a:lnTo>
                  <a:lnTo>
                    <a:pt x="2205129" y="759590"/>
                  </a:lnTo>
                  <a:lnTo>
                    <a:pt x="2209491" y="797177"/>
                  </a:lnTo>
                  <a:lnTo>
                    <a:pt x="2213854" y="840706"/>
                  </a:lnTo>
                  <a:lnTo>
                    <a:pt x="2218217" y="882040"/>
                  </a:lnTo>
                  <a:lnTo>
                    <a:pt x="2222580" y="925956"/>
                  </a:lnTo>
                  <a:lnTo>
                    <a:pt x="2226942" y="987956"/>
                  </a:lnTo>
                  <a:lnTo>
                    <a:pt x="2231305" y="1019473"/>
                  </a:lnTo>
                  <a:lnTo>
                    <a:pt x="2235668" y="1021023"/>
                  </a:lnTo>
                  <a:lnTo>
                    <a:pt x="2240031" y="1038590"/>
                  </a:lnTo>
                  <a:lnTo>
                    <a:pt x="2244393" y="1075273"/>
                  </a:lnTo>
                  <a:lnTo>
                    <a:pt x="2248756" y="1079406"/>
                  </a:lnTo>
                  <a:lnTo>
                    <a:pt x="2253119" y="1077856"/>
                  </a:lnTo>
                  <a:lnTo>
                    <a:pt x="2257482" y="1051659"/>
                  </a:lnTo>
                  <a:lnTo>
                    <a:pt x="2261844" y="1017270"/>
                  </a:lnTo>
                  <a:lnTo>
                    <a:pt x="2266207" y="913484"/>
                  </a:lnTo>
                  <a:lnTo>
                    <a:pt x="2270570" y="895232"/>
                  </a:lnTo>
                  <a:lnTo>
                    <a:pt x="2274933" y="856932"/>
                  </a:lnTo>
                  <a:lnTo>
                    <a:pt x="2279295" y="859286"/>
                  </a:lnTo>
                  <a:lnTo>
                    <a:pt x="2283658" y="869094"/>
                  </a:lnTo>
                  <a:lnTo>
                    <a:pt x="2288021" y="861125"/>
                  </a:lnTo>
                  <a:lnTo>
                    <a:pt x="2292384" y="764879"/>
                  </a:lnTo>
                  <a:lnTo>
                    <a:pt x="2296746" y="680281"/>
                  </a:lnTo>
                  <a:lnTo>
                    <a:pt x="2301109" y="679056"/>
                  </a:lnTo>
                  <a:lnTo>
                    <a:pt x="2305472" y="663116"/>
                  </a:lnTo>
                  <a:lnTo>
                    <a:pt x="2309835" y="664955"/>
                  </a:lnTo>
                  <a:lnTo>
                    <a:pt x="2314197" y="625108"/>
                  </a:lnTo>
                  <a:lnTo>
                    <a:pt x="2318560" y="611009"/>
                  </a:lnTo>
                  <a:lnTo>
                    <a:pt x="2322923" y="600272"/>
                  </a:lnTo>
                  <a:lnTo>
                    <a:pt x="2327286" y="467162"/>
                  </a:lnTo>
                  <a:lnTo>
                    <a:pt x="2331648" y="501607"/>
                  </a:lnTo>
                  <a:lnTo>
                    <a:pt x="2336011" y="513088"/>
                  </a:lnTo>
                  <a:lnTo>
                    <a:pt x="2340374" y="523135"/>
                  </a:lnTo>
                  <a:lnTo>
                    <a:pt x="2344737" y="514524"/>
                  </a:lnTo>
                  <a:lnTo>
                    <a:pt x="2349099" y="515959"/>
                  </a:lnTo>
                  <a:lnTo>
                    <a:pt x="2353462" y="619508"/>
                  </a:lnTo>
                  <a:lnTo>
                    <a:pt x="2357825" y="628174"/>
                  </a:lnTo>
                  <a:lnTo>
                    <a:pt x="2362188" y="606105"/>
                  </a:lnTo>
                  <a:lnTo>
                    <a:pt x="2366550" y="699299"/>
                  </a:lnTo>
                  <a:lnTo>
                    <a:pt x="2370913" y="639207"/>
                  </a:lnTo>
                  <a:lnTo>
                    <a:pt x="2375276" y="550340"/>
                  </a:lnTo>
                  <a:lnTo>
                    <a:pt x="2379639" y="543107"/>
                  </a:lnTo>
                  <a:lnTo>
                    <a:pt x="2384001" y="564343"/>
                  </a:lnTo>
                  <a:lnTo>
                    <a:pt x="2388364" y="576137"/>
                  </a:lnTo>
                  <a:lnTo>
                    <a:pt x="2392727" y="566906"/>
                  </a:lnTo>
                  <a:lnTo>
                    <a:pt x="2397090" y="517166"/>
                  </a:lnTo>
                  <a:lnTo>
                    <a:pt x="2401452" y="453579"/>
                  </a:lnTo>
                  <a:lnTo>
                    <a:pt x="2405815" y="391530"/>
                  </a:lnTo>
                  <a:lnTo>
                    <a:pt x="2410178" y="327430"/>
                  </a:lnTo>
                  <a:lnTo>
                    <a:pt x="2414541" y="274099"/>
                  </a:lnTo>
                  <a:lnTo>
                    <a:pt x="2418903" y="258940"/>
                  </a:lnTo>
                  <a:lnTo>
                    <a:pt x="2423266" y="311124"/>
                  </a:lnTo>
                  <a:lnTo>
                    <a:pt x="2427629" y="372862"/>
                  </a:lnTo>
                  <a:lnTo>
                    <a:pt x="2431992" y="294011"/>
                  </a:lnTo>
                  <a:lnTo>
                    <a:pt x="2436354" y="387253"/>
                  </a:lnTo>
                  <a:lnTo>
                    <a:pt x="2440717" y="492694"/>
                  </a:lnTo>
                  <a:lnTo>
                    <a:pt x="2445080" y="551585"/>
                  </a:lnTo>
                  <a:lnTo>
                    <a:pt x="2449443" y="424823"/>
                  </a:lnTo>
                  <a:lnTo>
                    <a:pt x="2453805" y="431281"/>
                  </a:lnTo>
                  <a:lnTo>
                    <a:pt x="2458168" y="625975"/>
                  </a:lnTo>
                  <a:lnTo>
                    <a:pt x="2462531" y="713385"/>
                  </a:lnTo>
                  <a:lnTo>
                    <a:pt x="2466894" y="794918"/>
                  </a:lnTo>
                  <a:lnTo>
                    <a:pt x="2471256" y="842241"/>
                  </a:lnTo>
                  <a:lnTo>
                    <a:pt x="2475619" y="896998"/>
                  </a:lnTo>
                  <a:lnTo>
                    <a:pt x="2479982" y="960586"/>
                  </a:lnTo>
                  <a:lnTo>
                    <a:pt x="2484345" y="1007689"/>
                  </a:lnTo>
                  <a:lnTo>
                    <a:pt x="2488707" y="1008867"/>
                  </a:lnTo>
                  <a:lnTo>
                    <a:pt x="2493070" y="966474"/>
                  </a:lnTo>
                  <a:lnTo>
                    <a:pt x="2497433" y="909951"/>
                  </a:lnTo>
                  <a:lnTo>
                    <a:pt x="2501796" y="853428"/>
                  </a:lnTo>
                  <a:lnTo>
                    <a:pt x="2506158" y="782186"/>
                  </a:lnTo>
                  <a:lnTo>
                    <a:pt x="2510521" y="708588"/>
                  </a:lnTo>
                  <a:lnTo>
                    <a:pt x="2514884" y="676794"/>
                  </a:lnTo>
                  <a:lnTo>
                    <a:pt x="2519247" y="657364"/>
                  </a:lnTo>
                  <a:lnTo>
                    <a:pt x="2523609" y="599274"/>
                  </a:lnTo>
                  <a:lnTo>
                    <a:pt x="2527972" y="513538"/>
                  </a:lnTo>
                  <a:lnTo>
                    <a:pt x="2532335" y="467468"/>
                  </a:lnTo>
                  <a:lnTo>
                    <a:pt x="2536698" y="312159"/>
                  </a:lnTo>
                  <a:lnTo>
                    <a:pt x="2541060" y="237528"/>
                  </a:lnTo>
                  <a:lnTo>
                    <a:pt x="2545423" y="172942"/>
                  </a:lnTo>
                  <a:lnTo>
                    <a:pt x="2549786" y="138497"/>
                  </a:lnTo>
                  <a:lnTo>
                    <a:pt x="2554149" y="182989"/>
                  </a:lnTo>
                  <a:lnTo>
                    <a:pt x="2558511" y="220304"/>
                  </a:lnTo>
                  <a:lnTo>
                    <a:pt x="2562874" y="231786"/>
                  </a:lnTo>
                  <a:lnTo>
                    <a:pt x="2567237" y="241833"/>
                  </a:lnTo>
                  <a:lnTo>
                    <a:pt x="2571600" y="258338"/>
                  </a:lnTo>
                  <a:lnTo>
                    <a:pt x="2575962" y="266232"/>
                  </a:lnTo>
                  <a:lnTo>
                    <a:pt x="2580325" y="310723"/>
                  </a:lnTo>
                  <a:lnTo>
                    <a:pt x="2584688" y="354497"/>
                  </a:lnTo>
                  <a:lnTo>
                    <a:pt x="2589051" y="449221"/>
                  </a:lnTo>
                  <a:lnTo>
                    <a:pt x="2593413" y="566909"/>
                  </a:lnTo>
                  <a:lnTo>
                    <a:pt x="2597776" y="614989"/>
                  </a:lnTo>
                  <a:lnTo>
                    <a:pt x="2602139" y="780906"/>
                  </a:lnTo>
                  <a:lnTo>
                    <a:pt x="2606502" y="869429"/>
                  </a:lnTo>
                  <a:lnTo>
                    <a:pt x="2610864" y="886400"/>
                  </a:lnTo>
                  <a:lnTo>
                    <a:pt x="2615227" y="884634"/>
                  </a:lnTo>
                  <a:lnTo>
                    <a:pt x="2619590" y="918723"/>
                  </a:lnTo>
                  <a:lnTo>
                    <a:pt x="2623953" y="913557"/>
                  </a:lnTo>
                  <a:lnTo>
                    <a:pt x="2628315" y="962631"/>
                  </a:lnTo>
                  <a:lnTo>
                    <a:pt x="2632678" y="951562"/>
                  </a:lnTo>
                  <a:lnTo>
                    <a:pt x="2637041" y="1033324"/>
                  </a:lnTo>
                  <a:lnTo>
                    <a:pt x="2641404" y="1067055"/>
                  </a:lnTo>
                  <a:lnTo>
                    <a:pt x="2645766" y="1059740"/>
                  </a:lnTo>
                  <a:lnTo>
                    <a:pt x="2650129" y="1069061"/>
                  </a:lnTo>
                  <a:lnTo>
                    <a:pt x="2654492" y="1069444"/>
                  </a:lnTo>
                  <a:lnTo>
                    <a:pt x="2658855" y="1035021"/>
                  </a:lnTo>
                  <a:lnTo>
                    <a:pt x="2663217" y="1035787"/>
                  </a:lnTo>
                  <a:lnTo>
                    <a:pt x="2667580" y="1027372"/>
                  </a:lnTo>
                  <a:lnTo>
                    <a:pt x="2671943" y="990652"/>
                  </a:lnTo>
                  <a:lnTo>
                    <a:pt x="2676306" y="1029666"/>
                  </a:lnTo>
                  <a:lnTo>
                    <a:pt x="2680668" y="1043077"/>
                  </a:lnTo>
                  <a:lnTo>
                    <a:pt x="2685031" y="1032511"/>
                  </a:lnTo>
                  <a:lnTo>
                    <a:pt x="2689394" y="1007781"/>
                  </a:lnTo>
                  <a:lnTo>
                    <a:pt x="2693757" y="1009676"/>
                  </a:lnTo>
                  <a:lnTo>
                    <a:pt x="2698119" y="1058334"/>
                  </a:lnTo>
                  <a:lnTo>
                    <a:pt x="2702482" y="1046340"/>
                  </a:lnTo>
                  <a:lnTo>
                    <a:pt x="2706845" y="1050989"/>
                  </a:lnTo>
                  <a:lnTo>
                    <a:pt x="2711208" y="1014027"/>
                  </a:lnTo>
                  <a:lnTo>
                    <a:pt x="2715570" y="1029708"/>
                  </a:lnTo>
                  <a:lnTo>
                    <a:pt x="2719933" y="1018673"/>
                  </a:lnTo>
                  <a:lnTo>
                    <a:pt x="2724296" y="1073846"/>
                  </a:lnTo>
                  <a:lnTo>
                    <a:pt x="2728659" y="1093462"/>
                  </a:lnTo>
                  <a:lnTo>
                    <a:pt x="2733021" y="1091623"/>
                  </a:lnTo>
                  <a:lnTo>
                    <a:pt x="2737384" y="1087945"/>
                  </a:lnTo>
                  <a:lnTo>
                    <a:pt x="2741747" y="1040742"/>
                  </a:lnTo>
                  <a:lnTo>
                    <a:pt x="2746110" y="1002749"/>
                  </a:lnTo>
                  <a:lnTo>
                    <a:pt x="2750472" y="984557"/>
                  </a:lnTo>
                  <a:lnTo>
                    <a:pt x="2754835" y="993886"/>
                  </a:lnTo>
                  <a:lnTo>
                    <a:pt x="2759198" y="964464"/>
                  </a:lnTo>
                  <a:lnTo>
                    <a:pt x="2763561" y="902032"/>
                  </a:lnTo>
                  <a:lnTo>
                    <a:pt x="2767923" y="954072"/>
                  </a:lnTo>
                  <a:lnTo>
                    <a:pt x="2772286" y="952343"/>
                  </a:lnTo>
                  <a:lnTo>
                    <a:pt x="2776649" y="909951"/>
                  </a:lnTo>
                  <a:lnTo>
                    <a:pt x="2781012" y="881690"/>
                  </a:lnTo>
                  <a:lnTo>
                    <a:pt x="2785374" y="838709"/>
                  </a:lnTo>
                  <a:lnTo>
                    <a:pt x="2789737" y="796316"/>
                  </a:lnTo>
                  <a:lnTo>
                    <a:pt x="2794100" y="791017"/>
                  </a:lnTo>
                  <a:lnTo>
                    <a:pt x="2798463" y="841653"/>
                  </a:lnTo>
                  <a:lnTo>
                    <a:pt x="2802825" y="888166"/>
                  </a:lnTo>
                  <a:lnTo>
                    <a:pt x="2807188" y="929970"/>
                  </a:lnTo>
                  <a:lnTo>
                    <a:pt x="2811551" y="998269"/>
                  </a:lnTo>
                  <a:lnTo>
                    <a:pt x="2815914" y="1027708"/>
                  </a:lnTo>
                  <a:lnTo>
                    <a:pt x="2820276" y="1045960"/>
                  </a:lnTo>
                  <a:lnTo>
                    <a:pt x="2824639" y="1053025"/>
                  </a:lnTo>
                  <a:lnTo>
                    <a:pt x="2829002" y="1081876"/>
                  </a:lnTo>
                  <a:lnTo>
                    <a:pt x="2833365" y="1052390"/>
                  </a:lnTo>
                  <a:lnTo>
                    <a:pt x="2837727" y="1006803"/>
                  </a:lnTo>
                  <a:lnTo>
                    <a:pt x="2842090" y="1024743"/>
                  </a:lnTo>
                  <a:lnTo>
                    <a:pt x="2846453" y="1016132"/>
                  </a:lnTo>
                  <a:lnTo>
                    <a:pt x="2850816" y="1025460"/>
                  </a:lnTo>
                  <a:lnTo>
                    <a:pt x="2855178" y="1014696"/>
                  </a:lnTo>
                  <a:lnTo>
                    <a:pt x="2859541" y="1063171"/>
                  </a:lnTo>
                  <a:lnTo>
                    <a:pt x="2863904" y="1036044"/>
                  </a:lnTo>
                  <a:lnTo>
                    <a:pt x="2868267" y="993558"/>
                  </a:lnTo>
                  <a:lnTo>
                    <a:pt x="2872629" y="1015683"/>
                  </a:lnTo>
                  <a:lnTo>
                    <a:pt x="2876992" y="1021346"/>
                  </a:lnTo>
                  <a:lnTo>
                    <a:pt x="2881355" y="1007721"/>
                  </a:lnTo>
                  <a:lnTo>
                    <a:pt x="2885718" y="1026312"/>
                  </a:lnTo>
                  <a:lnTo>
                    <a:pt x="2890080" y="1104839"/>
                  </a:lnTo>
                  <a:lnTo>
                    <a:pt x="2894443" y="1152561"/>
                  </a:lnTo>
                  <a:lnTo>
                    <a:pt x="2898806" y="1160824"/>
                  </a:lnTo>
                  <a:lnTo>
                    <a:pt x="2903169" y="1164177"/>
                  </a:lnTo>
                  <a:lnTo>
                    <a:pt x="2907531" y="1160541"/>
                  </a:lnTo>
                  <a:lnTo>
                    <a:pt x="2911894" y="1182422"/>
                  </a:lnTo>
                  <a:lnTo>
                    <a:pt x="2916257" y="1182423"/>
                  </a:lnTo>
                  <a:lnTo>
                    <a:pt x="2920620" y="1165636"/>
                  </a:lnTo>
                  <a:lnTo>
                    <a:pt x="2924982" y="1153706"/>
                  </a:lnTo>
                  <a:lnTo>
                    <a:pt x="2929345" y="1175142"/>
                  </a:lnTo>
                  <a:lnTo>
                    <a:pt x="2933708" y="1163965"/>
                  </a:lnTo>
                  <a:lnTo>
                    <a:pt x="2938071" y="1184586"/>
                  </a:lnTo>
                  <a:lnTo>
                    <a:pt x="2942433" y="1187109"/>
                  </a:lnTo>
                  <a:lnTo>
                    <a:pt x="2946796" y="1190434"/>
                  </a:lnTo>
                  <a:lnTo>
                    <a:pt x="2951159" y="1198804"/>
                  </a:lnTo>
                  <a:lnTo>
                    <a:pt x="2955522" y="1166100"/>
                  </a:lnTo>
                  <a:lnTo>
                    <a:pt x="2959884" y="1170370"/>
                  </a:lnTo>
                  <a:lnTo>
                    <a:pt x="2964247" y="1150237"/>
                  </a:lnTo>
                  <a:lnTo>
                    <a:pt x="2968610" y="1136728"/>
                  </a:lnTo>
                  <a:lnTo>
                    <a:pt x="2972973" y="1176416"/>
                  </a:lnTo>
                  <a:lnTo>
                    <a:pt x="2977335" y="1144360"/>
                  </a:lnTo>
                  <a:lnTo>
                    <a:pt x="2981698" y="1135476"/>
                  </a:lnTo>
                  <a:lnTo>
                    <a:pt x="2986061" y="1113928"/>
                  </a:lnTo>
                  <a:lnTo>
                    <a:pt x="2990424" y="1124329"/>
                  </a:lnTo>
                  <a:lnTo>
                    <a:pt x="2994786" y="1090575"/>
                  </a:lnTo>
                  <a:lnTo>
                    <a:pt x="2999149" y="1063325"/>
                  </a:lnTo>
                  <a:lnTo>
                    <a:pt x="3003512" y="982640"/>
                  </a:lnTo>
                  <a:lnTo>
                    <a:pt x="3007875" y="964920"/>
                  </a:lnTo>
                  <a:lnTo>
                    <a:pt x="3012237" y="915534"/>
                  </a:lnTo>
                  <a:lnTo>
                    <a:pt x="3016600" y="857419"/>
                  </a:lnTo>
                  <a:lnTo>
                    <a:pt x="3020963" y="905238"/>
                  </a:lnTo>
                  <a:lnTo>
                    <a:pt x="3025326" y="894948"/>
                  </a:lnTo>
                  <a:lnTo>
                    <a:pt x="3029688" y="876703"/>
                  </a:lnTo>
                  <a:lnTo>
                    <a:pt x="3034051" y="870984"/>
                  </a:lnTo>
                  <a:lnTo>
                    <a:pt x="3038414" y="841818"/>
                  </a:lnTo>
                  <a:lnTo>
                    <a:pt x="3042777" y="787983"/>
                  </a:lnTo>
                  <a:lnTo>
                    <a:pt x="3047139" y="839444"/>
                  </a:lnTo>
                  <a:lnTo>
                    <a:pt x="3051502" y="851653"/>
                  </a:lnTo>
                  <a:lnTo>
                    <a:pt x="3055865" y="850297"/>
                  </a:lnTo>
                  <a:lnTo>
                    <a:pt x="3060228" y="894385"/>
                  </a:lnTo>
                  <a:lnTo>
                    <a:pt x="3064590" y="961746"/>
                  </a:lnTo>
                  <a:lnTo>
                    <a:pt x="3068953" y="954923"/>
                  </a:lnTo>
                  <a:lnTo>
                    <a:pt x="3073316" y="977254"/>
                  </a:lnTo>
                  <a:lnTo>
                    <a:pt x="3077679" y="1056089"/>
                  </a:lnTo>
                  <a:lnTo>
                    <a:pt x="3082041" y="1070379"/>
                  </a:lnTo>
                  <a:lnTo>
                    <a:pt x="3086404" y="1036182"/>
                  </a:lnTo>
                  <a:lnTo>
                    <a:pt x="3090767" y="1057272"/>
                  </a:lnTo>
                  <a:lnTo>
                    <a:pt x="3095130" y="1038860"/>
                  </a:lnTo>
                  <a:lnTo>
                    <a:pt x="3099492" y="1059887"/>
                  </a:lnTo>
                  <a:lnTo>
                    <a:pt x="3103855" y="1083966"/>
                  </a:lnTo>
                  <a:lnTo>
                    <a:pt x="3108218" y="1140392"/>
                  </a:lnTo>
                  <a:lnTo>
                    <a:pt x="3112581" y="1094818"/>
                  </a:lnTo>
                  <a:lnTo>
                    <a:pt x="3116943" y="1091088"/>
                  </a:lnTo>
                  <a:lnTo>
                    <a:pt x="3121306" y="1114150"/>
                  </a:lnTo>
                  <a:lnTo>
                    <a:pt x="3125669" y="1099227"/>
                  </a:lnTo>
                  <a:lnTo>
                    <a:pt x="3130032" y="1100923"/>
                  </a:lnTo>
                  <a:lnTo>
                    <a:pt x="3134394" y="1119609"/>
                  </a:lnTo>
                  <a:lnTo>
                    <a:pt x="3138757" y="1123372"/>
                  </a:lnTo>
                  <a:lnTo>
                    <a:pt x="3143120" y="1101192"/>
                  </a:lnTo>
                  <a:lnTo>
                    <a:pt x="3147483" y="1131265"/>
                  </a:lnTo>
                  <a:lnTo>
                    <a:pt x="3151845" y="1147927"/>
                  </a:lnTo>
                  <a:lnTo>
                    <a:pt x="3156208" y="1160932"/>
                  </a:lnTo>
                  <a:lnTo>
                    <a:pt x="3160571" y="1178001"/>
                  </a:lnTo>
                  <a:lnTo>
                    <a:pt x="3164934" y="1189739"/>
                  </a:lnTo>
                  <a:lnTo>
                    <a:pt x="3169296" y="1223802"/>
                  </a:lnTo>
                  <a:lnTo>
                    <a:pt x="3173659" y="1251600"/>
                  </a:lnTo>
                  <a:lnTo>
                    <a:pt x="3178022" y="1287899"/>
                  </a:lnTo>
                  <a:lnTo>
                    <a:pt x="3182385" y="1325339"/>
                  </a:lnTo>
                  <a:lnTo>
                    <a:pt x="3186747" y="1327406"/>
                  </a:lnTo>
                  <a:lnTo>
                    <a:pt x="3191110" y="1321743"/>
                  </a:lnTo>
                  <a:lnTo>
                    <a:pt x="3195473" y="1330303"/>
                  </a:lnTo>
                  <a:lnTo>
                    <a:pt x="3199836" y="1332466"/>
                  </a:lnTo>
                  <a:lnTo>
                    <a:pt x="3204198" y="1322449"/>
                  </a:lnTo>
                  <a:lnTo>
                    <a:pt x="3208561" y="1300445"/>
                  </a:lnTo>
                  <a:lnTo>
                    <a:pt x="3212924" y="1287546"/>
                  </a:lnTo>
                  <a:lnTo>
                    <a:pt x="3217287" y="1284316"/>
                  </a:lnTo>
                  <a:lnTo>
                    <a:pt x="3221649" y="1254053"/>
                  </a:lnTo>
                  <a:lnTo>
                    <a:pt x="3226012" y="1260143"/>
                  </a:lnTo>
                  <a:lnTo>
                    <a:pt x="3230375" y="1259532"/>
                  </a:lnTo>
                  <a:lnTo>
                    <a:pt x="3234738" y="1256087"/>
                  </a:lnTo>
                  <a:lnTo>
                    <a:pt x="3239100" y="1239345"/>
                  </a:lnTo>
                  <a:lnTo>
                    <a:pt x="3243463" y="1267086"/>
                  </a:lnTo>
                  <a:lnTo>
                    <a:pt x="3247826" y="1253959"/>
                  </a:lnTo>
                  <a:lnTo>
                    <a:pt x="3252189" y="1241289"/>
                  </a:lnTo>
                  <a:lnTo>
                    <a:pt x="3256551" y="1242510"/>
                  </a:lnTo>
                  <a:lnTo>
                    <a:pt x="3260914" y="1221066"/>
                  </a:lnTo>
                  <a:lnTo>
                    <a:pt x="3265277" y="1229095"/>
                  </a:lnTo>
                  <a:lnTo>
                    <a:pt x="3269640" y="1213771"/>
                  </a:lnTo>
                  <a:lnTo>
                    <a:pt x="3274002" y="1203831"/>
                  </a:lnTo>
                  <a:lnTo>
                    <a:pt x="3278365" y="1215387"/>
                  </a:lnTo>
                  <a:lnTo>
                    <a:pt x="3282728" y="1220850"/>
                  </a:lnTo>
                  <a:lnTo>
                    <a:pt x="3287091" y="1198453"/>
                  </a:lnTo>
                  <a:lnTo>
                    <a:pt x="3291453" y="1163263"/>
                  </a:lnTo>
                  <a:lnTo>
                    <a:pt x="3295816" y="1137211"/>
                  </a:lnTo>
                  <a:lnTo>
                    <a:pt x="3300179" y="1131022"/>
                  </a:lnTo>
                  <a:lnTo>
                    <a:pt x="3304542" y="1107814"/>
                  </a:lnTo>
                  <a:lnTo>
                    <a:pt x="3308904" y="1070818"/>
                  </a:lnTo>
                  <a:lnTo>
                    <a:pt x="3313267" y="1021502"/>
                  </a:lnTo>
                  <a:lnTo>
                    <a:pt x="3317630" y="1076526"/>
                  </a:lnTo>
                  <a:lnTo>
                    <a:pt x="3321993" y="1089752"/>
                  </a:lnTo>
                  <a:lnTo>
                    <a:pt x="3326355" y="1030063"/>
                  </a:lnTo>
                  <a:lnTo>
                    <a:pt x="3330718" y="1054792"/>
                  </a:lnTo>
                  <a:lnTo>
                    <a:pt x="3335081" y="1078343"/>
                  </a:lnTo>
                  <a:lnTo>
                    <a:pt x="3339444" y="1085493"/>
                  </a:lnTo>
                  <a:lnTo>
                    <a:pt x="3343806" y="1128627"/>
                  </a:lnTo>
                  <a:lnTo>
                    <a:pt x="3348169" y="1139560"/>
                  </a:lnTo>
                  <a:lnTo>
                    <a:pt x="3352532" y="1179029"/>
                  </a:lnTo>
                  <a:lnTo>
                    <a:pt x="3356895" y="1188357"/>
                  </a:lnTo>
                  <a:lnTo>
                    <a:pt x="3361257" y="1224955"/>
                  </a:lnTo>
                  <a:lnTo>
                    <a:pt x="3365620" y="1247919"/>
                  </a:lnTo>
                  <a:lnTo>
                    <a:pt x="3369983" y="1235720"/>
                  </a:lnTo>
                  <a:lnTo>
                    <a:pt x="3374346" y="1249354"/>
                  </a:lnTo>
                  <a:lnTo>
                    <a:pt x="3378708" y="1274470"/>
                  </a:lnTo>
                  <a:lnTo>
                    <a:pt x="3383071" y="1242178"/>
                  </a:lnTo>
                  <a:lnTo>
                    <a:pt x="3387434" y="1186922"/>
                  </a:lnTo>
                  <a:lnTo>
                    <a:pt x="3391797" y="1092198"/>
                  </a:lnTo>
                  <a:lnTo>
                    <a:pt x="3396159" y="978098"/>
                  </a:lnTo>
                  <a:lnTo>
                    <a:pt x="3400522" y="939195"/>
                  </a:lnTo>
                  <a:lnTo>
                    <a:pt x="3404885" y="902886"/>
                  </a:lnTo>
                  <a:lnTo>
                    <a:pt x="3409248" y="933677"/>
                  </a:lnTo>
                  <a:lnTo>
                    <a:pt x="3413610" y="924923"/>
                  </a:lnTo>
                  <a:lnTo>
                    <a:pt x="3417973" y="933556"/>
                  </a:lnTo>
                  <a:lnTo>
                    <a:pt x="3422336" y="914583"/>
                  </a:lnTo>
                  <a:lnTo>
                    <a:pt x="3426699" y="888943"/>
                  </a:lnTo>
                  <a:lnTo>
                    <a:pt x="3431061" y="872533"/>
                  </a:lnTo>
                  <a:lnTo>
                    <a:pt x="3435424" y="868944"/>
                  </a:lnTo>
                  <a:lnTo>
                    <a:pt x="3439787" y="843304"/>
                  </a:lnTo>
                  <a:lnTo>
                    <a:pt x="3444150" y="802793"/>
                  </a:lnTo>
                  <a:lnTo>
                    <a:pt x="3448512" y="778692"/>
                  </a:lnTo>
                  <a:lnTo>
                    <a:pt x="3452875" y="806383"/>
                  </a:lnTo>
                  <a:lnTo>
                    <a:pt x="3457238" y="888943"/>
                  </a:lnTo>
                  <a:lnTo>
                    <a:pt x="3461601" y="964324"/>
                  </a:lnTo>
                  <a:lnTo>
                    <a:pt x="3465963" y="1033939"/>
                  </a:lnTo>
                  <a:lnTo>
                    <a:pt x="3470326" y="1005334"/>
                  </a:lnTo>
                  <a:lnTo>
                    <a:pt x="3474689" y="1006412"/>
                  </a:lnTo>
                  <a:lnTo>
                    <a:pt x="3479052" y="1005238"/>
                  </a:lnTo>
                  <a:lnTo>
                    <a:pt x="3483414" y="881939"/>
                  </a:lnTo>
                  <a:lnTo>
                    <a:pt x="3487777" y="848929"/>
                  </a:lnTo>
                  <a:lnTo>
                    <a:pt x="3492140" y="847494"/>
                  </a:lnTo>
                  <a:lnTo>
                    <a:pt x="3496503" y="841753"/>
                  </a:lnTo>
                  <a:lnTo>
                    <a:pt x="3500865" y="848211"/>
                  </a:lnTo>
                  <a:lnTo>
                    <a:pt x="3505228" y="856823"/>
                  </a:lnTo>
                  <a:lnTo>
                    <a:pt x="3509591" y="907055"/>
                  </a:lnTo>
                  <a:lnTo>
                    <a:pt x="3513954" y="909926"/>
                  </a:lnTo>
                  <a:lnTo>
                    <a:pt x="3518316" y="854670"/>
                  </a:lnTo>
                  <a:lnTo>
                    <a:pt x="3522679" y="734112"/>
                  </a:lnTo>
                  <a:lnTo>
                    <a:pt x="3527042" y="634364"/>
                  </a:lnTo>
                  <a:lnTo>
                    <a:pt x="3531405" y="612836"/>
                  </a:lnTo>
                  <a:lnTo>
                    <a:pt x="3535767" y="741584"/>
                  </a:lnTo>
                  <a:lnTo>
                    <a:pt x="3540130" y="712159"/>
                  </a:lnTo>
                  <a:lnTo>
                    <a:pt x="3544493" y="644726"/>
                  </a:lnTo>
                  <a:lnTo>
                    <a:pt x="3548856" y="616530"/>
                  </a:lnTo>
                  <a:lnTo>
                    <a:pt x="3553218" y="610850"/>
                  </a:lnTo>
                  <a:lnTo>
                    <a:pt x="3557581" y="681573"/>
                  </a:lnTo>
                  <a:lnTo>
                    <a:pt x="3561944" y="706890"/>
                  </a:lnTo>
                  <a:lnTo>
                    <a:pt x="3566307" y="674081"/>
                  </a:lnTo>
                  <a:lnTo>
                    <a:pt x="3570669" y="670491"/>
                  </a:lnTo>
                  <a:lnTo>
                    <a:pt x="3575032" y="635109"/>
                  </a:lnTo>
                  <a:lnTo>
                    <a:pt x="3579395" y="669979"/>
                  </a:lnTo>
                  <a:lnTo>
                    <a:pt x="3583758" y="718182"/>
                  </a:lnTo>
                  <a:lnTo>
                    <a:pt x="3588120" y="796127"/>
                  </a:lnTo>
                  <a:lnTo>
                    <a:pt x="3592483" y="873046"/>
                  </a:lnTo>
                  <a:lnTo>
                    <a:pt x="3596846" y="899712"/>
                  </a:lnTo>
                  <a:lnTo>
                    <a:pt x="3601209" y="921306"/>
                  </a:lnTo>
                  <a:lnTo>
                    <a:pt x="3605571" y="950240"/>
                  </a:lnTo>
                  <a:lnTo>
                    <a:pt x="3609934" y="983823"/>
                  </a:lnTo>
                  <a:lnTo>
                    <a:pt x="3614297" y="1010921"/>
                  </a:lnTo>
                  <a:lnTo>
                    <a:pt x="3618660" y="957643"/>
                  </a:lnTo>
                  <a:lnTo>
                    <a:pt x="3623022" y="984956"/>
                  </a:lnTo>
                  <a:lnTo>
                    <a:pt x="3627385" y="982371"/>
                  </a:lnTo>
                  <a:lnTo>
                    <a:pt x="3631748" y="982504"/>
                  </a:lnTo>
                  <a:lnTo>
                    <a:pt x="3636111" y="961662"/>
                  </a:lnTo>
                  <a:lnTo>
                    <a:pt x="3640473" y="997680"/>
                  </a:lnTo>
                  <a:lnTo>
                    <a:pt x="3644836" y="992969"/>
                  </a:lnTo>
                  <a:lnTo>
                    <a:pt x="3649199" y="945278"/>
                  </a:lnTo>
                  <a:lnTo>
                    <a:pt x="3653562" y="924682"/>
                  </a:lnTo>
                  <a:lnTo>
                    <a:pt x="3657924" y="845357"/>
                  </a:lnTo>
                  <a:lnTo>
                    <a:pt x="3662287" y="791623"/>
                  </a:lnTo>
                  <a:lnTo>
                    <a:pt x="3666650" y="718773"/>
                  </a:lnTo>
                  <a:lnTo>
                    <a:pt x="3671013" y="679209"/>
                  </a:lnTo>
                  <a:lnTo>
                    <a:pt x="3675375" y="699208"/>
                  </a:lnTo>
                  <a:lnTo>
                    <a:pt x="3679738" y="705875"/>
                  </a:lnTo>
                  <a:lnTo>
                    <a:pt x="3684101" y="720746"/>
                  </a:lnTo>
                  <a:lnTo>
                    <a:pt x="3688464" y="690491"/>
                  </a:lnTo>
                  <a:lnTo>
                    <a:pt x="3692826" y="680540"/>
                  </a:lnTo>
                  <a:lnTo>
                    <a:pt x="3697189" y="753641"/>
                  </a:lnTo>
                  <a:lnTo>
                    <a:pt x="3701552" y="783232"/>
                  </a:lnTo>
                  <a:lnTo>
                    <a:pt x="3705915" y="769839"/>
                  </a:lnTo>
                  <a:lnTo>
                    <a:pt x="3710277" y="760615"/>
                  </a:lnTo>
                  <a:lnTo>
                    <a:pt x="3714640" y="806276"/>
                  </a:lnTo>
                  <a:lnTo>
                    <a:pt x="3719003" y="875241"/>
                  </a:lnTo>
                  <a:lnTo>
                    <a:pt x="3723366" y="955691"/>
                  </a:lnTo>
                  <a:lnTo>
                    <a:pt x="3727728" y="972798"/>
                  </a:lnTo>
                  <a:lnTo>
                    <a:pt x="3732091" y="941248"/>
                  </a:lnTo>
                  <a:lnTo>
                    <a:pt x="3736454" y="959196"/>
                  </a:lnTo>
                  <a:lnTo>
                    <a:pt x="3740817" y="952530"/>
                  </a:lnTo>
                  <a:lnTo>
                    <a:pt x="3745179" y="986887"/>
                  </a:lnTo>
                  <a:lnTo>
                    <a:pt x="3749542" y="1001245"/>
                  </a:lnTo>
                  <a:lnTo>
                    <a:pt x="3753905" y="1025347"/>
                  </a:lnTo>
                  <a:lnTo>
                    <a:pt x="3758268" y="1008623"/>
                  </a:lnTo>
                  <a:lnTo>
                    <a:pt x="3762630" y="921138"/>
                  </a:lnTo>
                  <a:lnTo>
                    <a:pt x="3766993" y="841508"/>
                  </a:lnTo>
                  <a:lnTo>
                    <a:pt x="3771356" y="776527"/>
                  </a:lnTo>
                  <a:lnTo>
                    <a:pt x="3775719" y="800438"/>
                  </a:lnTo>
                  <a:lnTo>
                    <a:pt x="3780081" y="764522"/>
                  </a:lnTo>
                  <a:lnTo>
                    <a:pt x="3784444" y="709765"/>
                  </a:lnTo>
                  <a:lnTo>
                    <a:pt x="3788807" y="672083"/>
                  </a:lnTo>
                  <a:lnTo>
                    <a:pt x="3793170" y="639700"/>
                  </a:lnTo>
                  <a:lnTo>
                    <a:pt x="3797532" y="625570"/>
                  </a:lnTo>
                  <a:lnTo>
                    <a:pt x="3801895" y="546084"/>
                  </a:lnTo>
                  <a:lnTo>
                    <a:pt x="3806258" y="406542"/>
                  </a:lnTo>
                  <a:lnTo>
                    <a:pt x="3810621" y="270534"/>
                  </a:lnTo>
                  <a:lnTo>
                    <a:pt x="3814983" y="232263"/>
                  </a:lnTo>
                  <a:lnTo>
                    <a:pt x="3819346" y="222842"/>
                  </a:lnTo>
                  <a:lnTo>
                    <a:pt x="3823709" y="239917"/>
                  </a:lnTo>
                  <a:lnTo>
                    <a:pt x="3828072" y="286431"/>
                  </a:lnTo>
                  <a:lnTo>
                    <a:pt x="3832434" y="263068"/>
                  </a:lnTo>
                  <a:lnTo>
                    <a:pt x="3836797" y="253614"/>
                  </a:lnTo>
                  <a:lnTo>
                    <a:pt x="3841160" y="0"/>
                  </a:lnTo>
                  <a:lnTo>
                    <a:pt x="3845523" y="11480"/>
                  </a:lnTo>
                  <a:lnTo>
                    <a:pt x="3849885" y="63866"/>
                  </a:lnTo>
                  <a:lnTo>
                    <a:pt x="3854248" y="79654"/>
                  </a:lnTo>
                  <a:lnTo>
                    <a:pt x="3858611" y="131321"/>
                  </a:lnTo>
                  <a:lnTo>
                    <a:pt x="3862974" y="189448"/>
                  </a:lnTo>
                  <a:lnTo>
                    <a:pt x="3867336" y="312159"/>
                  </a:lnTo>
                  <a:lnTo>
                    <a:pt x="3871699" y="503042"/>
                  </a:lnTo>
                  <a:lnTo>
                    <a:pt x="3876062" y="673833"/>
                  </a:lnTo>
                  <a:lnTo>
                    <a:pt x="3880425" y="751334"/>
                  </a:lnTo>
                  <a:lnTo>
                    <a:pt x="3884787" y="805155"/>
                  </a:lnTo>
                  <a:lnTo>
                    <a:pt x="3889150" y="824530"/>
                  </a:lnTo>
                  <a:lnTo>
                    <a:pt x="3893513" y="775016"/>
                  </a:lnTo>
                  <a:lnTo>
                    <a:pt x="3897876" y="832424"/>
                  </a:lnTo>
                  <a:lnTo>
                    <a:pt x="3902238" y="871892"/>
                  </a:lnTo>
                  <a:lnTo>
                    <a:pt x="3906601" y="917102"/>
                  </a:lnTo>
                  <a:lnTo>
                    <a:pt x="3910964" y="906338"/>
                  </a:lnTo>
                  <a:lnTo>
                    <a:pt x="3915327" y="889115"/>
                  </a:lnTo>
                  <a:lnTo>
                    <a:pt x="3919689" y="879786"/>
                  </a:lnTo>
                  <a:lnTo>
                    <a:pt x="3924052" y="830271"/>
                  </a:lnTo>
                  <a:lnTo>
                    <a:pt x="3928415" y="730524"/>
                  </a:lnTo>
                  <a:lnTo>
                    <a:pt x="3932778" y="648716"/>
                  </a:lnTo>
                  <a:lnTo>
                    <a:pt x="3937140" y="584850"/>
                  </a:lnTo>
                  <a:lnTo>
                    <a:pt x="3941503" y="524570"/>
                  </a:lnTo>
                  <a:lnTo>
                    <a:pt x="3945866" y="482232"/>
                  </a:lnTo>
                  <a:lnTo>
                    <a:pt x="3950228" y="427694"/>
                  </a:lnTo>
                  <a:lnTo>
                    <a:pt x="3954591" y="387507"/>
                  </a:lnTo>
                  <a:lnTo>
                    <a:pt x="3958954" y="430563"/>
                  </a:lnTo>
                  <a:lnTo>
                    <a:pt x="3963317" y="441328"/>
                  </a:lnTo>
                  <a:lnTo>
                    <a:pt x="3967679" y="407600"/>
                  </a:lnTo>
                  <a:lnTo>
                    <a:pt x="3972042" y="386071"/>
                  </a:lnTo>
                  <a:lnTo>
                    <a:pt x="3976405" y="383919"/>
                  </a:lnTo>
                  <a:lnTo>
                    <a:pt x="3980768" y="513537"/>
                  </a:lnTo>
                  <a:lnTo>
                    <a:pt x="3985130" y="473078"/>
                  </a:lnTo>
                  <a:lnTo>
                    <a:pt x="3989493" y="545495"/>
                  </a:lnTo>
                  <a:lnTo>
                    <a:pt x="3993856" y="591420"/>
                  </a:lnTo>
                  <a:lnTo>
                    <a:pt x="3998219" y="582000"/>
                  </a:lnTo>
                  <a:lnTo>
                    <a:pt x="4002581" y="570224"/>
                  </a:lnTo>
                  <a:lnTo>
                    <a:pt x="4006944" y="555505"/>
                  </a:lnTo>
                  <a:lnTo>
                    <a:pt x="4011307" y="513701"/>
                  </a:lnTo>
                  <a:lnTo>
                    <a:pt x="4015670" y="495448"/>
                  </a:lnTo>
                  <a:lnTo>
                    <a:pt x="4020032" y="507224"/>
                  </a:lnTo>
                  <a:lnTo>
                    <a:pt x="4024395" y="536074"/>
                  </a:lnTo>
                  <a:lnTo>
                    <a:pt x="4028758" y="570224"/>
                  </a:lnTo>
                  <a:lnTo>
                    <a:pt x="4033121" y="637934"/>
                  </a:lnTo>
                  <a:lnTo>
                    <a:pt x="4037483" y="646177"/>
                  </a:lnTo>
                  <a:lnTo>
                    <a:pt x="4041846" y="657953"/>
                  </a:lnTo>
                  <a:lnTo>
                    <a:pt x="4046209" y="624496"/>
                  </a:lnTo>
                  <a:lnTo>
                    <a:pt x="4050572" y="652536"/>
                  </a:lnTo>
                  <a:lnTo>
                    <a:pt x="4054934" y="551839"/>
                  </a:lnTo>
                  <a:lnTo>
                    <a:pt x="4059297" y="564756"/>
                  </a:lnTo>
                  <a:lnTo>
                    <a:pt x="4063660" y="646564"/>
                  </a:lnTo>
                  <a:lnTo>
                    <a:pt x="4068023" y="690338"/>
                  </a:lnTo>
                  <a:lnTo>
                    <a:pt x="4072385" y="766404"/>
                  </a:lnTo>
                  <a:lnTo>
                    <a:pt x="4076748" y="856823"/>
                  </a:lnTo>
                  <a:lnTo>
                    <a:pt x="4081111" y="902750"/>
                  </a:lnTo>
                  <a:lnTo>
                    <a:pt x="4085474" y="935042"/>
                  </a:lnTo>
                  <a:lnTo>
                    <a:pt x="4089836" y="893421"/>
                  </a:lnTo>
                  <a:lnTo>
                    <a:pt x="4094199" y="858976"/>
                  </a:lnTo>
                  <a:lnTo>
                    <a:pt x="4098562" y="848929"/>
                  </a:lnTo>
                  <a:lnTo>
                    <a:pt x="4102925" y="858975"/>
                  </a:lnTo>
                  <a:lnTo>
                    <a:pt x="4107287" y="836730"/>
                  </a:lnTo>
                  <a:lnTo>
                    <a:pt x="4111650" y="819507"/>
                  </a:lnTo>
                  <a:lnTo>
                    <a:pt x="4116013" y="777168"/>
                  </a:lnTo>
                  <a:lnTo>
                    <a:pt x="4120376" y="735547"/>
                  </a:lnTo>
                  <a:lnTo>
                    <a:pt x="4124738" y="817173"/>
                  </a:lnTo>
                  <a:lnTo>
                    <a:pt x="4129101" y="796144"/>
                  </a:lnTo>
                  <a:lnTo>
                    <a:pt x="4133464" y="821045"/>
                  </a:lnTo>
                  <a:lnTo>
                    <a:pt x="4137827" y="820456"/>
                  </a:lnTo>
                  <a:lnTo>
                    <a:pt x="4142189" y="800438"/>
                  </a:lnTo>
                  <a:lnTo>
                    <a:pt x="4146552" y="870188"/>
                  </a:lnTo>
                  <a:lnTo>
                    <a:pt x="4150915" y="873559"/>
                  </a:lnTo>
                  <a:lnTo>
                    <a:pt x="4155278" y="944643"/>
                  </a:lnTo>
                  <a:lnTo>
                    <a:pt x="4159640" y="927582"/>
                  </a:lnTo>
                  <a:lnTo>
                    <a:pt x="4164003" y="882308"/>
                  </a:lnTo>
                  <a:lnTo>
                    <a:pt x="4168366" y="869804"/>
                  </a:lnTo>
                  <a:lnTo>
                    <a:pt x="4172729" y="872822"/>
                  </a:lnTo>
                  <a:lnTo>
                    <a:pt x="4177091" y="888345"/>
                  </a:lnTo>
                  <a:lnTo>
                    <a:pt x="4181454" y="865492"/>
                  </a:lnTo>
                  <a:lnTo>
                    <a:pt x="4185817" y="902871"/>
                  </a:lnTo>
                  <a:lnTo>
                    <a:pt x="4190180" y="887835"/>
                  </a:lnTo>
                  <a:lnTo>
                    <a:pt x="4194542" y="870359"/>
                  </a:lnTo>
                  <a:lnTo>
                    <a:pt x="4198905" y="802109"/>
                  </a:lnTo>
                  <a:lnTo>
                    <a:pt x="4203268" y="750798"/>
                  </a:lnTo>
                  <a:lnTo>
                    <a:pt x="4207631" y="712855"/>
                  </a:lnTo>
                  <a:lnTo>
                    <a:pt x="4211993" y="701644"/>
                  </a:lnTo>
                  <a:lnTo>
                    <a:pt x="4216356" y="635278"/>
                  </a:lnTo>
                  <a:lnTo>
                    <a:pt x="4220719" y="531524"/>
                  </a:lnTo>
                  <a:lnTo>
                    <a:pt x="4225082" y="561741"/>
                  </a:lnTo>
                  <a:lnTo>
                    <a:pt x="4229444" y="515467"/>
                  </a:lnTo>
                  <a:lnTo>
                    <a:pt x="4233807" y="533131"/>
                  </a:lnTo>
                  <a:lnTo>
                    <a:pt x="4238170" y="540785"/>
                  </a:lnTo>
                  <a:lnTo>
                    <a:pt x="4242533" y="569635"/>
                  </a:lnTo>
                  <a:lnTo>
                    <a:pt x="4246895" y="610261"/>
                  </a:lnTo>
                  <a:lnTo>
                    <a:pt x="4251258" y="569936"/>
                  </a:lnTo>
                  <a:lnTo>
                    <a:pt x="4255621" y="587105"/>
                  </a:lnTo>
                  <a:lnTo>
                    <a:pt x="4259984" y="541075"/>
                  </a:lnTo>
                  <a:lnTo>
                    <a:pt x="4264346" y="610683"/>
                  </a:lnTo>
                  <a:lnTo>
                    <a:pt x="4268709" y="718126"/>
                  </a:lnTo>
                  <a:lnTo>
                    <a:pt x="4273072" y="733615"/>
                  </a:lnTo>
                  <a:lnTo>
                    <a:pt x="4277435" y="827334"/>
                  </a:lnTo>
                  <a:lnTo>
                    <a:pt x="4281797" y="839715"/>
                  </a:lnTo>
                  <a:lnTo>
                    <a:pt x="4286160" y="837150"/>
                  </a:lnTo>
                  <a:lnTo>
                    <a:pt x="4290523" y="830997"/>
                  </a:lnTo>
                  <a:lnTo>
                    <a:pt x="4294886" y="794588"/>
                  </a:lnTo>
                  <a:lnTo>
                    <a:pt x="4299248" y="786896"/>
                  </a:lnTo>
                  <a:lnTo>
                    <a:pt x="4303611" y="784332"/>
                  </a:lnTo>
                  <a:lnTo>
                    <a:pt x="4307974" y="754077"/>
                  </a:lnTo>
                  <a:lnTo>
                    <a:pt x="4312337" y="782794"/>
                  </a:lnTo>
                  <a:lnTo>
                    <a:pt x="4316699" y="813049"/>
                  </a:lnTo>
                  <a:lnTo>
                    <a:pt x="4321062" y="826382"/>
                  </a:lnTo>
                  <a:lnTo>
                    <a:pt x="4325425" y="834587"/>
                  </a:lnTo>
                  <a:lnTo>
                    <a:pt x="4329788" y="836638"/>
                  </a:lnTo>
                  <a:lnTo>
                    <a:pt x="4334150" y="885656"/>
                  </a:lnTo>
                  <a:lnTo>
                    <a:pt x="4338513" y="925212"/>
                  </a:lnTo>
                  <a:lnTo>
                    <a:pt x="4342876" y="900972"/>
                  </a:lnTo>
                  <a:lnTo>
                    <a:pt x="4347239" y="868304"/>
                  </a:lnTo>
                  <a:lnTo>
                    <a:pt x="4351601" y="927866"/>
                  </a:lnTo>
                  <a:lnTo>
                    <a:pt x="4355964" y="969487"/>
                  </a:lnTo>
                  <a:lnTo>
                    <a:pt x="4360327" y="970205"/>
                  </a:lnTo>
                  <a:lnTo>
                    <a:pt x="4364690" y="949394"/>
                  </a:lnTo>
                  <a:lnTo>
                    <a:pt x="4369052" y="914231"/>
                  </a:lnTo>
                  <a:lnTo>
                    <a:pt x="4373415" y="933607"/>
                  </a:lnTo>
                  <a:lnTo>
                    <a:pt x="4377778" y="935042"/>
                  </a:lnTo>
                  <a:lnTo>
                    <a:pt x="4382141" y="912796"/>
                  </a:lnTo>
                  <a:lnTo>
                    <a:pt x="4386503" y="945806"/>
                  </a:lnTo>
                  <a:lnTo>
                    <a:pt x="4390866" y="922843"/>
                  </a:lnTo>
                  <a:lnTo>
                    <a:pt x="4395229" y="881939"/>
                  </a:lnTo>
                  <a:lnTo>
                    <a:pt x="4399592" y="861128"/>
                  </a:lnTo>
                  <a:lnTo>
                    <a:pt x="4403954" y="825965"/>
                  </a:lnTo>
                  <a:lnTo>
                    <a:pt x="4408317" y="749899"/>
                  </a:lnTo>
                  <a:lnTo>
                    <a:pt x="4412680" y="680291"/>
                  </a:lnTo>
                  <a:lnTo>
                    <a:pt x="4417043" y="651587"/>
                  </a:lnTo>
                  <a:lnTo>
                    <a:pt x="4421405" y="626471"/>
                  </a:lnTo>
                  <a:lnTo>
                    <a:pt x="4425768" y="646564"/>
                  </a:lnTo>
                  <a:lnTo>
                    <a:pt x="4430131" y="658763"/>
                  </a:lnTo>
                  <a:lnTo>
                    <a:pt x="4434494" y="809571"/>
                  </a:lnTo>
                  <a:lnTo>
                    <a:pt x="4438856" y="797983"/>
                  </a:lnTo>
                  <a:lnTo>
                    <a:pt x="4443219" y="773462"/>
                  </a:lnTo>
                  <a:lnTo>
                    <a:pt x="4447582" y="778653"/>
                  </a:lnTo>
                  <a:lnTo>
                    <a:pt x="4451945" y="737438"/>
                  </a:lnTo>
                  <a:lnTo>
                    <a:pt x="4456307" y="720363"/>
                  </a:lnTo>
                  <a:lnTo>
                    <a:pt x="4460670" y="755102"/>
                  </a:lnTo>
                  <a:lnTo>
                    <a:pt x="4465033" y="769232"/>
                  </a:lnTo>
                  <a:lnTo>
                    <a:pt x="4469396" y="812213"/>
                  </a:lnTo>
                  <a:lnTo>
                    <a:pt x="4473758" y="874624"/>
                  </a:lnTo>
                  <a:lnTo>
                    <a:pt x="4478121" y="928203"/>
                  </a:lnTo>
                  <a:lnTo>
                    <a:pt x="4482484" y="921138"/>
                  </a:lnTo>
                  <a:lnTo>
                    <a:pt x="4486847" y="930559"/>
                  </a:lnTo>
                  <a:lnTo>
                    <a:pt x="4491209" y="923493"/>
                  </a:lnTo>
                  <a:lnTo>
                    <a:pt x="4495572" y="939979"/>
                  </a:lnTo>
                  <a:lnTo>
                    <a:pt x="4499935" y="956306"/>
                  </a:lnTo>
                  <a:lnTo>
                    <a:pt x="4504298" y="957983"/>
                  </a:lnTo>
                  <a:lnTo>
                    <a:pt x="4508660" y="932333"/>
                  </a:lnTo>
                  <a:lnTo>
                    <a:pt x="4513023" y="869022"/>
                  </a:lnTo>
                  <a:lnTo>
                    <a:pt x="4517386" y="910643"/>
                  </a:lnTo>
                  <a:lnTo>
                    <a:pt x="4521749" y="944371"/>
                  </a:lnTo>
                  <a:lnTo>
                    <a:pt x="4526111" y="926431"/>
                  </a:lnTo>
                  <a:lnTo>
                    <a:pt x="4530474" y="992313"/>
                  </a:lnTo>
                  <a:lnTo>
                    <a:pt x="4534837" y="921793"/>
                  </a:lnTo>
                  <a:lnTo>
                    <a:pt x="4539200" y="951136"/>
                  </a:lnTo>
                  <a:lnTo>
                    <a:pt x="4543562" y="914073"/>
                  </a:lnTo>
                  <a:lnTo>
                    <a:pt x="4547925" y="906323"/>
                  </a:lnTo>
                  <a:lnTo>
                    <a:pt x="4552288" y="894584"/>
                  </a:lnTo>
                  <a:lnTo>
                    <a:pt x="4556651" y="892533"/>
                  </a:lnTo>
                  <a:lnTo>
                    <a:pt x="4561013" y="886892"/>
                  </a:lnTo>
                  <a:lnTo>
                    <a:pt x="4565376" y="861252"/>
                  </a:lnTo>
                  <a:lnTo>
                    <a:pt x="4569739" y="875610"/>
                  </a:lnTo>
                  <a:lnTo>
                    <a:pt x="4574102" y="912019"/>
                  </a:lnTo>
                  <a:lnTo>
                    <a:pt x="4578464" y="953555"/>
                  </a:lnTo>
                  <a:lnTo>
                    <a:pt x="4582827" y="958171"/>
                  </a:lnTo>
                  <a:lnTo>
                    <a:pt x="4587190" y="920224"/>
                  </a:lnTo>
                  <a:lnTo>
                    <a:pt x="4591553" y="900224"/>
                  </a:lnTo>
                  <a:lnTo>
                    <a:pt x="4595915" y="919756"/>
                  </a:lnTo>
                  <a:lnTo>
                    <a:pt x="4600278" y="960659"/>
                  </a:lnTo>
                  <a:lnTo>
                    <a:pt x="4604641" y="878949"/>
                  </a:lnTo>
                  <a:lnTo>
                    <a:pt x="4609004" y="910167"/>
                  </a:lnTo>
                  <a:lnTo>
                    <a:pt x="4613366" y="940205"/>
                  </a:lnTo>
                  <a:lnTo>
                    <a:pt x="4617729" y="848211"/>
                  </a:lnTo>
                  <a:lnTo>
                    <a:pt x="4622092" y="866151"/>
                  </a:lnTo>
                  <a:lnTo>
                    <a:pt x="4626455" y="866152"/>
                  </a:lnTo>
                  <a:lnTo>
                    <a:pt x="4630817" y="884092"/>
                  </a:lnTo>
                  <a:lnTo>
                    <a:pt x="4635180" y="912796"/>
                  </a:lnTo>
                  <a:lnTo>
                    <a:pt x="4639543" y="912796"/>
                  </a:lnTo>
                  <a:lnTo>
                    <a:pt x="4643906" y="854670"/>
                  </a:lnTo>
                  <a:lnTo>
                    <a:pt x="4648268" y="817354"/>
                  </a:lnTo>
                  <a:lnTo>
                    <a:pt x="4652631" y="812331"/>
                  </a:lnTo>
                  <a:lnTo>
                    <a:pt x="4656994" y="836012"/>
                  </a:lnTo>
                  <a:lnTo>
                    <a:pt x="4661357" y="928037"/>
                  </a:lnTo>
                  <a:lnTo>
                    <a:pt x="4665719" y="957054"/>
                  </a:lnTo>
                  <a:lnTo>
                    <a:pt x="4670082" y="1052023"/>
                  </a:lnTo>
                  <a:lnTo>
                    <a:pt x="4674445" y="1024640"/>
                  </a:lnTo>
                  <a:lnTo>
                    <a:pt x="4678808" y="1016629"/>
                  </a:lnTo>
                  <a:lnTo>
                    <a:pt x="4683170" y="990989"/>
                  </a:lnTo>
                  <a:lnTo>
                    <a:pt x="4687533" y="981759"/>
                  </a:lnTo>
                  <a:lnTo>
                    <a:pt x="4691896" y="981759"/>
                  </a:lnTo>
                  <a:lnTo>
                    <a:pt x="4696259" y="1004322"/>
                  </a:lnTo>
                  <a:lnTo>
                    <a:pt x="4700621" y="1006373"/>
                  </a:lnTo>
                  <a:lnTo>
                    <a:pt x="4704984" y="997143"/>
                  </a:lnTo>
                  <a:lnTo>
                    <a:pt x="4709347" y="983810"/>
                  </a:lnTo>
                  <a:lnTo>
                    <a:pt x="4713710" y="974580"/>
                  </a:lnTo>
                  <a:lnTo>
                    <a:pt x="4718072" y="949453"/>
                  </a:lnTo>
                  <a:lnTo>
                    <a:pt x="4722435" y="925351"/>
                  </a:lnTo>
                  <a:lnTo>
                    <a:pt x="4726798" y="923890"/>
                  </a:lnTo>
                  <a:lnTo>
                    <a:pt x="4731161" y="856372"/>
                  </a:lnTo>
                  <a:lnTo>
                    <a:pt x="4735523" y="820665"/>
                  </a:lnTo>
                  <a:lnTo>
                    <a:pt x="4739886" y="841352"/>
                  </a:lnTo>
                  <a:lnTo>
                    <a:pt x="4744249" y="717607"/>
                  </a:lnTo>
                  <a:lnTo>
                    <a:pt x="4748612" y="676703"/>
                  </a:lnTo>
                  <a:lnTo>
                    <a:pt x="4752974" y="622883"/>
                  </a:lnTo>
                  <a:lnTo>
                    <a:pt x="4757337" y="601354"/>
                  </a:lnTo>
                  <a:lnTo>
                    <a:pt x="4761700" y="556863"/>
                  </a:lnTo>
                  <a:lnTo>
                    <a:pt x="4766063" y="540358"/>
                  </a:lnTo>
                  <a:lnTo>
                    <a:pt x="4770425" y="564039"/>
                  </a:lnTo>
                  <a:lnTo>
                    <a:pt x="4774788" y="597049"/>
                  </a:lnTo>
                  <a:lnTo>
                    <a:pt x="4779151" y="630776"/>
                  </a:lnTo>
                  <a:lnTo>
                    <a:pt x="4783514" y="808404"/>
                  </a:lnTo>
                  <a:lnTo>
                    <a:pt x="4787876" y="842830"/>
                  </a:lnTo>
                  <a:lnTo>
                    <a:pt x="4792239" y="867056"/>
                  </a:lnTo>
                  <a:lnTo>
                    <a:pt x="4796602" y="861765"/>
                  </a:lnTo>
                  <a:lnTo>
                    <a:pt x="4800965" y="888943"/>
                  </a:lnTo>
                  <a:lnTo>
                    <a:pt x="4805327" y="898173"/>
                  </a:lnTo>
                  <a:lnTo>
                    <a:pt x="4809690" y="915608"/>
                  </a:lnTo>
                  <a:lnTo>
                    <a:pt x="4814053" y="985862"/>
                  </a:lnTo>
                  <a:lnTo>
                    <a:pt x="4818416" y="1055602"/>
                  </a:lnTo>
                  <a:lnTo>
                    <a:pt x="4822778" y="1092523"/>
                  </a:lnTo>
                  <a:lnTo>
                    <a:pt x="4827141" y="1127906"/>
                  </a:lnTo>
                  <a:lnTo>
                    <a:pt x="4831504" y="1146880"/>
                  </a:lnTo>
                  <a:lnTo>
                    <a:pt x="4835867" y="1153033"/>
                  </a:lnTo>
                  <a:lnTo>
                    <a:pt x="4840229" y="1184314"/>
                  </a:lnTo>
                  <a:lnTo>
                    <a:pt x="4844592" y="1203800"/>
                  </a:lnTo>
                  <a:lnTo>
                    <a:pt x="4848955" y="1220962"/>
                  </a:lnTo>
                  <a:lnTo>
                    <a:pt x="4853318" y="1243202"/>
                  </a:lnTo>
                  <a:lnTo>
                    <a:pt x="4857680" y="1304980"/>
                  </a:lnTo>
                  <a:lnTo>
                    <a:pt x="4862043" y="1284517"/>
                  </a:lnTo>
                  <a:lnTo>
                    <a:pt x="4866406" y="1274470"/>
                  </a:lnTo>
                  <a:lnTo>
                    <a:pt x="4870769" y="1282364"/>
                  </a:lnTo>
                  <a:lnTo>
                    <a:pt x="4875131" y="1311068"/>
                  </a:lnTo>
                  <a:lnTo>
                    <a:pt x="4879494" y="1304610"/>
                  </a:lnTo>
                  <a:lnTo>
                    <a:pt x="4883857" y="1307480"/>
                  </a:lnTo>
                  <a:lnTo>
                    <a:pt x="4888220" y="1314656"/>
                  </a:lnTo>
                  <a:lnTo>
                    <a:pt x="4892582" y="1282364"/>
                  </a:lnTo>
                  <a:lnTo>
                    <a:pt x="4896945" y="1271600"/>
                  </a:lnTo>
                  <a:lnTo>
                    <a:pt x="4901308" y="1245766"/>
                  </a:lnTo>
                  <a:lnTo>
                    <a:pt x="4905671" y="1227108"/>
                  </a:lnTo>
                  <a:lnTo>
                    <a:pt x="4910033" y="1169700"/>
                  </a:lnTo>
                  <a:lnTo>
                    <a:pt x="4914396" y="1157500"/>
                  </a:lnTo>
                  <a:lnTo>
                    <a:pt x="4918759" y="1145301"/>
                  </a:lnTo>
                  <a:lnTo>
                    <a:pt x="4923122" y="1130949"/>
                  </a:lnTo>
                  <a:lnTo>
                    <a:pt x="4927484" y="1134537"/>
                  </a:lnTo>
                  <a:lnTo>
                    <a:pt x="4931847" y="1123055"/>
                  </a:lnTo>
                  <a:lnTo>
                    <a:pt x="4936210" y="1100809"/>
                  </a:lnTo>
                  <a:lnTo>
                    <a:pt x="4940573" y="1100809"/>
                  </a:lnTo>
                  <a:lnTo>
                    <a:pt x="4944935" y="1100809"/>
                  </a:lnTo>
                  <a:lnTo>
                    <a:pt x="4949298" y="1087175"/>
                  </a:lnTo>
                  <a:lnTo>
                    <a:pt x="4953661" y="1095786"/>
                  </a:lnTo>
                  <a:lnTo>
                    <a:pt x="4958024" y="1131666"/>
                  </a:lnTo>
                  <a:lnTo>
                    <a:pt x="4962386" y="1147454"/>
                  </a:lnTo>
                  <a:lnTo>
                    <a:pt x="4966749" y="1182617"/>
                  </a:lnTo>
                  <a:lnTo>
                    <a:pt x="4971112" y="1195534"/>
                  </a:lnTo>
                  <a:lnTo>
                    <a:pt x="4975475" y="1244331"/>
                  </a:lnTo>
                  <a:lnTo>
                    <a:pt x="4979837" y="1270165"/>
                  </a:lnTo>
                  <a:lnTo>
                    <a:pt x="4984200" y="1287387"/>
                  </a:lnTo>
                  <a:lnTo>
                    <a:pt x="4988563" y="1314656"/>
                  </a:lnTo>
                  <a:lnTo>
                    <a:pt x="4992926" y="1322550"/>
                  </a:lnTo>
                  <a:lnTo>
                    <a:pt x="4997288" y="1327573"/>
                  </a:lnTo>
                  <a:lnTo>
                    <a:pt x="5001651" y="1296716"/>
                  </a:lnTo>
                  <a:lnTo>
                    <a:pt x="5006014" y="1278058"/>
                  </a:lnTo>
                  <a:lnTo>
                    <a:pt x="5010377" y="1298151"/>
                  </a:lnTo>
                  <a:lnTo>
                    <a:pt x="5014739" y="1291693"/>
                  </a:lnTo>
                  <a:lnTo>
                    <a:pt x="5019102" y="1285952"/>
                  </a:lnTo>
                  <a:lnTo>
                    <a:pt x="5023465" y="1285952"/>
                  </a:lnTo>
                  <a:lnTo>
                    <a:pt x="5027828" y="1280211"/>
                  </a:lnTo>
                  <a:lnTo>
                    <a:pt x="5032190" y="1300053"/>
                  </a:lnTo>
                  <a:lnTo>
                    <a:pt x="5036553" y="1256809"/>
                  </a:lnTo>
                  <a:lnTo>
                    <a:pt x="5040916" y="1214084"/>
                  </a:lnTo>
                  <a:lnTo>
                    <a:pt x="5045279" y="1155873"/>
                  </a:lnTo>
                  <a:lnTo>
                    <a:pt x="5049641" y="1140213"/>
                  </a:lnTo>
                  <a:lnTo>
                    <a:pt x="5054004" y="1120214"/>
                  </a:lnTo>
                  <a:lnTo>
                    <a:pt x="5058367" y="1099190"/>
                  </a:lnTo>
                  <a:lnTo>
                    <a:pt x="5062730" y="1076627"/>
                  </a:lnTo>
                  <a:lnTo>
                    <a:pt x="5067092" y="1060730"/>
                  </a:lnTo>
                  <a:lnTo>
                    <a:pt x="5071455" y="1036116"/>
                  </a:lnTo>
                  <a:lnTo>
                    <a:pt x="5075818" y="981246"/>
                  </a:lnTo>
                  <a:lnTo>
                    <a:pt x="5080181" y="989451"/>
                  </a:lnTo>
                  <a:lnTo>
                    <a:pt x="5084543" y="986374"/>
                  </a:lnTo>
                  <a:lnTo>
                    <a:pt x="5088906" y="986374"/>
                  </a:lnTo>
                  <a:lnTo>
                    <a:pt x="5093269" y="990477"/>
                  </a:lnTo>
                  <a:lnTo>
                    <a:pt x="5097632" y="987642"/>
                  </a:lnTo>
                  <a:lnTo>
                    <a:pt x="5101994" y="1035787"/>
                  </a:lnTo>
                  <a:lnTo>
                    <a:pt x="5106357" y="1037677"/>
                  </a:lnTo>
                  <a:lnTo>
                    <a:pt x="5110720" y="1106166"/>
                  </a:lnTo>
                  <a:lnTo>
                    <a:pt x="5115083" y="1070670"/>
                  </a:lnTo>
                  <a:lnTo>
                    <a:pt x="5119445" y="1093633"/>
                  </a:lnTo>
                  <a:lnTo>
                    <a:pt x="5123808" y="1092198"/>
                  </a:lnTo>
                  <a:lnTo>
                    <a:pt x="5128171" y="1133819"/>
                  </a:lnTo>
                  <a:lnTo>
                    <a:pt x="5132534" y="1198404"/>
                  </a:lnTo>
                  <a:lnTo>
                    <a:pt x="5136896" y="1254377"/>
                  </a:lnTo>
                  <a:lnTo>
                    <a:pt x="5141259" y="1322550"/>
                  </a:lnTo>
                  <a:lnTo>
                    <a:pt x="5145622" y="1273753"/>
                  </a:lnTo>
                  <a:lnTo>
                    <a:pt x="5149985" y="1260836"/>
                  </a:lnTo>
                  <a:lnTo>
                    <a:pt x="5154347" y="1220650"/>
                  </a:lnTo>
                  <a:lnTo>
                    <a:pt x="5158710" y="1158935"/>
                  </a:lnTo>
                  <a:lnTo>
                    <a:pt x="5163073" y="1114444"/>
                  </a:lnTo>
                  <a:lnTo>
                    <a:pt x="5167436" y="1114444"/>
                  </a:lnTo>
                  <a:lnTo>
                    <a:pt x="5171798" y="1122338"/>
                  </a:lnTo>
                  <a:lnTo>
                    <a:pt x="5176161" y="1092198"/>
                  </a:lnTo>
                  <a:lnTo>
                    <a:pt x="5180524" y="1049859"/>
                  </a:lnTo>
                  <a:lnTo>
                    <a:pt x="5184887" y="1008238"/>
                  </a:lnTo>
                  <a:lnTo>
                    <a:pt x="5189249" y="1009673"/>
                  </a:lnTo>
                  <a:lnTo>
                    <a:pt x="5193612" y="994603"/>
                  </a:lnTo>
                  <a:lnTo>
                    <a:pt x="5197975" y="966617"/>
                  </a:lnTo>
                  <a:lnTo>
                    <a:pt x="5202338" y="941500"/>
                  </a:lnTo>
                  <a:lnTo>
                    <a:pt x="5206700" y="960876"/>
                  </a:lnTo>
                  <a:lnTo>
                    <a:pt x="5211063" y="1027613"/>
                  </a:lnTo>
                  <a:lnTo>
                    <a:pt x="5215426" y="1052730"/>
                  </a:lnTo>
                  <a:lnTo>
                    <a:pt x="5219789" y="1092916"/>
                  </a:lnTo>
                  <a:lnTo>
                    <a:pt x="5224151" y="1154630"/>
                  </a:lnTo>
                  <a:lnTo>
                    <a:pt x="5228514" y="1199122"/>
                  </a:lnTo>
                  <a:lnTo>
                    <a:pt x="5232877" y="1199839"/>
                  </a:lnTo>
                  <a:lnTo>
                    <a:pt x="5237240" y="1205580"/>
                  </a:lnTo>
                  <a:lnTo>
                    <a:pt x="5241602" y="1232849"/>
                  </a:lnTo>
                  <a:lnTo>
                    <a:pt x="5245965" y="1263706"/>
                  </a:lnTo>
                  <a:lnTo>
                    <a:pt x="5250328" y="1308916"/>
                  </a:lnTo>
                  <a:lnTo>
                    <a:pt x="5254691" y="1325421"/>
                  </a:lnTo>
                  <a:lnTo>
                    <a:pt x="5259053" y="1335467"/>
                  </a:lnTo>
                  <a:lnTo>
                    <a:pt x="5263416" y="1345514"/>
                  </a:lnTo>
                  <a:lnTo>
                    <a:pt x="5267779" y="1344078"/>
                  </a:lnTo>
                  <a:lnTo>
                    <a:pt x="5272142" y="1343361"/>
                  </a:lnTo>
                  <a:lnTo>
                    <a:pt x="5276504" y="1343361"/>
                  </a:lnTo>
                  <a:lnTo>
                    <a:pt x="5280867" y="1328291"/>
                  </a:lnTo>
                  <a:lnTo>
                    <a:pt x="5285230" y="1335605"/>
                  </a:lnTo>
                  <a:lnTo>
                    <a:pt x="5289593" y="1292697"/>
                  </a:lnTo>
                  <a:lnTo>
                    <a:pt x="5293955" y="1251624"/>
                  </a:lnTo>
                  <a:lnTo>
                    <a:pt x="5298318" y="1213370"/>
                  </a:lnTo>
                  <a:lnTo>
                    <a:pt x="5302681" y="1169015"/>
                  </a:lnTo>
                  <a:lnTo>
                    <a:pt x="5307044" y="1183256"/>
                  </a:lnTo>
                  <a:lnTo>
                    <a:pt x="5311406" y="1187903"/>
                  </a:lnTo>
                  <a:lnTo>
                    <a:pt x="5315769" y="1173545"/>
                  </a:lnTo>
                  <a:lnTo>
                    <a:pt x="5320132" y="1176109"/>
                  </a:lnTo>
                  <a:lnTo>
                    <a:pt x="5324495" y="1170468"/>
                  </a:lnTo>
                  <a:lnTo>
                    <a:pt x="5328857" y="1197966"/>
                  </a:lnTo>
                  <a:lnTo>
                    <a:pt x="5333220" y="1215074"/>
                  </a:lnTo>
                  <a:lnTo>
                    <a:pt x="5337583" y="1205364"/>
                  </a:lnTo>
                  <a:lnTo>
                    <a:pt x="5341946" y="1197856"/>
                  </a:lnTo>
                  <a:lnTo>
                    <a:pt x="5346308" y="1207542"/>
                  </a:lnTo>
                  <a:lnTo>
                    <a:pt x="5350671" y="1220918"/>
                  </a:lnTo>
                  <a:lnTo>
                    <a:pt x="5355034" y="1255761"/>
                  </a:lnTo>
                  <a:lnTo>
                    <a:pt x="5359397" y="1286739"/>
                  </a:lnTo>
                  <a:lnTo>
                    <a:pt x="5363759" y="1300206"/>
                  </a:lnTo>
                  <a:lnTo>
                    <a:pt x="5368122" y="1341742"/>
                  </a:lnTo>
                  <a:lnTo>
                    <a:pt x="5372485" y="1370289"/>
                  </a:lnTo>
                  <a:lnTo>
                    <a:pt x="5376848" y="1334463"/>
                  </a:lnTo>
                  <a:lnTo>
                    <a:pt x="5381210" y="1348005"/>
                  </a:lnTo>
                  <a:lnTo>
                    <a:pt x="5385573" y="1320921"/>
                  </a:lnTo>
                  <a:lnTo>
                    <a:pt x="5389936" y="1285005"/>
                  </a:lnTo>
                  <a:lnTo>
                    <a:pt x="5394299" y="1272875"/>
                  </a:lnTo>
                  <a:lnTo>
                    <a:pt x="5398661" y="1243202"/>
                  </a:lnTo>
                  <a:lnTo>
                    <a:pt x="5403024" y="1273340"/>
                  </a:lnTo>
                  <a:lnTo>
                    <a:pt x="5407387" y="1247323"/>
                  </a:lnTo>
                  <a:lnTo>
                    <a:pt x="5411750" y="1247323"/>
                  </a:lnTo>
                  <a:lnTo>
                    <a:pt x="5416112" y="1237903"/>
                  </a:lnTo>
                  <a:lnTo>
                    <a:pt x="5420475" y="1222006"/>
                  </a:lnTo>
                  <a:lnTo>
                    <a:pt x="5424838" y="1211996"/>
                  </a:lnTo>
                  <a:lnTo>
                    <a:pt x="5429201" y="1211996"/>
                  </a:lnTo>
                  <a:lnTo>
                    <a:pt x="5433563" y="1209641"/>
                  </a:lnTo>
                  <a:lnTo>
                    <a:pt x="5437926" y="1202576"/>
                  </a:lnTo>
                  <a:lnTo>
                    <a:pt x="5442289" y="1223183"/>
                  </a:lnTo>
                  <a:lnTo>
                    <a:pt x="5446652" y="1227305"/>
                  </a:lnTo>
                  <a:lnTo>
                    <a:pt x="5451014" y="1262043"/>
                  </a:lnTo>
                  <a:lnTo>
                    <a:pt x="5455377" y="1315033"/>
                  </a:lnTo>
                  <a:lnTo>
                    <a:pt x="5459740" y="1346662"/>
                  </a:lnTo>
                  <a:lnTo>
                    <a:pt x="5464103" y="1360712"/>
                  </a:lnTo>
                  <a:lnTo>
                    <a:pt x="5468465" y="1339773"/>
                  </a:lnTo>
                  <a:lnTo>
                    <a:pt x="5472828" y="1343361"/>
                  </a:lnTo>
                  <a:lnTo>
                    <a:pt x="5477191" y="1343361"/>
                  </a:lnTo>
                  <a:lnTo>
                    <a:pt x="5481554" y="1351972"/>
                  </a:lnTo>
                  <a:lnTo>
                    <a:pt x="5485916" y="1349819"/>
                  </a:lnTo>
                  <a:lnTo>
                    <a:pt x="5490279" y="1357713"/>
                  </a:lnTo>
                  <a:lnTo>
                    <a:pt x="5494642" y="1348384"/>
                  </a:lnTo>
                  <a:lnTo>
                    <a:pt x="5499005" y="1329009"/>
                  </a:lnTo>
                  <a:lnTo>
                    <a:pt x="5503367" y="1292411"/>
                  </a:lnTo>
                  <a:lnTo>
                    <a:pt x="5507730" y="1254377"/>
                  </a:lnTo>
                  <a:lnTo>
                    <a:pt x="5512093" y="1196251"/>
                  </a:lnTo>
                  <a:lnTo>
                    <a:pt x="5516456" y="1146736"/>
                  </a:lnTo>
                  <a:lnTo>
                    <a:pt x="5520818" y="1132384"/>
                  </a:lnTo>
                  <a:lnTo>
                    <a:pt x="5525181" y="1138125"/>
                  </a:lnTo>
                  <a:lnTo>
                    <a:pt x="5529544" y="1136690"/>
                  </a:lnTo>
                  <a:lnTo>
                    <a:pt x="5533907" y="1136690"/>
                  </a:lnTo>
                  <a:lnTo>
                    <a:pt x="5538269" y="1136690"/>
                  </a:lnTo>
                  <a:lnTo>
                    <a:pt x="5542632" y="1118749"/>
                  </a:lnTo>
                  <a:lnTo>
                    <a:pt x="5546995" y="1100092"/>
                  </a:lnTo>
                  <a:lnTo>
                    <a:pt x="5551358" y="1089328"/>
                  </a:lnTo>
                  <a:lnTo>
                    <a:pt x="5555720" y="1061341"/>
                  </a:lnTo>
                  <a:lnTo>
                    <a:pt x="5560083" y="1065647"/>
                  </a:lnTo>
                  <a:lnTo>
                    <a:pt x="5564446" y="1087892"/>
                  </a:lnTo>
                  <a:lnTo>
                    <a:pt x="5568809" y="1135972"/>
                  </a:lnTo>
                  <a:lnTo>
                    <a:pt x="5573171" y="1174005"/>
                  </a:lnTo>
                  <a:lnTo>
                    <a:pt x="5577534" y="1214909"/>
                  </a:lnTo>
                  <a:lnTo>
                    <a:pt x="5581897" y="1240025"/>
                  </a:lnTo>
                  <a:lnTo>
                    <a:pt x="5586260" y="1238590"/>
                  </a:lnTo>
                  <a:lnTo>
                    <a:pt x="5590622" y="1239308"/>
                  </a:lnTo>
                  <a:lnTo>
                    <a:pt x="5594985" y="1247919"/>
                  </a:lnTo>
                  <a:lnTo>
                    <a:pt x="5599348" y="1242896"/>
                  </a:lnTo>
                  <a:lnTo>
                    <a:pt x="5603711" y="1238590"/>
                  </a:lnTo>
                  <a:lnTo>
                    <a:pt x="5608073" y="1252225"/>
                  </a:lnTo>
                  <a:lnTo>
                    <a:pt x="5612436" y="1272318"/>
                  </a:lnTo>
                  <a:lnTo>
                    <a:pt x="5616799" y="1276623"/>
                  </a:lnTo>
                  <a:lnTo>
                    <a:pt x="5621162" y="1295281"/>
                  </a:lnTo>
                  <a:lnTo>
                    <a:pt x="5625524" y="1294563"/>
                  </a:lnTo>
                  <a:lnTo>
                    <a:pt x="5629887" y="1251507"/>
                  </a:lnTo>
                  <a:lnTo>
                    <a:pt x="5634250" y="1181181"/>
                  </a:lnTo>
                  <a:lnTo>
                    <a:pt x="5638613" y="1200129"/>
                  </a:lnTo>
                  <a:lnTo>
                    <a:pt x="5642975" y="1205634"/>
                  </a:lnTo>
                  <a:lnTo>
                    <a:pt x="5647338" y="1199632"/>
                  </a:lnTo>
                  <a:lnTo>
                    <a:pt x="5651701" y="1198454"/>
                  </a:lnTo>
                  <a:lnTo>
                    <a:pt x="5656064" y="1194922"/>
                  </a:lnTo>
                  <a:lnTo>
                    <a:pt x="5660426" y="1200810"/>
                  </a:lnTo>
                  <a:lnTo>
                    <a:pt x="5664789" y="1207286"/>
                  </a:lnTo>
                  <a:lnTo>
                    <a:pt x="5669152" y="1201987"/>
                  </a:lnTo>
                  <a:lnTo>
                    <a:pt x="5673515" y="1175492"/>
                  </a:lnTo>
                  <a:lnTo>
                    <a:pt x="5677877" y="1156062"/>
                  </a:lnTo>
                  <a:lnTo>
                    <a:pt x="5682240" y="1167249"/>
                  </a:lnTo>
                  <a:lnTo>
                    <a:pt x="5686603" y="1176669"/>
                  </a:lnTo>
                  <a:lnTo>
                    <a:pt x="5690966" y="1181380"/>
                  </a:lnTo>
                  <a:lnTo>
                    <a:pt x="5695328" y="1216707"/>
                  </a:lnTo>
                  <a:lnTo>
                    <a:pt x="5699691" y="1270286"/>
                  </a:lnTo>
                  <a:lnTo>
                    <a:pt x="5704054" y="1277984"/>
                  </a:lnTo>
                  <a:lnTo>
                    <a:pt x="5708417" y="1265721"/>
                  </a:lnTo>
                  <a:lnTo>
                    <a:pt x="5712779" y="1242178"/>
                  </a:lnTo>
                  <a:lnTo>
                    <a:pt x="5717142" y="1242896"/>
                  </a:lnTo>
                  <a:lnTo>
                    <a:pt x="5721505" y="1242896"/>
                  </a:lnTo>
                  <a:lnTo>
                    <a:pt x="5725868" y="1242896"/>
                  </a:lnTo>
                  <a:lnTo>
                    <a:pt x="5730230" y="1276409"/>
                  </a:lnTo>
                  <a:lnTo>
                    <a:pt x="5734593" y="1266950"/>
                  </a:lnTo>
                  <a:lnTo>
                    <a:pt x="5738956" y="1296781"/>
                  </a:lnTo>
                  <a:lnTo>
                    <a:pt x="5743319" y="1295015"/>
                  </a:lnTo>
                  <a:lnTo>
                    <a:pt x="5747681" y="1272641"/>
                  </a:lnTo>
                  <a:lnTo>
                    <a:pt x="5752044" y="1252034"/>
                  </a:lnTo>
                  <a:lnTo>
                    <a:pt x="5756407" y="1247323"/>
                  </a:lnTo>
                  <a:lnTo>
                    <a:pt x="5760770" y="1232015"/>
                  </a:lnTo>
                  <a:lnTo>
                    <a:pt x="5765132" y="1255589"/>
                  </a:lnTo>
                  <a:lnTo>
                    <a:pt x="5769495" y="1257139"/>
                  </a:lnTo>
                  <a:lnTo>
                    <a:pt x="5773858" y="1260208"/>
                  </a:lnTo>
                  <a:lnTo>
                    <a:pt x="5778221" y="1245849"/>
                  </a:lnTo>
                  <a:lnTo>
                    <a:pt x="5782583" y="1246362"/>
                  </a:lnTo>
                  <a:lnTo>
                    <a:pt x="5786946" y="1252003"/>
                  </a:lnTo>
                  <a:lnTo>
                    <a:pt x="5791309" y="1234055"/>
                  </a:lnTo>
                  <a:lnTo>
                    <a:pt x="5795672" y="1201856"/>
                  </a:lnTo>
                  <a:lnTo>
                    <a:pt x="5800034" y="1197683"/>
                  </a:lnTo>
                  <a:lnTo>
                    <a:pt x="5804397" y="1131333"/>
                  </a:lnTo>
                  <a:lnTo>
                    <a:pt x="5808760" y="1105427"/>
                  </a:lnTo>
                  <a:lnTo>
                    <a:pt x="5813123" y="1125445"/>
                  </a:lnTo>
                  <a:lnTo>
                    <a:pt x="5817485" y="1172287"/>
                  </a:lnTo>
                  <a:lnTo>
                    <a:pt x="5821848" y="1178606"/>
                  </a:lnTo>
                  <a:lnTo>
                    <a:pt x="5826211" y="1192039"/>
                  </a:lnTo>
                  <a:lnTo>
                    <a:pt x="5830574" y="1201339"/>
                  </a:lnTo>
                  <a:lnTo>
                    <a:pt x="5834936" y="1184985"/>
                  </a:lnTo>
                  <a:lnTo>
                    <a:pt x="5839299" y="1152529"/>
                  </a:lnTo>
                  <a:lnTo>
                    <a:pt x="5843662" y="1184912"/>
                  </a:lnTo>
                  <a:lnTo>
                    <a:pt x="5848025" y="1197866"/>
                  </a:lnTo>
                  <a:lnTo>
                    <a:pt x="5852387" y="1201398"/>
                  </a:lnTo>
                  <a:lnTo>
                    <a:pt x="5856750" y="1222006"/>
                  </a:lnTo>
                  <a:lnTo>
                    <a:pt x="5861113" y="1266164"/>
                  </a:lnTo>
                  <a:lnTo>
                    <a:pt x="5865476" y="1287361"/>
                  </a:lnTo>
                  <a:lnTo>
                    <a:pt x="5869838" y="1326809"/>
                  </a:lnTo>
                  <a:lnTo>
                    <a:pt x="5874201" y="1369790"/>
                  </a:lnTo>
                  <a:lnTo>
                    <a:pt x="5878564" y="1367435"/>
                  </a:lnTo>
                  <a:lnTo>
                    <a:pt x="5882927" y="1363195"/>
                  </a:lnTo>
                  <a:lnTo>
                    <a:pt x="5887289" y="1345485"/>
                  </a:lnTo>
                  <a:lnTo>
                    <a:pt x="5891652" y="1310351"/>
                  </a:lnTo>
                  <a:lnTo>
                    <a:pt x="5896015" y="1289540"/>
                  </a:lnTo>
                  <a:lnTo>
                    <a:pt x="5900378" y="1280211"/>
                  </a:lnTo>
                  <a:lnTo>
                    <a:pt x="5904740" y="1300304"/>
                  </a:lnTo>
                  <a:lnTo>
                    <a:pt x="5909103" y="1288105"/>
                  </a:lnTo>
                  <a:lnTo>
                    <a:pt x="5913466" y="1285952"/>
                  </a:lnTo>
                  <a:lnTo>
                    <a:pt x="5917829" y="1285952"/>
                  </a:lnTo>
                  <a:lnTo>
                    <a:pt x="5922191" y="1285952"/>
                  </a:lnTo>
                  <a:lnTo>
                    <a:pt x="5926554" y="1315461"/>
                  </a:lnTo>
                  <a:lnTo>
                    <a:pt x="5930917" y="1309249"/>
                  </a:lnTo>
                  <a:lnTo>
                    <a:pt x="5935280" y="1317977"/>
                  </a:lnTo>
                  <a:lnTo>
                    <a:pt x="5939642" y="1317388"/>
                  </a:lnTo>
                  <a:lnTo>
                    <a:pt x="5944005" y="1327986"/>
                  </a:lnTo>
                  <a:lnTo>
                    <a:pt x="5948368" y="1334463"/>
                  </a:lnTo>
                  <a:lnTo>
                    <a:pt x="5952731" y="1329753"/>
                  </a:lnTo>
                  <a:lnTo>
                    <a:pt x="5957093" y="1327398"/>
                  </a:lnTo>
                  <a:lnTo>
                    <a:pt x="5961456" y="1346828"/>
                  </a:lnTo>
                  <a:lnTo>
                    <a:pt x="5965819" y="1368612"/>
                  </a:lnTo>
                  <a:lnTo>
                    <a:pt x="5970182" y="1365080"/>
                  </a:lnTo>
                  <a:lnTo>
                    <a:pt x="5974544" y="1384756"/>
                  </a:lnTo>
                  <a:lnTo>
                    <a:pt x="5978907" y="1385272"/>
                  </a:lnTo>
                  <a:lnTo>
                    <a:pt x="5983270" y="1365844"/>
                  </a:lnTo>
                  <a:lnTo>
                    <a:pt x="5987633" y="1343794"/>
                  </a:lnTo>
                  <a:lnTo>
                    <a:pt x="5991995" y="1328439"/>
                  </a:lnTo>
                  <a:lnTo>
                    <a:pt x="5996358" y="1332056"/>
                  </a:lnTo>
                  <a:lnTo>
                    <a:pt x="6000721" y="1294426"/>
                  </a:lnTo>
                  <a:lnTo>
                    <a:pt x="6005084" y="1288538"/>
                  </a:lnTo>
                  <a:lnTo>
                    <a:pt x="6009446" y="1278529"/>
                  </a:lnTo>
                  <a:lnTo>
                    <a:pt x="6013809" y="1266164"/>
                  </a:lnTo>
                  <a:lnTo>
                    <a:pt x="6018172" y="1292071"/>
                  </a:lnTo>
                  <a:lnTo>
                    <a:pt x="6022535" y="1295603"/>
                  </a:lnTo>
                  <a:lnTo>
                    <a:pt x="6026897" y="1292071"/>
                  </a:lnTo>
                  <a:lnTo>
                    <a:pt x="6031260" y="1289127"/>
                  </a:lnTo>
                  <a:lnTo>
                    <a:pt x="6035623" y="1294426"/>
                  </a:lnTo>
                  <a:lnTo>
                    <a:pt x="6039986" y="1295762"/>
                  </a:lnTo>
                  <a:lnTo>
                    <a:pt x="6044348" y="1293140"/>
                  </a:lnTo>
                  <a:lnTo>
                    <a:pt x="6048711" y="1285952"/>
                  </a:lnTo>
                  <a:lnTo>
                    <a:pt x="6053074" y="1316809"/>
                  </a:lnTo>
                  <a:lnTo>
                    <a:pt x="6057437" y="1340490"/>
                  </a:lnTo>
                  <a:lnTo>
                    <a:pt x="6061799" y="1345514"/>
                  </a:lnTo>
                  <a:lnTo>
                    <a:pt x="6066162" y="1355560"/>
                  </a:lnTo>
                  <a:lnTo>
                    <a:pt x="6070525" y="1357713"/>
                  </a:lnTo>
                  <a:lnTo>
                    <a:pt x="6074888" y="1371347"/>
                  </a:lnTo>
                  <a:lnTo>
                    <a:pt x="6079250" y="1386417"/>
                  </a:lnTo>
                  <a:lnTo>
                    <a:pt x="6083613" y="1386417"/>
                  </a:lnTo>
                  <a:lnTo>
                    <a:pt x="6087976" y="1392158"/>
                  </a:lnTo>
                  <a:lnTo>
                    <a:pt x="6092339" y="1403640"/>
                  </a:lnTo>
                  <a:lnTo>
                    <a:pt x="6096701" y="1415122"/>
                  </a:lnTo>
                  <a:lnTo>
                    <a:pt x="6101064" y="1415122"/>
                  </a:lnTo>
                  <a:lnTo>
                    <a:pt x="6101064" y="141512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622670" y="622431"/>
              <a:ext cx="8375825" cy="1443857"/>
            </a:xfrm>
            <a:custGeom>
              <a:avLst/>
              <a:pathLst>
                <a:path w="8375825" h="1443857">
                  <a:moveTo>
                    <a:pt x="0" y="1391575"/>
                  </a:moveTo>
                  <a:lnTo>
                    <a:pt x="3708" y="1393566"/>
                  </a:lnTo>
                  <a:lnTo>
                    <a:pt x="8071" y="1377806"/>
                  </a:lnTo>
                  <a:lnTo>
                    <a:pt x="12433" y="1367042"/>
                  </a:lnTo>
                  <a:lnTo>
                    <a:pt x="16796" y="1372065"/>
                  </a:lnTo>
                  <a:lnTo>
                    <a:pt x="21159" y="1372065"/>
                  </a:lnTo>
                  <a:lnTo>
                    <a:pt x="25522" y="1353407"/>
                  </a:lnTo>
                  <a:lnTo>
                    <a:pt x="29884" y="1348384"/>
                  </a:lnTo>
                  <a:lnTo>
                    <a:pt x="34247" y="1357713"/>
                  </a:lnTo>
                  <a:lnTo>
                    <a:pt x="38610" y="1350537"/>
                  </a:lnTo>
                  <a:lnTo>
                    <a:pt x="42973" y="1347666"/>
                  </a:lnTo>
                  <a:lnTo>
                    <a:pt x="47335" y="1335467"/>
                  </a:lnTo>
                  <a:lnTo>
                    <a:pt x="51698" y="1304610"/>
                  </a:lnTo>
                  <a:lnTo>
                    <a:pt x="56061" y="1300304"/>
                  </a:lnTo>
                  <a:lnTo>
                    <a:pt x="60424" y="1300304"/>
                  </a:lnTo>
                  <a:lnTo>
                    <a:pt x="64786" y="1329478"/>
                  </a:lnTo>
                  <a:lnTo>
                    <a:pt x="69149" y="1306183"/>
                  </a:lnTo>
                  <a:lnTo>
                    <a:pt x="73512" y="1298463"/>
                  </a:lnTo>
                  <a:lnTo>
                    <a:pt x="77875" y="1326247"/>
                  </a:lnTo>
                  <a:lnTo>
                    <a:pt x="82237" y="1333606"/>
                  </a:lnTo>
                  <a:lnTo>
                    <a:pt x="86600" y="1335076"/>
                  </a:lnTo>
                  <a:lnTo>
                    <a:pt x="90963" y="1338666"/>
                  </a:lnTo>
                  <a:lnTo>
                    <a:pt x="95326" y="1339691"/>
                  </a:lnTo>
                  <a:lnTo>
                    <a:pt x="99688" y="1345332"/>
                  </a:lnTo>
                  <a:lnTo>
                    <a:pt x="104051" y="1350460"/>
                  </a:lnTo>
                  <a:lnTo>
                    <a:pt x="108414" y="1355588"/>
                  </a:lnTo>
                  <a:lnTo>
                    <a:pt x="112777" y="1371485"/>
                  </a:lnTo>
                  <a:lnTo>
                    <a:pt x="117139" y="1393535"/>
                  </a:lnTo>
                  <a:lnTo>
                    <a:pt x="121502" y="1396612"/>
                  </a:lnTo>
                  <a:lnTo>
                    <a:pt x="125865" y="1396612"/>
                  </a:lnTo>
                  <a:lnTo>
                    <a:pt x="130228" y="1399222"/>
                  </a:lnTo>
                  <a:lnTo>
                    <a:pt x="134590" y="1418856"/>
                  </a:lnTo>
                  <a:lnTo>
                    <a:pt x="138953" y="1414537"/>
                  </a:lnTo>
                  <a:lnTo>
                    <a:pt x="143316" y="1418368"/>
                  </a:lnTo>
                  <a:lnTo>
                    <a:pt x="147679" y="1417100"/>
                  </a:lnTo>
                  <a:lnTo>
                    <a:pt x="152041" y="1400769"/>
                  </a:lnTo>
                  <a:lnTo>
                    <a:pt x="156404" y="1414404"/>
                  </a:lnTo>
                  <a:lnTo>
                    <a:pt x="160767" y="1418710"/>
                  </a:lnTo>
                  <a:lnTo>
                    <a:pt x="165130" y="1391440"/>
                  </a:lnTo>
                  <a:lnTo>
                    <a:pt x="169492" y="1373500"/>
                  </a:lnTo>
                  <a:lnTo>
                    <a:pt x="173855" y="1352690"/>
                  </a:lnTo>
                  <a:lnTo>
                    <a:pt x="178218" y="1336902"/>
                  </a:lnTo>
                  <a:lnTo>
                    <a:pt x="182581" y="1329009"/>
                  </a:lnTo>
                  <a:lnTo>
                    <a:pt x="186943" y="1329009"/>
                  </a:lnTo>
                  <a:lnTo>
                    <a:pt x="191306" y="1316809"/>
                  </a:lnTo>
                  <a:lnTo>
                    <a:pt x="195669" y="1314656"/>
                  </a:lnTo>
                  <a:lnTo>
                    <a:pt x="200032" y="1314656"/>
                  </a:lnTo>
                  <a:lnTo>
                    <a:pt x="204394" y="1324703"/>
                  </a:lnTo>
                  <a:lnTo>
                    <a:pt x="208757" y="1308916"/>
                  </a:lnTo>
                  <a:lnTo>
                    <a:pt x="213120" y="1283082"/>
                  </a:lnTo>
                  <a:lnTo>
                    <a:pt x="217483" y="1245048"/>
                  </a:lnTo>
                  <a:lnTo>
                    <a:pt x="221845" y="1214191"/>
                  </a:lnTo>
                  <a:lnTo>
                    <a:pt x="226208" y="1222085"/>
                  </a:lnTo>
                  <a:lnTo>
                    <a:pt x="230571" y="1216344"/>
                  </a:lnTo>
                  <a:lnTo>
                    <a:pt x="234934" y="1195534"/>
                  </a:lnTo>
                  <a:lnTo>
                    <a:pt x="239296" y="1204862"/>
                  </a:lnTo>
                  <a:lnTo>
                    <a:pt x="243659" y="1220650"/>
                  </a:lnTo>
                  <a:lnTo>
                    <a:pt x="248022" y="1228543"/>
                  </a:lnTo>
                  <a:lnTo>
                    <a:pt x="252385" y="1219932"/>
                  </a:lnTo>
                  <a:lnTo>
                    <a:pt x="256747" y="1226391"/>
                  </a:lnTo>
                  <a:lnTo>
                    <a:pt x="261110" y="1222803"/>
                  </a:lnTo>
                  <a:lnTo>
                    <a:pt x="265473" y="1206298"/>
                  </a:lnTo>
                  <a:lnTo>
                    <a:pt x="269836" y="1194098"/>
                  </a:lnTo>
                  <a:lnTo>
                    <a:pt x="274198" y="1246588"/>
                  </a:lnTo>
                  <a:lnTo>
                    <a:pt x="278561" y="1266950"/>
                  </a:lnTo>
                  <a:lnTo>
                    <a:pt x="282924" y="1290245"/>
                  </a:lnTo>
                  <a:lnTo>
                    <a:pt x="287287" y="1315719"/>
                  </a:lnTo>
                  <a:lnTo>
                    <a:pt x="291649" y="1317977"/>
                  </a:lnTo>
                  <a:lnTo>
                    <a:pt x="296012" y="1347416"/>
                  </a:lnTo>
                  <a:lnTo>
                    <a:pt x="300375" y="1368612"/>
                  </a:lnTo>
                  <a:lnTo>
                    <a:pt x="304738" y="1375089"/>
                  </a:lnTo>
                  <a:lnTo>
                    <a:pt x="309100" y="1358603"/>
                  </a:lnTo>
                  <a:lnTo>
                    <a:pt x="313463" y="1353304"/>
                  </a:lnTo>
                  <a:lnTo>
                    <a:pt x="317826" y="1360369"/>
                  </a:lnTo>
                  <a:lnTo>
                    <a:pt x="322189" y="1365080"/>
                  </a:lnTo>
                  <a:lnTo>
                    <a:pt x="326551" y="1369790"/>
                  </a:lnTo>
                  <a:lnTo>
                    <a:pt x="330914" y="1383332"/>
                  </a:lnTo>
                  <a:lnTo>
                    <a:pt x="335277" y="1393341"/>
                  </a:lnTo>
                  <a:lnTo>
                    <a:pt x="339640" y="1399027"/>
                  </a:lnTo>
                  <a:lnTo>
                    <a:pt x="344002" y="1403042"/>
                  </a:lnTo>
                  <a:lnTo>
                    <a:pt x="348365" y="1412237"/>
                  </a:lnTo>
                  <a:lnTo>
                    <a:pt x="352728" y="1417771"/>
                  </a:lnTo>
                  <a:lnTo>
                    <a:pt x="357091" y="1400769"/>
                  </a:lnTo>
                  <a:lnTo>
                    <a:pt x="361453" y="1400769"/>
                  </a:lnTo>
                  <a:lnTo>
                    <a:pt x="365816" y="1413686"/>
                  </a:lnTo>
                  <a:lnTo>
                    <a:pt x="370179" y="1417274"/>
                  </a:lnTo>
                  <a:lnTo>
                    <a:pt x="374542" y="1437367"/>
                  </a:lnTo>
                  <a:lnTo>
                    <a:pt x="378904" y="1443826"/>
                  </a:lnTo>
                  <a:lnTo>
                    <a:pt x="383267" y="1443826"/>
                  </a:lnTo>
                  <a:lnTo>
                    <a:pt x="387630" y="1443826"/>
                  </a:lnTo>
                  <a:lnTo>
                    <a:pt x="391993" y="1443826"/>
                  </a:lnTo>
                  <a:lnTo>
                    <a:pt x="396355" y="1443826"/>
                  </a:lnTo>
                  <a:lnTo>
                    <a:pt x="400718" y="1443826"/>
                  </a:lnTo>
                  <a:lnTo>
                    <a:pt x="405081" y="1443826"/>
                  </a:lnTo>
                  <a:lnTo>
                    <a:pt x="409444" y="1443826"/>
                  </a:lnTo>
                  <a:lnTo>
                    <a:pt x="413806" y="1443826"/>
                  </a:lnTo>
                  <a:lnTo>
                    <a:pt x="418169" y="1443826"/>
                  </a:lnTo>
                  <a:lnTo>
                    <a:pt x="422532" y="1443826"/>
                  </a:lnTo>
                  <a:lnTo>
                    <a:pt x="426895" y="1443826"/>
                  </a:lnTo>
                  <a:lnTo>
                    <a:pt x="431257" y="1443826"/>
                  </a:lnTo>
                  <a:lnTo>
                    <a:pt x="435620" y="1443826"/>
                  </a:lnTo>
                  <a:lnTo>
                    <a:pt x="439983" y="1443826"/>
                  </a:lnTo>
                  <a:lnTo>
                    <a:pt x="444346" y="1443826"/>
                  </a:lnTo>
                  <a:lnTo>
                    <a:pt x="448708" y="1443826"/>
                  </a:lnTo>
                  <a:lnTo>
                    <a:pt x="453071" y="1443826"/>
                  </a:lnTo>
                  <a:lnTo>
                    <a:pt x="457434" y="1440955"/>
                  </a:lnTo>
                  <a:lnTo>
                    <a:pt x="461797" y="1429474"/>
                  </a:lnTo>
                  <a:lnTo>
                    <a:pt x="466159" y="1420862"/>
                  </a:lnTo>
                  <a:lnTo>
                    <a:pt x="470522" y="1419017"/>
                  </a:lnTo>
                  <a:lnTo>
                    <a:pt x="474885" y="1398751"/>
                  </a:lnTo>
                  <a:lnTo>
                    <a:pt x="479248" y="1388631"/>
                  </a:lnTo>
                  <a:lnTo>
                    <a:pt x="483610" y="1365080"/>
                  </a:lnTo>
                  <a:lnTo>
                    <a:pt x="487973" y="1349183"/>
                  </a:lnTo>
                  <a:lnTo>
                    <a:pt x="492336" y="1330930"/>
                  </a:lnTo>
                  <a:lnTo>
                    <a:pt x="496699" y="1303846"/>
                  </a:lnTo>
                  <a:lnTo>
                    <a:pt x="501061" y="1285005"/>
                  </a:lnTo>
                  <a:lnTo>
                    <a:pt x="505424" y="1270875"/>
                  </a:lnTo>
                  <a:lnTo>
                    <a:pt x="509787" y="1270875"/>
                  </a:lnTo>
                  <a:lnTo>
                    <a:pt x="514150" y="1259099"/>
                  </a:lnTo>
                  <a:lnTo>
                    <a:pt x="518512" y="1226716"/>
                  </a:lnTo>
                  <a:lnTo>
                    <a:pt x="522875" y="1197277"/>
                  </a:lnTo>
                  <a:lnTo>
                    <a:pt x="527238" y="1186090"/>
                  </a:lnTo>
                  <a:lnTo>
                    <a:pt x="531601" y="1173137"/>
                  </a:lnTo>
                  <a:lnTo>
                    <a:pt x="535963" y="1162790"/>
                  </a:lnTo>
                  <a:lnTo>
                    <a:pt x="540326" y="1154293"/>
                  </a:lnTo>
                  <a:lnTo>
                    <a:pt x="544689" y="1113726"/>
                  </a:lnTo>
                  <a:lnTo>
                    <a:pt x="549052" y="1142431"/>
                  </a:lnTo>
                  <a:lnTo>
                    <a:pt x="553414" y="1161806"/>
                  </a:lnTo>
                  <a:lnTo>
                    <a:pt x="557777" y="1176876"/>
                  </a:lnTo>
                  <a:lnTo>
                    <a:pt x="562140" y="1202710"/>
                  </a:lnTo>
                  <a:lnTo>
                    <a:pt x="566503" y="1219215"/>
                  </a:lnTo>
                  <a:lnTo>
                    <a:pt x="570865" y="1228543"/>
                  </a:lnTo>
                  <a:lnTo>
                    <a:pt x="575228" y="1264141"/>
                  </a:lnTo>
                  <a:lnTo>
                    <a:pt x="579591" y="1272467"/>
                  </a:lnTo>
                  <a:lnTo>
                    <a:pt x="583954" y="1299440"/>
                  </a:lnTo>
                  <a:lnTo>
                    <a:pt x="588316" y="1335052"/>
                  </a:lnTo>
                  <a:lnTo>
                    <a:pt x="592679" y="1350949"/>
                  </a:lnTo>
                  <a:lnTo>
                    <a:pt x="597042" y="1352127"/>
                  </a:lnTo>
                  <a:lnTo>
                    <a:pt x="601405" y="1373912"/>
                  </a:lnTo>
                  <a:lnTo>
                    <a:pt x="605767" y="1386865"/>
                  </a:lnTo>
                  <a:lnTo>
                    <a:pt x="610130" y="1376855"/>
                  </a:lnTo>
                  <a:lnTo>
                    <a:pt x="614493" y="1376855"/>
                  </a:lnTo>
                  <a:lnTo>
                    <a:pt x="618856" y="1379683"/>
                  </a:lnTo>
                  <a:lnTo>
                    <a:pt x="623218" y="1368739"/>
                  </a:lnTo>
                  <a:lnTo>
                    <a:pt x="627581" y="1350656"/>
                  </a:lnTo>
                  <a:lnTo>
                    <a:pt x="631944" y="1363953"/>
                  </a:lnTo>
                  <a:lnTo>
                    <a:pt x="636307" y="1358404"/>
                  </a:lnTo>
                  <a:lnTo>
                    <a:pt x="640669" y="1339453"/>
                  </a:lnTo>
                  <a:lnTo>
                    <a:pt x="645032" y="1335749"/>
                  </a:lnTo>
                  <a:lnTo>
                    <a:pt x="649395" y="1310462"/>
                  </a:lnTo>
                  <a:lnTo>
                    <a:pt x="653758" y="1314564"/>
                  </a:lnTo>
                  <a:lnTo>
                    <a:pt x="658120" y="1318667"/>
                  </a:lnTo>
                  <a:lnTo>
                    <a:pt x="662483" y="1335076"/>
                  </a:lnTo>
                  <a:lnTo>
                    <a:pt x="666846" y="1335076"/>
                  </a:lnTo>
                  <a:lnTo>
                    <a:pt x="671209" y="1336614"/>
                  </a:lnTo>
                  <a:lnTo>
                    <a:pt x="675571" y="1345332"/>
                  </a:lnTo>
                  <a:lnTo>
                    <a:pt x="679934" y="1345332"/>
                  </a:lnTo>
                  <a:lnTo>
                    <a:pt x="684297" y="1356339"/>
                  </a:lnTo>
                  <a:lnTo>
                    <a:pt x="688660" y="1375972"/>
                  </a:lnTo>
                  <a:lnTo>
                    <a:pt x="693022" y="1396084"/>
                  </a:lnTo>
                  <a:lnTo>
                    <a:pt x="697385" y="1387716"/>
                  </a:lnTo>
                  <a:lnTo>
                    <a:pt x="701748" y="1398920"/>
                  </a:lnTo>
                  <a:lnTo>
                    <a:pt x="706111" y="1412969"/>
                  </a:lnTo>
                  <a:lnTo>
                    <a:pt x="710473" y="1429474"/>
                  </a:lnTo>
                  <a:lnTo>
                    <a:pt x="714836" y="1438803"/>
                  </a:lnTo>
                  <a:lnTo>
                    <a:pt x="719199" y="1429474"/>
                  </a:lnTo>
                  <a:lnTo>
                    <a:pt x="723562" y="1418710"/>
                  </a:lnTo>
                  <a:lnTo>
                    <a:pt x="727924" y="1415122"/>
                  </a:lnTo>
                  <a:lnTo>
                    <a:pt x="732287" y="1415122"/>
                  </a:lnTo>
                  <a:lnTo>
                    <a:pt x="736650" y="1415122"/>
                  </a:lnTo>
                  <a:lnTo>
                    <a:pt x="741013" y="1415122"/>
                  </a:lnTo>
                  <a:lnTo>
                    <a:pt x="745375" y="1415122"/>
                  </a:lnTo>
                  <a:lnTo>
                    <a:pt x="749738" y="1415122"/>
                  </a:lnTo>
                  <a:lnTo>
                    <a:pt x="754101" y="1415122"/>
                  </a:lnTo>
                  <a:lnTo>
                    <a:pt x="758464" y="1415122"/>
                  </a:lnTo>
                  <a:lnTo>
                    <a:pt x="762826" y="1415122"/>
                  </a:lnTo>
                  <a:lnTo>
                    <a:pt x="767189" y="1415122"/>
                  </a:lnTo>
                  <a:lnTo>
                    <a:pt x="771552" y="1415122"/>
                  </a:lnTo>
                  <a:lnTo>
                    <a:pt x="775915" y="1415122"/>
                  </a:lnTo>
                  <a:lnTo>
                    <a:pt x="780277" y="1419427"/>
                  </a:lnTo>
                  <a:lnTo>
                    <a:pt x="784640" y="1429474"/>
                  </a:lnTo>
                  <a:lnTo>
                    <a:pt x="789003" y="1430909"/>
                  </a:lnTo>
                  <a:lnTo>
                    <a:pt x="793366" y="1429474"/>
                  </a:lnTo>
                  <a:lnTo>
                    <a:pt x="797728" y="1420145"/>
                  </a:lnTo>
                  <a:lnTo>
                    <a:pt x="802091" y="1415122"/>
                  </a:lnTo>
                  <a:lnTo>
                    <a:pt x="806454" y="1415122"/>
                  </a:lnTo>
                  <a:lnTo>
                    <a:pt x="810817" y="1415122"/>
                  </a:lnTo>
                  <a:lnTo>
                    <a:pt x="815179" y="1415122"/>
                  </a:lnTo>
                  <a:lnTo>
                    <a:pt x="819542" y="1415122"/>
                  </a:lnTo>
                  <a:lnTo>
                    <a:pt x="823905" y="1415122"/>
                  </a:lnTo>
                  <a:lnTo>
                    <a:pt x="828268" y="1415122"/>
                  </a:lnTo>
                  <a:lnTo>
                    <a:pt x="832630" y="1415122"/>
                  </a:lnTo>
                  <a:lnTo>
                    <a:pt x="836993" y="1415122"/>
                  </a:lnTo>
                  <a:lnTo>
                    <a:pt x="841356" y="1415122"/>
                  </a:lnTo>
                  <a:lnTo>
                    <a:pt x="845719" y="1411533"/>
                  </a:lnTo>
                  <a:lnTo>
                    <a:pt x="850081" y="1400769"/>
                  </a:lnTo>
                  <a:lnTo>
                    <a:pt x="854444" y="1401487"/>
                  </a:lnTo>
                  <a:lnTo>
                    <a:pt x="858807" y="1400769"/>
                  </a:lnTo>
                  <a:lnTo>
                    <a:pt x="863170" y="1410098"/>
                  </a:lnTo>
                  <a:lnTo>
                    <a:pt x="867532" y="1415122"/>
                  </a:lnTo>
                  <a:lnTo>
                    <a:pt x="871895" y="1415122"/>
                  </a:lnTo>
                  <a:lnTo>
                    <a:pt x="876258" y="1415122"/>
                  </a:lnTo>
                  <a:lnTo>
                    <a:pt x="880621" y="1415122"/>
                  </a:lnTo>
                  <a:lnTo>
                    <a:pt x="884983" y="1415122"/>
                  </a:lnTo>
                  <a:lnTo>
                    <a:pt x="889346" y="1415122"/>
                  </a:lnTo>
                  <a:lnTo>
                    <a:pt x="893709" y="1415122"/>
                  </a:lnTo>
                  <a:lnTo>
                    <a:pt x="898072" y="1415122"/>
                  </a:lnTo>
                  <a:lnTo>
                    <a:pt x="902434" y="1415122"/>
                  </a:lnTo>
                  <a:lnTo>
                    <a:pt x="906797" y="1415122"/>
                  </a:lnTo>
                  <a:lnTo>
                    <a:pt x="911160" y="1418710"/>
                  </a:lnTo>
                  <a:lnTo>
                    <a:pt x="915523" y="1429474"/>
                  </a:lnTo>
                  <a:lnTo>
                    <a:pt x="919885" y="1438085"/>
                  </a:lnTo>
                  <a:lnTo>
                    <a:pt x="924248" y="1443826"/>
                  </a:lnTo>
                  <a:lnTo>
                    <a:pt x="928611" y="1432344"/>
                  </a:lnTo>
                  <a:lnTo>
                    <a:pt x="932974" y="1427321"/>
                  </a:lnTo>
                  <a:lnTo>
                    <a:pt x="937336" y="1415122"/>
                  </a:lnTo>
                  <a:lnTo>
                    <a:pt x="941699" y="1415122"/>
                  </a:lnTo>
                  <a:lnTo>
                    <a:pt x="946062" y="1415122"/>
                  </a:lnTo>
                  <a:lnTo>
                    <a:pt x="950425" y="1415122"/>
                  </a:lnTo>
                  <a:lnTo>
                    <a:pt x="954787" y="1415122"/>
                  </a:lnTo>
                  <a:lnTo>
                    <a:pt x="959150" y="1415122"/>
                  </a:lnTo>
                  <a:lnTo>
                    <a:pt x="963513" y="1415122"/>
                  </a:lnTo>
                  <a:lnTo>
                    <a:pt x="967876" y="1415122"/>
                  </a:lnTo>
                  <a:lnTo>
                    <a:pt x="972238" y="1415122"/>
                  </a:lnTo>
                  <a:lnTo>
                    <a:pt x="976601" y="1415122"/>
                  </a:lnTo>
                  <a:lnTo>
                    <a:pt x="980964" y="1415122"/>
                  </a:lnTo>
                  <a:lnTo>
                    <a:pt x="985327" y="1415122"/>
                  </a:lnTo>
                  <a:lnTo>
                    <a:pt x="989689" y="1415122"/>
                  </a:lnTo>
                  <a:lnTo>
                    <a:pt x="994052" y="1426603"/>
                  </a:lnTo>
                  <a:lnTo>
                    <a:pt x="998415" y="1431626"/>
                  </a:lnTo>
                  <a:lnTo>
                    <a:pt x="1002778" y="1443826"/>
                  </a:lnTo>
                  <a:lnTo>
                    <a:pt x="1007140" y="1443826"/>
                  </a:lnTo>
                  <a:lnTo>
                    <a:pt x="1011503" y="1443826"/>
                  </a:lnTo>
                  <a:lnTo>
                    <a:pt x="1015866" y="1443826"/>
                  </a:lnTo>
                  <a:lnTo>
                    <a:pt x="1020229" y="1443826"/>
                  </a:lnTo>
                  <a:lnTo>
                    <a:pt x="1024591" y="1443826"/>
                  </a:lnTo>
                  <a:lnTo>
                    <a:pt x="1028954" y="1443826"/>
                  </a:lnTo>
                  <a:lnTo>
                    <a:pt x="1033317" y="1443826"/>
                  </a:lnTo>
                  <a:lnTo>
                    <a:pt x="1037680" y="1443826"/>
                  </a:lnTo>
                  <a:lnTo>
                    <a:pt x="1042042" y="1443826"/>
                  </a:lnTo>
                  <a:lnTo>
                    <a:pt x="1046405" y="1443826"/>
                  </a:lnTo>
                  <a:lnTo>
                    <a:pt x="1050768" y="1443826"/>
                  </a:lnTo>
                  <a:lnTo>
                    <a:pt x="1055131" y="1435215"/>
                  </a:lnTo>
                  <a:lnTo>
                    <a:pt x="1059493" y="1415839"/>
                  </a:lnTo>
                  <a:lnTo>
                    <a:pt x="1063856" y="1415122"/>
                  </a:lnTo>
                  <a:lnTo>
                    <a:pt x="1068219" y="1402205"/>
                  </a:lnTo>
                  <a:lnTo>
                    <a:pt x="1072582" y="1400769"/>
                  </a:lnTo>
                  <a:lnTo>
                    <a:pt x="1076944" y="1390005"/>
                  </a:lnTo>
                  <a:lnTo>
                    <a:pt x="1081307" y="1386417"/>
                  </a:lnTo>
                  <a:lnTo>
                    <a:pt x="1085670" y="1383547"/>
                  </a:lnTo>
                  <a:lnTo>
                    <a:pt x="1090033" y="1392025"/>
                  </a:lnTo>
                  <a:lnTo>
                    <a:pt x="1094395" y="1387126"/>
                  </a:lnTo>
                  <a:lnTo>
                    <a:pt x="1098758" y="1388631"/>
                  </a:lnTo>
                  <a:lnTo>
                    <a:pt x="1103121" y="1401904"/>
                  </a:lnTo>
                  <a:lnTo>
                    <a:pt x="1107484" y="1380622"/>
                  </a:lnTo>
                  <a:lnTo>
                    <a:pt x="1111846" y="1374939"/>
                  </a:lnTo>
                  <a:lnTo>
                    <a:pt x="1116209" y="1374939"/>
                  </a:lnTo>
                  <a:lnTo>
                    <a:pt x="1120572" y="1382253"/>
                  </a:lnTo>
                  <a:lnTo>
                    <a:pt x="1124935" y="1396099"/>
                  </a:lnTo>
                  <a:lnTo>
                    <a:pt x="1129297" y="1384305"/>
                  </a:lnTo>
                  <a:lnTo>
                    <a:pt x="1133660" y="1385330"/>
                  </a:lnTo>
                  <a:lnTo>
                    <a:pt x="1138023" y="1383279"/>
                  </a:lnTo>
                  <a:lnTo>
                    <a:pt x="1142386" y="1364305"/>
                  </a:lnTo>
                  <a:lnTo>
                    <a:pt x="1146748" y="1365844"/>
                  </a:lnTo>
                  <a:lnTo>
                    <a:pt x="1151111" y="1367895"/>
                  </a:lnTo>
                  <a:lnTo>
                    <a:pt x="1155474" y="1369772"/>
                  </a:lnTo>
                  <a:lnTo>
                    <a:pt x="1159837" y="1362753"/>
                  </a:lnTo>
                  <a:lnTo>
                    <a:pt x="1164199" y="1341528"/>
                  </a:lnTo>
                  <a:lnTo>
                    <a:pt x="1168562" y="1326413"/>
                  </a:lnTo>
                  <a:lnTo>
                    <a:pt x="1172925" y="1351548"/>
                  </a:lnTo>
                  <a:lnTo>
                    <a:pt x="1177288" y="1358291"/>
                  </a:lnTo>
                  <a:lnTo>
                    <a:pt x="1181650" y="1354412"/>
                  </a:lnTo>
                  <a:lnTo>
                    <a:pt x="1186013" y="1329009"/>
                  </a:lnTo>
                  <a:lnTo>
                    <a:pt x="1190376" y="1329009"/>
                  </a:lnTo>
                  <a:lnTo>
                    <a:pt x="1194739" y="1346231"/>
                  </a:lnTo>
                  <a:lnTo>
                    <a:pt x="1199101" y="1357713"/>
                  </a:lnTo>
                  <a:lnTo>
                    <a:pt x="1203464" y="1359148"/>
                  </a:lnTo>
                  <a:lnTo>
                    <a:pt x="1207827" y="1371347"/>
                  </a:lnTo>
                  <a:lnTo>
                    <a:pt x="1212190" y="1372065"/>
                  </a:lnTo>
                  <a:lnTo>
                    <a:pt x="1216552" y="1359866"/>
                  </a:lnTo>
                  <a:lnTo>
                    <a:pt x="1220915" y="1350537"/>
                  </a:lnTo>
                  <a:lnTo>
                    <a:pt x="1225278" y="1369195"/>
                  </a:lnTo>
                  <a:lnTo>
                    <a:pt x="1229641" y="1372065"/>
                  </a:lnTo>
                  <a:lnTo>
                    <a:pt x="1234003" y="1369195"/>
                  </a:lnTo>
                  <a:lnTo>
                    <a:pt x="1238366" y="1372065"/>
                  </a:lnTo>
                  <a:lnTo>
                    <a:pt x="1242729" y="1372065"/>
                  </a:lnTo>
                  <a:lnTo>
                    <a:pt x="1247092" y="1372065"/>
                  </a:lnTo>
                  <a:lnTo>
                    <a:pt x="1251454" y="1360583"/>
                  </a:lnTo>
                  <a:lnTo>
                    <a:pt x="1255817" y="1357713"/>
                  </a:lnTo>
                  <a:lnTo>
                    <a:pt x="1260180" y="1357713"/>
                  </a:lnTo>
                  <a:lnTo>
                    <a:pt x="1264543" y="1357713"/>
                  </a:lnTo>
                  <a:lnTo>
                    <a:pt x="1268905" y="1360583"/>
                  </a:lnTo>
                  <a:lnTo>
                    <a:pt x="1273268" y="1385700"/>
                  </a:lnTo>
                  <a:lnTo>
                    <a:pt x="1277631" y="1386417"/>
                  </a:lnTo>
                  <a:lnTo>
                    <a:pt x="1281994" y="1398617"/>
                  </a:lnTo>
                  <a:lnTo>
                    <a:pt x="1286356" y="1400769"/>
                  </a:lnTo>
                  <a:lnTo>
                    <a:pt x="1290719" y="1400769"/>
                  </a:lnTo>
                  <a:lnTo>
                    <a:pt x="1295082" y="1400769"/>
                  </a:lnTo>
                  <a:lnTo>
                    <a:pt x="1299445" y="1413686"/>
                  </a:lnTo>
                  <a:lnTo>
                    <a:pt x="1303807" y="1397899"/>
                  </a:lnTo>
                  <a:lnTo>
                    <a:pt x="1308170" y="1386417"/>
                  </a:lnTo>
                  <a:lnTo>
                    <a:pt x="1312533" y="1369912"/>
                  </a:lnTo>
                  <a:lnTo>
                    <a:pt x="1316896" y="1316809"/>
                  </a:lnTo>
                  <a:lnTo>
                    <a:pt x="1321258" y="1301022"/>
                  </a:lnTo>
                  <a:lnTo>
                    <a:pt x="1325621" y="1285952"/>
                  </a:lnTo>
                  <a:lnTo>
                    <a:pt x="1329984" y="1270165"/>
                  </a:lnTo>
                  <a:lnTo>
                    <a:pt x="1334347" y="1250789"/>
                  </a:lnTo>
                  <a:lnTo>
                    <a:pt x="1338709" y="1242178"/>
                  </a:lnTo>
                  <a:lnTo>
                    <a:pt x="1343072" y="1228543"/>
                  </a:lnTo>
                  <a:lnTo>
                    <a:pt x="1347435" y="1228543"/>
                  </a:lnTo>
                  <a:lnTo>
                    <a:pt x="1351798" y="1223520"/>
                  </a:lnTo>
                  <a:lnTo>
                    <a:pt x="1356160" y="1197686"/>
                  </a:lnTo>
                  <a:lnTo>
                    <a:pt x="1360523" y="1176876"/>
                  </a:lnTo>
                  <a:lnTo>
                    <a:pt x="1364886" y="1171135"/>
                  </a:lnTo>
                  <a:lnTo>
                    <a:pt x="1369249" y="1180464"/>
                  </a:lnTo>
                  <a:lnTo>
                    <a:pt x="1373611" y="1185487"/>
                  </a:lnTo>
                  <a:lnTo>
                    <a:pt x="1377974" y="1201992"/>
                  </a:lnTo>
                  <a:lnTo>
                    <a:pt x="1382337" y="1266577"/>
                  </a:lnTo>
                  <a:lnTo>
                    <a:pt x="1386700" y="1285235"/>
                  </a:lnTo>
                  <a:lnTo>
                    <a:pt x="1391062" y="1331578"/>
                  </a:lnTo>
                  <a:lnTo>
                    <a:pt x="1395425" y="1347256"/>
                  </a:lnTo>
                  <a:lnTo>
                    <a:pt x="1399788" y="1365080"/>
                  </a:lnTo>
                  <a:lnTo>
                    <a:pt x="1404151" y="1347416"/>
                  </a:lnTo>
                  <a:lnTo>
                    <a:pt x="1408513" y="1335641"/>
                  </a:lnTo>
                  <a:lnTo>
                    <a:pt x="1412876" y="1322687"/>
                  </a:lnTo>
                  <a:lnTo>
                    <a:pt x="1417239" y="1323865"/>
                  </a:lnTo>
                  <a:lnTo>
                    <a:pt x="1421602" y="1343295"/>
                  </a:lnTo>
                  <a:lnTo>
                    <a:pt x="1425964" y="1360370"/>
                  </a:lnTo>
                  <a:lnTo>
                    <a:pt x="1430327" y="1365080"/>
                  </a:lnTo>
                  <a:lnTo>
                    <a:pt x="1434690" y="1371556"/>
                  </a:lnTo>
                  <a:lnTo>
                    <a:pt x="1439053" y="1376855"/>
                  </a:lnTo>
                  <a:lnTo>
                    <a:pt x="1443415" y="1376855"/>
                  </a:lnTo>
                  <a:lnTo>
                    <a:pt x="1447778" y="1376855"/>
                  </a:lnTo>
                  <a:lnTo>
                    <a:pt x="1452141" y="1376855"/>
                  </a:lnTo>
                  <a:lnTo>
                    <a:pt x="1456504" y="1370551"/>
                  </a:lnTo>
                  <a:lnTo>
                    <a:pt x="1460866" y="1367918"/>
                  </a:lnTo>
                  <a:lnTo>
                    <a:pt x="1465229" y="1349819"/>
                  </a:lnTo>
                  <a:lnTo>
                    <a:pt x="1469592" y="1379959"/>
                  </a:lnTo>
                  <a:lnTo>
                    <a:pt x="1473955" y="1407945"/>
                  </a:lnTo>
                  <a:lnTo>
                    <a:pt x="1478317" y="1423733"/>
                  </a:lnTo>
                  <a:lnTo>
                    <a:pt x="1482680" y="1441673"/>
                  </a:lnTo>
                  <a:lnTo>
                    <a:pt x="1487043" y="1443826"/>
                  </a:lnTo>
                  <a:lnTo>
                    <a:pt x="1491406" y="1443826"/>
                  </a:lnTo>
                  <a:lnTo>
                    <a:pt x="1495768" y="1443826"/>
                  </a:lnTo>
                  <a:lnTo>
                    <a:pt x="1500131" y="1443826"/>
                  </a:lnTo>
                  <a:lnTo>
                    <a:pt x="1504494" y="1443826"/>
                  </a:lnTo>
                  <a:lnTo>
                    <a:pt x="1508857" y="1443826"/>
                  </a:lnTo>
                  <a:lnTo>
                    <a:pt x="1513219" y="1443826"/>
                  </a:lnTo>
                  <a:lnTo>
                    <a:pt x="1517582" y="1443826"/>
                  </a:lnTo>
                  <a:lnTo>
                    <a:pt x="1521945" y="1443826"/>
                  </a:lnTo>
                  <a:lnTo>
                    <a:pt x="1526308" y="1443826"/>
                  </a:lnTo>
                  <a:lnTo>
                    <a:pt x="1530670" y="1443826"/>
                  </a:lnTo>
                  <a:lnTo>
                    <a:pt x="1535033" y="1443826"/>
                  </a:lnTo>
                  <a:lnTo>
                    <a:pt x="1539396" y="1443826"/>
                  </a:lnTo>
                  <a:lnTo>
                    <a:pt x="1543759" y="1443826"/>
                  </a:lnTo>
                  <a:lnTo>
                    <a:pt x="1548121" y="1443826"/>
                  </a:lnTo>
                  <a:lnTo>
                    <a:pt x="1552484" y="1443826"/>
                  </a:lnTo>
                  <a:lnTo>
                    <a:pt x="1556847" y="1443826"/>
                  </a:lnTo>
                  <a:lnTo>
                    <a:pt x="1561210" y="1443826"/>
                  </a:lnTo>
                  <a:lnTo>
                    <a:pt x="1565572" y="1443826"/>
                  </a:lnTo>
                  <a:lnTo>
                    <a:pt x="1569935" y="1443826"/>
                  </a:lnTo>
                  <a:lnTo>
                    <a:pt x="1574298" y="1443826"/>
                  </a:lnTo>
                  <a:lnTo>
                    <a:pt x="1578661" y="1443826"/>
                  </a:lnTo>
                  <a:lnTo>
                    <a:pt x="1583023" y="1443826"/>
                  </a:lnTo>
                  <a:lnTo>
                    <a:pt x="1587386" y="1443826"/>
                  </a:lnTo>
                  <a:lnTo>
                    <a:pt x="1591749" y="1443826"/>
                  </a:lnTo>
                  <a:lnTo>
                    <a:pt x="1596112" y="1443826"/>
                  </a:lnTo>
                  <a:lnTo>
                    <a:pt x="1600474" y="1443826"/>
                  </a:lnTo>
                  <a:lnTo>
                    <a:pt x="1604837" y="1443826"/>
                  </a:lnTo>
                  <a:lnTo>
                    <a:pt x="1609200" y="1443826"/>
                  </a:lnTo>
                  <a:lnTo>
                    <a:pt x="1613563" y="1443826"/>
                  </a:lnTo>
                  <a:lnTo>
                    <a:pt x="1617925" y="1443826"/>
                  </a:lnTo>
                  <a:lnTo>
                    <a:pt x="1622288" y="1443826"/>
                  </a:lnTo>
                  <a:lnTo>
                    <a:pt x="1626651" y="1443826"/>
                  </a:lnTo>
                  <a:lnTo>
                    <a:pt x="1631014" y="1443857"/>
                  </a:lnTo>
                  <a:lnTo>
                    <a:pt x="1635376" y="1443857"/>
                  </a:lnTo>
                  <a:lnTo>
                    <a:pt x="1639739" y="1443857"/>
                  </a:lnTo>
                  <a:lnTo>
                    <a:pt x="1644102" y="1443857"/>
                  </a:lnTo>
                  <a:lnTo>
                    <a:pt x="1648465" y="1443857"/>
                  </a:lnTo>
                  <a:lnTo>
                    <a:pt x="1652827" y="1443857"/>
                  </a:lnTo>
                  <a:lnTo>
                    <a:pt x="1657190" y="1443857"/>
                  </a:lnTo>
                  <a:lnTo>
                    <a:pt x="1661553" y="1443857"/>
                  </a:lnTo>
                  <a:lnTo>
                    <a:pt x="1665916" y="1443857"/>
                  </a:lnTo>
                  <a:lnTo>
                    <a:pt x="1670278" y="1443857"/>
                  </a:lnTo>
                  <a:lnTo>
                    <a:pt x="1674641" y="1443857"/>
                  </a:lnTo>
                  <a:lnTo>
                    <a:pt x="1679004" y="1443857"/>
                  </a:lnTo>
                  <a:lnTo>
                    <a:pt x="1683367" y="1443857"/>
                  </a:lnTo>
                  <a:lnTo>
                    <a:pt x="1687729" y="1443857"/>
                  </a:lnTo>
                  <a:lnTo>
                    <a:pt x="1692092" y="1443857"/>
                  </a:lnTo>
                  <a:lnTo>
                    <a:pt x="1696455" y="1443857"/>
                  </a:lnTo>
                  <a:lnTo>
                    <a:pt x="1700818" y="1443857"/>
                  </a:lnTo>
                  <a:lnTo>
                    <a:pt x="1705180" y="1443857"/>
                  </a:lnTo>
                  <a:lnTo>
                    <a:pt x="1709543" y="1443857"/>
                  </a:lnTo>
                  <a:lnTo>
                    <a:pt x="1713906" y="1443857"/>
                  </a:lnTo>
                  <a:lnTo>
                    <a:pt x="1718269" y="1443857"/>
                  </a:lnTo>
                  <a:lnTo>
                    <a:pt x="1722631" y="1434919"/>
                  </a:lnTo>
                  <a:lnTo>
                    <a:pt x="1726994" y="1431854"/>
                  </a:lnTo>
                  <a:lnTo>
                    <a:pt x="1731357" y="1422700"/>
                  </a:lnTo>
                  <a:lnTo>
                    <a:pt x="1735720" y="1400769"/>
                  </a:lnTo>
                  <a:lnTo>
                    <a:pt x="1740082" y="1412237"/>
                  </a:lnTo>
                  <a:lnTo>
                    <a:pt x="1744445" y="1419889"/>
                  </a:lnTo>
                  <a:lnTo>
                    <a:pt x="1748808" y="1410457"/>
                  </a:lnTo>
                  <a:lnTo>
                    <a:pt x="1753171" y="1406868"/>
                  </a:lnTo>
                  <a:lnTo>
                    <a:pt x="1757533" y="1396612"/>
                  </a:lnTo>
                  <a:lnTo>
                    <a:pt x="1761896" y="1396612"/>
                  </a:lnTo>
                  <a:lnTo>
                    <a:pt x="1766259" y="1409726"/>
                  </a:lnTo>
                  <a:lnTo>
                    <a:pt x="1770622" y="1409726"/>
                  </a:lnTo>
                  <a:lnTo>
                    <a:pt x="1774984" y="1406791"/>
                  </a:lnTo>
                  <a:lnTo>
                    <a:pt x="1779347" y="1400796"/>
                  </a:lnTo>
                  <a:lnTo>
                    <a:pt x="1783710" y="1401257"/>
                  </a:lnTo>
                  <a:lnTo>
                    <a:pt x="1788073" y="1416938"/>
                  </a:lnTo>
                  <a:lnTo>
                    <a:pt x="1792435" y="1419245"/>
                  </a:lnTo>
                  <a:lnTo>
                    <a:pt x="1796798" y="1421551"/>
                  </a:lnTo>
                  <a:lnTo>
                    <a:pt x="1801161" y="1413710"/>
                  </a:lnTo>
                  <a:lnTo>
                    <a:pt x="1805524" y="1415274"/>
                  </a:lnTo>
                  <a:lnTo>
                    <a:pt x="1809886" y="1409840"/>
                  </a:lnTo>
                  <a:lnTo>
                    <a:pt x="1814249" y="1408061"/>
                  </a:lnTo>
                  <a:lnTo>
                    <a:pt x="1818612" y="1412182"/>
                  </a:lnTo>
                  <a:lnTo>
                    <a:pt x="1822975" y="1416304"/>
                  </a:lnTo>
                  <a:lnTo>
                    <a:pt x="1827337" y="1410333"/>
                  </a:lnTo>
                  <a:lnTo>
                    <a:pt x="1831700" y="1388942"/>
                  </a:lnTo>
                  <a:lnTo>
                    <a:pt x="1836063" y="1357613"/>
                  </a:lnTo>
                  <a:lnTo>
                    <a:pt x="1840426" y="1313939"/>
                  </a:lnTo>
                  <a:lnTo>
                    <a:pt x="1844788" y="1314656"/>
                  </a:lnTo>
                  <a:lnTo>
                    <a:pt x="1849151" y="1314656"/>
                  </a:lnTo>
                  <a:lnTo>
                    <a:pt x="1853514" y="1314656"/>
                  </a:lnTo>
                  <a:lnTo>
                    <a:pt x="1857877" y="1314656"/>
                  </a:lnTo>
                  <a:lnTo>
                    <a:pt x="1862239" y="1320397"/>
                  </a:lnTo>
                  <a:lnTo>
                    <a:pt x="1866602" y="1337620"/>
                  </a:lnTo>
                  <a:lnTo>
                    <a:pt x="1870965" y="1343361"/>
                  </a:lnTo>
                  <a:lnTo>
                    <a:pt x="1875328" y="1343361"/>
                  </a:lnTo>
                  <a:lnTo>
                    <a:pt x="1879690" y="1343361"/>
                  </a:lnTo>
                  <a:lnTo>
                    <a:pt x="1884053" y="1343361"/>
                  </a:lnTo>
                  <a:lnTo>
                    <a:pt x="1888416" y="1352690"/>
                  </a:lnTo>
                  <a:lnTo>
                    <a:pt x="1892779" y="1358431"/>
                  </a:lnTo>
                  <a:lnTo>
                    <a:pt x="1897141" y="1379241"/>
                  </a:lnTo>
                  <a:lnTo>
                    <a:pt x="1901504" y="1413686"/>
                  </a:lnTo>
                  <a:lnTo>
                    <a:pt x="1905867" y="1435215"/>
                  </a:lnTo>
                  <a:lnTo>
                    <a:pt x="1910230" y="1443826"/>
                  </a:lnTo>
                  <a:lnTo>
                    <a:pt x="1914592" y="1443826"/>
                  </a:lnTo>
                  <a:lnTo>
                    <a:pt x="1918955" y="1443826"/>
                  </a:lnTo>
                  <a:lnTo>
                    <a:pt x="1923318" y="1443826"/>
                  </a:lnTo>
                  <a:lnTo>
                    <a:pt x="1927681" y="1443826"/>
                  </a:lnTo>
                  <a:lnTo>
                    <a:pt x="1932043" y="1443826"/>
                  </a:lnTo>
                  <a:lnTo>
                    <a:pt x="1936406" y="1443826"/>
                  </a:lnTo>
                  <a:lnTo>
                    <a:pt x="1940769" y="1443826"/>
                  </a:lnTo>
                  <a:lnTo>
                    <a:pt x="1945132" y="1443826"/>
                  </a:lnTo>
                  <a:lnTo>
                    <a:pt x="1949494" y="1443826"/>
                  </a:lnTo>
                  <a:lnTo>
                    <a:pt x="1953857" y="1443826"/>
                  </a:lnTo>
                  <a:lnTo>
                    <a:pt x="1958220" y="1443826"/>
                  </a:lnTo>
                  <a:lnTo>
                    <a:pt x="1962583" y="1443826"/>
                  </a:lnTo>
                  <a:lnTo>
                    <a:pt x="1966945" y="1443826"/>
                  </a:lnTo>
                  <a:lnTo>
                    <a:pt x="1971308" y="1430191"/>
                  </a:lnTo>
                  <a:lnTo>
                    <a:pt x="1975671" y="1429474"/>
                  </a:lnTo>
                  <a:lnTo>
                    <a:pt x="1980034" y="1429474"/>
                  </a:lnTo>
                  <a:lnTo>
                    <a:pt x="1984396" y="1429474"/>
                  </a:lnTo>
                  <a:lnTo>
                    <a:pt x="1988759" y="1429474"/>
                  </a:lnTo>
                  <a:lnTo>
                    <a:pt x="1993122" y="1429474"/>
                  </a:lnTo>
                  <a:lnTo>
                    <a:pt x="1997485" y="1429474"/>
                  </a:lnTo>
                  <a:lnTo>
                    <a:pt x="2001847" y="1421580"/>
                  </a:lnTo>
                  <a:lnTo>
                    <a:pt x="2006210" y="1415122"/>
                  </a:lnTo>
                  <a:lnTo>
                    <a:pt x="2010573" y="1415122"/>
                  </a:lnTo>
                  <a:lnTo>
                    <a:pt x="2014936" y="1415122"/>
                  </a:lnTo>
                  <a:lnTo>
                    <a:pt x="2019298" y="1415122"/>
                  </a:lnTo>
                  <a:lnTo>
                    <a:pt x="2023661" y="1407228"/>
                  </a:lnTo>
                  <a:lnTo>
                    <a:pt x="2028024" y="1400769"/>
                  </a:lnTo>
                  <a:lnTo>
                    <a:pt x="2032387" y="1388570"/>
                  </a:lnTo>
                  <a:lnTo>
                    <a:pt x="2036749" y="1400052"/>
                  </a:lnTo>
                  <a:lnTo>
                    <a:pt x="2041112" y="1400769"/>
                  </a:lnTo>
                  <a:lnTo>
                    <a:pt x="2045475" y="1400769"/>
                  </a:lnTo>
                  <a:lnTo>
                    <a:pt x="2049838" y="1400769"/>
                  </a:lnTo>
                  <a:lnTo>
                    <a:pt x="2054200" y="1400769"/>
                  </a:lnTo>
                  <a:lnTo>
                    <a:pt x="2058563" y="1392876"/>
                  </a:lnTo>
                  <a:lnTo>
                    <a:pt x="2062926" y="1384264"/>
                  </a:lnTo>
                  <a:lnTo>
                    <a:pt x="2067289" y="1379959"/>
                  </a:lnTo>
                  <a:lnTo>
                    <a:pt x="2071651" y="1404562"/>
                  </a:lnTo>
                  <a:lnTo>
                    <a:pt x="2076014" y="1394459"/>
                  </a:lnTo>
                  <a:lnTo>
                    <a:pt x="2080377" y="1372390"/>
                  </a:lnTo>
                  <a:lnTo>
                    <a:pt x="2084740" y="1376855"/>
                  </a:lnTo>
                  <a:lnTo>
                    <a:pt x="2089102" y="1375678"/>
                  </a:lnTo>
                  <a:lnTo>
                    <a:pt x="2093465" y="1376855"/>
                  </a:lnTo>
                  <a:lnTo>
                    <a:pt x="2097828" y="1386865"/>
                  </a:lnTo>
                  <a:lnTo>
                    <a:pt x="2102191" y="1402839"/>
                  </a:lnTo>
                  <a:lnTo>
                    <a:pt x="2106553" y="1386822"/>
                  </a:lnTo>
                  <a:lnTo>
                    <a:pt x="2110916" y="1383206"/>
                  </a:lnTo>
                  <a:lnTo>
                    <a:pt x="2115279" y="1376100"/>
                  </a:lnTo>
                  <a:lnTo>
                    <a:pt x="2119642" y="1376100"/>
                  </a:lnTo>
                  <a:lnTo>
                    <a:pt x="2124004" y="1381741"/>
                  </a:lnTo>
                  <a:lnTo>
                    <a:pt x="2128367" y="1387894"/>
                  </a:lnTo>
                  <a:lnTo>
                    <a:pt x="2132730" y="1396612"/>
                  </a:lnTo>
                  <a:lnTo>
                    <a:pt x="2137093" y="1395606"/>
                  </a:lnTo>
                  <a:lnTo>
                    <a:pt x="2141455" y="1399739"/>
                  </a:lnTo>
                  <a:lnTo>
                    <a:pt x="2145818" y="1411956"/>
                  </a:lnTo>
                  <a:lnTo>
                    <a:pt x="2150181" y="1400407"/>
                  </a:lnTo>
                  <a:lnTo>
                    <a:pt x="2154544" y="1408061"/>
                  </a:lnTo>
                  <a:lnTo>
                    <a:pt x="2158906" y="1412182"/>
                  </a:lnTo>
                  <a:lnTo>
                    <a:pt x="2163269" y="1412182"/>
                  </a:lnTo>
                  <a:lnTo>
                    <a:pt x="2167632" y="1411011"/>
                  </a:lnTo>
                  <a:lnTo>
                    <a:pt x="2171995" y="1430015"/>
                  </a:lnTo>
                  <a:lnTo>
                    <a:pt x="2176357" y="1432727"/>
                  </a:lnTo>
                  <a:lnTo>
                    <a:pt x="2180720" y="1429474"/>
                  </a:lnTo>
                  <a:lnTo>
                    <a:pt x="2185083" y="1429474"/>
                  </a:lnTo>
                  <a:lnTo>
                    <a:pt x="2189446" y="1443156"/>
                  </a:lnTo>
                  <a:lnTo>
                    <a:pt x="2193808" y="1434306"/>
                  </a:lnTo>
                  <a:lnTo>
                    <a:pt x="2198171" y="1425804"/>
                  </a:lnTo>
                  <a:lnTo>
                    <a:pt x="2202534" y="1423958"/>
                  </a:lnTo>
                  <a:lnTo>
                    <a:pt x="2206897" y="1443656"/>
                  </a:lnTo>
                  <a:lnTo>
                    <a:pt x="2211259" y="1441738"/>
                  </a:lnTo>
                  <a:lnTo>
                    <a:pt x="2215622" y="1443857"/>
                  </a:lnTo>
                  <a:lnTo>
                    <a:pt x="2219985" y="1443857"/>
                  </a:lnTo>
                  <a:lnTo>
                    <a:pt x="2224348" y="1443857"/>
                  </a:lnTo>
                  <a:lnTo>
                    <a:pt x="2228710" y="1443857"/>
                  </a:lnTo>
                  <a:lnTo>
                    <a:pt x="2233073" y="1443857"/>
                  </a:lnTo>
                  <a:lnTo>
                    <a:pt x="2237436" y="1443857"/>
                  </a:lnTo>
                  <a:lnTo>
                    <a:pt x="2241799" y="1443857"/>
                  </a:lnTo>
                  <a:lnTo>
                    <a:pt x="2246161" y="1443857"/>
                  </a:lnTo>
                  <a:lnTo>
                    <a:pt x="2250524" y="1443857"/>
                  </a:lnTo>
                  <a:lnTo>
                    <a:pt x="2254887" y="1443097"/>
                  </a:lnTo>
                  <a:lnTo>
                    <a:pt x="2259250" y="1443857"/>
                  </a:lnTo>
                  <a:lnTo>
                    <a:pt x="2263612" y="1443857"/>
                  </a:lnTo>
                  <a:lnTo>
                    <a:pt x="2267975" y="1443857"/>
                  </a:lnTo>
                  <a:lnTo>
                    <a:pt x="2272338" y="1443857"/>
                  </a:lnTo>
                  <a:lnTo>
                    <a:pt x="2276701" y="1437014"/>
                  </a:lnTo>
                  <a:lnTo>
                    <a:pt x="2281063" y="1433622"/>
                  </a:lnTo>
                  <a:lnTo>
                    <a:pt x="2285426" y="1419378"/>
                  </a:lnTo>
                  <a:lnTo>
                    <a:pt x="2289789" y="1413285"/>
                  </a:lnTo>
                  <a:lnTo>
                    <a:pt x="2294152" y="1383769"/>
                  </a:lnTo>
                  <a:lnTo>
                    <a:pt x="2298514" y="1369256"/>
                  </a:lnTo>
                  <a:lnTo>
                    <a:pt x="2302877" y="1346030"/>
                  </a:lnTo>
                  <a:lnTo>
                    <a:pt x="2307240" y="1314656"/>
                  </a:lnTo>
                  <a:lnTo>
                    <a:pt x="2311603" y="1317527"/>
                  </a:lnTo>
                  <a:lnTo>
                    <a:pt x="2315965" y="1325421"/>
                  </a:lnTo>
                  <a:lnTo>
                    <a:pt x="2320328" y="1314656"/>
                  </a:lnTo>
                  <a:lnTo>
                    <a:pt x="2324691" y="1314656"/>
                  </a:lnTo>
                  <a:lnTo>
                    <a:pt x="2329054" y="1314656"/>
                  </a:lnTo>
                  <a:lnTo>
                    <a:pt x="2333416" y="1303892"/>
                  </a:lnTo>
                  <a:lnTo>
                    <a:pt x="2337779" y="1307480"/>
                  </a:lnTo>
                  <a:lnTo>
                    <a:pt x="2342142" y="1333314"/>
                  </a:lnTo>
                  <a:lnTo>
                    <a:pt x="2346505" y="1346231"/>
                  </a:lnTo>
                  <a:lnTo>
                    <a:pt x="2350867" y="1380676"/>
                  </a:lnTo>
                  <a:lnTo>
                    <a:pt x="2355230" y="1387852"/>
                  </a:lnTo>
                  <a:lnTo>
                    <a:pt x="2359593" y="1414404"/>
                  </a:lnTo>
                  <a:lnTo>
                    <a:pt x="2363956" y="1415122"/>
                  </a:lnTo>
                  <a:lnTo>
                    <a:pt x="2368318" y="1415122"/>
                  </a:lnTo>
                  <a:lnTo>
                    <a:pt x="2372681" y="1415122"/>
                  </a:lnTo>
                  <a:lnTo>
                    <a:pt x="2377044" y="1400769"/>
                  </a:lnTo>
                  <a:lnTo>
                    <a:pt x="2381407" y="1403640"/>
                  </a:lnTo>
                  <a:lnTo>
                    <a:pt x="2385769" y="1400769"/>
                  </a:lnTo>
                  <a:lnTo>
                    <a:pt x="2390132" y="1400769"/>
                  </a:lnTo>
                  <a:lnTo>
                    <a:pt x="2394495" y="1398617"/>
                  </a:lnTo>
                  <a:lnTo>
                    <a:pt x="2398858" y="1384982"/>
                  </a:lnTo>
                  <a:lnTo>
                    <a:pt x="2403220" y="1362019"/>
                  </a:lnTo>
                  <a:lnTo>
                    <a:pt x="2407583" y="1357713"/>
                  </a:lnTo>
                  <a:lnTo>
                    <a:pt x="2411946" y="1326138"/>
                  </a:lnTo>
                  <a:lnTo>
                    <a:pt x="2416309" y="1339993"/>
                  </a:lnTo>
                  <a:lnTo>
                    <a:pt x="2420671" y="1333770"/>
                  </a:lnTo>
                  <a:lnTo>
                    <a:pt x="2425034" y="1330596"/>
                  </a:lnTo>
                  <a:lnTo>
                    <a:pt x="2429397" y="1329753"/>
                  </a:lnTo>
                  <a:lnTo>
                    <a:pt x="2433760" y="1329753"/>
                  </a:lnTo>
                  <a:lnTo>
                    <a:pt x="2438122" y="1311501"/>
                  </a:lnTo>
                  <a:lnTo>
                    <a:pt x="2442485" y="1300903"/>
                  </a:lnTo>
                  <a:lnTo>
                    <a:pt x="2446848" y="1301572"/>
                  </a:lnTo>
                  <a:lnTo>
                    <a:pt x="2451211" y="1294339"/>
                  </a:lnTo>
                  <a:lnTo>
                    <a:pt x="2455573" y="1282972"/>
                  </a:lnTo>
                  <a:lnTo>
                    <a:pt x="2459936" y="1282258"/>
                  </a:lnTo>
                  <a:lnTo>
                    <a:pt x="2464299" y="1276104"/>
                  </a:lnTo>
                  <a:lnTo>
                    <a:pt x="2468662" y="1274053"/>
                  </a:lnTo>
                  <a:lnTo>
                    <a:pt x="2473024" y="1273028"/>
                  </a:lnTo>
                  <a:lnTo>
                    <a:pt x="2477387" y="1284309"/>
                  </a:lnTo>
                  <a:lnTo>
                    <a:pt x="2481750" y="1280906"/>
                  </a:lnTo>
                  <a:lnTo>
                    <a:pt x="2486113" y="1274706"/>
                  </a:lnTo>
                  <a:lnTo>
                    <a:pt x="2490475" y="1218473"/>
                  </a:lnTo>
                  <a:lnTo>
                    <a:pt x="2494838" y="1200221"/>
                  </a:lnTo>
                  <a:lnTo>
                    <a:pt x="2499201" y="1228369"/>
                  </a:lnTo>
                  <a:lnTo>
                    <a:pt x="2503564" y="1235956"/>
                  </a:lnTo>
                  <a:lnTo>
                    <a:pt x="2507926" y="1252003"/>
                  </a:lnTo>
                  <a:lnTo>
                    <a:pt x="2512289" y="1255073"/>
                  </a:lnTo>
                  <a:lnTo>
                    <a:pt x="2516652" y="1269539"/>
                  </a:lnTo>
                  <a:lnTo>
                    <a:pt x="2521015" y="1273869"/>
                  </a:lnTo>
                  <a:lnTo>
                    <a:pt x="2525377" y="1274706"/>
                  </a:lnTo>
                  <a:lnTo>
                    <a:pt x="2529740" y="1292789"/>
                  </a:lnTo>
                  <a:lnTo>
                    <a:pt x="2534103" y="1324190"/>
                  </a:lnTo>
                  <a:lnTo>
                    <a:pt x="2538466" y="1326039"/>
                  </a:lnTo>
                  <a:lnTo>
                    <a:pt x="2542828" y="1320542"/>
                  </a:lnTo>
                  <a:lnTo>
                    <a:pt x="2547191" y="1329306"/>
                  </a:lnTo>
                  <a:lnTo>
                    <a:pt x="2551554" y="1342681"/>
                  </a:lnTo>
                  <a:lnTo>
                    <a:pt x="2555917" y="1365742"/>
                  </a:lnTo>
                  <a:lnTo>
                    <a:pt x="2560279" y="1382347"/>
                  </a:lnTo>
                  <a:lnTo>
                    <a:pt x="2564642" y="1386608"/>
                  </a:lnTo>
                  <a:lnTo>
                    <a:pt x="2569005" y="1386356"/>
                  </a:lnTo>
                  <a:lnTo>
                    <a:pt x="2573368" y="1391996"/>
                  </a:lnTo>
                  <a:lnTo>
                    <a:pt x="2577730" y="1414560"/>
                  </a:lnTo>
                  <a:lnTo>
                    <a:pt x="2582093" y="1417124"/>
                  </a:lnTo>
                  <a:lnTo>
                    <a:pt x="2586456" y="1418149"/>
                  </a:lnTo>
                  <a:lnTo>
                    <a:pt x="2590819" y="1426606"/>
                  </a:lnTo>
                  <a:lnTo>
                    <a:pt x="2595181" y="1432289"/>
                  </a:lnTo>
                  <a:lnTo>
                    <a:pt x="2599544" y="1430628"/>
                  </a:lnTo>
                  <a:lnTo>
                    <a:pt x="2603907" y="1433080"/>
                  </a:lnTo>
                  <a:lnTo>
                    <a:pt x="2608270" y="1441673"/>
                  </a:lnTo>
                  <a:lnTo>
                    <a:pt x="2612632" y="1443826"/>
                  </a:lnTo>
                  <a:lnTo>
                    <a:pt x="2616995" y="1443826"/>
                  </a:lnTo>
                  <a:lnTo>
                    <a:pt x="2621358" y="1443826"/>
                  </a:lnTo>
                  <a:lnTo>
                    <a:pt x="2625721" y="1443826"/>
                  </a:lnTo>
                  <a:lnTo>
                    <a:pt x="2630083" y="1443826"/>
                  </a:lnTo>
                  <a:lnTo>
                    <a:pt x="2634446" y="1443826"/>
                  </a:lnTo>
                  <a:lnTo>
                    <a:pt x="2638809" y="1443826"/>
                  </a:lnTo>
                  <a:lnTo>
                    <a:pt x="2643172" y="1443826"/>
                  </a:lnTo>
                  <a:lnTo>
                    <a:pt x="2647534" y="1443826"/>
                  </a:lnTo>
                  <a:lnTo>
                    <a:pt x="2651897" y="1443826"/>
                  </a:lnTo>
                  <a:lnTo>
                    <a:pt x="2656260" y="1443826"/>
                  </a:lnTo>
                  <a:lnTo>
                    <a:pt x="2660623" y="1443826"/>
                  </a:lnTo>
                  <a:lnTo>
                    <a:pt x="2664985" y="1443826"/>
                  </a:lnTo>
                  <a:lnTo>
                    <a:pt x="2669348" y="1443826"/>
                  </a:lnTo>
                  <a:lnTo>
                    <a:pt x="2673711" y="1443826"/>
                  </a:lnTo>
                  <a:lnTo>
                    <a:pt x="2678074" y="1443826"/>
                  </a:lnTo>
                  <a:lnTo>
                    <a:pt x="2682436" y="1443826"/>
                  </a:lnTo>
                  <a:lnTo>
                    <a:pt x="2686799" y="1443826"/>
                  </a:lnTo>
                  <a:lnTo>
                    <a:pt x="2691162" y="1443826"/>
                  </a:lnTo>
                  <a:lnTo>
                    <a:pt x="2695525" y="1443826"/>
                  </a:lnTo>
                  <a:lnTo>
                    <a:pt x="2699887" y="1443826"/>
                  </a:lnTo>
                  <a:lnTo>
                    <a:pt x="2704250" y="1443826"/>
                  </a:lnTo>
                  <a:lnTo>
                    <a:pt x="2708613" y="1443826"/>
                  </a:lnTo>
                  <a:lnTo>
                    <a:pt x="2712976" y="1443826"/>
                  </a:lnTo>
                  <a:lnTo>
                    <a:pt x="2717338" y="1443826"/>
                  </a:lnTo>
                  <a:lnTo>
                    <a:pt x="2721701" y="1443826"/>
                  </a:lnTo>
                  <a:lnTo>
                    <a:pt x="2726064" y="1443826"/>
                  </a:lnTo>
                  <a:lnTo>
                    <a:pt x="2730427" y="1443826"/>
                  </a:lnTo>
                  <a:lnTo>
                    <a:pt x="2734789" y="1443826"/>
                  </a:lnTo>
                  <a:lnTo>
                    <a:pt x="2739152" y="1443826"/>
                  </a:lnTo>
                  <a:lnTo>
                    <a:pt x="2743515" y="1443826"/>
                  </a:lnTo>
                  <a:lnTo>
                    <a:pt x="2747878" y="1432344"/>
                  </a:lnTo>
                  <a:lnTo>
                    <a:pt x="2752240" y="1428756"/>
                  </a:lnTo>
                  <a:lnTo>
                    <a:pt x="2756603" y="1383547"/>
                  </a:lnTo>
                  <a:lnTo>
                    <a:pt x="2760966" y="1356995"/>
                  </a:lnTo>
                  <a:lnTo>
                    <a:pt x="2765329" y="1319680"/>
                  </a:lnTo>
                  <a:lnTo>
                    <a:pt x="2769691" y="1308916"/>
                  </a:lnTo>
                  <a:lnTo>
                    <a:pt x="2774054" y="1288105"/>
                  </a:lnTo>
                  <a:lnTo>
                    <a:pt x="2778417" y="1285952"/>
                  </a:lnTo>
                  <a:lnTo>
                    <a:pt x="2782780" y="1285952"/>
                  </a:lnTo>
                  <a:lnTo>
                    <a:pt x="2787142" y="1310502"/>
                  </a:lnTo>
                  <a:lnTo>
                    <a:pt x="2791505" y="1299440"/>
                  </a:lnTo>
                  <a:lnTo>
                    <a:pt x="2795868" y="1287949"/>
                  </a:lnTo>
                  <a:lnTo>
                    <a:pt x="2800231" y="1282650"/>
                  </a:lnTo>
                  <a:lnTo>
                    <a:pt x="2804593" y="1263809"/>
                  </a:lnTo>
                  <a:lnTo>
                    <a:pt x="2808956" y="1249090"/>
                  </a:lnTo>
                  <a:lnTo>
                    <a:pt x="2813319" y="1246146"/>
                  </a:lnTo>
                  <a:lnTo>
                    <a:pt x="2817682" y="1247912"/>
                  </a:lnTo>
                  <a:lnTo>
                    <a:pt x="2822044" y="1280884"/>
                  </a:lnTo>
                  <a:lnTo>
                    <a:pt x="2826407" y="1295015"/>
                  </a:lnTo>
                  <a:lnTo>
                    <a:pt x="2830770" y="1325631"/>
                  </a:lnTo>
                  <a:lnTo>
                    <a:pt x="2835133" y="1334463"/>
                  </a:lnTo>
                  <a:lnTo>
                    <a:pt x="2839495" y="1351538"/>
                  </a:lnTo>
                  <a:lnTo>
                    <a:pt x="2843858" y="1353304"/>
                  </a:lnTo>
                  <a:lnTo>
                    <a:pt x="2848221" y="1342706"/>
                  </a:lnTo>
                  <a:lnTo>
                    <a:pt x="2852584" y="1342352"/>
                  </a:lnTo>
                  <a:lnTo>
                    <a:pt x="2856946" y="1353893"/>
                  </a:lnTo>
                  <a:lnTo>
                    <a:pt x="2861309" y="1351254"/>
                  </a:lnTo>
                  <a:lnTo>
                    <a:pt x="2865672" y="1357713"/>
                  </a:lnTo>
                  <a:lnTo>
                    <a:pt x="2870035" y="1380676"/>
                  </a:lnTo>
                  <a:lnTo>
                    <a:pt x="2874397" y="1398617"/>
                  </a:lnTo>
                  <a:lnTo>
                    <a:pt x="2878760" y="1413686"/>
                  </a:lnTo>
                  <a:lnTo>
                    <a:pt x="2883123" y="1401487"/>
                  </a:lnTo>
                  <a:lnTo>
                    <a:pt x="2887486" y="1396464"/>
                  </a:lnTo>
                  <a:lnTo>
                    <a:pt x="2891848" y="1400769"/>
                  </a:lnTo>
                  <a:lnTo>
                    <a:pt x="2896211" y="1400769"/>
                  </a:lnTo>
                  <a:lnTo>
                    <a:pt x="2900574" y="1400769"/>
                  </a:lnTo>
                  <a:lnTo>
                    <a:pt x="2904937" y="1400769"/>
                  </a:lnTo>
                  <a:lnTo>
                    <a:pt x="2909299" y="1400769"/>
                  </a:lnTo>
                  <a:lnTo>
                    <a:pt x="2913662" y="1405075"/>
                  </a:lnTo>
                  <a:lnTo>
                    <a:pt x="2918025" y="1408950"/>
                  </a:lnTo>
                  <a:lnTo>
                    <a:pt x="2922388" y="1379134"/>
                  </a:lnTo>
                  <a:lnTo>
                    <a:pt x="2926750" y="1357462"/>
                  </a:lnTo>
                  <a:lnTo>
                    <a:pt x="2931113" y="1328956"/>
                  </a:lnTo>
                  <a:lnTo>
                    <a:pt x="2935476" y="1306872"/>
                  </a:lnTo>
                  <a:lnTo>
                    <a:pt x="2939839" y="1304308"/>
                  </a:lnTo>
                  <a:lnTo>
                    <a:pt x="2944201" y="1271489"/>
                  </a:lnTo>
                  <a:lnTo>
                    <a:pt x="2948564" y="1262772"/>
                  </a:lnTo>
                  <a:lnTo>
                    <a:pt x="2952927" y="1262259"/>
                  </a:lnTo>
                  <a:lnTo>
                    <a:pt x="2957290" y="1239696"/>
                  </a:lnTo>
                  <a:lnTo>
                    <a:pt x="2961652" y="1204826"/>
                  </a:lnTo>
                  <a:lnTo>
                    <a:pt x="2966015" y="1191493"/>
                  </a:lnTo>
                  <a:lnTo>
                    <a:pt x="2970378" y="1188929"/>
                  </a:lnTo>
                  <a:lnTo>
                    <a:pt x="2974741" y="1181237"/>
                  </a:lnTo>
                  <a:lnTo>
                    <a:pt x="2979103" y="1187391"/>
                  </a:lnTo>
                  <a:lnTo>
                    <a:pt x="2983466" y="1195656"/>
                  </a:lnTo>
                  <a:lnTo>
                    <a:pt x="2987829" y="1215671"/>
                  </a:lnTo>
                  <a:lnTo>
                    <a:pt x="2992192" y="1210990"/>
                  </a:lnTo>
                  <a:lnTo>
                    <a:pt x="2996554" y="1223969"/>
                  </a:lnTo>
                  <a:lnTo>
                    <a:pt x="3000917" y="1210603"/>
                  </a:lnTo>
                  <a:lnTo>
                    <a:pt x="3005280" y="1214191"/>
                  </a:lnTo>
                  <a:lnTo>
                    <a:pt x="3009643" y="1260118"/>
                  </a:lnTo>
                  <a:lnTo>
                    <a:pt x="3014005" y="1285952"/>
                  </a:lnTo>
                  <a:lnTo>
                    <a:pt x="3018368" y="1296716"/>
                  </a:lnTo>
                  <a:lnTo>
                    <a:pt x="3022731" y="1333314"/>
                  </a:lnTo>
                  <a:lnTo>
                    <a:pt x="3027094" y="1368477"/>
                  </a:lnTo>
                  <a:lnTo>
                    <a:pt x="3031456" y="1372783"/>
                  </a:lnTo>
                  <a:lnTo>
                    <a:pt x="3035819" y="1375653"/>
                  </a:lnTo>
                  <a:lnTo>
                    <a:pt x="3040182" y="1386417"/>
                  </a:lnTo>
                  <a:lnTo>
                    <a:pt x="3044545" y="1386417"/>
                  </a:lnTo>
                  <a:lnTo>
                    <a:pt x="3048907" y="1386417"/>
                  </a:lnTo>
                  <a:lnTo>
                    <a:pt x="3053270" y="1386417"/>
                  </a:lnTo>
                  <a:lnTo>
                    <a:pt x="3057633" y="1402205"/>
                  </a:lnTo>
                  <a:lnTo>
                    <a:pt x="3061996" y="1415122"/>
                  </a:lnTo>
                  <a:lnTo>
                    <a:pt x="3066358" y="1415122"/>
                  </a:lnTo>
                  <a:lnTo>
                    <a:pt x="3070721" y="1415122"/>
                  </a:lnTo>
                  <a:lnTo>
                    <a:pt x="3075084" y="1409381"/>
                  </a:lnTo>
                  <a:lnTo>
                    <a:pt x="3079447" y="1400769"/>
                  </a:lnTo>
                  <a:lnTo>
                    <a:pt x="3083809" y="1390005"/>
                  </a:lnTo>
                  <a:lnTo>
                    <a:pt x="3088172" y="1340490"/>
                  </a:lnTo>
                  <a:lnTo>
                    <a:pt x="3092535" y="1330444"/>
                  </a:lnTo>
                  <a:lnTo>
                    <a:pt x="3096898" y="1323268"/>
                  </a:lnTo>
                  <a:lnTo>
                    <a:pt x="3101260" y="1303175"/>
                  </a:lnTo>
                  <a:lnTo>
                    <a:pt x="3105623" y="1300304"/>
                  </a:lnTo>
                  <a:lnTo>
                    <a:pt x="3109986" y="1278058"/>
                  </a:lnTo>
                  <a:lnTo>
                    <a:pt x="3114349" y="1250789"/>
                  </a:lnTo>
                  <a:lnTo>
                    <a:pt x="3118711" y="1229979"/>
                  </a:lnTo>
                  <a:lnTo>
                    <a:pt x="3123074" y="1219215"/>
                  </a:lnTo>
                  <a:lnTo>
                    <a:pt x="3127437" y="1169700"/>
                  </a:lnTo>
                  <a:lnTo>
                    <a:pt x="3131800" y="1138125"/>
                  </a:lnTo>
                  <a:lnTo>
                    <a:pt x="3136162" y="1119467"/>
                  </a:lnTo>
                  <a:lnTo>
                    <a:pt x="3140525" y="1084304"/>
                  </a:lnTo>
                  <a:lnTo>
                    <a:pt x="3144888" y="1055600"/>
                  </a:lnTo>
                  <a:lnTo>
                    <a:pt x="3149251" y="1024743"/>
                  </a:lnTo>
                  <a:lnTo>
                    <a:pt x="3153613" y="1044836"/>
                  </a:lnTo>
                  <a:lnTo>
                    <a:pt x="3157976" y="981686"/>
                  </a:lnTo>
                  <a:lnTo>
                    <a:pt x="3162339" y="950829"/>
                  </a:lnTo>
                  <a:lnTo>
                    <a:pt x="3166702" y="995894"/>
                  </a:lnTo>
                  <a:lnTo>
                    <a:pt x="3171064" y="968405"/>
                  </a:lnTo>
                  <a:lnTo>
                    <a:pt x="3175427" y="975306"/>
                  </a:lnTo>
                  <a:lnTo>
                    <a:pt x="3179790" y="941746"/>
                  </a:lnTo>
                  <a:lnTo>
                    <a:pt x="3184153" y="896998"/>
                  </a:lnTo>
                  <a:lnTo>
                    <a:pt x="3188515" y="861082"/>
                  </a:lnTo>
                  <a:lnTo>
                    <a:pt x="3192878" y="845185"/>
                  </a:lnTo>
                  <a:lnTo>
                    <a:pt x="3197241" y="862260"/>
                  </a:lnTo>
                  <a:lnTo>
                    <a:pt x="3201604" y="851662"/>
                  </a:lnTo>
                  <a:lnTo>
                    <a:pt x="3205966" y="920450"/>
                  </a:lnTo>
                  <a:lnTo>
                    <a:pt x="3210329" y="942490"/>
                  </a:lnTo>
                  <a:lnTo>
                    <a:pt x="3214692" y="930090"/>
                  </a:lnTo>
                  <a:lnTo>
                    <a:pt x="3219055" y="892533"/>
                  </a:lnTo>
                  <a:lnTo>
                    <a:pt x="3223417" y="907404"/>
                  </a:lnTo>
                  <a:lnTo>
                    <a:pt x="3227780" y="912532"/>
                  </a:lnTo>
                  <a:lnTo>
                    <a:pt x="3232143" y="925956"/>
                  </a:lnTo>
                  <a:lnTo>
                    <a:pt x="3236506" y="900345"/>
                  </a:lnTo>
                  <a:lnTo>
                    <a:pt x="3240868" y="842830"/>
                  </a:lnTo>
                  <a:lnTo>
                    <a:pt x="3245231" y="891110"/>
                  </a:lnTo>
                  <a:lnTo>
                    <a:pt x="3249594" y="942923"/>
                  </a:lnTo>
                  <a:lnTo>
                    <a:pt x="3253957" y="1007217"/>
                  </a:lnTo>
                  <a:lnTo>
                    <a:pt x="3258319" y="1047373"/>
                  </a:lnTo>
                  <a:lnTo>
                    <a:pt x="3262682" y="1037141"/>
                  </a:lnTo>
                  <a:lnTo>
                    <a:pt x="3267045" y="1087463"/>
                  </a:lnTo>
                  <a:lnTo>
                    <a:pt x="3271408" y="1037141"/>
                  </a:lnTo>
                  <a:lnTo>
                    <a:pt x="3275770" y="1065732"/>
                  </a:lnTo>
                  <a:lnTo>
                    <a:pt x="3280133" y="1040218"/>
                  </a:lnTo>
                  <a:lnTo>
                    <a:pt x="3284496" y="1100728"/>
                  </a:lnTo>
                  <a:lnTo>
                    <a:pt x="3288859" y="1142264"/>
                  </a:lnTo>
                  <a:lnTo>
                    <a:pt x="3293221" y="1159700"/>
                  </a:lnTo>
                  <a:lnTo>
                    <a:pt x="3297584" y="1181750"/>
                  </a:lnTo>
                  <a:lnTo>
                    <a:pt x="3301947" y="1215082"/>
                  </a:lnTo>
                  <a:lnTo>
                    <a:pt x="3306310" y="1232004"/>
                  </a:lnTo>
                  <a:lnTo>
                    <a:pt x="3310672" y="1224312"/>
                  </a:lnTo>
                  <a:lnTo>
                    <a:pt x="3315035" y="1227389"/>
                  </a:lnTo>
                  <a:lnTo>
                    <a:pt x="3319398" y="1259722"/>
                  </a:lnTo>
                  <a:lnTo>
                    <a:pt x="3323761" y="1265406"/>
                  </a:lnTo>
                  <a:lnTo>
                    <a:pt x="3328123" y="1239669"/>
                  </a:lnTo>
                  <a:lnTo>
                    <a:pt x="3332486" y="1248559"/>
                  </a:lnTo>
                  <a:lnTo>
                    <a:pt x="3336849" y="1278597"/>
                  </a:lnTo>
                  <a:lnTo>
                    <a:pt x="3341212" y="1283799"/>
                  </a:lnTo>
                  <a:lnTo>
                    <a:pt x="3345574" y="1296716"/>
                  </a:lnTo>
                  <a:lnTo>
                    <a:pt x="3349937" y="1275906"/>
                  </a:lnTo>
                  <a:lnTo>
                    <a:pt x="3354300" y="1234284"/>
                  </a:lnTo>
                  <a:lnTo>
                    <a:pt x="3358663" y="1214191"/>
                  </a:lnTo>
                  <a:lnTo>
                    <a:pt x="3363025" y="1181899"/>
                  </a:lnTo>
                  <a:lnTo>
                    <a:pt x="3367388" y="1118749"/>
                  </a:lnTo>
                  <a:lnTo>
                    <a:pt x="3371751" y="1089328"/>
                  </a:lnTo>
                  <a:lnTo>
                    <a:pt x="3376114" y="1092198"/>
                  </a:lnTo>
                  <a:lnTo>
                    <a:pt x="3380476" y="1095786"/>
                  </a:lnTo>
                  <a:lnTo>
                    <a:pt x="3384839" y="1050577"/>
                  </a:lnTo>
                  <a:lnTo>
                    <a:pt x="3389202" y="1024025"/>
                  </a:lnTo>
                  <a:lnTo>
                    <a:pt x="3393565" y="1029766"/>
                  </a:lnTo>
                  <a:lnTo>
                    <a:pt x="3397927" y="1057907"/>
                  </a:lnTo>
                  <a:lnTo>
                    <a:pt x="3402290" y="1086049"/>
                  </a:lnTo>
                  <a:lnTo>
                    <a:pt x="3406653" y="1054576"/>
                  </a:lnTo>
                  <a:lnTo>
                    <a:pt x="3411016" y="1050264"/>
                  </a:lnTo>
                  <a:lnTo>
                    <a:pt x="3415378" y="1015211"/>
                  </a:lnTo>
                  <a:lnTo>
                    <a:pt x="3419741" y="1065990"/>
                  </a:lnTo>
                  <a:lnTo>
                    <a:pt x="3424104" y="1078926"/>
                  </a:lnTo>
                  <a:lnTo>
                    <a:pt x="3428467" y="1072027"/>
                  </a:lnTo>
                  <a:lnTo>
                    <a:pt x="3432829" y="1075045"/>
                  </a:lnTo>
                  <a:lnTo>
                    <a:pt x="3437192" y="1039688"/>
                  </a:lnTo>
                  <a:lnTo>
                    <a:pt x="3441555" y="952159"/>
                  </a:lnTo>
                  <a:lnTo>
                    <a:pt x="3445918" y="908967"/>
                  </a:lnTo>
                  <a:lnTo>
                    <a:pt x="3450280" y="876862"/>
                  </a:lnTo>
                  <a:lnTo>
                    <a:pt x="3454643" y="953618"/>
                  </a:lnTo>
                  <a:lnTo>
                    <a:pt x="3459006" y="936804"/>
                  </a:lnTo>
                  <a:lnTo>
                    <a:pt x="3463369" y="954333"/>
                  </a:lnTo>
                  <a:lnTo>
                    <a:pt x="3467731" y="982952"/>
                  </a:lnTo>
                  <a:lnTo>
                    <a:pt x="3472094" y="983770"/>
                  </a:lnTo>
                  <a:lnTo>
                    <a:pt x="3476457" y="1001625"/>
                  </a:lnTo>
                  <a:lnTo>
                    <a:pt x="3480820" y="1046329"/>
                  </a:lnTo>
                  <a:lnTo>
                    <a:pt x="3485182" y="1058114"/>
                  </a:lnTo>
                  <a:lnTo>
                    <a:pt x="3489545" y="1040982"/>
                  </a:lnTo>
                  <a:lnTo>
                    <a:pt x="3493908" y="1064697"/>
                  </a:lnTo>
                  <a:lnTo>
                    <a:pt x="3498271" y="1108507"/>
                  </a:lnTo>
                  <a:lnTo>
                    <a:pt x="3502633" y="1108507"/>
                  </a:lnTo>
                  <a:lnTo>
                    <a:pt x="3506996" y="1147927"/>
                  </a:lnTo>
                  <a:lnTo>
                    <a:pt x="3511359" y="1177666"/>
                  </a:lnTo>
                  <a:lnTo>
                    <a:pt x="3515722" y="1204399"/>
                  </a:lnTo>
                  <a:lnTo>
                    <a:pt x="3520084" y="1191493"/>
                  </a:lnTo>
                  <a:lnTo>
                    <a:pt x="3524447" y="1152520"/>
                  </a:lnTo>
                  <a:lnTo>
                    <a:pt x="3528810" y="1108799"/>
                  </a:lnTo>
                  <a:lnTo>
                    <a:pt x="3533173" y="1007689"/>
                  </a:lnTo>
                  <a:lnTo>
                    <a:pt x="3537535" y="967652"/>
                  </a:lnTo>
                  <a:lnTo>
                    <a:pt x="3541898" y="913484"/>
                  </a:lnTo>
                  <a:lnTo>
                    <a:pt x="3546261" y="969873"/>
                  </a:lnTo>
                  <a:lnTo>
                    <a:pt x="3550624" y="959023"/>
                  </a:lnTo>
                  <a:lnTo>
                    <a:pt x="3554986" y="1012099"/>
                  </a:lnTo>
                  <a:lnTo>
                    <a:pt x="3559349" y="1015335"/>
                  </a:lnTo>
                  <a:lnTo>
                    <a:pt x="3563712" y="1036604"/>
                  </a:lnTo>
                  <a:lnTo>
                    <a:pt x="3568075" y="1085151"/>
                  </a:lnTo>
                  <a:lnTo>
                    <a:pt x="3572437" y="1079703"/>
                  </a:lnTo>
                  <a:lnTo>
                    <a:pt x="3576800" y="1114574"/>
                  </a:lnTo>
                  <a:lnTo>
                    <a:pt x="3581163" y="1154059"/>
                  </a:lnTo>
                  <a:lnTo>
                    <a:pt x="3585526" y="1205826"/>
                  </a:lnTo>
                  <a:lnTo>
                    <a:pt x="3589888" y="1236342"/>
                  </a:lnTo>
                  <a:lnTo>
                    <a:pt x="3594251" y="1278571"/>
                  </a:lnTo>
                  <a:lnTo>
                    <a:pt x="3598614" y="1321004"/>
                  </a:lnTo>
                  <a:lnTo>
                    <a:pt x="3602977" y="1352367"/>
                  </a:lnTo>
                  <a:lnTo>
                    <a:pt x="3607339" y="1384653"/>
                  </a:lnTo>
                  <a:lnTo>
                    <a:pt x="3611702" y="1371277"/>
                  </a:lnTo>
                  <a:lnTo>
                    <a:pt x="3616065" y="1362514"/>
                  </a:lnTo>
                  <a:lnTo>
                    <a:pt x="3620428" y="1363490"/>
                  </a:lnTo>
                  <a:lnTo>
                    <a:pt x="3624790" y="1363490"/>
                  </a:lnTo>
                  <a:lnTo>
                    <a:pt x="3629153" y="1351486"/>
                  </a:lnTo>
                  <a:lnTo>
                    <a:pt x="3633516" y="1356101"/>
                  </a:lnTo>
                  <a:lnTo>
                    <a:pt x="3637879" y="1356101"/>
                  </a:lnTo>
                  <a:lnTo>
                    <a:pt x="3642241" y="1351998"/>
                  </a:lnTo>
                  <a:lnTo>
                    <a:pt x="3646604" y="1338153"/>
                  </a:lnTo>
                  <a:lnTo>
                    <a:pt x="3650967" y="1330506"/>
                  </a:lnTo>
                  <a:lnTo>
                    <a:pt x="3655330" y="1313020"/>
                  </a:lnTo>
                  <a:lnTo>
                    <a:pt x="3659692" y="1256155"/>
                  </a:lnTo>
                  <a:lnTo>
                    <a:pt x="3664055" y="1220828"/>
                  </a:lnTo>
                  <a:lnTo>
                    <a:pt x="3668418" y="1207875"/>
                  </a:lnTo>
                  <a:lnTo>
                    <a:pt x="3672781" y="1200129"/>
                  </a:lnTo>
                  <a:lnTo>
                    <a:pt x="3677143" y="1235685"/>
                  </a:lnTo>
                  <a:lnTo>
                    <a:pt x="3681506" y="1232694"/>
                  </a:lnTo>
                  <a:lnTo>
                    <a:pt x="3685869" y="1142431"/>
                  </a:lnTo>
                  <a:lnTo>
                    <a:pt x="3690232" y="1118032"/>
                  </a:lnTo>
                  <a:lnTo>
                    <a:pt x="3694594" y="1113726"/>
                  </a:lnTo>
                  <a:lnTo>
                    <a:pt x="3698957" y="1120902"/>
                  </a:lnTo>
                  <a:lnTo>
                    <a:pt x="3703320" y="1153912"/>
                  </a:lnTo>
                  <a:lnTo>
                    <a:pt x="3707683" y="1161806"/>
                  </a:lnTo>
                  <a:lnTo>
                    <a:pt x="3712045" y="1183334"/>
                  </a:lnTo>
                  <a:lnTo>
                    <a:pt x="3716408" y="1194816"/>
                  </a:lnTo>
                  <a:lnTo>
                    <a:pt x="3720771" y="1201274"/>
                  </a:lnTo>
                  <a:lnTo>
                    <a:pt x="3725134" y="1232132"/>
                  </a:lnTo>
                  <a:lnTo>
                    <a:pt x="3729496" y="1275188"/>
                  </a:lnTo>
                  <a:lnTo>
                    <a:pt x="3733859" y="1290975"/>
                  </a:lnTo>
                  <a:lnTo>
                    <a:pt x="3738222" y="1300304"/>
                  </a:lnTo>
                  <a:lnTo>
                    <a:pt x="3742585" y="1295999"/>
                  </a:lnTo>
                  <a:lnTo>
                    <a:pt x="3746947" y="1299587"/>
                  </a:lnTo>
                  <a:lnTo>
                    <a:pt x="3751310" y="1308198"/>
                  </a:lnTo>
                  <a:lnTo>
                    <a:pt x="3755673" y="1289540"/>
                  </a:lnTo>
                  <a:lnTo>
                    <a:pt x="3760036" y="1257248"/>
                  </a:lnTo>
                  <a:lnTo>
                    <a:pt x="3764398" y="1257248"/>
                  </a:lnTo>
                  <a:lnTo>
                    <a:pt x="3768761" y="1250072"/>
                  </a:lnTo>
                  <a:lnTo>
                    <a:pt x="3773124" y="1242896"/>
                  </a:lnTo>
                  <a:lnTo>
                    <a:pt x="3777487" y="1240743"/>
                  </a:lnTo>
                  <a:lnTo>
                    <a:pt x="3781849" y="1232132"/>
                  </a:lnTo>
                  <a:lnTo>
                    <a:pt x="3786212" y="1211321"/>
                  </a:lnTo>
                  <a:lnTo>
                    <a:pt x="3790575" y="1244795"/>
                  </a:lnTo>
                  <a:lnTo>
                    <a:pt x="3794938" y="1241815"/>
                  </a:lnTo>
                  <a:lnTo>
                    <a:pt x="3799300" y="1195838"/>
                  </a:lnTo>
                  <a:lnTo>
                    <a:pt x="3803663" y="1148408"/>
                  </a:lnTo>
                  <a:lnTo>
                    <a:pt x="3808026" y="1110726"/>
                  </a:lnTo>
                  <a:lnTo>
                    <a:pt x="3812389" y="1100128"/>
                  </a:lnTo>
                  <a:lnTo>
                    <a:pt x="3816751" y="1093651"/>
                  </a:lnTo>
                  <a:lnTo>
                    <a:pt x="3821114" y="1106016"/>
                  </a:lnTo>
                  <a:lnTo>
                    <a:pt x="3825477" y="1079520"/>
                  </a:lnTo>
                  <a:lnTo>
                    <a:pt x="3829840" y="1022997"/>
                  </a:lnTo>
                  <a:lnTo>
                    <a:pt x="3834202" y="955287"/>
                  </a:lnTo>
                  <a:lnTo>
                    <a:pt x="3838565" y="903475"/>
                  </a:lnTo>
                  <a:lnTo>
                    <a:pt x="3842928" y="875213"/>
                  </a:lnTo>
                  <a:lnTo>
                    <a:pt x="3847291" y="873447"/>
                  </a:lnTo>
                  <a:lnTo>
                    <a:pt x="3851653" y="875802"/>
                  </a:lnTo>
                  <a:lnTo>
                    <a:pt x="3856016" y="826795"/>
                  </a:lnTo>
                  <a:lnTo>
                    <a:pt x="3860379" y="801661"/>
                  </a:lnTo>
                  <a:lnTo>
                    <a:pt x="3864742" y="818319"/>
                  </a:lnTo>
                  <a:lnTo>
                    <a:pt x="3869104" y="740570"/>
                  </a:lnTo>
                  <a:lnTo>
                    <a:pt x="3873467" y="780039"/>
                  </a:lnTo>
                  <a:lnTo>
                    <a:pt x="3877830" y="787215"/>
                  </a:lnTo>
                  <a:lnTo>
                    <a:pt x="3882193" y="833859"/>
                  </a:lnTo>
                  <a:lnTo>
                    <a:pt x="3886555" y="856823"/>
                  </a:lnTo>
                  <a:lnTo>
                    <a:pt x="3890918" y="916384"/>
                  </a:lnTo>
                  <a:lnTo>
                    <a:pt x="3895281" y="985274"/>
                  </a:lnTo>
                  <a:lnTo>
                    <a:pt x="3899644" y="1066364"/>
                  </a:lnTo>
                  <a:lnTo>
                    <a:pt x="3904006" y="1105833"/>
                  </a:lnTo>
                  <a:lnTo>
                    <a:pt x="3908369" y="1098657"/>
                  </a:lnTo>
                  <a:lnTo>
                    <a:pt x="3912732" y="1087892"/>
                  </a:lnTo>
                  <a:lnTo>
                    <a:pt x="3917095" y="1115879"/>
                  </a:lnTo>
                  <a:lnTo>
                    <a:pt x="3921457" y="1157500"/>
                  </a:lnTo>
                  <a:lnTo>
                    <a:pt x="3925820" y="1183334"/>
                  </a:lnTo>
                  <a:lnTo>
                    <a:pt x="3930183" y="1168264"/>
                  </a:lnTo>
                  <a:lnTo>
                    <a:pt x="3934546" y="1145301"/>
                  </a:lnTo>
                  <a:lnTo>
                    <a:pt x="3938908" y="1046271"/>
                  </a:lnTo>
                  <a:lnTo>
                    <a:pt x="3943271" y="1010391"/>
                  </a:lnTo>
                  <a:lnTo>
                    <a:pt x="3947634" y="1061311"/>
                  </a:lnTo>
                  <a:lnTo>
                    <a:pt x="3951997" y="1048711"/>
                  </a:lnTo>
                  <a:lnTo>
                    <a:pt x="3956359" y="1022964"/>
                  </a:lnTo>
                  <a:lnTo>
                    <a:pt x="3960722" y="981194"/>
                  </a:lnTo>
                  <a:lnTo>
                    <a:pt x="3965085" y="965885"/>
                  </a:lnTo>
                  <a:lnTo>
                    <a:pt x="3969448" y="929970"/>
                  </a:lnTo>
                  <a:lnTo>
                    <a:pt x="3973810" y="907007"/>
                  </a:lnTo>
                  <a:lnTo>
                    <a:pt x="3978173" y="886400"/>
                  </a:lnTo>
                  <a:lnTo>
                    <a:pt x="3982536" y="854606"/>
                  </a:lnTo>
                  <a:lnTo>
                    <a:pt x="3986899" y="848718"/>
                  </a:lnTo>
                  <a:lnTo>
                    <a:pt x="3991261" y="845774"/>
                  </a:lnTo>
                  <a:lnTo>
                    <a:pt x="3995624" y="857550"/>
                  </a:lnTo>
                  <a:lnTo>
                    <a:pt x="3999987" y="896409"/>
                  </a:lnTo>
                  <a:lnTo>
                    <a:pt x="4004350" y="991203"/>
                  </a:lnTo>
                  <a:lnTo>
                    <a:pt x="4008712" y="1044194"/>
                  </a:lnTo>
                  <a:lnTo>
                    <a:pt x="4013075" y="1042581"/>
                  </a:lnTo>
                  <a:lnTo>
                    <a:pt x="4017438" y="1033386"/>
                  </a:lnTo>
                  <a:lnTo>
                    <a:pt x="4021801" y="1050773"/>
                  </a:lnTo>
                  <a:lnTo>
                    <a:pt x="4026163" y="1036225"/>
                  </a:lnTo>
                  <a:lnTo>
                    <a:pt x="4030526" y="1039813"/>
                  </a:lnTo>
                  <a:lnTo>
                    <a:pt x="4034889" y="1109421"/>
                  </a:lnTo>
                  <a:lnTo>
                    <a:pt x="4039252" y="1166829"/>
                  </a:lnTo>
                  <a:lnTo>
                    <a:pt x="4043614" y="1207015"/>
                  </a:lnTo>
                  <a:lnTo>
                    <a:pt x="4047977" y="1196969"/>
                  </a:lnTo>
                  <a:lnTo>
                    <a:pt x="4052340" y="1171852"/>
                  </a:lnTo>
                  <a:lnTo>
                    <a:pt x="4056703" y="1155347"/>
                  </a:lnTo>
                  <a:lnTo>
                    <a:pt x="4061065" y="1156065"/>
                  </a:lnTo>
                  <a:lnTo>
                    <a:pt x="4065428" y="1171135"/>
                  </a:lnTo>
                  <a:lnTo>
                    <a:pt x="4069791" y="1158218"/>
                  </a:lnTo>
                  <a:lnTo>
                    <a:pt x="4074154" y="1205898"/>
                  </a:lnTo>
                  <a:lnTo>
                    <a:pt x="4078516" y="1202582"/>
                  </a:lnTo>
                  <a:lnTo>
                    <a:pt x="4082879" y="1229071"/>
                  </a:lnTo>
                  <a:lnTo>
                    <a:pt x="4087242" y="1222006"/>
                  </a:lnTo>
                  <a:lnTo>
                    <a:pt x="4091605" y="1223772"/>
                  </a:lnTo>
                  <a:lnTo>
                    <a:pt x="4095967" y="1204931"/>
                  </a:lnTo>
                  <a:lnTo>
                    <a:pt x="4100330" y="1164894"/>
                  </a:lnTo>
                  <a:lnTo>
                    <a:pt x="4104693" y="1144875"/>
                  </a:lnTo>
                  <a:lnTo>
                    <a:pt x="4109056" y="1144875"/>
                  </a:lnTo>
                  <a:lnTo>
                    <a:pt x="4113418" y="1183146"/>
                  </a:lnTo>
                  <a:lnTo>
                    <a:pt x="4117781" y="1211408"/>
                  </a:lnTo>
                  <a:lnTo>
                    <a:pt x="4122144" y="1226716"/>
                  </a:lnTo>
                  <a:lnTo>
                    <a:pt x="4126507" y="1247323"/>
                  </a:lnTo>
                  <a:lnTo>
                    <a:pt x="4130869" y="1247323"/>
                  </a:lnTo>
                  <a:lnTo>
                    <a:pt x="4135232" y="1250856"/>
                  </a:lnTo>
                  <a:lnTo>
                    <a:pt x="4139595" y="1189095"/>
                  </a:lnTo>
                  <a:lnTo>
                    <a:pt x="4143958" y="1165800"/>
                  </a:lnTo>
                  <a:lnTo>
                    <a:pt x="4148320" y="1069952"/>
                  </a:lnTo>
                  <a:lnTo>
                    <a:pt x="4152683" y="1046271"/>
                  </a:lnTo>
                  <a:lnTo>
                    <a:pt x="4157046" y="1009673"/>
                  </a:lnTo>
                  <a:lnTo>
                    <a:pt x="4161409" y="1022590"/>
                  </a:lnTo>
                  <a:lnTo>
                    <a:pt x="4165771" y="1070670"/>
                  </a:lnTo>
                  <a:lnTo>
                    <a:pt x="4170134" y="1089328"/>
                  </a:lnTo>
                  <a:lnTo>
                    <a:pt x="4174497" y="1036225"/>
                  </a:lnTo>
                  <a:lnTo>
                    <a:pt x="4178860" y="993886"/>
                  </a:lnTo>
                  <a:lnTo>
                    <a:pt x="4183222" y="1027052"/>
                  </a:lnTo>
                  <a:lnTo>
                    <a:pt x="4187585" y="999745"/>
                  </a:lnTo>
                  <a:lnTo>
                    <a:pt x="4191948" y="1041173"/>
                  </a:lnTo>
                  <a:lnTo>
                    <a:pt x="4196311" y="1014306"/>
                  </a:lnTo>
                  <a:lnTo>
                    <a:pt x="4200673" y="964190"/>
                  </a:lnTo>
                  <a:lnTo>
                    <a:pt x="4205036" y="950756"/>
                  </a:lnTo>
                  <a:lnTo>
                    <a:pt x="4209399" y="913040"/>
                  </a:lnTo>
                  <a:lnTo>
                    <a:pt x="4213762" y="910973"/>
                  </a:lnTo>
                  <a:lnTo>
                    <a:pt x="4218124" y="904773"/>
                  </a:lnTo>
                  <a:lnTo>
                    <a:pt x="4222487" y="949256"/>
                  </a:lnTo>
                  <a:lnTo>
                    <a:pt x="4226850" y="945105"/>
                  </a:lnTo>
                  <a:lnTo>
                    <a:pt x="4231213" y="911435"/>
                  </a:lnTo>
                  <a:lnTo>
                    <a:pt x="4235575" y="904729"/>
                  </a:lnTo>
                  <a:lnTo>
                    <a:pt x="4239938" y="917665"/>
                  </a:lnTo>
                  <a:lnTo>
                    <a:pt x="4244301" y="883170"/>
                  </a:lnTo>
                  <a:lnTo>
                    <a:pt x="4248664" y="842208"/>
                  </a:lnTo>
                  <a:lnTo>
                    <a:pt x="4253026" y="769839"/>
                  </a:lnTo>
                  <a:lnTo>
                    <a:pt x="4257389" y="730523"/>
                  </a:lnTo>
                  <a:lnTo>
                    <a:pt x="4261752" y="728211"/>
                  </a:lnTo>
                  <a:lnTo>
                    <a:pt x="4266115" y="736534"/>
                  </a:lnTo>
                  <a:lnTo>
                    <a:pt x="4270477" y="699083"/>
                  </a:lnTo>
                  <a:lnTo>
                    <a:pt x="4274840" y="698621"/>
                  </a:lnTo>
                  <a:lnTo>
                    <a:pt x="4279203" y="654234"/>
                  </a:lnTo>
                  <a:lnTo>
                    <a:pt x="4283566" y="631579"/>
                  </a:lnTo>
                  <a:lnTo>
                    <a:pt x="4287928" y="515207"/>
                  </a:lnTo>
                  <a:lnTo>
                    <a:pt x="4292291" y="460441"/>
                  </a:lnTo>
                  <a:lnTo>
                    <a:pt x="4296654" y="431507"/>
                  </a:lnTo>
                  <a:lnTo>
                    <a:pt x="4301017" y="420478"/>
                  </a:lnTo>
                  <a:lnTo>
                    <a:pt x="4305379" y="523850"/>
                  </a:lnTo>
                  <a:lnTo>
                    <a:pt x="4309742" y="595574"/>
                  </a:lnTo>
                  <a:lnTo>
                    <a:pt x="4314105" y="685060"/>
                  </a:lnTo>
                  <a:lnTo>
                    <a:pt x="4318468" y="710353"/>
                  </a:lnTo>
                  <a:lnTo>
                    <a:pt x="4322830" y="689962"/>
                  </a:lnTo>
                  <a:lnTo>
                    <a:pt x="4327193" y="667067"/>
                  </a:lnTo>
                  <a:lnTo>
                    <a:pt x="4331556" y="662416"/>
                  </a:lnTo>
                  <a:lnTo>
                    <a:pt x="4335919" y="713931"/>
                  </a:lnTo>
                  <a:lnTo>
                    <a:pt x="4340281" y="732891"/>
                  </a:lnTo>
                  <a:lnTo>
                    <a:pt x="4344644" y="782617"/>
                  </a:lnTo>
                  <a:lnTo>
                    <a:pt x="4349007" y="801577"/>
                  </a:lnTo>
                  <a:lnTo>
                    <a:pt x="4353370" y="810879"/>
                  </a:lnTo>
                  <a:lnTo>
                    <a:pt x="4357732" y="776893"/>
                  </a:lnTo>
                  <a:lnTo>
                    <a:pt x="4362095" y="761510"/>
                  </a:lnTo>
                  <a:lnTo>
                    <a:pt x="4366458" y="781790"/>
                  </a:lnTo>
                  <a:lnTo>
                    <a:pt x="4370821" y="745412"/>
                  </a:lnTo>
                  <a:lnTo>
                    <a:pt x="4375183" y="756144"/>
                  </a:lnTo>
                  <a:lnTo>
                    <a:pt x="4379546" y="623601"/>
                  </a:lnTo>
                  <a:lnTo>
                    <a:pt x="4383909" y="681810"/>
                  </a:lnTo>
                  <a:lnTo>
                    <a:pt x="4388272" y="697763"/>
                  </a:lnTo>
                  <a:lnTo>
                    <a:pt x="4392634" y="650842"/>
                  </a:lnTo>
                  <a:lnTo>
                    <a:pt x="4396997" y="694745"/>
                  </a:lnTo>
                  <a:lnTo>
                    <a:pt x="4401360" y="666287"/>
                  </a:lnTo>
                  <a:lnTo>
                    <a:pt x="4405723" y="676204"/>
                  </a:lnTo>
                  <a:lnTo>
                    <a:pt x="4410085" y="647747"/>
                  </a:lnTo>
                  <a:lnTo>
                    <a:pt x="4414448" y="675696"/>
                  </a:lnTo>
                  <a:lnTo>
                    <a:pt x="4418811" y="669194"/>
                  </a:lnTo>
                  <a:lnTo>
                    <a:pt x="4423174" y="732591"/>
                  </a:lnTo>
                  <a:lnTo>
                    <a:pt x="4427536" y="705524"/>
                  </a:lnTo>
                  <a:lnTo>
                    <a:pt x="4431899" y="658683"/>
                  </a:lnTo>
                  <a:lnTo>
                    <a:pt x="4436262" y="652385"/>
                  </a:lnTo>
                  <a:lnTo>
                    <a:pt x="4440625" y="568445"/>
                  </a:lnTo>
                  <a:lnTo>
                    <a:pt x="4444987" y="615110"/>
                  </a:lnTo>
                  <a:lnTo>
                    <a:pt x="4449350" y="631519"/>
                  </a:lnTo>
                  <a:lnTo>
                    <a:pt x="4453713" y="664338"/>
                  </a:lnTo>
                  <a:lnTo>
                    <a:pt x="4458076" y="677440"/>
                  </a:lnTo>
                  <a:lnTo>
                    <a:pt x="4462438" y="673374"/>
                  </a:lnTo>
                  <a:lnTo>
                    <a:pt x="4466801" y="687659"/>
                  </a:lnTo>
                  <a:lnTo>
                    <a:pt x="4471164" y="702757"/>
                  </a:lnTo>
                  <a:lnTo>
                    <a:pt x="4475527" y="733053"/>
                  </a:lnTo>
                  <a:lnTo>
                    <a:pt x="4479889" y="759590"/>
                  </a:lnTo>
                  <a:lnTo>
                    <a:pt x="4484252" y="797177"/>
                  </a:lnTo>
                  <a:lnTo>
                    <a:pt x="4488615" y="840706"/>
                  </a:lnTo>
                  <a:lnTo>
                    <a:pt x="4492978" y="882040"/>
                  </a:lnTo>
                  <a:lnTo>
                    <a:pt x="4497340" y="925956"/>
                  </a:lnTo>
                  <a:lnTo>
                    <a:pt x="4501703" y="987956"/>
                  </a:lnTo>
                  <a:lnTo>
                    <a:pt x="4506066" y="1019473"/>
                  </a:lnTo>
                  <a:lnTo>
                    <a:pt x="4510429" y="1021023"/>
                  </a:lnTo>
                  <a:lnTo>
                    <a:pt x="4514791" y="1038590"/>
                  </a:lnTo>
                  <a:lnTo>
                    <a:pt x="4519154" y="1075273"/>
                  </a:lnTo>
                  <a:lnTo>
                    <a:pt x="4523517" y="1079406"/>
                  </a:lnTo>
                  <a:lnTo>
                    <a:pt x="4527880" y="1077856"/>
                  </a:lnTo>
                  <a:lnTo>
                    <a:pt x="4532242" y="1051659"/>
                  </a:lnTo>
                  <a:lnTo>
                    <a:pt x="4536605" y="1017270"/>
                  </a:lnTo>
                  <a:lnTo>
                    <a:pt x="4540968" y="913484"/>
                  </a:lnTo>
                  <a:lnTo>
                    <a:pt x="4545331" y="895232"/>
                  </a:lnTo>
                  <a:lnTo>
                    <a:pt x="4549693" y="856932"/>
                  </a:lnTo>
                  <a:lnTo>
                    <a:pt x="4554056" y="859286"/>
                  </a:lnTo>
                  <a:lnTo>
                    <a:pt x="4558419" y="869094"/>
                  </a:lnTo>
                  <a:lnTo>
                    <a:pt x="4562782" y="861125"/>
                  </a:lnTo>
                  <a:lnTo>
                    <a:pt x="4567144" y="764879"/>
                  </a:lnTo>
                  <a:lnTo>
                    <a:pt x="4571507" y="680281"/>
                  </a:lnTo>
                  <a:lnTo>
                    <a:pt x="4575870" y="679056"/>
                  </a:lnTo>
                  <a:lnTo>
                    <a:pt x="4580233" y="663116"/>
                  </a:lnTo>
                  <a:lnTo>
                    <a:pt x="4584595" y="664955"/>
                  </a:lnTo>
                  <a:lnTo>
                    <a:pt x="4588958" y="625108"/>
                  </a:lnTo>
                  <a:lnTo>
                    <a:pt x="4593321" y="611009"/>
                  </a:lnTo>
                  <a:lnTo>
                    <a:pt x="4597684" y="600272"/>
                  </a:lnTo>
                  <a:lnTo>
                    <a:pt x="4602046" y="467162"/>
                  </a:lnTo>
                  <a:lnTo>
                    <a:pt x="4606409" y="501607"/>
                  </a:lnTo>
                  <a:lnTo>
                    <a:pt x="4610772" y="513088"/>
                  </a:lnTo>
                  <a:lnTo>
                    <a:pt x="4615135" y="523135"/>
                  </a:lnTo>
                  <a:lnTo>
                    <a:pt x="4619497" y="514524"/>
                  </a:lnTo>
                  <a:lnTo>
                    <a:pt x="4623860" y="515959"/>
                  </a:lnTo>
                  <a:lnTo>
                    <a:pt x="4628223" y="619508"/>
                  </a:lnTo>
                  <a:lnTo>
                    <a:pt x="4632586" y="628174"/>
                  </a:lnTo>
                  <a:lnTo>
                    <a:pt x="4636948" y="606105"/>
                  </a:lnTo>
                  <a:lnTo>
                    <a:pt x="4641311" y="699299"/>
                  </a:lnTo>
                  <a:lnTo>
                    <a:pt x="4645674" y="639207"/>
                  </a:lnTo>
                  <a:lnTo>
                    <a:pt x="4650037" y="550340"/>
                  </a:lnTo>
                  <a:lnTo>
                    <a:pt x="4654399" y="543107"/>
                  </a:lnTo>
                  <a:lnTo>
                    <a:pt x="4658762" y="564343"/>
                  </a:lnTo>
                  <a:lnTo>
                    <a:pt x="4663125" y="576137"/>
                  </a:lnTo>
                  <a:lnTo>
                    <a:pt x="4667488" y="566906"/>
                  </a:lnTo>
                  <a:lnTo>
                    <a:pt x="4671850" y="517166"/>
                  </a:lnTo>
                  <a:lnTo>
                    <a:pt x="4676213" y="453579"/>
                  </a:lnTo>
                  <a:lnTo>
                    <a:pt x="4680576" y="391530"/>
                  </a:lnTo>
                  <a:lnTo>
                    <a:pt x="4684939" y="327430"/>
                  </a:lnTo>
                  <a:lnTo>
                    <a:pt x="4689301" y="274099"/>
                  </a:lnTo>
                  <a:lnTo>
                    <a:pt x="4693664" y="258940"/>
                  </a:lnTo>
                  <a:lnTo>
                    <a:pt x="4698027" y="311124"/>
                  </a:lnTo>
                  <a:lnTo>
                    <a:pt x="4702390" y="372862"/>
                  </a:lnTo>
                  <a:lnTo>
                    <a:pt x="4706752" y="294011"/>
                  </a:lnTo>
                  <a:lnTo>
                    <a:pt x="4711115" y="387253"/>
                  </a:lnTo>
                  <a:lnTo>
                    <a:pt x="4715478" y="492694"/>
                  </a:lnTo>
                  <a:lnTo>
                    <a:pt x="4719841" y="551585"/>
                  </a:lnTo>
                  <a:lnTo>
                    <a:pt x="4724203" y="424823"/>
                  </a:lnTo>
                  <a:lnTo>
                    <a:pt x="4728566" y="431281"/>
                  </a:lnTo>
                  <a:lnTo>
                    <a:pt x="4732929" y="625975"/>
                  </a:lnTo>
                  <a:lnTo>
                    <a:pt x="4737292" y="713385"/>
                  </a:lnTo>
                  <a:lnTo>
                    <a:pt x="4741654" y="794918"/>
                  </a:lnTo>
                  <a:lnTo>
                    <a:pt x="4746017" y="842241"/>
                  </a:lnTo>
                  <a:lnTo>
                    <a:pt x="4750380" y="896998"/>
                  </a:lnTo>
                  <a:lnTo>
                    <a:pt x="4754743" y="960586"/>
                  </a:lnTo>
                  <a:lnTo>
                    <a:pt x="4759105" y="1007689"/>
                  </a:lnTo>
                  <a:lnTo>
                    <a:pt x="4763468" y="1008867"/>
                  </a:lnTo>
                  <a:lnTo>
                    <a:pt x="4767831" y="966474"/>
                  </a:lnTo>
                  <a:lnTo>
                    <a:pt x="4772194" y="909951"/>
                  </a:lnTo>
                  <a:lnTo>
                    <a:pt x="4776556" y="853428"/>
                  </a:lnTo>
                  <a:lnTo>
                    <a:pt x="4780919" y="782186"/>
                  </a:lnTo>
                  <a:lnTo>
                    <a:pt x="4785282" y="708588"/>
                  </a:lnTo>
                  <a:lnTo>
                    <a:pt x="4789645" y="676794"/>
                  </a:lnTo>
                  <a:lnTo>
                    <a:pt x="4794007" y="657364"/>
                  </a:lnTo>
                  <a:lnTo>
                    <a:pt x="4798370" y="599274"/>
                  </a:lnTo>
                  <a:lnTo>
                    <a:pt x="4802733" y="513538"/>
                  </a:lnTo>
                  <a:lnTo>
                    <a:pt x="4807096" y="467468"/>
                  </a:lnTo>
                  <a:lnTo>
                    <a:pt x="4811458" y="312159"/>
                  </a:lnTo>
                  <a:lnTo>
                    <a:pt x="4815821" y="237528"/>
                  </a:lnTo>
                  <a:lnTo>
                    <a:pt x="4820184" y="172942"/>
                  </a:lnTo>
                  <a:lnTo>
                    <a:pt x="4824547" y="138497"/>
                  </a:lnTo>
                  <a:lnTo>
                    <a:pt x="4828909" y="182989"/>
                  </a:lnTo>
                  <a:lnTo>
                    <a:pt x="4833272" y="220304"/>
                  </a:lnTo>
                  <a:lnTo>
                    <a:pt x="4837635" y="231786"/>
                  </a:lnTo>
                  <a:lnTo>
                    <a:pt x="4841998" y="241833"/>
                  </a:lnTo>
                  <a:lnTo>
                    <a:pt x="4846360" y="258338"/>
                  </a:lnTo>
                  <a:lnTo>
                    <a:pt x="4850723" y="266232"/>
                  </a:lnTo>
                  <a:lnTo>
                    <a:pt x="4855086" y="310723"/>
                  </a:lnTo>
                  <a:lnTo>
                    <a:pt x="4859449" y="354497"/>
                  </a:lnTo>
                  <a:lnTo>
                    <a:pt x="4863811" y="449221"/>
                  </a:lnTo>
                  <a:lnTo>
                    <a:pt x="4868174" y="566909"/>
                  </a:lnTo>
                  <a:lnTo>
                    <a:pt x="4872537" y="614989"/>
                  </a:lnTo>
                  <a:lnTo>
                    <a:pt x="4876900" y="780906"/>
                  </a:lnTo>
                  <a:lnTo>
                    <a:pt x="4881262" y="869429"/>
                  </a:lnTo>
                  <a:lnTo>
                    <a:pt x="4885625" y="886400"/>
                  </a:lnTo>
                  <a:lnTo>
                    <a:pt x="4889988" y="884634"/>
                  </a:lnTo>
                  <a:lnTo>
                    <a:pt x="4894351" y="918723"/>
                  </a:lnTo>
                  <a:lnTo>
                    <a:pt x="4898713" y="913557"/>
                  </a:lnTo>
                  <a:lnTo>
                    <a:pt x="4903076" y="962631"/>
                  </a:lnTo>
                  <a:lnTo>
                    <a:pt x="4907439" y="951562"/>
                  </a:lnTo>
                  <a:lnTo>
                    <a:pt x="4911802" y="1033324"/>
                  </a:lnTo>
                  <a:lnTo>
                    <a:pt x="4916164" y="1067055"/>
                  </a:lnTo>
                  <a:lnTo>
                    <a:pt x="4920527" y="1059740"/>
                  </a:lnTo>
                  <a:lnTo>
                    <a:pt x="4924890" y="1069061"/>
                  </a:lnTo>
                  <a:lnTo>
                    <a:pt x="4929253" y="1069444"/>
                  </a:lnTo>
                  <a:lnTo>
                    <a:pt x="4933615" y="1035021"/>
                  </a:lnTo>
                  <a:lnTo>
                    <a:pt x="4937978" y="1035787"/>
                  </a:lnTo>
                  <a:lnTo>
                    <a:pt x="4942341" y="1027372"/>
                  </a:lnTo>
                  <a:lnTo>
                    <a:pt x="4946704" y="990652"/>
                  </a:lnTo>
                  <a:lnTo>
                    <a:pt x="4951066" y="1029666"/>
                  </a:lnTo>
                  <a:lnTo>
                    <a:pt x="4955429" y="1043077"/>
                  </a:lnTo>
                  <a:lnTo>
                    <a:pt x="4959792" y="1032511"/>
                  </a:lnTo>
                  <a:lnTo>
                    <a:pt x="4964155" y="1007781"/>
                  </a:lnTo>
                  <a:lnTo>
                    <a:pt x="4968517" y="1009676"/>
                  </a:lnTo>
                  <a:lnTo>
                    <a:pt x="4972880" y="1058334"/>
                  </a:lnTo>
                  <a:lnTo>
                    <a:pt x="4977243" y="1046340"/>
                  </a:lnTo>
                  <a:lnTo>
                    <a:pt x="4981606" y="1050989"/>
                  </a:lnTo>
                  <a:lnTo>
                    <a:pt x="4985968" y="1014027"/>
                  </a:lnTo>
                  <a:lnTo>
                    <a:pt x="4990331" y="1029708"/>
                  </a:lnTo>
                  <a:lnTo>
                    <a:pt x="4994694" y="1018673"/>
                  </a:lnTo>
                  <a:lnTo>
                    <a:pt x="4999057" y="1073846"/>
                  </a:lnTo>
                  <a:lnTo>
                    <a:pt x="5003419" y="1093462"/>
                  </a:lnTo>
                  <a:lnTo>
                    <a:pt x="5007782" y="1091623"/>
                  </a:lnTo>
                  <a:lnTo>
                    <a:pt x="5012145" y="1087945"/>
                  </a:lnTo>
                  <a:lnTo>
                    <a:pt x="5016508" y="1040742"/>
                  </a:lnTo>
                  <a:lnTo>
                    <a:pt x="5020870" y="1002749"/>
                  </a:lnTo>
                  <a:lnTo>
                    <a:pt x="5025233" y="984557"/>
                  </a:lnTo>
                  <a:lnTo>
                    <a:pt x="5029596" y="993886"/>
                  </a:lnTo>
                  <a:lnTo>
                    <a:pt x="5033959" y="964464"/>
                  </a:lnTo>
                  <a:lnTo>
                    <a:pt x="5038321" y="902032"/>
                  </a:lnTo>
                  <a:lnTo>
                    <a:pt x="5042684" y="954072"/>
                  </a:lnTo>
                  <a:lnTo>
                    <a:pt x="5047047" y="952343"/>
                  </a:lnTo>
                  <a:lnTo>
                    <a:pt x="5051410" y="909951"/>
                  </a:lnTo>
                  <a:lnTo>
                    <a:pt x="5055772" y="881690"/>
                  </a:lnTo>
                  <a:lnTo>
                    <a:pt x="5060135" y="838709"/>
                  </a:lnTo>
                  <a:lnTo>
                    <a:pt x="5064498" y="796316"/>
                  </a:lnTo>
                  <a:lnTo>
                    <a:pt x="5068861" y="791017"/>
                  </a:lnTo>
                  <a:lnTo>
                    <a:pt x="5073223" y="841653"/>
                  </a:lnTo>
                  <a:lnTo>
                    <a:pt x="5077586" y="888166"/>
                  </a:lnTo>
                  <a:lnTo>
                    <a:pt x="5081949" y="929970"/>
                  </a:lnTo>
                  <a:lnTo>
                    <a:pt x="5086312" y="998269"/>
                  </a:lnTo>
                  <a:lnTo>
                    <a:pt x="5090674" y="1027708"/>
                  </a:lnTo>
                  <a:lnTo>
                    <a:pt x="5095037" y="1045960"/>
                  </a:lnTo>
                  <a:lnTo>
                    <a:pt x="5099400" y="1053025"/>
                  </a:lnTo>
                  <a:lnTo>
                    <a:pt x="5103763" y="1081876"/>
                  </a:lnTo>
                  <a:lnTo>
                    <a:pt x="5108125" y="1052390"/>
                  </a:lnTo>
                  <a:lnTo>
                    <a:pt x="5112488" y="1006803"/>
                  </a:lnTo>
                  <a:lnTo>
                    <a:pt x="5116851" y="1024743"/>
                  </a:lnTo>
                  <a:lnTo>
                    <a:pt x="5121214" y="1016132"/>
                  </a:lnTo>
                  <a:lnTo>
                    <a:pt x="5125576" y="1025460"/>
                  </a:lnTo>
                  <a:lnTo>
                    <a:pt x="5129939" y="1014696"/>
                  </a:lnTo>
                  <a:lnTo>
                    <a:pt x="5134302" y="1063171"/>
                  </a:lnTo>
                  <a:lnTo>
                    <a:pt x="5138665" y="1036044"/>
                  </a:lnTo>
                  <a:lnTo>
                    <a:pt x="5143027" y="993558"/>
                  </a:lnTo>
                  <a:lnTo>
                    <a:pt x="5147390" y="1015683"/>
                  </a:lnTo>
                  <a:lnTo>
                    <a:pt x="5151753" y="1021346"/>
                  </a:lnTo>
                  <a:lnTo>
                    <a:pt x="5156116" y="1007721"/>
                  </a:lnTo>
                  <a:lnTo>
                    <a:pt x="5160478" y="1026312"/>
                  </a:lnTo>
                  <a:lnTo>
                    <a:pt x="5164841" y="1104839"/>
                  </a:lnTo>
                  <a:lnTo>
                    <a:pt x="5169204" y="1152561"/>
                  </a:lnTo>
                  <a:lnTo>
                    <a:pt x="5173567" y="1160824"/>
                  </a:lnTo>
                  <a:lnTo>
                    <a:pt x="5177929" y="1164177"/>
                  </a:lnTo>
                  <a:lnTo>
                    <a:pt x="5182292" y="1160541"/>
                  </a:lnTo>
                  <a:lnTo>
                    <a:pt x="5186655" y="1182422"/>
                  </a:lnTo>
                  <a:lnTo>
                    <a:pt x="5191018" y="1182423"/>
                  </a:lnTo>
                  <a:lnTo>
                    <a:pt x="5195380" y="1165636"/>
                  </a:lnTo>
                  <a:lnTo>
                    <a:pt x="5199743" y="1153706"/>
                  </a:lnTo>
                  <a:lnTo>
                    <a:pt x="5204106" y="1175142"/>
                  </a:lnTo>
                  <a:lnTo>
                    <a:pt x="5208469" y="1163965"/>
                  </a:lnTo>
                  <a:lnTo>
                    <a:pt x="5212831" y="1184586"/>
                  </a:lnTo>
                  <a:lnTo>
                    <a:pt x="5217194" y="1187109"/>
                  </a:lnTo>
                  <a:lnTo>
                    <a:pt x="5221557" y="1190434"/>
                  </a:lnTo>
                  <a:lnTo>
                    <a:pt x="5225920" y="1198804"/>
                  </a:lnTo>
                  <a:lnTo>
                    <a:pt x="5230282" y="1166100"/>
                  </a:lnTo>
                  <a:lnTo>
                    <a:pt x="5234645" y="1170370"/>
                  </a:lnTo>
                  <a:lnTo>
                    <a:pt x="5239008" y="1150237"/>
                  </a:lnTo>
                  <a:lnTo>
                    <a:pt x="5243371" y="1136728"/>
                  </a:lnTo>
                  <a:lnTo>
                    <a:pt x="5247733" y="1176416"/>
                  </a:lnTo>
                  <a:lnTo>
                    <a:pt x="5252096" y="1144360"/>
                  </a:lnTo>
                  <a:lnTo>
                    <a:pt x="5256459" y="1135476"/>
                  </a:lnTo>
                  <a:lnTo>
                    <a:pt x="5260822" y="1113928"/>
                  </a:lnTo>
                  <a:lnTo>
                    <a:pt x="5265184" y="1124329"/>
                  </a:lnTo>
                  <a:lnTo>
                    <a:pt x="5269547" y="1090575"/>
                  </a:lnTo>
                  <a:lnTo>
                    <a:pt x="5273910" y="1063325"/>
                  </a:lnTo>
                  <a:lnTo>
                    <a:pt x="5278273" y="982640"/>
                  </a:lnTo>
                  <a:lnTo>
                    <a:pt x="5282635" y="964920"/>
                  </a:lnTo>
                  <a:lnTo>
                    <a:pt x="5286998" y="915534"/>
                  </a:lnTo>
                  <a:lnTo>
                    <a:pt x="5291361" y="857419"/>
                  </a:lnTo>
                  <a:lnTo>
                    <a:pt x="5295724" y="905238"/>
                  </a:lnTo>
                  <a:lnTo>
                    <a:pt x="5300086" y="894948"/>
                  </a:lnTo>
                  <a:lnTo>
                    <a:pt x="5304449" y="876703"/>
                  </a:lnTo>
                  <a:lnTo>
                    <a:pt x="5308812" y="870984"/>
                  </a:lnTo>
                  <a:lnTo>
                    <a:pt x="5313175" y="841818"/>
                  </a:lnTo>
                  <a:lnTo>
                    <a:pt x="5317537" y="787983"/>
                  </a:lnTo>
                  <a:lnTo>
                    <a:pt x="5321900" y="839444"/>
                  </a:lnTo>
                  <a:lnTo>
                    <a:pt x="5326263" y="851653"/>
                  </a:lnTo>
                  <a:lnTo>
                    <a:pt x="5330626" y="850297"/>
                  </a:lnTo>
                  <a:lnTo>
                    <a:pt x="5334988" y="894385"/>
                  </a:lnTo>
                  <a:lnTo>
                    <a:pt x="5339351" y="961746"/>
                  </a:lnTo>
                  <a:lnTo>
                    <a:pt x="5343714" y="954923"/>
                  </a:lnTo>
                  <a:lnTo>
                    <a:pt x="5348077" y="977254"/>
                  </a:lnTo>
                  <a:lnTo>
                    <a:pt x="5352439" y="1056089"/>
                  </a:lnTo>
                  <a:lnTo>
                    <a:pt x="5356802" y="1070379"/>
                  </a:lnTo>
                  <a:lnTo>
                    <a:pt x="5361165" y="1036182"/>
                  </a:lnTo>
                  <a:lnTo>
                    <a:pt x="5365528" y="1057272"/>
                  </a:lnTo>
                  <a:lnTo>
                    <a:pt x="5369890" y="1038860"/>
                  </a:lnTo>
                  <a:lnTo>
                    <a:pt x="5374253" y="1059887"/>
                  </a:lnTo>
                  <a:lnTo>
                    <a:pt x="5378616" y="1083966"/>
                  </a:lnTo>
                  <a:lnTo>
                    <a:pt x="5382979" y="1140392"/>
                  </a:lnTo>
                  <a:lnTo>
                    <a:pt x="5387341" y="1094818"/>
                  </a:lnTo>
                  <a:lnTo>
                    <a:pt x="5391704" y="1091088"/>
                  </a:lnTo>
                  <a:lnTo>
                    <a:pt x="5396067" y="1114150"/>
                  </a:lnTo>
                  <a:lnTo>
                    <a:pt x="5400430" y="1099227"/>
                  </a:lnTo>
                  <a:lnTo>
                    <a:pt x="5404792" y="1100923"/>
                  </a:lnTo>
                  <a:lnTo>
                    <a:pt x="5409155" y="1119609"/>
                  </a:lnTo>
                  <a:lnTo>
                    <a:pt x="5413518" y="1123372"/>
                  </a:lnTo>
                  <a:lnTo>
                    <a:pt x="5417881" y="1101192"/>
                  </a:lnTo>
                  <a:lnTo>
                    <a:pt x="5422243" y="1131265"/>
                  </a:lnTo>
                  <a:lnTo>
                    <a:pt x="5426606" y="1147927"/>
                  </a:lnTo>
                  <a:lnTo>
                    <a:pt x="5430969" y="1160932"/>
                  </a:lnTo>
                  <a:lnTo>
                    <a:pt x="5435332" y="1178001"/>
                  </a:lnTo>
                  <a:lnTo>
                    <a:pt x="5439694" y="1189739"/>
                  </a:lnTo>
                  <a:lnTo>
                    <a:pt x="5444057" y="1223802"/>
                  </a:lnTo>
                  <a:lnTo>
                    <a:pt x="5448420" y="1251600"/>
                  </a:lnTo>
                  <a:lnTo>
                    <a:pt x="5452783" y="1287899"/>
                  </a:lnTo>
                  <a:lnTo>
                    <a:pt x="5457145" y="1325339"/>
                  </a:lnTo>
                  <a:lnTo>
                    <a:pt x="5461508" y="1327406"/>
                  </a:lnTo>
                  <a:lnTo>
                    <a:pt x="5465871" y="1321743"/>
                  </a:lnTo>
                  <a:lnTo>
                    <a:pt x="5470234" y="1330303"/>
                  </a:lnTo>
                  <a:lnTo>
                    <a:pt x="5474596" y="1332466"/>
                  </a:lnTo>
                  <a:lnTo>
                    <a:pt x="5478959" y="1322449"/>
                  </a:lnTo>
                  <a:lnTo>
                    <a:pt x="5483322" y="1300445"/>
                  </a:lnTo>
                  <a:lnTo>
                    <a:pt x="5487685" y="1287546"/>
                  </a:lnTo>
                  <a:lnTo>
                    <a:pt x="5492047" y="1284316"/>
                  </a:lnTo>
                  <a:lnTo>
                    <a:pt x="5496410" y="1254053"/>
                  </a:lnTo>
                  <a:lnTo>
                    <a:pt x="5500773" y="1260143"/>
                  </a:lnTo>
                  <a:lnTo>
                    <a:pt x="5505136" y="1259532"/>
                  </a:lnTo>
                  <a:lnTo>
                    <a:pt x="5509498" y="1256087"/>
                  </a:lnTo>
                  <a:lnTo>
                    <a:pt x="5513861" y="1239345"/>
                  </a:lnTo>
                  <a:lnTo>
                    <a:pt x="5518224" y="1267086"/>
                  </a:lnTo>
                  <a:lnTo>
                    <a:pt x="5522587" y="1253959"/>
                  </a:lnTo>
                  <a:lnTo>
                    <a:pt x="5526949" y="1241289"/>
                  </a:lnTo>
                  <a:lnTo>
                    <a:pt x="5531312" y="1242510"/>
                  </a:lnTo>
                  <a:lnTo>
                    <a:pt x="5535675" y="1221066"/>
                  </a:lnTo>
                  <a:lnTo>
                    <a:pt x="5540038" y="1229095"/>
                  </a:lnTo>
                  <a:lnTo>
                    <a:pt x="5544400" y="1213771"/>
                  </a:lnTo>
                  <a:lnTo>
                    <a:pt x="5548763" y="1203831"/>
                  </a:lnTo>
                  <a:lnTo>
                    <a:pt x="5553126" y="1215387"/>
                  </a:lnTo>
                  <a:lnTo>
                    <a:pt x="5557489" y="1220850"/>
                  </a:lnTo>
                  <a:lnTo>
                    <a:pt x="5561851" y="1198453"/>
                  </a:lnTo>
                  <a:lnTo>
                    <a:pt x="5566214" y="1163263"/>
                  </a:lnTo>
                  <a:lnTo>
                    <a:pt x="5570577" y="1137211"/>
                  </a:lnTo>
                  <a:lnTo>
                    <a:pt x="5574940" y="1131022"/>
                  </a:lnTo>
                  <a:lnTo>
                    <a:pt x="5579302" y="1107814"/>
                  </a:lnTo>
                  <a:lnTo>
                    <a:pt x="5583665" y="1070818"/>
                  </a:lnTo>
                  <a:lnTo>
                    <a:pt x="5588028" y="1021502"/>
                  </a:lnTo>
                  <a:lnTo>
                    <a:pt x="5592391" y="1076526"/>
                  </a:lnTo>
                  <a:lnTo>
                    <a:pt x="5596753" y="1089752"/>
                  </a:lnTo>
                  <a:lnTo>
                    <a:pt x="5601116" y="1030063"/>
                  </a:lnTo>
                  <a:lnTo>
                    <a:pt x="5605479" y="1054792"/>
                  </a:lnTo>
                  <a:lnTo>
                    <a:pt x="5609842" y="1078343"/>
                  </a:lnTo>
                  <a:lnTo>
                    <a:pt x="5614204" y="1085493"/>
                  </a:lnTo>
                  <a:lnTo>
                    <a:pt x="5618567" y="1128627"/>
                  </a:lnTo>
                  <a:lnTo>
                    <a:pt x="5622930" y="1139560"/>
                  </a:lnTo>
                  <a:lnTo>
                    <a:pt x="5627293" y="1179029"/>
                  </a:lnTo>
                  <a:lnTo>
                    <a:pt x="5631655" y="1188357"/>
                  </a:lnTo>
                  <a:lnTo>
                    <a:pt x="5636018" y="1224955"/>
                  </a:lnTo>
                  <a:lnTo>
                    <a:pt x="5640381" y="1247919"/>
                  </a:lnTo>
                  <a:lnTo>
                    <a:pt x="5644744" y="1235720"/>
                  </a:lnTo>
                  <a:lnTo>
                    <a:pt x="5649106" y="1249354"/>
                  </a:lnTo>
                  <a:lnTo>
                    <a:pt x="5653469" y="1274470"/>
                  </a:lnTo>
                  <a:lnTo>
                    <a:pt x="5657832" y="1242178"/>
                  </a:lnTo>
                  <a:lnTo>
                    <a:pt x="5662195" y="1186922"/>
                  </a:lnTo>
                  <a:lnTo>
                    <a:pt x="5666557" y="1092198"/>
                  </a:lnTo>
                  <a:lnTo>
                    <a:pt x="5670920" y="978098"/>
                  </a:lnTo>
                  <a:lnTo>
                    <a:pt x="5675283" y="939195"/>
                  </a:lnTo>
                  <a:lnTo>
                    <a:pt x="5679646" y="902886"/>
                  </a:lnTo>
                  <a:lnTo>
                    <a:pt x="5684008" y="933677"/>
                  </a:lnTo>
                  <a:lnTo>
                    <a:pt x="5688371" y="924923"/>
                  </a:lnTo>
                  <a:lnTo>
                    <a:pt x="5692734" y="933556"/>
                  </a:lnTo>
                  <a:lnTo>
                    <a:pt x="5697097" y="914583"/>
                  </a:lnTo>
                  <a:lnTo>
                    <a:pt x="5701459" y="888943"/>
                  </a:lnTo>
                  <a:lnTo>
                    <a:pt x="5705822" y="872533"/>
                  </a:lnTo>
                  <a:lnTo>
                    <a:pt x="5710185" y="868944"/>
                  </a:lnTo>
                  <a:lnTo>
                    <a:pt x="5714548" y="843304"/>
                  </a:lnTo>
                  <a:lnTo>
                    <a:pt x="5718910" y="802793"/>
                  </a:lnTo>
                  <a:lnTo>
                    <a:pt x="5723273" y="778692"/>
                  </a:lnTo>
                  <a:lnTo>
                    <a:pt x="5727636" y="806383"/>
                  </a:lnTo>
                  <a:lnTo>
                    <a:pt x="5731999" y="888943"/>
                  </a:lnTo>
                  <a:lnTo>
                    <a:pt x="5736361" y="964324"/>
                  </a:lnTo>
                  <a:lnTo>
                    <a:pt x="5740724" y="1033939"/>
                  </a:lnTo>
                  <a:lnTo>
                    <a:pt x="5745087" y="1005334"/>
                  </a:lnTo>
                  <a:lnTo>
                    <a:pt x="5749450" y="1006412"/>
                  </a:lnTo>
                  <a:lnTo>
                    <a:pt x="5753812" y="1005238"/>
                  </a:lnTo>
                  <a:lnTo>
                    <a:pt x="5758175" y="881939"/>
                  </a:lnTo>
                  <a:lnTo>
                    <a:pt x="5762538" y="848929"/>
                  </a:lnTo>
                  <a:lnTo>
                    <a:pt x="5766901" y="847494"/>
                  </a:lnTo>
                  <a:lnTo>
                    <a:pt x="5771263" y="841753"/>
                  </a:lnTo>
                  <a:lnTo>
                    <a:pt x="5775626" y="848211"/>
                  </a:lnTo>
                  <a:lnTo>
                    <a:pt x="5779989" y="856823"/>
                  </a:lnTo>
                  <a:lnTo>
                    <a:pt x="5784352" y="907055"/>
                  </a:lnTo>
                  <a:lnTo>
                    <a:pt x="5788714" y="909926"/>
                  </a:lnTo>
                  <a:lnTo>
                    <a:pt x="5793077" y="854670"/>
                  </a:lnTo>
                  <a:lnTo>
                    <a:pt x="5797440" y="734112"/>
                  </a:lnTo>
                  <a:lnTo>
                    <a:pt x="5801803" y="634364"/>
                  </a:lnTo>
                  <a:lnTo>
                    <a:pt x="5806165" y="612836"/>
                  </a:lnTo>
                  <a:lnTo>
                    <a:pt x="5810528" y="741584"/>
                  </a:lnTo>
                  <a:lnTo>
                    <a:pt x="5814891" y="712159"/>
                  </a:lnTo>
                  <a:lnTo>
                    <a:pt x="5819254" y="644726"/>
                  </a:lnTo>
                  <a:lnTo>
                    <a:pt x="5823616" y="616530"/>
                  </a:lnTo>
                  <a:lnTo>
                    <a:pt x="5827979" y="610850"/>
                  </a:lnTo>
                  <a:lnTo>
                    <a:pt x="5832342" y="681573"/>
                  </a:lnTo>
                  <a:lnTo>
                    <a:pt x="5836705" y="706890"/>
                  </a:lnTo>
                  <a:lnTo>
                    <a:pt x="5841067" y="674081"/>
                  </a:lnTo>
                  <a:lnTo>
                    <a:pt x="5845430" y="670491"/>
                  </a:lnTo>
                  <a:lnTo>
                    <a:pt x="5849793" y="635109"/>
                  </a:lnTo>
                  <a:lnTo>
                    <a:pt x="5854156" y="669979"/>
                  </a:lnTo>
                  <a:lnTo>
                    <a:pt x="5858518" y="718182"/>
                  </a:lnTo>
                  <a:lnTo>
                    <a:pt x="5862881" y="796127"/>
                  </a:lnTo>
                  <a:lnTo>
                    <a:pt x="5867244" y="873046"/>
                  </a:lnTo>
                  <a:lnTo>
                    <a:pt x="5871607" y="899712"/>
                  </a:lnTo>
                  <a:lnTo>
                    <a:pt x="5875969" y="921306"/>
                  </a:lnTo>
                  <a:lnTo>
                    <a:pt x="5880332" y="950240"/>
                  </a:lnTo>
                  <a:lnTo>
                    <a:pt x="5884695" y="983823"/>
                  </a:lnTo>
                  <a:lnTo>
                    <a:pt x="5889057" y="1010921"/>
                  </a:lnTo>
                  <a:lnTo>
                    <a:pt x="5893420" y="957643"/>
                  </a:lnTo>
                  <a:lnTo>
                    <a:pt x="5897783" y="984956"/>
                  </a:lnTo>
                  <a:lnTo>
                    <a:pt x="5902146" y="982371"/>
                  </a:lnTo>
                  <a:lnTo>
                    <a:pt x="5906508" y="982504"/>
                  </a:lnTo>
                  <a:lnTo>
                    <a:pt x="5910871" y="961662"/>
                  </a:lnTo>
                  <a:lnTo>
                    <a:pt x="5915234" y="997680"/>
                  </a:lnTo>
                  <a:lnTo>
                    <a:pt x="5919597" y="992969"/>
                  </a:lnTo>
                  <a:lnTo>
                    <a:pt x="5923959" y="945278"/>
                  </a:lnTo>
                  <a:lnTo>
                    <a:pt x="5928322" y="924682"/>
                  </a:lnTo>
                  <a:lnTo>
                    <a:pt x="5932685" y="845357"/>
                  </a:lnTo>
                  <a:lnTo>
                    <a:pt x="5937048" y="791623"/>
                  </a:lnTo>
                  <a:lnTo>
                    <a:pt x="5941410" y="718773"/>
                  </a:lnTo>
                  <a:lnTo>
                    <a:pt x="5945773" y="679209"/>
                  </a:lnTo>
                  <a:lnTo>
                    <a:pt x="5950136" y="699208"/>
                  </a:lnTo>
                  <a:lnTo>
                    <a:pt x="5954499" y="705875"/>
                  </a:lnTo>
                  <a:lnTo>
                    <a:pt x="5958861" y="720746"/>
                  </a:lnTo>
                  <a:lnTo>
                    <a:pt x="5963224" y="690491"/>
                  </a:lnTo>
                  <a:lnTo>
                    <a:pt x="5967587" y="680540"/>
                  </a:lnTo>
                  <a:lnTo>
                    <a:pt x="5971950" y="753641"/>
                  </a:lnTo>
                  <a:lnTo>
                    <a:pt x="5976312" y="783232"/>
                  </a:lnTo>
                  <a:lnTo>
                    <a:pt x="5980675" y="769839"/>
                  </a:lnTo>
                  <a:lnTo>
                    <a:pt x="5985038" y="760615"/>
                  </a:lnTo>
                  <a:lnTo>
                    <a:pt x="5989401" y="806276"/>
                  </a:lnTo>
                  <a:lnTo>
                    <a:pt x="5993763" y="875241"/>
                  </a:lnTo>
                  <a:lnTo>
                    <a:pt x="5998126" y="955691"/>
                  </a:lnTo>
                  <a:lnTo>
                    <a:pt x="6002489" y="972798"/>
                  </a:lnTo>
                  <a:lnTo>
                    <a:pt x="6006852" y="941248"/>
                  </a:lnTo>
                  <a:lnTo>
                    <a:pt x="6011214" y="959196"/>
                  </a:lnTo>
                  <a:lnTo>
                    <a:pt x="6015577" y="952530"/>
                  </a:lnTo>
                  <a:lnTo>
                    <a:pt x="6019940" y="986887"/>
                  </a:lnTo>
                  <a:lnTo>
                    <a:pt x="6024303" y="1001245"/>
                  </a:lnTo>
                  <a:lnTo>
                    <a:pt x="6028665" y="1025347"/>
                  </a:lnTo>
                  <a:lnTo>
                    <a:pt x="6033028" y="1008623"/>
                  </a:lnTo>
                  <a:lnTo>
                    <a:pt x="6037391" y="921138"/>
                  </a:lnTo>
                  <a:lnTo>
                    <a:pt x="6041754" y="841508"/>
                  </a:lnTo>
                  <a:lnTo>
                    <a:pt x="6046116" y="776527"/>
                  </a:lnTo>
                  <a:lnTo>
                    <a:pt x="6050479" y="800438"/>
                  </a:lnTo>
                  <a:lnTo>
                    <a:pt x="6054842" y="764522"/>
                  </a:lnTo>
                  <a:lnTo>
                    <a:pt x="6059205" y="709765"/>
                  </a:lnTo>
                  <a:lnTo>
                    <a:pt x="6063567" y="672083"/>
                  </a:lnTo>
                  <a:lnTo>
                    <a:pt x="6067930" y="639700"/>
                  </a:lnTo>
                  <a:lnTo>
                    <a:pt x="6072293" y="625570"/>
                  </a:lnTo>
                  <a:lnTo>
                    <a:pt x="6076656" y="546084"/>
                  </a:lnTo>
                  <a:lnTo>
                    <a:pt x="6081018" y="406542"/>
                  </a:lnTo>
                  <a:lnTo>
                    <a:pt x="6085381" y="270534"/>
                  </a:lnTo>
                  <a:lnTo>
                    <a:pt x="6089744" y="232263"/>
                  </a:lnTo>
                  <a:lnTo>
                    <a:pt x="6094107" y="222842"/>
                  </a:lnTo>
                  <a:lnTo>
                    <a:pt x="6098469" y="239917"/>
                  </a:lnTo>
                  <a:lnTo>
                    <a:pt x="6102832" y="286431"/>
                  </a:lnTo>
                  <a:lnTo>
                    <a:pt x="6107195" y="263068"/>
                  </a:lnTo>
                  <a:lnTo>
                    <a:pt x="6111558" y="253614"/>
                  </a:lnTo>
                  <a:lnTo>
                    <a:pt x="6115920" y="0"/>
                  </a:lnTo>
                  <a:lnTo>
                    <a:pt x="6120283" y="11480"/>
                  </a:lnTo>
                  <a:lnTo>
                    <a:pt x="6124646" y="63866"/>
                  </a:lnTo>
                  <a:lnTo>
                    <a:pt x="6129009" y="79654"/>
                  </a:lnTo>
                  <a:lnTo>
                    <a:pt x="6133371" y="131321"/>
                  </a:lnTo>
                  <a:lnTo>
                    <a:pt x="6137734" y="189448"/>
                  </a:lnTo>
                  <a:lnTo>
                    <a:pt x="6142097" y="312159"/>
                  </a:lnTo>
                  <a:lnTo>
                    <a:pt x="6146460" y="503042"/>
                  </a:lnTo>
                  <a:lnTo>
                    <a:pt x="6150822" y="673833"/>
                  </a:lnTo>
                  <a:lnTo>
                    <a:pt x="6155185" y="751334"/>
                  </a:lnTo>
                  <a:lnTo>
                    <a:pt x="6159548" y="805155"/>
                  </a:lnTo>
                  <a:lnTo>
                    <a:pt x="6163911" y="824530"/>
                  </a:lnTo>
                  <a:lnTo>
                    <a:pt x="6168273" y="775016"/>
                  </a:lnTo>
                  <a:lnTo>
                    <a:pt x="6172636" y="832424"/>
                  </a:lnTo>
                  <a:lnTo>
                    <a:pt x="6176999" y="871892"/>
                  </a:lnTo>
                  <a:lnTo>
                    <a:pt x="6181362" y="917102"/>
                  </a:lnTo>
                  <a:lnTo>
                    <a:pt x="6185724" y="906338"/>
                  </a:lnTo>
                  <a:lnTo>
                    <a:pt x="6190087" y="889115"/>
                  </a:lnTo>
                  <a:lnTo>
                    <a:pt x="6194450" y="879786"/>
                  </a:lnTo>
                  <a:lnTo>
                    <a:pt x="6198813" y="830271"/>
                  </a:lnTo>
                  <a:lnTo>
                    <a:pt x="6203175" y="730524"/>
                  </a:lnTo>
                  <a:lnTo>
                    <a:pt x="6207538" y="648716"/>
                  </a:lnTo>
                  <a:lnTo>
                    <a:pt x="6211901" y="584850"/>
                  </a:lnTo>
                  <a:lnTo>
                    <a:pt x="6216264" y="524570"/>
                  </a:lnTo>
                  <a:lnTo>
                    <a:pt x="6220626" y="482232"/>
                  </a:lnTo>
                  <a:lnTo>
                    <a:pt x="6224989" y="427694"/>
                  </a:lnTo>
                  <a:lnTo>
                    <a:pt x="6229352" y="387507"/>
                  </a:lnTo>
                  <a:lnTo>
                    <a:pt x="6233715" y="430563"/>
                  </a:lnTo>
                  <a:lnTo>
                    <a:pt x="6238077" y="441328"/>
                  </a:lnTo>
                  <a:lnTo>
                    <a:pt x="6242440" y="407600"/>
                  </a:lnTo>
                  <a:lnTo>
                    <a:pt x="6246803" y="386071"/>
                  </a:lnTo>
                  <a:lnTo>
                    <a:pt x="6251166" y="383919"/>
                  </a:lnTo>
                  <a:lnTo>
                    <a:pt x="6255528" y="513537"/>
                  </a:lnTo>
                  <a:lnTo>
                    <a:pt x="6259891" y="473078"/>
                  </a:lnTo>
                  <a:lnTo>
                    <a:pt x="6264254" y="545495"/>
                  </a:lnTo>
                  <a:lnTo>
                    <a:pt x="6268617" y="591420"/>
                  </a:lnTo>
                  <a:lnTo>
                    <a:pt x="6272979" y="582000"/>
                  </a:lnTo>
                  <a:lnTo>
                    <a:pt x="6277342" y="570224"/>
                  </a:lnTo>
                  <a:lnTo>
                    <a:pt x="6281705" y="555505"/>
                  </a:lnTo>
                  <a:lnTo>
                    <a:pt x="6286068" y="513701"/>
                  </a:lnTo>
                  <a:lnTo>
                    <a:pt x="6290430" y="495448"/>
                  </a:lnTo>
                  <a:lnTo>
                    <a:pt x="6294793" y="507224"/>
                  </a:lnTo>
                  <a:lnTo>
                    <a:pt x="6299156" y="536074"/>
                  </a:lnTo>
                  <a:lnTo>
                    <a:pt x="6303519" y="570224"/>
                  </a:lnTo>
                  <a:lnTo>
                    <a:pt x="6307881" y="637934"/>
                  </a:lnTo>
                  <a:lnTo>
                    <a:pt x="6312244" y="646177"/>
                  </a:lnTo>
                  <a:lnTo>
                    <a:pt x="6316607" y="657953"/>
                  </a:lnTo>
                  <a:lnTo>
                    <a:pt x="6320970" y="624496"/>
                  </a:lnTo>
                  <a:lnTo>
                    <a:pt x="6325332" y="652536"/>
                  </a:lnTo>
                  <a:lnTo>
                    <a:pt x="6329695" y="551839"/>
                  </a:lnTo>
                  <a:lnTo>
                    <a:pt x="6334058" y="564756"/>
                  </a:lnTo>
                  <a:lnTo>
                    <a:pt x="6338421" y="646564"/>
                  </a:lnTo>
                  <a:lnTo>
                    <a:pt x="6342783" y="690338"/>
                  </a:lnTo>
                  <a:lnTo>
                    <a:pt x="6347146" y="766404"/>
                  </a:lnTo>
                  <a:lnTo>
                    <a:pt x="6351509" y="856823"/>
                  </a:lnTo>
                  <a:lnTo>
                    <a:pt x="6355872" y="902750"/>
                  </a:lnTo>
                  <a:lnTo>
                    <a:pt x="6360234" y="935042"/>
                  </a:lnTo>
                  <a:lnTo>
                    <a:pt x="6364597" y="893421"/>
                  </a:lnTo>
                  <a:lnTo>
                    <a:pt x="6368960" y="858976"/>
                  </a:lnTo>
                  <a:lnTo>
                    <a:pt x="6373323" y="848929"/>
                  </a:lnTo>
                  <a:lnTo>
                    <a:pt x="6377685" y="858975"/>
                  </a:lnTo>
                  <a:lnTo>
                    <a:pt x="6382048" y="836730"/>
                  </a:lnTo>
                  <a:lnTo>
                    <a:pt x="6386411" y="819507"/>
                  </a:lnTo>
                  <a:lnTo>
                    <a:pt x="6390774" y="777168"/>
                  </a:lnTo>
                  <a:lnTo>
                    <a:pt x="6395136" y="735547"/>
                  </a:lnTo>
                  <a:lnTo>
                    <a:pt x="6399499" y="817173"/>
                  </a:lnTo>
                  <a:lnTo>
                    <a:pt x="6403862" y="796144"/>
                  </a:lnTo>
                  <a:lnTo>
                    <a:pt x="6408225" y="821045"/>
                  </a:lnTo>
                  <a:lnTo>
                    <a:pt x="6412587" y="820456"/>
                  </a:lnTo>
                  <a:lnTo>
                    <a:pt x="6416950" y="800438"/>
                  </a:lnTo>
                  <a:lnTo>
                    <a:pt x="6421313" y="870188"/>
                  </a:lnTo>
                  <a:lnTo>
                    <a:pt x="6425676" y="873559"/>
                  </a:lnTo>
                  <a:lnTo>
                    <a:pt x="6430038" y="944643"/>
                  </a:lnTo>
                  <a:lnTo>
                    <a:pt x="6434401" y="927582"/>
                  </a:lnTo>
                  <a:lnTo>
                    <a:pt x="6438764" y="882308"/>
                  </a:lnTo>
                  <a:lnTo>
                    <a:pt x="6443127" y="869804"/>
                  </a:lnTo>
                  <a:lnTo>
                    <a:pt x="6447489" y="872822"/>
                  </a:lnTo>
                  <a:lnTo>
                    <a:pt x="6451852" y="888345"/>
                  </a:lnTo>
                  <a:lnTo>
                    <a:pt x="6456215" y="865492"/>
                  </a:lnTo>
                  <a:lnTo>
                    <a:pt x="6460578" y="902871"/>
                  </a:lnTo>
                  <a:lnTo>
                    <a:pt x="6464940" y="887835"/>
                  </a:lnTo>
                  <a:lnTo>
                    <a:pt x="6469303" y="870359"/>
                  </a:lnTo>
                  <a:lnTo>
                    <a:pt x="6473666" y="802109"/>
                  </a:lnTo>
                  <a:lnTo>
                    <a:pt x="6478029" y="750798"/>
                  </a:lnTo>
                  <a:lnTo>
                    <a:pt x="6482391" y="712855"/>
                  </a:lnTo>
                  <a:lnTo>
                    <a:pt x="6486754" y="701644"/>
                  </a:lnTo>
                  <a:lnTo>
                    <a:pt x="6491117" y="635278"/>
                  </a:lnTo>
                  <a:lnTo>
                    <a:pt x="6495480" y="531524"/>
                  </a:lnTo>
                  <a:lnTo>
                    <a:pt x="6499842" y="561741"/>
                  </a:lnTo>
                  <a:lnTo>
                    <a:pt x="6504205" y="515467"/>
                  </a:lnTo>
                  <a:lnTo>
                    <a:pt x="6508568" y="533131"/>
                  </a:lnTo>
                  <a:lnTo>
                    <a:pt x="6512931" y="540785"/>
                  </a:lnTo>
                  <a:lnTo>
                    <a:pt x="6517293" y="569635"/>
                  </a:lnTo>
                  <a:lnTo>
                    <a:pt x="6521656" y="610261"/>
                  </a:lnTo>
                  <a:lnTo>
                    <a:pt x="6526019" y="569936"/>
                  </a:lnTo>
                  <a:lnTo>
                    <a:pt x="6530382" y="587105"/>
                  </a:lnTo>
                  <a:lnTo>
                    <a:pt x="6534744" y="541075"/>
                  </a:lnTo>
                  <a:lnTo>
                    <a:pt x="6539107" y="610683"/>
                  </a:lnTo>
                  <a:lnTo>
                    <a:pt x="6543470" y="718126"/>
                  </a:lnTo>
                  <a:lnTo>
                    <a:pt x="6547833" y="733615"/>
                  </a:lnTo>
                  <a:lnTo>
                    <a:pt x="6552195" y="827334"/>
                  </a:lnTo>
                  <a:lnTo>
                    <a:pt x="6556558" y="839715"/>
                  </a:lnTo>
                  <a:lnTo>
                    <a:pt x="6560921" y="837150"/>
                  </a:lnTo>
                  <a:lnTo>
                    <a:pt x="6565284" y="830997"/>
                  </a:lnTo>
                  <a:lnTo>
                    <a:pt x="6569646" y="794588"/>
                  </a:lnTo>
                  <a:lnTo>
                    <a:pt x="6574009" y="786896"/>
                  </a:lnTo>
                  <a:lnTo>
                    <a:pt x="6578372" y="784332"/>
                  </a:lnTo>
                  <a:lnTo>
                    <a:pt x="6582735" y="754077"/>
                  </a:lnTo>
                  <a:lnTo>
                    <a:pt x="6587097" y="782794"/>
                  </a:lnTo>
                  <a:lnTo>
                    <a:pt x="6591460" y="813049"/>
                  </a:lnTo>
                  <a:lnTo>
                    <a:pt x="6595823" y="826382"/>
                  </a:lnTo>
                  <a:lnTo>
                    <a:pt x="6600186" y="834587"/>
                  </a:lnTo>
                  <a:lnTo>
                    <a:pt x="6604548" y="836638"/>
                  </a:lnTo>
                  <a:lnTo>
                    <a:pt x="6608911" y="885656"/>
                  </a:lnTo>
                  <a:lnTo>
                    <a:pt x="6613274" y="925212"/>
                  </a:lnTo>
                  <a:lnTo>
                    <a:pt x="6617637" y="900972"/>
                  </a:lnTo>
                  <a:lnTo>
                    <a:pt x="6621999" y="868304"/>
                  </a:lnTo>
                  <a:lnTo>
                    <a:pt x="6626362" y="927866"/>
                  </a:lnTo>
                  <a:lnTo>
                    <a:pt x="6630725" y="969487"/>
                  </a:lnTo>
                  <a:lnTo>
                    <a:pt x="6635088" y="970205"/>
                  </a:lnTo>
                  <a:lnTo>
                    <a:pt x="6639450" y="949394"/>
                  </a:lnTo>
                  <a:lnTo>
                    <a:pt x="6643813" y="914231"/>
                  </a:lnTo>
                  <a:lnTo>
                    <a:pt x="6648176" y="933607"/>
                  </a:lnTo>
                  <a:lnTo>
                    <a:pt x="6652539" y="935042"/>
                  </a:lnTo>
                  <a:lnTo>
                    <a:pt x="6656901" y="912796"/>
                  </a:lnTo>
                  <a:lnTo>
                    <a:pt x="6661264" y="945806"/>
                  </a:lnTo>
                  <a:lnTo>
                    <a:pt x="6665627" y="922843"/>
                  </a:lnTo>
                  <a:lnTo>
                    <a:pt x="6669990" y="881939"/>
                  </a:lnTo>
                  <a:lnTo>
                    <a:pt x="6674352" y="861128"/>
                  </a:lnTo>
                  <a:lnTo>
                    <a:pt x="6678715" y="825965"/>
                  </a:lnTo>
                  <a:lnTo>
                    <a:pt x="6683078" y="749899"/>
                  </a:lnTo>
                  <a:lnTo>
                    <a:pt x="6687441" y="680291"/>
                  </a:lnTo>
                  <a:lnTo>
                    <a:pt x="6691803" y="651587"/>
                  </a:lnTo>
                  <a:lnTo>
                    <a:pt x="6696166" y="626471"/>
                  </a:lnTo>
                  <a:lnTo>
                    <a:pt x="6700529" y="646564"/>
                  </a:lnTo>
                  <a:lnTo>
                    <a:pt x="6704892" y="658763"/>
                  </a:lnTo>
                  <a:lnTo>
                    <a:pt x="6709254" y="809571"/>
                  </a:lnTo>
                  <a:lnTo>
                    <a:pt x="6713617" y="797983"/>
                  </a:lnTo>
                  <a:lnTo>
                    <a:pt x="6717980" y="773462"/>
                  </a:lnTo>
                  <a:lnTo>
                    <a:pt x="6722343" y="778653"/>
                  </a:lnTo>
                  <a:lnTo>
                    <a:pt x="6726705" y="737438"/>
                  </a:lnTo>
                  <a:lnTo>
                    <a:pt x="6731068" y="720363"/>
                  </a:lnTo>
                  <a:lnTo>
                    <a:pt x="6735431" y="755102"/>
                  </a:lnTo>
                  <a:lnTo>
                    <a:pt x="6739794" y="769232"/>
                  </a:lnTo>
                  <a:lnTo>
                    <a:pt x="6744156" y="812213"/>
                  </a:lnTo>
                  <a:lnTo>
                    <a:pt x="6748519" y="874624"/>
                  </a:lnTo>
                  <a:lnTo>
                    <a:pt x="6752882" y="928203"/>
                  </a:lnTo>
                  <a:lnTo>
                    <a:pt x="6757245" y="921138"/>
                  </a:lnTo>
                  <a:lnTo>
                    <a:pt x="6761607" y="930559"/>
                  </a:lnTo>
                  <a:lnTo>
                    <a:pt x="6765970" y="923493"/>
                  </a:lnTo>
                  <a:lnTo>
                    <a:pt x="6770333" y="939979"/>
                  </a:lnTo>
                  <a:lnTo>
                    <a:pt x="6774696" y="956306"/>
                  </a:lnTo>
                  <a:lnTo>
                    <a:pt x="6779058" y="957983"/>
                  </a:lnTo>
                  <a:lnTo>
                    <a:pt x="6783421" y="932333"/>
                  </a:lnTo>
                  <a:lnTo>
                    <a:pt x="6787784" y="869022"/>
                  </a:lnTo>
                  <a:lnTo>
                    <a:pt x="6792147" y="910643"/>
                  </a:lnTo>
                  <a:lnTo>
                    <a:pt x="6796509" y="944371"/>
                  </a:lnTo>
                  <a:lnTo>
                    <a:pt x="6800872" y="926431"/>
                  </a:lnTo>
                  <a:lnTo>
                    <a:pt x="6805235" y="992313"/>
                  </a:lnTo>
                  <a:lnTo>
                    <a:pt x="6809598" y="921793"/>
                  </a:lnTo>
                  <a:lnTo>
                    <a:pt x="6813960" y="951136"/>
                  </a:lnTo>
                  <a:lnTo>
                    <a:pt x="6818323" y="914073"/>
                  </a:lnTo>
                  <a:lnTo>
                    <a:pt x="6822686" y="906323"/>
                  </a:lnTo>
                  <a:lnTo>
                    <a:pt x="6827049" y="894584"/>
                  </a:lnTo>
                  <a:lnTo>
                    <a:pt x="6831411" y="892533"/>
                  </a:lnTo>
                  <a:lnTo>
                    <a:pt x="6835774" y="886892"/>
                  </a:lnTo>
                  <a:lnTo>
                    <a:pt x="6840137" y="861252"/>
                  </a:lnTo>
                  <a:lnTo>
                    <a:pt x="6844500" y="875610"/>
                  </a:lnTo>
                  <a:lnTo>
                    <a:pt x="6848862" y="912019"/>
                  </a:lnTo>
                  <a:lnTo>
                    <a:pt x="6853225" y="953555"/>
                  </a:lnTo>
                  <a:lnTo>
                    <a:pt x="6857588" y="958171"/>
                  </a:lnTo>
                  <a:lnTo>
                    <a:pt x="6861951" y="920224"/>
                  </a:lnTo>
                  <a:lnTo>
                    <a:pt x="6866313" y="900224"/>
                  </a:lnTo>
                  <a:lnTo>
                    <a:pt x="6870676" y="919756"/>
                  </a:lnTo>
                  <a:lnTo>
                    <a:pt x="6875039" y="960659"/>
                  </a:lnTo>
                  <a:lnTo>
                    <a:pt x="6879402" y="878949"/>
                  </a:lnTo>
                  <a:lnTo>
                    <a:pt x="6883764" y="910167"/>
                  </a:lnTo>
                  <a:lnTo>
                    <a:pt x="6888127" y="940205"/>
                  </a:lnTo>
                  <a:lnTo>
                    <a:pt x="6892490" y="848211"/>
                  </a:lnTo>
                  <a:lnTo>
                    <a:pt x="6896853" y="866151"/>
                  </a:lnTo>
                  <a:lnTo>
                    <a:pt x="6901215" y="866152"/>
                  </a:lnTo>
                  <a:lnTo>
                    <a:pt x="6905578" y="884092"/>
                  </a:lnTo>
                  <a:lnTo>
                    <a:pt x="6909941" y="912796"/>
                  </a:lnTo>
                  <a:lnTo>
                    <a:pt x="6914304" y="912796"/>
                  </a:lnTo>
                  <a:lnTo>
                    <a:pt x="6918666" y="854670"/>
                  </a:lnTo>
                  <a:lnTo>
                    <a:pt x="6923029" y="817354"/>
                  </a:lnTo>
                  <a:lnTo>
                    <a:pt x="6927392" y="812331"/>
                  </a:lnTo>
                  <a:lnTo>
                    <a:pt x="6931755" y="836012"/>
                  </a:lnTo>
                  <a:lnTo>
                    <a:pt x="6936117" y="928037"/>
                  </a:lnTo>
                  <a:lnTo>
                    <a:pt x="6940480" y="957054"/>
                  </a:lnTo>
                  <a:lnTo>
                    <a:pt x="6944843" y="1052023"/>
                  </a:lnTo>
                  <a:lnTo>
                    <a:pt x="6949206" y="1024640"/>
                  </a:lnTo>
                  <a:lnTo>
                    <a:pt x="6953568" y="1016629"/>
                  </a:lnTo>
                  <a:lnTo>
                    <a:pt x="6957931" y="990989"/>
                  </a:lnTo>
                  <a:lnTo>
                    <a:pt x="6962294" y="981759"/>
                  </a:lnTo>
                  <a:lnTo>
                    <a:pt x="6966657" y="981759"/>
                  </a:lnTo>
                  <a:lnTo>
                    <a:pt x="6971019" y="1004322"/>
                  </a:lnTo>
                  <a:lnTo>
                    <a:pt x="6975382" y="1006373"/>
                  </a:lnTo>
                  <a:lnTo>
                    <a:pt x="6979745" y="997143"/>
                  </a:lnTo>
                  <a:lnTo>
                    <a:pt x="6984108" y="983810"/>
                  </a:lnTo>
                  <a:lnTo>
                    <a:pt x="6988470" y="974580"/>
                  </a:lnTo>
                  <a:lnTo>
                    <a:pt x="6992833" y="949453"/>
                  </a:lnTo>
                  <a:lnTo>
                    <a:pt x="6997196" y="925351"/>
                  </a:lnTo>
                  <a:lnTo>
                    <a:pt x="7001559" y="923890"/>
                  </a:lnTo>
                  <a:lnTo>
                    <a:pt x="7005921" y="856372"/>
                  </a:lnTo>
                  <a:lnTo>
                    <a:pt x="7010284" y="820665"/>
                  </a:lnTo>
                  <a:lnTo>
                    <a:pt x="7014647" y="841352"/>
                  </a:lnTo>
                  <a:lnTo>
                    <a:pt x="7019010" y="717607"/>
                  </a:lnTo>
                  <a:lnTo>
                    <a:pt x="7023372" y="676703"/>
                  </a:lnTo>
                  <a:lnTo>
                    <a:pt x="7027735" y="622883"/>
                  </a:lnTo>
                  <a:lnTo>
                    <a:pt x="7032098" y="601354"/>
                  </a:lnTo>
                  <a:lnTo>
                    <a:pt x="7036461" y="556863"/>
                  </a:lnTo>
                  <a:lnTo>
                    <a:pt x="7040823" y="540358"/>
                  </a:lnTo>
                  <a:lnTo>
                    <a:pt x="7045186" y="564039"/>
                  </a:lnTo>
                  <a:lnTo>
                    <a:pt x="7049549" y="597049"/>
                  </a:lnTo>
                  <a:lnTo>
                    <a:pt x="7053912" y="630776"/>
                  </a:lnTo>
                  <a:lnTo>
                    <a:pt x="7058274" y="808404"/>
                  </a:lnTo>
                  <a:lnTo>
                    <a:pt x="7062637" y="842830"/>
                  </a:lnTo>
                  <a:lnTo>
                    <a:pt x="7067000" y="867056"/>
                  </a:lnTo>
                  <a:lnTo>
                    <a:pt x="7071363" y="861765"/>
                  </a:lnTo>
                  <a:lnTo>
                    <a:pt x="7075725" y="888943"/>
                  </a:lnTo>
                  <a:lnTo>
                    <a:pt x="7080088" y="898173"/>
                  </a:lnTo>
                  <a:lnTo>
                    <a:pt x="7084451" y="915608"/>
                  </a:lnTo>
                  <a:lnTo>
                    <a:pt x="7088814" y="985862"/>
                  </a:lnTo>
                  <a:lnTo>
                    <a:pt x="7093176" y="1055602"/>
                  </a:lnTo>
                  <a:lnTo>
                    <a:pt x="7097539" y="1092523"/>
                  </a:lnTo>
                  <a:lnTo>
                    <a:pt x="7101902" y="1127906"/>
                  </a:lnTo>
                  <a:lnTo>
                    <a:pt x="7106265" y="1146880"/>
                  </a:lnTo>
                  <a:lnTo>
                    <a:pt x="7110627" y="1153033"/>
                  </a:lnTo>
                  <a:lnTo>
                    <a:pt x="7114990" y="1184314"/>
                  </a:lnTo>
                  <a:lnTo>
                    <a:pt x="7119353" y="1203800"/>
                  </a:lnTo>
                  <a:lnTo>
                    <a:pt x="7123716" y="1220962"/>
                  </a:lnTo>
                  <a:lnTo>
                    <a:pt x="7128078" y="1243202"/>
                  </a:lnTo>
                  <a:lnTo>
                    <a:pt x="7132441" y="1304980"/>
                  </a:lnTo>
                  <a:lnTo>
                    <a:pt x="7136804" y="1284517"/>
                  </a:lnTo>
                  <a:lnTo>
                    <a:pt x="7141167" y="1274470"/>
                  </a:lnTo>
                  <a:lnTo>
                    <a:pt x="7145529" y="1282364"/>
                  </a:lnTo>
                  <a:lnTo>
                    <a:pt x="7149892" y="1311068"/>
                  </a:lnTo>
                  <a:lnTo>
                    <a:pt x="7154255" y="1304610"/>
                  </a:lnTo>
                  <a:lnTo>
                    <a:pt x="7158618" y="1307480"/>
                  </a:lnTo>
                  <a:lnTo>
                    <a:pt x="7162980" y="1314656"/>
                  </a:lnTo>
                  <a:lnTo>
                    <a:pt x="7167343" y="1282364"/>
                  </a:lnTo>
                  <a:lnTo>
                    <a:pt x="7171706" y="1271600"/>
                  </a:lnTo>
                  <a:lnTo>
                    <a:pt x="7176069" y="1245766"/>
                  </a:lnTo>
                  <a:lnTo>
                    <a:pt x="7180431" y="1227108"/>
                  </a:lnTo>
                  <a:lnTo>
                    <a:pt x="7184794" y="1169700"/>
                  </a:lnTo>
                  <a:lnTo>
                    <a:pt x="7189157" y="1157500"/>
                  </a:lnTo>
                  <a:lnTo>
                    <a:pt x="7193520" y="1145301"/>
                  </a:lnTo>
                  <a:lnTo>
                    <a:pt x="7197882" y="1130949"/>
                  </a:lnTo>
                  <a:lnTo>
                    <a:pt x="7202245" y="1134537"/>
                  </a:lnTo>
                  <a:lnTo>
                    <a:pt x="7206608" y="1123055"/>
                  </a:lnTo>
                  <a:lnTo>
                    <a:pt x="7210971" y="1100809"/>
                  </a:lnTo>
                  <a:lnTo>
                    <a:pt x="7215333" y="1100809"/>
                  </a:lnTo>
                  <a:lnTo>
                    <a:pt x="7219696" y="1100809"/>
                  </a:lnTo>
                  <a:lnTo>
                    <a:pt x="7224059" y="1087175"/>
                  </a:lnTo>
                  <a:lnTo>
                    <a:pt x="7228422" y="1095786"/>
                  </a:lnTo>
                  <a:lnTo>
                    <a:pt x="7232784" y="1131666"/>
                  </a:lnTo>
                  <a:lnTo>
                    <a:pt x="7237147" y="1147454"/>
                  </a:lnTo>
                  <a:lnTo>
                    <a:pt x="7241510" y="1182617"/>
                  </a:lnTo>
                  <a:lnTo>
                    <a:pt x="7245873" y="1195534"/>
                  </a:lnTo>
                  <a:lnTo>
                    <a:pt x="7250235" y="1244331"/>
                  </a:lnTo>
                  <a:lnTo>
                    <a:pt x="7254598" y="1270165"/>
                  </a:lnTo>
                  <a:lnTo>
                    <a:pt x="7258961" y="1287387"/>
                  </a:lnTo>
                  <a:lnTo>
                    <a:pt x="7263324" y="1314656"/>
                  </a:lnTo>
                  <a:lnTo>
                    <a:pt x="7267686" y="1322550"/>
                  </a:lnTo>
                  <a:lnTo>
                    <a:pt x="7272049" y="1327573"/>
                  </a:lnTo>
                  <a:lnTo>
                    <a:pt x="7276412" y="1296716"/>
                  </a:lnTo>
                  <a:lnTo>
                    <a:pt x="7280775" y="1278058"/>
                  </a:lnTo>
                  <a:lnTo>
                    <a:pt x="7285137" y="1298151"/>
                  </a:lnTo>
                  <a:lnTo>
                    <a:pt x="7289500" y="1291693"/>
                  </a:lnTo>
                  <a:lnTo>
                    <a:pt x="7293863" y="1285952"/>
                  </a:lnTo>
                  <a:lnTo>
                    <a:pt x="7298226" y="1285952"/>
                  </a:lnTo>
                  <a:lnTo>
                    <a:pt x="7302588" y="1280211"/>
                  </a:lnTo>
                  <a:lnTo>
                    <a:pt x="7306951" y="1300053"/>
                  </a:lnTo>
                  <a:lnTo>
                    <a:pt x="7311314" y="1256809"/>
                  </a:lnTo>
                  <a:lnTo>
                    <a:pt x="7315677" y="1214084"/>
                  </a:lnTo>
                  <a:lnTo>
                    <a:pt x="7320039" y="1155873"/>
                  </a:lnTo>
                  <a:lnTo>
                    <a:pt x="7324402" y="1140213"/>
                  </a:lnTo>
                  <a:lnTo>
                    <a:pt x="7328765" y="1120214"/>
                  </a:lnTo>
                  <a:lnTo>
                    <a:pt x="7333128" y="1099190"/>
                  </a:lnTo>
                  <a:lnTo>
                    <a:pt x="7337490" y="1076627"/>
                  </a:lnTo>
                  <a:lnTo>
                    <a:pt x="7341853" y="1060730"/>
                  </a:lnTo>
                  <a:lnTo>
                    <a:pt x="7346216" y="1036116"/>
                  </a:lnTo>
                  <a:lnTo>
                    <a:pt x="7350579" y="981246"/>
                  </a:lnTo>
                  <a:lnTo>
                    <a:pt x="7354941" y="989451"/>
                  </a:lnTo>
                  <a:lnTo>
                    <a:pt x="7359304" y="986374"/>
                  </a:lnTo>
                  <a:lnTo>
                    <a:pt x="7363667" y="986374"/>
                  </a:lnTo>
                  <a:lnTo>
                    <a:pt x="7368030" y="990477"/>
                  </a:lnTo>
                  <a:lnTo>
                    <a:pt x="7372392" y="987642"/>
                  </a:lnTo>
                  <a:lnTo>
                    <a:pt x="7376755" y="1035787"/>
                  </a:lnTo>
                  <a:lnTo>
                    <a:pt x="7381118" y="1037677"/>
                  </a:lnTo>
                  <a:lnTo>
                    <a:pt x="7385481" y="1106166"/>
                  </a:lnTo>
                  <a:lnTo>
                    <a:pt x="7389843" y="1070670"/>
                  </a:lnTo>
                  <a:lnTo>
                    <a:pt x="7394206" y="1093633"/>
                  </a:lnTo>
                  <a:lnTo>
                    <a:pt x="7398569" y="1092198"/>
                  </a:lnTo>
                  <a:lnTo>
                    <a:pt x="7402932" y="1133819"/>
                  </a:lnTo>
                  <a:lnTo>
                    <a:pt x="7407294" y="1198404"/>
                  </a:lnTo>
                  <a:lnTo>
                    <a:pt x="7411657" y="1254377"/>
                  </a:lnTo>
                  <a:lnTo>
                    <a:pt x="7416020" y="1322550"/>
                  </a:lnTo>
                  <a:lnTo>
                    <a:pt x="7420383" y="1273753"/>
                  </a:lnTo>
                  <a:lnTo>
                    <a:pt x="7424745" y="1260836"/>
                  </a:lnTo>
                  <a:lnTo>
                    <a:pt x="7429108" y="1220650"/>
                  </a:lnTo>
                  <a:lnTo>
                    <a:pt x="7433471" y="1158935"/>
                  </a:lnTo>
                  <a:lnTo>
                    <a:pt x="7437834" y="1114444"/>
                  </a:lnTo>
                  <a:lnTo>
                    <a:pt x="7442196" y="1114444"/>
                  </a:lnTo>
                  <a:lnTo>
                    <a:pt x="7446559" y="1122338"/>
                  </a:lnTo>
                  <a:lnTo>
                    <a:pt x="7450922" y="1092198"/>
                  </a:lnTo>
                  <a:lnTo>
                    <a:pt x="7455285" y="1049859"/>
                  </a:lnTo>
                  <a:lnTo>
                    <a:pt x="7459647" y="1008238"/>
                  </a:lnTo>
                  <a:lnTo>
                    <a:pt x="7464010" y="1009673"/>
                  </a:lnTo>
                  <a:lnTo>
                    <a:pt x="7468373" y="994603"/>
                  </a:lnTo>
                  <a:lnTo>
                    <a:pt x="7472736" y="966617"/>
                  </a:lnTo>
                  <a:lnTo>
                    <a:pt x="7477098" y="941500"/>
                  </a:lnTo>
                  <a:lnTo>
                    <a:pt x="7481461" y="960876"/>
                  </a:lnTo>
                  <a:lnTo>
                    <a:pt x="7485824" y="1027613"/>
                  </a:lnTo>
                  <a:lnTo>
                    <a:pt x="7490187" y="1052730"/>
                  </a:lnTo>
                  <a:lnTo>
                    <a:pt x="7494549" y="1092916"/>
                  </a:lnTo>
                  <a:lnTo>
                    <a:pt x="7498912" y="1154630"/>
                  </a:lnTo>
                  <a:lnTo>
                    <a:pt x="7503275" y="1199122"/>
                  </a:lnTo>
                  <a:lnTo>
                    <a:pt x="7507638" y="1199839"/>
                  </a:lnTo>
                  <a:lnTo>
                    <a:pt x="7512000" y="1205580"/>
                  </a:lnTo>
                  <a:lnTo>
                    <a:pt x="7516363" y="1232849"/>
                  </a:lnTo>
                  <a:lnTo>
                    <a:pt x="7520726" y="1263706"/>
                  </a:lnTo>
                  <a:lnTo>
                    <a:pt x="7525089" y="1308916"/>
                  </a:lnTo>
                  <a:lnTo>
                    <a:pt x="7529451" y="1325421"/>
                  </a:lnTo>
                  <a:lnTo>
                    <a:pt x="7533814" y="1335467"/>
                  </a:lnTo>
                  <a:lnTo>
                    <a:pt x="7538177" y="1345514"/>
                  </a:lnTo>
                  <a:lnTo>
                    <a:pt x="7542540" y="1344078"/>
                  </a:lnTo>
                  <a:lnTo>
                    <a:pt x="7546902" y="1343361"/>
                  </a:lnTo>
                  <a:lnTo>
                    <a:pt x="7551265" y="1343361"/>
                  </a:lnTo>
                  <a:lnTo>
                    <a:pt x="7555628" y="1328291"/>
                  </a:lnTo>
                  <a:lnTo>
                    <a:pt x="7559991" y="1335605"/>
                  </a:lnTo>
                  <a:lnTo>
                    <a:pt x="7564353" y="1292697"/>
                  </a:lnTo>
                  <a:lnTo>
                    <a:pt x="7568716" y="1251624"/>
                  </a:lnTo>
                  <a:lnTo>
                    <a:pt x="7573079" y="1213370"/>
                  </a:lnTo>
                  <a:lnTo>
                    <a:pt x="7577442" y="1169015"/>
                  </a:lnTo>
                  <a:lnTo>
                    <a:pt x="7581804" y="1183256"/>
                  </a:lnTo>
                  <a:lnTo>
                    <a:pt x="7586167" y="1187903"/>
                  </a:lnTo>
                  <a:lnTo>
                    <a:pt x="7590530" y="1173545"/>
                  </a:lnTo>
                  <a:lnTo>
                    <a:pt x="7594893" y="1176109"/>
                  </a:lnTo>
                  <a:lnTo>
                    <a:pt x="7599255" y="1170468"/>
                  </a:lnTo>
                  <a:lnTo>
                    <a:pt x="7603618" y="1197966"/>
                  </a:lnTo>
                  <a:lnTo>
                    <a:pt x="7607981" y="1215074"/>
                  </a:lnTo>
                  <a:lnTo>
                    <a:pt x="7612344" y="1205364"/>
                  </a:lnTo>
                  <a:lnTo>
                    <a:pt x="7616706" y="1197856"/>
                  </a:lnTo>
                  <a:lnTo>
                    <a:pt x="7621069" y="1207542"/>
                  </a:lnTo>
                  <a:lnTo>
                    <a:pt x="7625432" y="1220918"/>
                  </a:lnTo>
                  <a:lnTo>
                    <a:pt x="7629795" y="1255761"/>
                  </a:lnTo>
                  <a:lnTo>
                    <a:pt x="7634157" y="1286739"/>
                  </a:lnTo>
                  <a:lnTo>
                    <a:pt x="7638520" y="1300206"/>
                  </a:lnTo>
                  <a:lnTo>
                    <a:pt x="7642883" y="1341742"/>
                  </a:lnTo>
                  <a:lnTo>
                    <a:pt x="7647246" y="1370289"/>
                  </a:lnTo>
                  <a:lnTo>
                    <a:pt x="7651608" y="1334463"/>
                  </a:lnTo>
                  <a:lnTo>
                    <a:pt x="7655971" y="1348005"/>
                  </a:lnTo>
                  <a:lnTo>
                    <a:pt x="7660334" y="1320921"/>
                  </a:lnTo>
                  <a:lnTo>
                    <a:pt x="7664697" y="1285005"/>
                  </a:lnTo>
                  <a:lnTo>
                    <a:pt x="7669059" y="1272875"/>
                  </a:lnTo>
                  <a:lnTo>
                    <a:pt x="7673422" y="1243202"/>
                  </a:lnTo>
                  <a:lnTo>
                    <a:pt x="7677785" y="1273340"/>
                  </a:lnTo>
                  <a:lnTo>
                    <a:pt x="7682148" y="1247323"/>
                  </a:lnTo>
                  <a:lnTo>
                    <a:pt x="7686510" y="1247323"/>
                  </a:lnTo>
                  <a:lnTo>
                    <a:pt x="7690873" y="1237903"/>
                  </a:lnTo>
                  <a:lnTo>
                    <a:pt x="7695236" y="1222006"/>
                  </a:lnTo>
                  <a:lnTo>
                    <a:pt x="7699599" y="1211996"/>
                  </a:lnTo>
                  <a:lnTo>
                    <a:pt x="7703961" y="1211996"/>
                  </a:lnTo>
                  <a:lnTo>
                    <a:pt x="7708324" y="1209641"/>
                  </a:lnTo>
                  <a:lnTo>
                    <a:pt x="7712687" y="1202576"/>
                  </a:lnTo>
                  <a:lnTo>
                    <a:pt x="7717050" y="1223183"/>
                  </a:lnTo>
                  <a:lnTo>
                    <a:pt x="7721412" y="1227305"/>
                  </a:lnTo>
                  <a:lnTo>
                    <a:pt x="7725775" y="1262043"/>
                  </a:lnTo>
                  <a:lnTo>
                    <a:pt x="7730138" y="1315033"/>
                  </a:lnTo>
                  <a:lnTo>
                    <a:pt x="7734501" y="1346662"/>
                  </a:lnTo>
                  <a:lnTo>
                    <a:pt x="7738863" y="1360712"/>
                  </a:lnTo>
                  <a:lnTo>
                    <a:pt x="7743226" y="1339773"/>
                  </a:lnTo>
                  <a:lnTo>
                    <a:pt x="7747589" y="1343361"/>
                  </a:lnTo>
                  <a:lnTo>
                    <a:pt x="7751952" y="1343361"/>
                  </a:lnTo>
                  <a:lnTo>
                    <a:pt x="7756314" y="1351972"/>
                  </a:lnTo>
                  <a:lnTo>
                    <a:pt x="7760677" y="1349819"/>
                  </a:lnTo>
                  <a:lnTo>
                    <a:pt x="7765040" y="1357713"/>
                  </a:lnTo>
                  <a:lnTo>
                    <a:pt x="7769403" y="1348384"/>
                  </a:lnTo>
                  <a:lnTo>
                    <a:pt x="7773765" y="1329009"/>
                  </a:lnTo>
                  <a:lnTo>
                    <a:pt x="7778128" y="1292411"/>
                  </a:lnTo>
                  <a:lnTo>
                    <a:pt x="7782491" y="1254377"/>
                  </a:lnTo>
                  <a:lnTo>
                    <a:pt x="7786854" y="1196251"/>
                  </a:lnTo>
                  <a:lnTo>
                    <a:pt x="7791216" y="1146736"/>
                  </a:lnTo>
                  <a:lnTo>
                    <a:pt x="7795579" y="1132384"/>
                  </a:lnTo>
                  <a:lnTo>
                    <a:pt x="7799942" y="1138125"/>
                  </a:lnTo>
                  <a:lnTo>
                    <a:pt x="7804305" y="1136690"/>
                  </a:lnTo>
                  <a:lnTo>
                    <a:pt x="7808667" y="1136690"/>
                  </a:lnTo>
                  <a:lnTo>
                    <a:pt x="7813030" y="1136690"/>
                  </a:lnTo>
                  <a:lnTo>
                    <a:pt x="7817393" y="1118749"/>
                  </a:lnTo>
                  <a:lnTo>
                    <a:pt x="7821756" y="1100092"/>
                  </a:lnTo>
                  <a:lnTo>
                    <a:pt x="7826118" y="1089328"/>
                  </a:lnTo>
                  <a:lnTo>
                    <a:pt x="7830481" y="1061341"/>
                  </a:lnTo>
                  <a:lnTo>
                    <a:pt x="7834844" y="1065647"/>
                  </a:lnTo>
                  <a:lnTo>
                    <a:pt x="7839207" y="1087892"/>
                  </a:lnTo>
                  <a:lnTo>
                    <a:pt x="7843569" y="1135972"/>
                  </a:lnTo>
                  <a:lnTo>
                    <a:pt x="7847932" y="1174005"/>
                  </a:lnTo>
                  <a:lnTo>
                    <a:pt x="7852295" y="1214909"/>
                  </a:lnTo>
                  <a:lnTo>
                    <a:pt x="7856658" y="1240025"/>
                  </a:lnTo>
                  <a:lnTo>
                    <a:pt x="7861020" y="1238590"/>
                  </a:lnTo>
                  <a:lnTo>
                    <a:pt x="7865383" y="1239308"/>
                  </a:lnTo>
                  <a:lnTo>
                    <a:pt x="7869746" y="1247919"/>
                  </a:lnTo>
                  <a:lnTo>
                    <a:pt x="7874109" y="1242896"/>
                  </a:lnTo>
                  <a:lnTo>
                    <a:pt x="7878471" y="1238590"/>
                  </a:lnTo>
                  <a:lnTo>
                    <a:pt x="7882834" y="1252225"/>
                  </a:lnTo>
                  <a:lnTo>
                    <a:pt x="7887197" y="1272318"/>
                  </a:lnTo>
                  <a:lnTo>
                    <a:pt x="7891560" y="1276623"/>
                  </a:lnTo>
                  <a:lnTo>
                    <a:pt x="7895922" y="1295281"/>
                  </a:lnTo>
                  <a:lnTo>
                    <a:pt x="7900285" y="1294563"/>
                  </a:lnTo>
                  <a:lnTo>
                    <a:pt x="7904648" y="1251507"/>
                  </a:lnTo>
                  <a:lnTo>
                    <a:pt x="7909011" y="1181181"/>
                  </a:lnTo>
                  <a:lnTo>
                    <a:pt x="7913373" y="1200129"/>
                  </a:lnTo>
                  <a:lnTo>
                    <a:pt x="7917736" y="1205634"/>
                  </a:lnTo>
                  <a:lnTo>
                    <a:pt x="7922099" y="1199632"/>
                  </a:lnTo>
                  <a:lnTo>
                    <a:pt x="7926462" y="1198454"/>
                  </a:lnTo>
                  <a:lnTo>
                    <a:pt x="7930824" y="1194922"/>
                  </a:lnTo>
                  <a:lnTo>
                    <a:pt x="7935187" y="1200810"/>
                  </a:lnTo>
                  <a:lnTo>
                    <a:pt x="7939550" y="1207286"/>
                  </a:lnTo>
                  <a:lnTo>
                    <a:pt x="7943913" y="1201987"/>
                  </a:lnTo>
                  <a:lnTo>
                    <a:pt x="7948275" y="1175492"/>
                  </a:lnTo>
                  <a:lnTo>
                    <a:pt x="7952638" y="1156062"/>
                  </a:lnTo>
                  <a:lnTo>
                    <a:pt x="7957001" y="1167249"/>
                  </a:lnTo>
                  <a:lnTo>
                    <a:pt x="7961364" y="1176669"/>
                  </a:lnTo>
                  <a:lnTo>
                    <a:pt x="7965726" y="1181380"/>
                  </a:lnTo>
                  <a:lnTo>
                    <a:pt x="7970089" y="1216707"/>
                  </a:lnTo>
                  <a:lnTo>
                    <a:pt x="7974452" y="1270286"/>
                  </a:lnTo>
                  <a:lnTo>
                    <a:pt x="7978815" y="1277984"/>
                  </a:lnTo>
                  <a:lnTo>
                    <a:pt x="7983177" y="1265721"/>
                  </a:lnTo>
                  <a:lnTo>
                    <a:pt x="7987540" y="1242178"/>
                  </a:lnTo>
                  <a:lnTo>
                    <a:pt x="7991903" y="1242896"/>
                  </a:lnTo>
                  <a:lnTo>
                    <a:pt x="7996266" y="1242896"/>
                  </a:lnTo>
                  <a:lnTo>
                    <a:pt x="8000628" y="1242896"/>
                  </a:lnTo>
                  <a:lnTo>
                    <a:pt x="8004991" y="1276409"/>
                  </a:lnTo>
                  <a:lnTo>
                    <a:pt x="8009354" y="1266950"/>
                  </a:lnTo>
                  <a:lnTo>
                    <a:pt x="8013717" y="1296781"/>
                  </a:lnTo>
                  <a:lnTo>
                    <a:pt x="8018079" y="1295015"/>
                  </a:lnTo>
                  <a:lnTo>
                    <a:pt x="8022442" y="1272641"/>
                  </a:lnTo>
                  <a:lnTo>
                    <a:pt x="8026805" y="1252034"/>
                  </a:lnTo>
                  <a:lnTo>
                    <a:pt x="8031168" y="1247323"/>
                  </a:lnTo>
                  <a:lnTo>
                    <a:pt x="8035530" y="1232015"/>
                  </a:lnTo>
                  <a:lnTo>
                    <a:pt x="8039893" y="1255589"/>
                  </a:lnTo>
                  <a:lnTo>
                    <a:pt x="8044256" y="1257139"/>
                  </a:lnTo>
                  <a:lnTo>
                    <a:pt x="8048619" y="1260208"/>
                  </a:lnTo>
                  <a:lnTo>
                    <a:pt x="8052981" y="1245849"/>
                  </a:lnTo>
                  <a:lnTo>
                    <a:pt x="8057344" y="1246362"/>
                  </a:lnTo>
                  <a:lnTo>
                    <a:pt x="8061707" y="1252003"/>
                  </a:lnTo>
                  <a:lnTo>
                    <a:pt x="8066070" y="1234055"/>
                  </a:lnTo>
                  <a:lnTo>
                    <a:pt x="8070432" y="1201856"/>
                  </a:lnTo>
                  <a:lnTo>
                    <a:pt x="8074795" y="1197683"/>
                  </a:lnTo>
                  <a:lnTo>
                    <a:pt x="8079158" y="1131333"/>
                  </a:lnTo>
                  <a:lnTo>
                    <a:pt x="8083521" y="1105427"/>
                  </a:lnTo>
                  <a:lnTo>
                    <a:pt x="8087883" y="1125445"/>
                  </a:lnTo>
                  <a:lnTo>
                    <a:pt x="8092246" y="1172287"/>
                  </a:lnTo>
                  <a:lnTo>
                    <a:pt x="8096609" y="1178606"/>
                  </a:lnTo>
                  <a:lnTo>
                    <a:pt x="8100972" y="1192039"/>
                  </a:lnTo>
                  <a:lnTo>
                    <a:pt x="8105334" y="1201339"/>
                  </a:lnTo>
                  <a:lnTo>
                    <a:pt x="8109697" y="1184985"/>
                  </a:lnTo>
                  <a:lnTo>
                    <a:pt x="8114060" y="1152529"/>
                  </a:lnTo>
                  <a:lnTo>
                    <a:pt x="8118423" y="1184912"/>
                  </a:lnTo>
                  <a:lnTo>
                    <a:pt x="8122785" y="1197866"/>
                  </a:lnTo>
                  <a:lnTo>
                    <a:pt x="8127148" y="1201398"/>
                  </a:lnTo>
                  <a:lnTo>
                    <a:pt x="8131511" y="1222006"/>
                  </a:lnTo>
                  <a:lnTo>
                    <a:pt x="8135874" y="1266164"/>
                  </a:lnTo>
                  <a:lnTo>
                    <a:pt x="8140236" y="1287361"/>
                  </a:lnTo>
                  <a:lnTo>
                    <a:pt x="8144599" y="1326809"/>
                  </a:lnTo>
                  <a:lnTo>
                    <a:pt x="8148962" y="1369790"/>
                  </a:lnTo>
                  <a:lnTo>
                    <a:pt x="8153325" y="1367435"/>
                  </a:lnTo>
                  <a:lnTo>
                    <a:pt x="8157687" y="1363195"/>
                  </a:lnTo>
                  <a:lnTo>
                    <a:pt x="8162050" y="1345485"/>
                  </a:lnTo>
                  <a:lnTo>
                    <a:pt x="8166413" y="1310351"/>
                  </a:lnTo>
                  <a:lnTo>
                    <a:pt x="8170776" y="1289540"/>
                  </a:lnTo>
                  <a:lnTo>
                    <a:pt x="8175138" y="1280211"/>
                  </a:lnTo>
                  <a:lnTo>
                    <a:pt x="8179501" y="1300304"/>
                  </a:lnTo>
                  <a:lnTo>
                    <a:pt x="8183864" y="1288105"/>
                  </a:lnTo>
                  <a:lnTo>
                    <a:pt x="8188227" y="1285952"/>
                  </a:lnTo>
                  <a:lnTo>
                    <a:pt x="8192589" y="1285952"/>
                  </a:lnTo>
                  <a:lnTo>
                    <a:pt x="8196952" y="1285952"/>
                  </a:lnTo>
                  <a:lnTo>
                    <a:pt x="8201315" y="1315461"/>
                  </a:lnTo>
                  <a:lnTo>
                    <a:pt x="8205678" y="1309249"/>
                  </a:lnTo>
                  <a:lnTo>
                    <a:pt x="8210040" y="1317977"/>
                  </a:lnTo>
                  <a:lnTo>
                    <a:pt x="8214403" y="1317388"/>
                  </a:lnTo>
                  <a:lnTo>
                    <a:pt x="8218766" y="1327986"/>
                  </a:lnTo>
                  <a:lnTo>
                    <a:pt x="8223129" y="1334463"/>
                  </a:lnTo>
                  <a:lnTo>
                    <a:pt x="8227491" y="1329753"/>
                  </a:lnTo>
                  <a:lnTo>
                    <a:pt x="8231854" y="1327398"/>
                  </a:lnTo>
                  <a:lnTo>
                    <a:pt x="8236217" y="1346828"/>
                  </a:lnTo>
                  <a:lnTo>
                    <a:pt x="8240580" y="1368612"/>
                  </a:lnTo>
                  <a:lnTo>
                    <a:pt x="8244942" y="1365080"/>
                  </a:lnTo>
                  <a:lnTo>
                    <a:pt x="8249305" y="1384756"/>
                  </a:lnTo>
                  <a:lnTo>
                    <a:pt x="8253668" y="1385272"/>
                  </a:lnTo>
                  <a:lnTo>
                    <a:pt x="8258031" y="1365844"/>
                  </a:lnTo>
                  <a:lnTo>
                    <a:pt x="8262393" y="1343794"/>
                  </a:lnTo>
                  <a:lnTo>
                    <a:pt x="8266756" y="1328439"/>
                  </a:lnTo>
                  <a:lnTo>
                    <a:pt x="8271119" y="1332056"/>
                  </a:lnTo>
                  <a:lnTo>
                    <a:pt x="8275482" y="1294426"/>
                  </a:lnTo>
                  <a:lnTo>
                    <a:pt x="8279844" y="1288538"/>
                  </a:lnTo>
                  <a:lnTo>
                    <a:pt x="8284207" y="1278529"/>
                  </a:lnTo>
                  <a:lnTo>
                    <a:pt x="8288570" y="1266164"/>
                  </a:lnTo>
                  <a:lnTo>
                    <a:pt x="8292933" y="1292071"/>
                  </a:lnTo>
                  <a:lnTo>
                    <a:pt x="8297295" y="1295603"/>
                  </a:lnTo>
                  <a:lnTo>
                    <a:pt x="8301658" y="1292071"/>
                  </a:lnTo>
                  <a:lnTo>
                    <a:pt x="8306021" y="1289127"/>
                  </a:lnTo>
                  <a:lnTo>
                    <a:pt x="8310384" y="1294426"/>
                  </a:lnTo>
                  <a:lnTo>
                    <a:pt x="8314746" y="1295762"/>
                  </a:lnTo>
                  <a:lnTo>
                    <a:pt x="8319109" y="1293140"/>
                  </a:lnTo>
                  <a:lnTo>
                    <a:pt x="8323472" y="1285952"/>
                  </a:lnTo>
                  <a:lnTo>
                    <a:pt x="8327835" y="1316809"/>
                  </a:lnTo>
                  <a:lnTo>
                    <a:pt x="8332197" y="1340490"/>
                  </a:lnTo>
                  <a:lnTo>
                    <a:pt x="8336560" y="1345514"/>
                  </a:lnTo>
                  <a:lnTo>
                    <a:pt x="8340923" y="1355560"/>
                  </a:lnTo>
                  <a:lnTo>
                    <a:pt x="8345286" y="1357713"/>
                  </a:lnTo>
                  <a:lnTo>
                    <a:pt x="8349648" y="1371347"/>
                  </a:lnTo>
                  <a:lnTo>
                    <a:pt x="8354011" y="1386417"/>
                  </a:lnTo>
                  <a:lnTo>
                    <a:pt x="8358374" y="1386417"/>
                  </a:lnTo>
                  <a:lnTo>
                    <a:pt x="8362737" y="1392158"/>
                  </a:lnTo>
                  <a:lnTo>
                    <a:pt x="8367099" y="1403640"/>
                  </a:lnTo>
                  <a:lnTo>
                    <a:pt x="8371462" y="1415122"/>
                  </a:lnTo>
                  <a:lnTo>
                    <a:pt x="8375825" y="1415122"/>
                  </a:lnTo>
                  <a:lnTo>
                    <a:pt x="8375825" y="1443857"/>
                  </a:lnTo>
                  <a:lnTo>
                    <a:pt x="8371462" y="1443857"/>
                  </a:lnTo>
                  <a:lnTo>
                    <a:pt x="8367099" y="1443857"/>
                  </a:lnTo>
                  <a:lnTo>
                    <a:pt x="8362737" y="1443857"/>
                  </a:lnTo>
                  <a:lnTo>
                    <a:pt x="8358374" y="1443857"/>
                  </a:lnTo>
                  <a:lnTo>
                    <a:pt x="8354011" y="1443857"/>
                  </a:lnTo>
                  <a:lnTo>
                    <a:pt x="8349648" y="1443857"/>
                  </a:lnTo>
                  <a:lnTo>
                    <a:pt x="8345286" y="1443857"/>
                  </a:lnTo>
                  <a:lnTo>
                    <a:pt x="8340923" y="1443857"/>
                  </a:lnTo>
                  <a:lnTo>
                    <a:pt x="8336560" y="1443857"/>
                  </a:lnTo>
                  <a:lnTo>
                    <a:pt x="8332197" y="1443857"/>
                  </a:lnTo>
                  <a:lnTo>
                    <a:pt x="8327835" y="1443857"/>
                  </a:lnTo>
                  <a:lnTo>
                    <a:pt x="8323472" y="1443857"/>
                  </a:lnTo>
                  <a:lnTo>
                    <a:pt x="8319109" y="1443857"/>
                  </a:lnTo>
                  <a:lnTo>
                    <a:pt x="8314746" y="1443857"/>
                  </a:lnTo>
                  <a:lnTo>
                    <a:pt x="8310384" y="1443857"/>
                  </a:lnTo>
                  <a:lnTo>
                    <a:pt x="8306021" y="1443857"/>
                  </a:lnTo>
                  <a:lnTo>
                    <a:pt x="8301658" y="1443857"/>
                  </a:lnTo>
                  <a:lnTo>
                    <a:pt x="8297295" y="1443857"/>
                  </a:lnTo>
                  <a:lnTo>
                    <a:pt x="8292933" y="1443857"/>
                  </a:lnTo>
                  <a:lnTo>
                    <a:pt x="8288570" y="1443857"/>
                  </a:lnTo>
                  <a:lnTo>
                    <a:pt x="8284207" y="1443857"/>
                  </a:lnTo>
                  <a:lnTo>
                    <a:pt x="8279844" y="1443857"/>
                  </a:lnTo>
                  <a:lnTo>
                    <a:pt x="8275482" y="1443857"/>
                  </a:lnTo>
                  <a:lnTo>
                    <a:pt x="8271119" y="1443857"/>
                  </a:lnTo>
                  <a:lnTo>
                    <a:pt x="8266756" y="1443857"/>
                  </a:lnTo>
                  <a:lnTo>
                    <a:pt x="8262393" y="1443857"/>
                  </a:lnTo>
                  <a:lnTo>
                    <a:pt x="8258031" y="1443857"/>
                  </a:lnTo>
                  <a:lnTo>
                    <a:pt x="8253668" y="1443857"/>
                  </a:lnTo>
                  <a:lnTo>
                    <a:pt x="8249305" y="1443857"/>
                  </a:lnTo>
                  <a:lnTo>
                    <a:pt x="8244942" y="1443857"/>
                  </a:lnTo>
                  <a:lnTo>
                    <a:pt x="8240580" y="1443857"/>
                  </a:lnTo>
                  <a:lnTo>
                    <a:pt x="8236217" y="1443857"/>
                  </a:lnTo>
                  <a:lnTo>
                    <a:pt x="8231854" y="1443857"/>
                  </a:lnTo>
                  <a:lnTo>
                    <a:pt x="8227491" y="1443857"/>
                  </a:lnTo>
                  <a:lnTo>
                    <a:pt x="8223129" y="1443857"/>
                  </a:lnTo>
                  <a:lnTo>
                    <a:pt x="8218766" y="1443857"/>
                  </a:lnTo>
                  <a:lnTo>
                    <a:pt x="8214403" y="1443857"/>
                  </a:lnTo>
                  <a:lnTo>
                    <a:pt x="8210040" y="1443857"/>
                  </a:lnTo>
                  <a:lnTo>
                    <a:pt x="8205678" y="1443857"/>
                  </a:lnTo>
                  <a:lnTo>
                    <a:pt x="8201315" y="1443857"/>
                  </a:lnTo>
                  <a:lnTo>
                    <a:pt x="8196952" y="1443857"/>
                  </a:lnTo>
                  <a:lnTo>
                    <a:pt x="8192589" y="1443857"/>
                  </a:lnTo>
                  <a:lnTo>
                    <a:pt x="8188227" y="1443857"/>
                  </a:lnTo>
                  <a:lnTo>
                    <a:pt x="8183864" y="1443857"/>
                  </a:lnTo>
                  <a:lnTo>
                    <a:pt x="8179501" y="1443857"/>
                  </a:lnTo>
                  <a:lnTo>
                    <a:pt x="8175138" y="1443857"/>
                  </a:lnTo>
                  <a:lnTo>
                    <a:pt x="8170776" y="1443857"/>
                  </a:lnTo>
                  <a:lnTo>
                    <a:pt x="8166413" y="1443857"/>
                  </a:lnTo>
                  <a:lnTo>
                    <a:pt x="8162050" y="1443857"/>
                  </a:lnTo>
                  <a:lnTo>
                    <a:pt x="8157687" y="1443857"/>
                  </a:lnTo>
                  <a:lnTo>
                    <a:pt x="8153325" y="1443857"/>
                  </a:lnTo>
                  <a:lnTo>
                    <a:pt x="8148962" y="1443857"/>
                  </a:lnTo>
                  <a:lnTo>
                    <a:pt x="8144599" y="1443857"/>
                  </a:lnTo>
                  <a:lnTo>
                    <a:pt x="8140236" y="1443857"/>
                  </a:lnTo>
                  <a:lnTo>
                    <a:pt x="8135874" y="1443857"/>
                  </a:lnTo>
                  <a:lnTo>
                    <a:pt x="8131511" y="1443857"/>
                  </a:lnTo>
                  <a:lnTo>
                    <a:pt x="8127148" y="1443857"/>
                  </a:lnTo>
                  <a:lnTo>
                    <a:pt x="8122785" y="1443857"/>
                  </a:lnTo>
                  <a:lnTo>
                    <a:pt x="8118423" y="1443857"/>
                  </a:lnTo>
                  <a:lnTo>
                    <a:pt x="8114060" y="1443857"/>
                  </a:lnTo>
                  <a:lnTo>
                    <a:pt x="8109697" y="1443857"/>
                  </a:lnTo>
                  <a:lnTo>
                    <a:pt x="8105334" y="1443857"/>
                  </a:lnTo>
                  <a:lnTo>
                    <a:pt x="8100972" y="1443857"/>
                  </a:lnTo>
                  <a:lnTo>
                    <a:pt x="8096609" y="1443857"/>
                  </a:lnTo>
                  <a:lnTo>
                    <a:pt x="8092246" y="1443857"/>
                  </a:lnTo>
                  <a:lnTo>
                    <a:pt x="8087883" y="1443857"/>
                  </a:lnTo>
                  <a:lnTo>
                    <a:pt x="8083521" y="1443857"/>
                  </a:lnTo>
                  <a:lnTo>
                    <a:pt x="8079158" y="1443857"/>
                  </a:lnTo>
                  <a:lnTo>
                    <a:pt x="8074795" y="1443857"/>
                  </a:lnTo>
                  <a:lnTo>
                    <a:pt x="8070432" y="1443857"/>
                  </a:lnTo>
                  <a:lnTo>
                    <a:pt x="8066070" y="1443857"/>
                  </a:lnTo>
                  <a:lnTo>
                    <a:pt x="8061707" y="1443857"/>
                  </a:lnTo>
                  <a:lnTo>
                    <a:pt x="8057344" y="1443857"/>
                  </a:lnTo>
                  <a:lnTo>
                    <a:pt x="8052981" y="1443857"/>
                  </a:lnTo>
                  <a:lnTo>
                    <a:pt x="8048619" y="1443857"/>
                  </a:lnTo>
                  <a:lnTo>
                    <a:pt x="8044256" y="1443857"/>
                  </a:lnTo>
                  <a:lnTo>
                    <a:pt x="8039893" y="1443857"/>
                  </a:lnTo>
                  <a:lnTo>
                    <a:pt x="8035530" y="1443857"/>
                  </a:lnTo>
                  <a:lnTo>
                    <a:pt x="8031168" y="1443857"/>
                  </a:lnTo>
                  <a:lnTo>
                    <a:pt x="8026805" y="1443857"/>
                  </a:lnTo>
                  <a:lnTo>
                    <a:pt x="8022442" y="1443857"/>
                  </a:lnTo>
                  <a:lnTo>
                    <a:pt x="8018079" y="1443857"/>
                  </a:lnTo>
                  <a:lnTo>
                    <a:pt x="8013717" y="1443857"/>
                  </a:lnTo>
                  <a:lnTo>
                    <a:pt x="8009354" y="1443857"/>
                  </a:lnTo>
                  <a:lnTo>
                    <a:pt x="8004991" y="1443857"/>
                  </a:lnTo>
                  <a:lnTo>
                    <a:pt x="8000628" y="1443857"/>
                  </a:lnTo>
                  <a:lnTo>
                    <a:pt x="7996266" y="1443857"/>
                  </a:lnTo>
                  <a:lnTo>
                    <a:pt x="7991903" y="1443857"/>
                  </a:lnTo>
                  <a:lnTo>
                    <a:pt x="7987540" y="1443857"/>
                  </a:lnTo>
                  <a:lnTo>
                    <a:pt x="7983177" y="1443857"/>
                  </a:lnTo>
                  <a:lnTo>
                    <a:pt x="7978815" y="1443857"/>
                  </a:lnTo>
                  <a:lnTo>
                    <a:pt x="7974452" y="1443857"/>
                  </a:lnTo>
                  <a:lnTo>
                    <a:pt x="7970089" y="1443857"/>
                  </a:lnTo>
                  <a:lnTo>
                    <a:pt x="7965726" y="1443857"/>
                  </a:lnTo>
                  <a:lnTo>
                    <a:pt x="7961364" y="1443857"/>
                  </a:lnTo>
                  <a:lnTo>
                    <a:pt x="7957001" y="1443857"/>
                  </a:lnTo>
                  <a:lnTo>
                    <a:pt x="7952638" y="1443857"/>
                  </a:lnTo>
                  <a:lnTo>
                    <a:pt x="7948275" y="1443857"/>
                  </a:lnTo>
                  <a:lnTo>
                    <a:pt x="7943913" y="1443857"/>
                  </a:lnTo>
                  <a:lnTo>
                    <a:pt x="7939550" y="1443857"/>
                  </a:lnTo>
                  <a:lnTo>
                    <a:pt x="7935187" y="1443857"/>
                  </a:lnTo>
                  <a:lnTo>
                    <a:pt x="7930824" y="1443857"/>
                  </a:lnTo>
                  <a:lnTo>
                    <a:pt x="7926462" y="1443857"/>
                  </a:lnTo>
                  <a:lnTo>
                    <a:pt x="7922099" y="1443857"/>
                  </a:lnTo>
                  <a:lnTo>
                    <a:pt x="7917736" y="1443857"/>
                  </a:lnTo>
                  <a:lnTo>
                    <a:pt x="7913373" y="1443857"/>
                  </a:lnTo>
                  <a:lnTo>
                    <a:pt x="7909011" y="1443857"/>
                  </a:lnTo>
                  <a:lnTo>
                    <a:pt x="7904648" y="1443857"/>
                  </a:lnTo>
                  <a:lnTo>
                    <a:pt x="7900285" y="1443857"/>
                  </a:lnTo>
                  <a:lnTo>
                    <a:pt x="7895922" y="1443857"/>
                  </a:lnTo>
                  <a:lnTo>
                    <a:pt x="7891560" y="1443857"/>
                  </a:lnTo>
                  <a:lnTo>
                    <a:pt x="7887197" y="1443857"/>
                  </a:lnTo>
                  <a:lnTo>
                    <a:pt x="7882834" y="1443857"/>
                  </a:lnTo>
                  <a:lnTo>
                    <a:pt x="7878471" y="1443857"/>
                  </a:lnTo>
                  <a:lnTo>
                    <a:pt x="7874109" y="1443857"/>
                  </a:lnTo>
                  <a:lnTo>
                    <a:pt x="7869746" y="1443857"/>
                  </a:lnTo>
                  <a:lnTo>
                    <a:pt x="7865383" y="1443857"/>
                  </a:lnTo>
                  <a:lnTo>
                    <a:pt x="7861020" y="1443857"/>
                  </a:lnTo>
                  <a:lnTo>
                    <a:pt x="7856658" y="1443857"/>
                  </a:lnTo>
                  <a:lnTo>
                    <a:pt x="7852295" y="1443857"/>
                  </a:lnTo>
                  <a:lnTo>
                    <a:pt x="7847932" y="1443857"/>
                  </a:lnTo>
                  <a:lnTo>
                    <a:pt x="7843569" y="1443857"/>
                  </a:lnTo>
                  <a:lnTo>
                    <a:pt x="7839207" y="1443857"/>
                  </a:lnTo>
                  <a:lnTo>
                    <a:pt x="7834844" y="1443857"/>
                  </a:lnTo>
                  <a:lnTo>
                    <a:pt x="7830481" y="1443857"/>
                  </a:lnTo>
                  <a:lnTo>
                    <a:pt x="7826118" y="1443857"/>
                  </a:lnTo>
                  <a:lnTo>
                    <a:pt x="7821756" y="1443857"/>
                  </a:lnTo>
                  <a:lnTo>
                    <a:pt x="7817393" y="1443857"/>
                  </a:lnTo>
                  <a:lnTo>
                    <a:pt x="7813030" y="1443857"/>
                  </a:lnTo>
                  <a:lnTo>
                    <a:pt x="7808667" y="1443857"/>
                  </a:lnTo>
                  <a:lnTo>
                    <a:pt x="7804305" y="1443857"/>
                  </a:lnTo>
                  <a:lnTo>
                    <a:pt x="7799942" y="1443857"/>
                  </a:lnTo>
                  <a:lnTo>
                    <a:pt x="7795579" y="1443857"/>
                  </a:lnTo>
                  <a:lnTo>
                    <a:pt x="7791216" y="1443857"/>
                  </a:lnTo>
                  <a:lnTo>
                    <a:pt x="7786854" y="1443857"/>
                  </a:lnTo>
                  <a:lnTo>
                    <a:pt x="7782491" y="1443857"/>
                  </a:lnTo>
                  <a:lnTo>
                    <a:pt x="7778128" y="1443857"/>
                  </a:lnTo>
                  <a:lnTo>
                    <a:pt x="7773765" y="1443857"/>
                  </a:lnTo>
                  <a:lnTo>
                    <a:pt x="7769403" y="1443857"/>
                  </a:lnTo>
                  <a:lnTo>
                    <a:pt x="7765040" y="1443857"/>
                  </a:lnTo>
                  <a:lnTo>
                    <a:pt x="7760677" y="1443857"/>
                  </a:lnTo>
                  <a:lnTo>
                    <a:pt x="7756314" y="1443857"/>
                  </a:lnTo>
                  <a:lnTo>
                    <a:pt x="7751952" y="1443857"/>
                  </a:lnTo>
                  <a:lnTo>
                    <a:pt x="7747589" y="1443857"/>
                  </a:lnTo>
                  <a:lnTo>
                    <a:pt x="7743226" y="1443857"/>
                  </a:lnTo>
                  <a:lnTo>
                    <a:pt x="7738863" y="1443857"/>
                  </a:lnTo>
                  <a:lnTo>
                    <a:pt x="7734501" y="1443857"/>
                  </a:lnTo>
                  <a:lnTo>
                    <a:pt x="7730138" y="1443857"/>
                  </a:lnTo>
                  <a:lnTo>
                    <a:pt x="7725775" y="1443857"/>
                  </a:lnTo>
                  <a:lnTo>
                    <a:pt x="7721412" y="1443857"/>
                  </a:lnTo>
                  <a:lnTo>
                    <a:pt x="7717050" y="1443857"/>
                  </a:lnTo>
                  <a:lnTo>
                    <a:pt x="7712687" y="1443857"/>
                  </a:lnTo>
                  <a:lnTo>
                    <a:pt x="7708324" y="1443857"/>
                  </a:lnTo>
                  <a:lnTo>
                    <a:pt x="7703961" y="1443857"/>
                  </a:lnTo>
                  <a:lnTo>
                    <a:pt x="7699599" y="1443857"/>
                  </a:lnTo>
                  <a:lnTo>
                    <a:pt x="7695236" y="1443857"/>
                  </a:lnTo>
                  <a:lnTo>
                    <a:pt x="7690873" y="1443857"/>
                  </a:lnTo>
                  <a:lnTo>
                    <a:pt x="7686510" y="1443857"/>
                  </a:lnTo>
                  <a:lnTo>
                    <a:pt x="7682148" y="1443857"/>
                  </a:lnTo>
                  <a:lnTo>
                    <a:pt x="7677785" y="1443857"/>
                  </a:lnTo>
                  <a:lnTo>
                    <a:pt x="7673422" y="1443857"/>
                  </a:lnTo>
                  <a:lnTo>
                    <a:pt x="7669059" y="1443857"/>
                  </a:lnTo>
                  <a:lnTo>
                    <a:pt x="7664697" y="1443857"/>
                  </a:lnTo>
                  <a:lnTo>
                    <a:pt x="7660334" y="1443857"/>
                  </a:lnTo>
                  <a:lnTo>
                    <a:pt x="7655971" y="1443857"/>
                  </a:lnTo>
                  <a:lnTo>
                    <a:pt x="7651608" y="1443857"/>
                  </a:lnTo>
                  <a:lnTo>
                    <a:pt x="7647246" y="1443857"/>
                  </a:lnTo>
                  <a:lnTo>
                    <a:pt x="7642883" y="1443857"/>
                  </a:lnTo>
                  <a:lnTo>
                    <a:pt x="7638520" y="1443857"/>
                  </a:lnTo>
                  <a:lnTo>
                    <a:pt x="7634157" y="1443857"/>
                  </a:lnTo>
                  <a:lnTo>
                    <a:pt x="7629795" y="1443857"/>
                  </a:lnTo>
                  <a:lnTo>
                    <a:pt x="7625432" y="1443857"/>
                  </a:lnTo>
                  <a:lnTo>
                    <a:pt x="7621069" y="1443857"/>
                  </a:lnTo>
                  <a:lnTo>
                    <a:pt x="7616706" y="1443857"/>
                  </a:lnTo>
                  <a:lnTo>
                    <a:pt x="7612344" y="1443857"/>
                  </a:lnTo>
                  <a:lnTo>
                    <a:pt x="7607981" y="1443857"/>
                  </a:lnTo>
                  <a:lnTo>
                    <a:pt x="7603618" y="1443857"/>
                  </a:lnTo>
                  <a:lnTo>
                    <a:pt x="7599255" y="1443857"/>
                  </a:lnTo>
                  <a:lnTo>
                    <a:pt x="7594893" y="1443857"/>
                  </a:lnTo>
                  <a:lnTo>
                    <a:pt x="7590530" y="1443857"/>
                  </a:lnTo>
                  <a:lnTo>
                    <a:pt x="7586167" y="1443857"/>
                  </a:lnTo>
                  <a:lnTo>
                    <a:pt x="7581804" y="1443857"/>
                  </a:lnTo>
                  <a:lnTo>
                    <a:pt x="7577442" y="1443857"/>
                  </a:lnTo>
                  <a:lnTo>
                    <a:pt x="7573079" y="1443857"/>
                  </a:lnTo>
                  <a:lnTo>
                    <a:pt x="7568716" y="1443857"/>
                  </a:lnTo>
                  <a:lnTo>
                    <a:pt x="7564353" y="1443857"/>
                  </a:lnTo>
                  <a:lnTo>
                    <a:pt x="7559991" y="1443857"/>
                  </a:lnTo>
                  <a:lnTo>
                    <a:pt x="7555628" y="1443857"/>
                  </a:lnTo>
                  <a:lnTo>
                    <a:pt x="7551265" y="1443857"/>
                  </a:lnTo>
                  <a:lnTo>
                    <a:pt x="7546902" y="1443857"/>
                  </a:lnTo>
                  <a:lnTo>
                    <a:pt x="7542540" y="1443857"/>
                  </a:lnTo>
                  <a:lnTo>
                    <a:pt x="7538177" y="1443857"/>
                  </a:lnTo>
                  <a:lnTo>
                    <a:pt x="7533814" y="1443857"/>
                  </a:lnTo>
                  <a:lnTo>
                    <a:pt x="7529451" y="1443857"/>
                  </a:lnTo>
                  <a:lnTo>
                    <a:pt x="7525089" y="1443857"/>
                  </a:lnTo>
                  <a:lnTo>
                    <a:pt x="7520726" y="1443857"/>
                  </a:lnTo>
                  <a:lnTo>
                    <a:pt x="7516363" y="1443857"/>
                  </a:lnTo>
                  <a:lnTo>
                    <a:pt x="7512000" y="1443857"/>
                  </a:lnTo>
                  <a:lnTo>
                    <a:pt x="7507638" y="1443857"/>
                  </a:lnTo>
                  <a:lnTo>
                    <a:pt x="7503275" y="1443857"/>
                  </a:lnTo>
                  <a:lnTo>
                    <a:pt x="7498912" y="1443857"/>
                  </a:lnTo>
                  <a:lnTo>
                    <a:pt x="7494549" y="1443857"/>
                  </a:lnTo>
                  <a:lnTo>
                    <a:pt x="7490187" y="1443857"/>
                  </a:lnTo>
                  <a:lnTo>
                    <a:pt x="7485824" y="1443857"/>
                  </a:lnTo>
                  <a:lnTo>
                    <a:pt x="7481461" y="1443857"/>
                  </a:lnTo>
                  <a:lnTo>
                    <a:pt x="7477098" y="1443857"/>
                  </a:lnTo>
                  <a:lnTo>
                    <a:pt x="7472736" y="1443857"/>
                  </a:lnTo>
                  <a:lnTo>
                    <a:pt x="7468373" y="1443857"/>
                  </a:lnTo>
                  <a:lnTo>
                    <a:pt x="7464010" y="1443857"/>
                  </a:lnTo>
                  <a:lnTo>
                    <a:pt x="7459647" y="1443857"/>
                  </a:lnTo>
                  <a:lnTo>
                    <a:pt x="7455285" y="1443857"/>
                  </a:lnTo>
                  <a:lnTo>
                    <a:pt x="7450922" y="1443857"/>
                  </a:lnTo>
                  <a:lnTo>
                    <a:pt x="7446559" y="1443857"/>
                  </a:lnTo>
                  <a:lnTo>
                    <a:pt x="7442196" y="1443857"/>
                  </a:lnTo>
                  <a:lnTo>
                    <a:pt x="7437834" y="1443857"/>
                  </a:lnTo>
                  <a:lnTo>
                    <a:pt x="7433471" y="1443857"/>
                  </a:lnTo>
                  <a:lnTo>
                    <a:pt x="7429108" y="1443857"/>
                  </a:lnTo>
                  <a:lnTo>
                    <a:pt x="7424745" y="1443857"/>
                  </a:lnTo>
                  <a:lnTo>
                    <a:pt x="7420383" y="1443857"/>
                  </a:lnTo>
                  <a:lnTo>
                    <a:pt x="7416020" y="1443857"/>
                  </a:lnTo>
                  <a:lnTo>
                    <a:pt x="7411657" y="1443857"/>
                  </a:lnTo>
                  <a:lnTo>
                    <a:pt x="7407294" y="1443857"/>
                  </a:lnTo>
                  <a:lnTo>
                    <a:pt x="7402932" y="1443857"/>
                  </a:lnTo>
                  <a:lnTo>
                    <a:pt x="7398569" y="1443857"/>
                  </a:lnTo>
                  <a:lnTo>
                    <a:pt x="7394206" y="1443857"/>
                  </a:lnTo>
                  <a:lnTo>
                    <a:pt x="7389843" y="1443857"/>
                  </a:lnTo>
                  <a:lnTo>
                    <a:pt x="7385481" y="1443857"/>
                  </a:lnTo>
                  <a:lnTo>
                    <a:pt x="7381118" y="1443857"/>
                  </a:lnTo>
                  <a:lnTo>
                    <a:pt x="7376755" y="1443857"/>
                  </a:lnTo>
                  <a:lnTo>
                    <a:pt x="7372392" y="1443857"/>
                  </a:lnTo>
                  <a:lnTo>
                    <a:pt x="7368030" y="1443857"/>
                  </a:lnTo>
                  <a:lnTo>
                    <a:pt x="7363667" y="1443857"/>
                  </a:lnTo>
                  <a:lnTo>
                    <a:pt x="7359304" y="1443857"/>
                  </a:lnTo>
                  <a:lnTo>
                    <a:pt x="7354941" y="1443857"/>
                  </a:lnTo>
                  <a:lnTo>
                    <a:pt x="7350579" y="1443857"/>
                  </a:lnTo>
                  <a:lnTo>
                    <a:pt x="7346216" y="1443857"/>
                  </a:lnTo>
                  <a:lnTo>
                    <a:pt x="7341853" y="1443857"/>
                  </a:lnTo>
                  <a:lnTo>
                    <a:pt x="7337490" y="1443857"/>
                  </a:lnTo>
                  <a:lnTo>
                    <a:pt x="7333128" y="1443857"/>
                  </a:lnTo>
                  <a:lnTo>
                    <a:pt x="7328765" y="1443857"/>
                  </a:lnTo>
                  <a:lnTo>
                    <a:pt x="7324402" y="1443857"/>
                  </a:lnTo>
                  <a:lnTo>
                    <a:pt x="7320039" y="1443857"/>
                  </a:lnTo>
                  <a:lnTo>
                    <a:pt x="7315677" y="1443857"/>
                  </a:lnTo>
                  <a:lnTo>
                    <a:pt x="7311314" y="1443857"/>
                  </a:lnTo>
                  <a:lnTo>
                    <a:pt x="7306951" y="1443857"/>
                  </a:lnTo>
                  <a:lnTo>
                    <a:pt x="7302588" y="1443857"/>
                  </a:lnTo>
                  <a:lnTo>
                    <a:pt x="7298226" y="1443857"/>
                  </a:lnTo>
                  <a:lnTo>
                    <a:pt x="7293863" y="1443857"/>
                  </a:lnTo>
                  <a:lnTo>
                    <a:pt x="7289500" y="1443857"/>
                  </a:lnTo>
                  <a:lnTo>
                    <a:pt x="7285137" y="1443857"/>
                  </a:lnTo>
                  <a:lnTo>
                    <a:pt x="7280775" y="1443857"/>
                  </a:lnTo>
                  <a:lnTo>
                    <a:pt x="7276412" y="1443857"/>
                  </a:lnTo>
                  <a:lnTo>
                    <a:pt x="7272049" y="1443857"/>
                  </a:lnTo>
                  <a:lnTo>
                    <a:pt x="7267686" y="1443857"/>
                  </a:lnTo>
                  <a:lnTo>
                    <a:pt x="7263324" y="1443857"/>
                  </a:lnTo>
                  <a:lnTo>
                    <a:pt x="7258961" y="1443857"/>
                  </a:lnTo>
                  <a:lnTo>
                    <a:pt x="7254598" y="1443857"/>
                  </a:lnTo>
                  <a:lnTo>
                    <a:pt x="7250235" y="1443857"/>
                  </a:lnTo>
                  <a:lnTo>
                    <a:pt x="7245873" y="1443857"/>
                  </a:lnTo>
                  <a:lnTo>
                    <a:pt x="7241510" y="1443857"/>
                  </a:lnTo>
                  <a:lnTo>
                    <a:pt x="7237147" y="1443857"/>
                  </a:lnTo>
                  <a:lnTo>
                    <a:pt x="7232784" y="1443857"/>
                  </a:lnTo>
                  <a:lnTo>
                    <a:pt x="7228422" y="1443857"/>
                  </a:lnTo>
                  <a:lnTo>
                    <a:pt x="7224059" y="1443857"/>
                  </a:lnTo>
                  <a:lnTo>
                    <a:pt x="7219696" y="1443857"/>
                  </a:lnTo>
                  <a:lnTo>
                    <a:pt x="7215333" y="1443857"/>
                  </a:lnTo>
                  <a:lnTo>
                    <a:pt x="7210971" y="1443857"/>
                  </a:lnTo>
                  <a:lnTo>
                    <a:pt x="7206608" y="1443857"/>
                  </a:lnTo>
                  <a:lnTo>
                    <a:pt x="7202245" y="1443857"/>
                  </a:lnTo>
                  <a:lnTo>
                    <a:pt x="7197882" y="1443857"/>
                  </a:lnTo>
                  <a:lnTo>
                    <a:pt x="7193520" y="1443857"/>
                  </a:lnTo>
                  <a:lnTo>
                    <a:pt x="7189157" y="1443857"/>
                  </a:lnTo>
                  <a:lnTo>
                    <a:pt x="7184794" y="1443857"/>
                  </a:lnTo>
                  <a:lnTo>
                    <a:pt x="7180431" y="1443857"/>
                  </a:lnTo>
                  <a:lnTo>
                    <a:pt x="7176069" y="1443857"/>
                  </a:lnTo>
                  <a:lnTo>
                    <a:pt x="7171706" y="1443857"/>
                  </a:lnTo>
                  <a:lnTo>
                    <a:pt x="7167343" y="1443857"/>
                  </a:lnTo>
                  <a:lnTo>
                    <a:pt x="7162980" y="1443857"/>
                  </a:lnTo>
                  <a:lnTo>
                    <a:pt x="7158618" y="1443857"/>
                  </a:lnTo>
                  <a:lnTo>
                    <a:pt x="7154255" y="1443857"/>
                  </a:lnTo>
                  <a:lnTo>
                    <a:pt x="7149892" y="1443857"/>
                  </a:lnTo>
                  <a:lnTo>
                    <a:pt x="7145529" y="1443857"/>
                  </a:lnTo>
                  <a:lnTo>
                    <a:pt x="7141167" y="1443857"/>
                  </a:lnTo>
                  <a:lnTo>
                    <a:pt x="7136804" y="1443857"/>
                  </a:lnTo>
                  <a:lnTo>
                    <a:pt x="7132441" y="1443857"/>
                  </a:lnTo>
                  <a:lnTo>
                    <a:pt x="7128078" y="1443857"/>
                  </a:lnTo>
                  <a:lnTo>
                    <a:pt x="7123716" y="1443857"/>
                  </a:lnTo>
                  <a:lnTo>
                    <a:pt x="7119353" y="1443857"/>
                  </a:lnTo>
                  <a:lnTo>
                    <a:pt x="7114990" y="1443857"/>
                  </a:lnTo>
                  <a:lnTo>
                    <a:pt x="7110627" y="1443857"/>
                  </a:lnTo>
                  <a:lnTo>
                    <a:pt x="7106265" y="1443857"/>
                  </a:lnTo>
                  <a:lnTo>
                    <a:pt x="7101902" y="1443857"/>
                  </a:lnTo>
                  <a:lnTo>
                    <a:pt x="7097539" y="1443857"/>
                  </a:lnTo>
                  <a:lnTo>
                    <a:pt x="7093176" y="1443857"/>
                  </a:lnTo>
                  <a:lnTo>
                    <a:pt x="7088814" y="1443857"/>
                  </a:lnTo>
                  <a:lnTo>
                    <a:pt x="7084451" y="1443857"/>
                  </a:lnTo>
                  <a:lnTo>
                    <a:pt x="7080088" y="1443857"/>
                  </a:lnTo>
                  <a:lnTo>
                    <a:pt x="7075725" y="1443857"/>
                  </a:lnTo>
                  <a:lnTo>
                    <a:pt x="7071363" y="1443857"/>
                  </a:lnTo>
                  <a:lnTo>
                    <a:pt x="7067000" y="1443857"/>
                  </a:lnTo>
                  <a:lnTo>
                    <a:pt x="7062637" y="1443857"/>
                  </a:lnTo>
                  <a:lnTo>
                    <a:pt x="7058274" y="1443857"/>
                  </a:lnTo>
                  <a:lnTo>
                    <a:pt x="7053912" y="1443857"/>
                  </a:lnTo>
                  <a:lnTo>
                    <a:pt x="7049549" y="1443857"/>
                  </a:lnTo>
                  <a:lnTo>
                    <a:pt x="7045186" y="1443857"/>
                  </a:lnTo>
                  <a:lnTo>
                    <a:pt x="7040823" y="1443857"/>
                  </a:lnTo>
                  <a:lnTo>
                    <a:pt x="7036461" y="1443857"/>
                  </a:lnTo>
                  <a:lnTo>
                    <a:pt x="7032098" y="1443857"/>
                  </a:lnTo>
                  <a:lnTo>
                    <a:pt x="7027735" y="1443857"/>
                  </a:lnTo>
                  <a:lnTo>
                    <a:pt x="7023372" y="1443857"/>
                  </a:lnTo>
                  <a:lnTo>
                    <a:pt x="7019010" y="1443857"/>
                  </a:lnTo>
                  <a:lnTo>
                    <a:pt x="7014647" y="1443857"/>
                  </a:lnTo>
                  <a:lnTo>
                    <a:pt x="7010284" y="1443857"/>
                  </a:lnTo>
                  <a:lnTo>
                    <a:pt x="7005921" y="1443857"/>
                  </a:lnTo>
                  <a:lnTo>
                    <a:pt x="7001559" y="1443857"/>
                  </a:lnTo>
                  <a:lnTo>
                    <a:pt x="6997196" y="1443857"/>
                  </a:lnTo>
                  <a:lnTo>
                    <a:pt x="6992833" y="1443857"/>
                  </a:lnTo>
                  <a:lnTo>
                    <a:pt x="6988470" y="1443857"/>
                  </a:lnTo>
                  <a:lnTo>
                    <a:pt x="6984108" y="1443857"/>
                  </a:lnTo>
                  <a:lnTo>
                    <a:pt x="6979745" y="1443857"/>
                  </a:lnTo>
                  <a:lnTo>
                    <a:pt x="6975382" y="1443857"/>
                  </a:lnTo>
                  <a:lnTo>
                    <a:pt x="6971019" y="1443857"/>
                  </a:lnTo>
                  <a:lnTo>
                    <a:pt x="6966657" y="1443857"/>
                  </a:lnTo>
                  <a:lnTo>
                    <a:pt x="6962294" y="1443857"/>
                  </a:lnTo>
                  <a:lnTo>
                    <a:pt x="6957931" y="1443857"/>
                  </a:lnTo>
                  <a:lnTo>
                    <a:pt x="6953568" y="1443857"/>
                  </a:lnTo>
                  <a:lnTo>
                    <a:pt x="6949206" y="1443857"/>
                  </a:lnTo>
                  <a:lnTo>
                    <a:pt x="6944843" y="1443857"/>
                  </a:lnTo>
                  <a:lnTo>
                    <a:pt x="6940480" y="1443857"/>
                  </a:lnTo>
                  <a:lnTo>
                    <a:pt x="6936117" y="1443857"/>
                  </a:lnTo>
                  <a:lnTo>
                    <a:pt x="6931755" y="1443857"/>
                  </a:lnTo>
                  <a:lnTo>
                    <a:pt x="6927392" y="1443857"/>
                  </a:lnTo>
                  <a:lnTo>
                    <a:pt x="6923029" y="1443857"/>
                  </a:lnTo>
                  <a:lnTo>
                    <a:pt x="6918666" y="1443857"/>
                  </a:lnTo>
                  <a:lnTo>
                    <a:pt x="6914304" y="1443857"/>
                  </a:lnTo>
                  <a:lnTo>
                    <a:pt x="6909941" y="1443857"/>
                  </a:lnTo>
                  <a:lnTo>
                    <a:pt x="6905578" y="1443857"/>
                  </a:lnTo>
                  <a:lnTo>
                    <a:pt x="6901215" y="1443857"/>
                  </a:lnTo>
                  <a:lnTo>
                    <a:pt x="6896853" y="1443857"/>
                  </a:lnTo>
                  <a:lnTo>
                    <a:pt x="6892490" y="1443857"/>
                  </a:lnTo>
                  <a:lnTo>
                    <a:pt x="6888127" y="1443857"/>
                  </a:lnTo>
                  <a:lnTo>
                    <a:pt x="6883764" y="1443857"/>
                  </a:lnTo>
                  <a:lnTo>
                    <a:pt x="6879402" y="1443857"/>
                  </a:lnTo>
                  <a:lnTo>
                    <a:pt x="6875039" y="1443857"/>
                  </a:lnTo>
                  <a:lnTo>
                    <a:pt x="6870676" y="1443857"/>
                  </a:lnTo>
                  <a:lnTo>
                    <a:pt x="6866313" y="1443857"/>
                  </a:lnTo>
                  <a:lnTo>
                    <a:pt x="6861951" y="1443857"/>
                  </a:lnTo>
                  <a:lnTo>
                    <a:pt x="6857588" y="1443857"/>
                  </a:lnTo>
                  <a:lnTo>
                    <a:pt x="6853225" y="1443857"/>
                  </a:lnTo>
                  <a:lnTo>
                    <a:pt x="6848862" y="1443857"/>
                  </a:lnTo>
                  <a:lnTo>
                    <a:pt x="6844500" y="1443857"/>
                  </a:lnTo>
                  <a:lnTo>
                    <a:pt x="6840137" y="1443857"/>
                  </a:lnTo>
                  <a:lnTo>
                    <a:pt x="6835774" y="1443857"/>
                  </a:lnTo>
                  <a:lnTo>
                    <a:pt x="6831411" y="1443857"/>
                  </a:lnTo>
                  <a:lnTo>
                    <a:pt x="6827049" y="1443857"/>
                  </a:lnTo>
                  <a:lnTo>
                    <a:pt x="6822686" y="1443857"/>
                  </a:lnTo>
                  <a:lnTo>
                    <a:pt x="6818323" y="1443857"/>
                  </a:lnTo>
                  <a:lnTo>
                    <a:pt x="6813960" y="1443857"/>
                  </a:lnTo>
                  <a:lnTo>
                    <a:pt x="6809598" y="1443857"/>
                  </a:lnTo>
                  <a:lnTo>
                    <a:pt x="6805235" y="1443857"/>
                  </a:lnTo>
                  <a:lnTo>
                    <a:pt x="6800872" y="1443857"/>
                  </a:lnTo>
                  <a:lnTo>
                    <a:pt x="6796509" y="1443857"/>
                  </a:lnTo>
                  <a:lnTo>
                    <a:pt x="6792147" y="1443857"/>
                  </a:lnTo>
                  <a:lnTo>
                    <a:pt x="6787784" y="1443857"/>
                  </a:lnTo>
                  <a:lnTo>
                    <a:pt x="6783421" y="1443857"/>
                  </a:lnTo>
                  <a:lnTo>
                    <a:pt x="6779058" y="1443857"/>
                  </a:lnTo>
                  <a:lnTo>
                    <a:pt x="6774696" y="1443857"/>
                  </a:lnTo>
                  <a:lnTo>
                    <a:pt x="6770333" y="1443857"/>
                  </a:lnTo>
                  <a:lnTo>
                    <a:pt x="6765970" y="1443857"/>
                  </a:lnTo>
                  <a:lnTo>
                    <a:pt x="6761607" y="1443857"/>
                  </a:lnTo>
                  <a:lnTo>
                    <a:pt x="6757245" y="1443857"/>
                  </a:lnTo>
                  <a:lnTo>
                    <a:pt x="6752882" y="1443857"/>
                  </a:lnTo>
                  <a:lnTo>
                    <a:pt x="6748519" y="1443857"/>
                  </a:lnTo>
                  <a:lnTo>
                    <a:pt x="6744156" y="1443857"/>
                  </a:lnTo>
                  <a:lnTo>
                    <a:pt x="6739794" y="1443857"/>
                  </a:lnTo>
                  <a:lnTo>
                    <a:pt x="6735431" y="1443857"/>
                  </a:lnTo>
                  <a:lnTo>
                    <a:pt x="6731068" y="1443857"/>
                  </a:lnTo>
                  <a:lnTo>
                    <a:pt x="6726705" y="1443857"/>
                  </a:lnTo>
                  <a:lnTo>
                    <a:pt x="6722343" y="1443857"/>
                  </a:lnTo>
                  <a:lnTo>
                    <a:pt x="6717980" y="1443857"/>
                  </a:lnTo>
                  <a:lnTo>
                    <a:pt x="6713617" y="1443857"/>
                  </a:lnTo>
                  <a:lnTo>
                    <a:pt x="6709254" y="1443857"/>
                  </a:lnTo>
                  <a:lnTo>
                    <a:pt x="6704892" y="1443857"/>
                  </a:lnTo>
                  <a:lnTo>
                    <a:pt x="6700529" y="1443857"/>
                  </a:lnTo>
                  <a:lnTo>
                    <a:pt x="6696166" y="1443857"/>
                  </a:lnTo>
                  <a:lnTo>
                    <a:pt x="6691803" y="1443857"/>
                  </a:lnTo>
                  <a:lnTo>
                    <a:pt x="6687441" y="1443857"/>
                  </a:lnTo>
                  <a:lnTo>
                    <a:pt x="6683078" y="1443857"/>
                  </a:lnTo>
                  <a:lnTo>
                    <a:pt x="6678715" y="1443857"/>
                  </a:lnTo>
                  <a:lnTo>
                    <a:pt x="6674352" y="1443857"/>
                  </a:lnTo>
                  <a:lnTo>
                    <a:pt x="6669990" y="1443857"/>
                  </a:lnTo>
                  <a:lnTo>
                    <a:pt x="6665627" y="1443857"/>
                  </a:lnTo>
                  <a:lnTo>
                    <a:pt x="6661264" y="1443857"/>
                  </a:lnTo>
                  <a:lnTo>
                    <a:pt x="6656901" y="1443857"/>
                  </a:lnTo>
                  <a:lnTo>
                    <a:pt x="6652539" y="1443857"/>
                  </a:lnTo>
                  <a:lnTo>
                    <a:pt x="6648176" y="1443857"/>
                  </a:lnTo>
                  <a:lnTo>
                    <a:pt x="6643813" y="1443857"/>
                  </a:lnTo>
                  <a:lnTo>
                    <a:pt x="6639450" y="1443857"/>
                  </a:lnTo>
                  <a:lnTo>
                    <a:pt x="6635088" y="1443857"/>
                  </a:lnTo>
                  <a:lnTo>
                    <a:pt x="6630725" y="1443857"/>
                  </a:lnTo>
                  <a:lnTo>
                    <a:pt x="6626362" y="1443857"/>
                  </a:lnTo>
                  <a:lnTo>
                    <a:pt x="6621999" y="1443857"/>
                  </a:lnTo>
                  <a:lnTo>
                    <a:pt x="6617637" y="1443857"/>
                  </a:lnTo>
                  <a:lnTo>
                    <a:pt x="6613274" y="1443857"/>
                  </a:lnTo>
                  <a:lnTo>
                    <a:pt x="6608911" y="1443857"/>
                  </a:lnTo>
                  <a:lnTo>
                    <a:pt x="6604548" y="1443857"/>
                  </a:lnTo>
                  <a:lnTo>
                    <a:pt x="6600186" y="1443857"/>
                  </a:lnTo>
                  <a:lnTo>
                    <a:pt x="6595823" y="1443857"/>
                  </a:lnTo>
                  <a:lnTo>
                    <a:pt x="6591460" y="1443857"/>
                  </a:lnTo>
                  <a:lnTo>
                    <a:pt x="6587097" y="1443857"/>
                  </a:lnTo>
                  <a:lnTo>
                    <a:pt x="6582735" y="1443857"/>
                  </a:lnTo>
                  <a:lnTo>
                    <a:pt x="6578372" y="1443857"/>
                  </a:lnTo>
                  <a:lnTo>
                    <a:pt x="6574009" y="1443857"/>
                  </a:lnTo>
                  <a:lnTo>
                    <a:pt x="6569646" y="1443857"/>
                  </a:lnTo>
                  <a:lnTo>
                    <a:pt x="6565284" y="1443857"/>
                  </a:lnTo>
                  <a:lnTo>
                    <a:pt x="6560921" y="1443857"/>
                  </a:lnTo>
                  <a:lnTo>
                    <a:pt x="6556558" y="1443857"/>
                  </a:lnTo>
                  <a:lnTo>
                    <a:pt x="6552195" y="1443857"/>
                  </a:lnTo>
                  <a:lnTo>
                    <a:pt x="6547833" y="1443857"/>
                  </a:lnTo>
                  <a:lnTo>
                    <a:pt x="6543470" y="1443857"/>
                  </a:lnTo>
                  <a:lnTo>
                    <a:pt x="6539107" y="1443857"/>
                  </a:lnTo>
                  <a:lnTo>
                    <a:pt x="6534744" y="1443857"/>
                  </a:lnTo>
                  <a:lnTo>
                    <a:pt x="6530382" y="1443857"/>
                  </a:lnTo>
                  <a:lnTo>
                    <a:pt x="6526019" y="1443857"/>
                  </a:lnTo>
                  <a:lnTo>
                    <a:pt x="6521656" y="1443857"/>
                  </a:lnTo>
                  <a:lnTo>
                    <a:pt x="6517293" y="1443857"/>
                  </a:lnTo>
                  <a:lnTo>
                    <a:pt x="6512931" y="1443857"/>
                  </a:lnTo>
                  <a:lnTo>
                    <a:pt x="6508568" y="1443857"/>
                  </a:lnTo>
                  <a:lnTo>
                    <a:pt x="6504205" y="1443857"/>
                  </a:lnTo>
                  <a:lnTo>
                    <a:pt x="6499842" y="1443857"/>
                  </a:lnTo>
                  <a:lnTo>
                    <a:pt x="6495480" y="1443857"/>
                  </a:lnTo>
                  <a:lnTo>
                    <a:pt x="6491117" y="1443857"/>
                  </a:lnTo>
                  <a:lnTo>
                    <a:pt x="6486754" y="1443857"/>
                  </a:lnTo>
                  <a:lnTo>
                    <a:pt x="6482391" y="1443857"/>
                  </a:lnTo>
                  <a:lnTo>
                    <a:pt x="6478029" y="1443857"/>
                  </a:lnTo>
                  <a:lnTo>
                    <a:pt x="6473666" y="1443857"/>
                  </a:lnTo>
                  <a:lnTo>
                    <a:pt x="6469303" y="1443857"/>
                  </a:lnTo>
                  <a:lnTo>
                    <a:pt x="6464940" y="1443857"/>
                  </a:lnTo>
                  <a:lnTo>
                    <a:pt x="6460578" y="1443857"/>
                  </a:lnTo>
                  <a:lnTo>
                    <a:pt x="6456215" y="1443857"/>
                  </a:lnTo>
                  <a:lnTo>
                    <a:pt x="6451852" y="1443857"/>
                  </a:lnTo>
                  <a:lnTo>
                    <a:pt x="6447489" y="1443857"/>
                  </a:lnTo>
                  <a:lnTo>
                    <a:pt x="6443127" y="1443857"/>
                  </a:lnTo>
                  <a:lnTo>
                    <a:pt x="6438764" y="1443857"/>
                  </a:lnTo>
                  <a:lnTo>
                    <a:pt x="6434401" y="1443857"/>
                  </a:lnTo>
                  <a:lnTo>
                    <a:pt x="6430038" y="1443857"/>
                  </a:lnTo>
                  <a:lnTo>
                    <a:pt x="6425676" y="1443857"/>
                  </a:lnTo>
                  <a:lnTo>
                    <a:pt x="6421313" y="1443857"/>
                  </a:lnTo>
                  <a:lnTo>
                    <a:pt x="6416950" y="1443857"/>
                  </a:lnTo>
                  <a:lnTo>
                    <a:pt x="6412587" y="1443857"/>
                  </a:lnTo>
                  <a:lnTo>
                    <a:pt x="6408225" y="1443857"/>
                  </a:lnTo>
                  <a:lnTo>
                    <a:pt x="6403862" y="1443857"/>
                  </a:lnTo>
                  <a:lnTo>
                    <a:pt x="6399499" y="1443857"/>
                  </a:lnTo>
                  <a:lnTo>
                    <a:pt x="6395136" y="1443857"/>
                  </a:lnTo>
                  <a:lnTo>
                    <a:pt x="6390774" y="1443857"/>
                  </a:lnTo>
                  <a:lnTo>
                    <a:pt x="6386411" y="1443857"/>
                  </a:lnTo>
                  <a:lnTo>
                    <a:pt x="6382048" y="1443857"/>
                  </a:lnTo>
                  <a:lnTo>
                    <a:pt x="6377685" y="1443857"/>
                  </a:lnTo>
                  <a:lnTo>
                    <a:pt x="6373323" y="1443857"/>
                  </a:lnTo>
                  <a:lnTo>
                    <a:pt x="6368960" y="1443857"/>
                  </a:lnTo>
                  <a:lnTo>
                    <a:pt x="6364597" y="1443857"/>
                  </a:lnTo>
                  <a:lnTo>
                    <a:pt x="6360234" y="1443857"/>
                  </a:lnTo>
                  <a:lnTo>
                    <a:pt x="6355872" y="1443857"/>
                  </a:lnTo>
                  <a:lnTo>
                    <a:pt x="6351509" y="1443857"/>
                  </a:lnTo>
                  <a:lnTo>
                    <a:pt x="6347146" y="1443857"/>
                  </a:lnTo>
                  <a:lnTo>
                    <a:pt x="6342783" y="1443857"/>
                  </a:lnTo>
                  <a:lnTo>
                    <a:pt x="6338421" y="1443857"/>
                  </a:lnTo>
                  <a:lnTo>
                    <a:pt x="6334058" y="1443857"/>
                  </a:lnTo>
                  <a:lnTo>
                    <a:pt x="6329695" y="1443857"/>
                  </a:lnTo>
                  <a:lnTo>
                    <a:pt x="6325332" y="1443857"/>
                  </a:lnTo>
                  <a:lnTo>
                    <a:pt x="6320970" y="1443857"/>
                  </a:lnTo>
                  <a:lnTo>
                    <a:pt x="6316607" y="1443857"/>
                  </a:lnTo>
                  <a:lnTo>
                    <a:pt x="6312244" y="1443857"/>
                  </a:lnTo>
                  <a:lnTo>
                    <a:pt x="6307881" y="1443857"/>
                  </a:lnTo>
                  <a:lnTo>
                    <a:pt x="6303519" y="1443857"/>
                  </a:lnTo>
                  <a:lnTo>
                    <a:pt x="6299156" y="1443857"/>
                  </a:lnTo>
                  <a:lnTo>
                    <a:pt x="6294793" y="1443857"/>
                  </a:lnTo>
                  <a:lnTo>
                    <a:pt x="6290430" y="1443857"/>
                  </a:lnTo>
                  <a:lnTo>
                    <a:pt x="6286068" y="1443857"/>
                  </a:lnTo>
                  <a:lnTo>
                    <a:pt x="6281705" y="1443857"/>
                  </a:lnTo>
                  <a:lnTo>
                    <a:pt x="6277342" y="1443857"/>
                  </a:lnTo>
                  <a:lnTo>
                    <a:pt x="6272979" y="1443857"/>
                  </a:lnTo>
                  <a:lnTo>
                    <a:pt x="6268617" y="1443857"/>
                  </a:lnTo>
                  <a:lnTo>
                    <a:pt x="6264254" y="1443857"/>
                  </a:lnTo>
                  <a:lnTo>
                    <a:pt x="6259891" y="1443857"/>
                  </a:lnTo>
                  <a:lnTo>
                    <a:pt x="6255528" y="1443857"/>
                  </a:lnTo>
                  <a:lnTo>
                    <a:pt x="6251166" y="1443857"/>
                  </a:lnTo>
                  <a:lnTo>
                    <a:pt x="6246803" y="1443857"/>
                  </a:lnTo>
                  <a:lnTo>
                    <a:pt x="6242440" y="1443857"/>
                  </a:lnTo>
                  <a:lnTo>
                    <a:pt x="6238077" y="1443857"/>
                  </a:lnTo>
                  <a:lnTo>
                    <a:pt x="6233715" y="1443857"/>
                  </a:lnTo>
                  <a:lnTo>
                    <a:pt x="6229352" y="1443857"/>
                  </a:lnTo>
                  <a:lnTo>
                    <a:pt x="6224989" y="1443857"/>
                  </a:lnTo>
                  <a:lnTo>
                    <a:pt x="6220626" y="1443857"/>
                  </a:lnTo>
                  <a:lnTo>
                    <a:pt x="6216264" y="1443857"/>
                  </a:lnTo>
                  <a:lnTo>
                    <a:pt x="6211901" y="1443857"/>
                  </a:lnTo>
                  <a:lnTo>
                    <a:pt x="6207538" y="1443857"/>
                  </a:lnTo>
                  <a:lnTo>
                    <a:pt x="6203175" y="1443857"/>
                  </a:lnTo>
                  <a:lnTo>
                    <a:pt x="6198813" y="1443857"/>
                  </a:lnTo>
                  <a:lnTo>
                    <a:pt x="6194450" y="1443857"/>
                  </a:lnTo>
                  <a:lnTo>
                    <a:pt x="6190087" y="1443857"/>
                  </a:lnTo>
                  <a:lnTo>
                    <a:pt x="6185724" y="1443857"/>
                  </a:lnTo>
                  <a:lnTo>
                    <a:pt x="6181362" y="1443857"/>
                  </a:lnTo>
                  <a:lnTo>
                    <a:pt x="6176999" y="1443857"/>
                  </a:lnTo>
                  <a:lnTo>
                    <a:pt x="6172636" y="1443857"/>
                  </a:lnTo>
                  <a:lnTo>
                    <a:pt x="6168273" y="1443857"/>
                  </a:lnTo>
                  <a:lnTo>
                    <a:pt x="6163911" y="1443857"/>
                  </a:lnTo>
                  <a:lnTo>
                    <a:pt x="6159548" y="1443857"/>
                  </a:lnTo>
                  <a:lnTo>
                    <a:pt x="6155185" y="1443857"/>
                  </a:lnTo>
                  <a:lnTo>
                    <a:pt x="6150822" y="1443857"/>
                  </a:lnTo>
                  <a:lnTo>
                    <a:pt x="6146460" y="1443857"/>
                  </a:lnTo>
                  <a:lnTo>
                    <a:pt x="6142097" y="1443857"/>
                  </a:lnTo>
                  <a:lnTo>
                    <a:pt x="6137734" y="1443857"/>
                  </a:lnTo>
                  <a:lnTo>
                    <a:pt x="6133371" y="1443857"/>
                  </a:lnTo>
                  <a:lnTo>
                    <a:pt x="6129009" y="1443857"/>
                  </a:lnTo>
                  <a:lnTo>
                    <a:pt x="6124646" y="1443857"/>
                  </a:lnTo>
                  <a:lnTo>
                    <a:pt x="6120283" y="1443857"/>
                  </a:lnTo>
                  <a:lnTo>
                    <a:pt x="6115920" y="1443857"/>
                  </a:lnTo>
                  <a:lnTo>
                    <a:pt x="6111558" y="1443857"/>
                  </a:lnTo>
                  <a:lnTo>
                    <a:pt x="6107195" y="1443857"/>
                  </a:lnTo>
                  <a:lnTo>
                    <a:pt x="6102832" y="1443857"/>
                  </a:lnTo>
                  <a:lnTo>
                    <a:pt x="6098469" y="1443857"/>
                  </a:lnTo>
                  <a:lnTo>
                    <a:pt x="6094107" y="1443857"/>
                  </a:lnTo>
                  <a:lnTo>
                    <a:pt x="6089744" y="1443857"/>
                  </a:lnTo>
                  <a:lnTo>
                    <a:pt x="6085381" y="1443857"/>
                  </a:lnTo>
                  <a:lnTo>
                    <a:pt x="6081018" y="1443857"/>
                  </a:lnTo>
                  <a:lnTo>
                    <a:pt x="6076656" y="1443857"/>
                  </a:lnTo>
                  <a:lnTo>
                    <a:pt x="6072293" y="1443857"/>
                  </a:lnTo>
                  <a:lnTo>
                    <a:pt x="6067930" y="1443857"/>
                  </a:lnTo>
                  <a:lnTo>
                    <a:pt x="6063567" y="1443857"/>
                  </a:lnTo>
                  <a:lnTo>
                    <a:pt x="6059205" y="1443857"/>
                  </a:lnTo>
                  <a:lnTo>
                    <a:pt x="6054842" y="1443857"/>
                  </a:lnTo>
                  <a:lnTo>
                    <a:pt x="6050479" y="1443857"/>
                  </a:lnTo>
                  <a:lnTo>
                    <a:pt x="6046116" y="1443857"/>
                  </a:lnTo>
                  <a:lnTo>
                    <a:pt x="6041754" y="1443857"/>
                  </a:lnTo>
                  <a:lnTo>
                    <a:pt x="6037391" y="1443857"/>
                  </a:lnTo>
                  <a:lnTo>
                    <a:pt x="6033028" y="1443857"/>
                  </a:lnTo>
                  <a:lnTo>
                    <a:pt x="6028665" y="1443857"/>
                  </a:lnTo>
                  <a:lnTo>
                    <a:pt x="6024303" y="1443857"/>
                  </a:lnTo>
                  <a:lnTo>
                    <a:pt x="6019940" y="1443857"/>
                  </a:lnTo>
                  <a:lnTo>
                    <a:pt x="6015577" y="1443857"/>
                  </a:lnTo>
                  <a:lnTo>
                    <a:pt x="6011214" y="1443857"/>
                  </a:lnTo>
                  <a:lnTo>
                    <a:pt x="6006852" y="1443857"/>
                  </a:lnTo>
                  <a:lnTo>
                    <a:pt x="6002489" y="1443857"/>
                  </a:lnTo>
                  <a:lnTo>
                    <a:pt x="5998126" y="1443857"/>
                  </a:lnTo>
                  <a:lnTo>
                    <a:pt x="5993763" y="1443857"/>
                  </a:lnTo>
                  <a:lnTo>
                    <a:pt x="5989401" y="1443857"/>
                  </a:lnTo>
                  <a:lnTo>
                    <a:pt x="5985038" y="1443857"/>
                  </a:lnTo>
                  <a:lnTo>
                    <a:pt x="5980675" y="1443857"/>
                  </a:lnTo>
                  <a:lnTo>
                    <a:pt x="5976312" y="1443857"/>
                  </a:lnTo>
                  <a:lnTo>
                    <a:pt x="5971950" y="1443857"/>
                  </a:lnTo>
                  <a:lnTo>
                    <a:pt x="5967587" y="1443857"/>
                  </a:lnTo>
                  <a:lnTo>
                    <a:pt x="5963224" y="1443857"/>
                  </a:lnTo>
                  <a:lnTo>
                    <a:pt x="5958861" y="1443857"/>
                  </a:lnTo>
                  <a:lnTo>
                    <a:pt x="5954499" y="1443857"/>
                  </a:lnTo>
                  <a:lnTo>
                    <a:pt x="5950136" y="1443857"/>
                  </a:lnTo>
                  <a:lnTo>
                    <a:pt x="5945773" y="1443857"/>
                  </a:lnTo>
                  <a:lnTo>
                    <a:pt x="5941410" y="1443857"/>
                  </a:lnTo>
                  <a:lnTo>
                    <a:pt x="5937048" y="1443857"/>
                  </a:lnTo>
                  <a:lnTo>
                    <a:pt x="5932685" y="1443857"/>
                  </a:lnTo>
                  <a:lnTo>
                    <a:pt x="5928322" y="1443857"/>
                  </a:lnTo>
                  <a:lnTo>
                    <a:pt x="5923959" y="1443857"/>
                  </a:lnTo>
                  <a:lnTo>
                    <a:pt x="5919597" y="1443857"/>
                  </a:lnTo>
                  <a:lnTo>
                    <a:pt x="5915234" y="1443857"/>
                  </a:lnTo>
                  <a:lnTo>
                    <a:pt x="5910871" y="1443857"/>
                  </a:lnTo>
                  <a:lnTo>
                    <a:pt x="5906508" y="1443857"/>
                  </a:lnTo>
                  <a:lnTo>
                    <a:pt x="5902146" y="1443857"/>
                  </a:lnTo>
                  <a:lnTo>
                    <a:pt x="5897783" y="1443857"/>
                  </a:lnTo>
                  <a:lnTo>
                    <a:pt x="5893420" y="1443857"/>
                  </a:lnTo>
                  <a:lnTo>
                    <a:pt x="5889057" y="1443857"/>
                  </a:lnTo>
                  <a:lnTo>
                    <a:pt x="5884695" y="1443857"/>
                  </a:lnTo>
                  <a:lnTo>
                    <a:pt x="5880332" y="1443857"/>
                  </a:lnTo>
                  <a:lnTo>
                    <a:pt x="5875969" y="1443857"/>
                  </a:lnTo>
                  <a:lnTo>
                    <a:pt x="5871607" y="1443857"/>
                  </a:lnTo>
                  <a:lnTo>
                    <a:pt x="5867244" y="1443857"/>
                  </a:lnTo>
                  <a:lnTo>
                    <a:pt x="5862881" y="1443857"/>
                  </a:lnTo>
                  <a:lnTo>
                    <a:pt x="5858518" y="1443857"/>
                  </a:lnTo>
                  <a:lnTo>
                    <a:pt x="5854156" y="1443857"/>
                  </a:lnTo>
                  <a:lnTo>
                    <a:pt x="5849793" y="1443857"/>
                  </a:lnTo>
                  <a:lnTo>
                    <a:pt x="5845430" y="1443857"/>
                  </a:lnTo>
                  <a:lnTo>
                    <a:pt x="5841067" y="1443857"/>
                  </a:lnTo>
                  <a:lnTo>
                    <a:pt x="5836705" y="1443857"/>
                  </a:lnTo>
                  <a:lnTo>
                    <a:pt x="5832342" y="1443857"/>
                  </a:lnTo>
                  <a:lnTo>
                    <a:pt x="5827979" y="1443857"/>
                  </a:lnTo>
                  <a:lnTo>
                    <a:pt x="5823616" y="1443857"/>
                  </a:lnTo>
                  <a:lnTo>
                    <a:pt x="5819254" y="1443857"/>
                  </a:lnTo>
                  <a:lnTo>
                    <a:pt x="5814891" y="1443857"/>
                  </a:lnTo>
                  <a:lnTo>
                    <a:pt x="5810528" y="1443857"/>
                  </a:lnTo>
                  <a:lnTo>
                    <a:pt x="5806165" y="1443857"/>
                  </a:lnTo>
                  <a:lnTo>
                    <a:pt x="5801803" y="1443857"/>
                  </a:lnTo>
                  <a:lnTo>
                    <a:pt x="5797440" y="1443857"/>
                  </a:lnTo>
                  <a:lnTo>
                    <a:pt x="5793077" y="1443857"/>
                  </a:lnTo>
                  <a:lnTo>
                    <a:pt x="5788714" y="1443857"/>
                  </a:lnTo>
                  <a:lnTo>
                    <a:pt x="5784352" y="1443857"/>
                  </a:lnTo>
                  <a:lnTo>
                    <a:pt x="5779989" y="1443857"/>
                  </a:lnTo>
                  <a:lnTo>
                    <a:pt x="5775626" y="1443857"/>
                  </a:lnTo>
                  <a:lnTo>
                    <a:pt x="5771263" y="1443857"/>
                  </a:lnTo>
                  <a:lnTo>
                    <a:pt x="5766901" y="1443857"/>
                  </a:lnTo>
                  <a:lnTo>
                    <a:pt x="5762538" y="1443857"/>
                  </a:lnTo>
                  <a:lnTo>
                    <a:pt x="5758175" y="1443857"/>
                  </a:lnTo>
                  <a:lnTo>
                    <a:pt x="5753812" y="1443857"/>
                  </a:lnTo>
                  <a:lnTo>
                    <a:pt x="5749450" y="1443857"/>
                  </a:lnTo>
                  <a:lnTo>
                    <a:pt x="5745087" y="1443857"/>
                  </a:lnTo>
                  <a:lnTo>
                    <a:pt x="5740724" y="1443857"/>
                  </a:lnTo>
                  <a:lnTo>
                    <a:pt x="5736361" y="1443857"/>
                  </a:lnTo>
                  <a:lnTo>
                    <a:pt x="5731999" y="1443857"/>
                  </a:lnTo>
                  <a:lnTo>
                    <a:pt x="5727636" y="1443857"/>
                  </a:lnTo>
                  <a:lnTo>
                    <a:pt x="5723273" y="1443857"/>
                  </a:lnTo>
                  <a:lnTo>
                    <a:pt x="5718910" y="1443857"/>
                  </a:lnTo>
                  <a:lnTo>
                    <a:pt x="5714548" y="1443857"/>
                  </a:lnTo>
                  <a:lnTo>
                    <a:pt x="5710185" y="1443857"/>
                  </a:lnTo>
                  <a:lnTo>
                    <a:pt x="5705822" y="1443857"/>
                  </a:lnTo>
                  <a:lnTo>
                    <a:pt x="5701459" y="1443857"/>
                  </a:lnTo>
                  <a:lnTo>
                    <a:pt x="5697097" y="1443857"/>
                  </a:lnTo>
                  <a:lnTo>
                    <a:pt x="5692734" y="1443857"/>
                  </a:lnTo>
                  <a:lnTo>
                    <a:pt x="5688371" y="1443857"/>
                  </a:lnTo>
                  <a:lnTo>
                    <a:pt x="5684008" y="1443857"/>
                  </a:lnTo>
                  <a:lnTo>
                    <a:pt x="5679646" y="1443857"/>
                  </a:lnTo>
                  <a:lnTo>
                    <a:pt x="5675283" y="1443857"/>
                  </a:lnTo>
                  <a:lnTo>
                    <a:pt x="5670920" y="1443857"/>
                  </a:lnTo>
                  <a:lnTo>
                    <a:pt x="5666557" y="1443857"/>
                  </a:lnTo>
                  <a:lnTo>
                    <a:pt x="5662195" y="1443857"/>
                  </a:lnTo>
                  <a:lnTo>
                    <a:pt x="5657832" y="1443857"/>
                  </a:lnTo>
                  <a:lnTo>
                    <a:pt x="5653469" y="1443857"/>
                  </a:lnTo>
                  <a:lnTo>
                    <a:pt x="5649106" y="1443857"/>
                  </a:lnTo>
                  <a:lnTo>
                    <a:pt x="5644744" y="1443857"/>
                  </a:lnTo>
                  <a:lnTo>
                    <a:pt x="5640381" y="1443857"/>
                  </a:lnTo>
                  <a:lnTo>
                    <a:pt x="5636018" y="1443857"/>
                  </a:lnTo>
                  <a:lnTo>
                    <a:pt x="5631655" y="1443857"/>
                  </a:lnTo>
                  <a:lnTo>
                    <a:pt x="5627293" y="1443857"/>
                  </a:lnTo>
                  <a:lnTo>
                    <a:pt x="5622930" y="1443857"/>
                  </a:lnTo>
                  <a:lnTo>
                    <a:pt x="5618567" y="1443857"/>
                  </a:lnTo>
                  <a:lnTo>
                    <a:pt x="5614204" y="1443857"/>
                  </a:lnTo>
                  <a:lnTo>
                    <a:pt x="5609842" y="1443857"/>
                  </a:lnTo>
                  <a:lnTo>
                    <a:pt x="5605479" y="1443857"/>
                  </a:lnTo>
                  <a:lnTo>
                    <a:pt x="5601116" y="1443857"/>
                  </a:lnTo>
                  <a:lnTo>
                    <a:pt x="5596753" y="1443857"/>
                  </a:lnTo>
                  <a:lnTo>
                    <a:pt x="5592391" y="1443857"/>
                  </a:lnTo>
                  <a:lnTo>
                    <a:pt x="5588028" y="1443857"/>
                  </a:lnTo>
                  <a:lnTo>
                    <a:pt x="5583665" y="1443857"/>
                  </a:lnTo>
                  <a:lnTo>
                    <a:pt x="5579302" y="1443857"/>
                  </a:lnTo>
                  <a:lnTo>
                    <a:pt x="5574940" y="1443857"/>
                  </a:lnTo>
                  <a:lnTo>
                    <a:pt x="5570577" y="1443857"/>
                  </a:lnTo>
                  <a:lnTo>
                    <a:pt x="5566214" y="1443857"/>
                  </a:lnTo>
                  <a:lnTo>
                    <a:pt x="5561851" y="1443857"/>
                  </a:lnTo>
                  <a:lnTo>
                    <a:pt x="5557489" y="1443857"/>
                  </a:lnTo>
                  <a:lnTo>
                    <a:pt x="5553126" y="1443857"/>
                  </a:lnTo>
                  <a:lnTo>
                    <a:pt x="5548763" y="1443857"/>
                  </a:lnTo>
                  <a:lnTo>
                    <a:pt x="5544400" y="1443857"/>
                  </a:lnTo>
                  <a:lnTo>
                    <a:pt x="5540038" y="1443857"/>
                  </a:lnTo>
                  <a:lnTo>
                    <a:pt x="5535675" y="1443857"/>
                  </a:lnTo>
                  <a:lnTo>
                    <a:pt x="5531312" y="1443857"/>
                  </a:lnTo>
                  <a:lnTo>
                    <a:pt x="5526949" y="1443857"/>
                  </a:lnTo>
                  <a:lnTo>
                    <a:pt x="5522587" y="1443857"/>
                  </a:lnTo>
                  <a:lnTo>
                    <a:pt x="5518224" y="1443857"/>
                  </a:lnTo>
                  <a:lnTo>
                    <a:pt x="5513861" y="1443857"/>
                  </a:lnTo>
                  <a:lnTo>
                    <a:pt x="5509498" y="1443857"/>
                  </a:lnTo>
                  <a:lnTo>
                    <a:pt x="5505136" y="1443857"/>
                  </a:lnTo>
                  <a:lnTo>
                    <a:pt x="5500773" y="1443857"/>
                  </a:lnTo>
                  <a:lnTo>
                    <a:pt x="5496410" y="1443857"/>
                  </a:lnTo>
                  <a:lnTo>
                    <a:pt x="5492047" y="1443857"/>
                  </a:lnTo>
                  <a:lnTo>
                    <a:pt x="5487685" y="1443857"/>
                  </a:lnTo>
                  <a:lnTo>
                    <a:pt x="5483322" y="1443857"/>
                  </a:lnTo>
                  <a:lnTo>
                    <a:pt x="5478959" y="1443857"/>
                  </a:lnTo>
                  <a:lnTo>
                    <a:pt x="5474596" y="1443857"/>
                  </a:lnTo>
                  <a:lnTo>
                    <a:pt x="5470234" y="1443857"/>
                  </a:lnTo>
                  <a:lnTo>
                    <a:pt x="5465871" y="1443857"/>
                  </a:lnTo>
                  <a:lnTo>
                    <a:pt x="5461508" y="1443857"/>
                  </a:lnTo>
                  <a:lnTo>
                    <a:pt x="5457145" y="1443857"/>
                  </a:lnTo>
                  <a:lnTo>
                    <a:pt x="5452783" y="1443857"/>
                  </a:lnTo>
                  <a:lnTo>
                    <a:pt x="5448420" y="1443857"/>
                  </a:lnTo>
                  <a:lnTo>
                    <a:pt x="5444057" y="1443857"/>
                  </a:lnTo>
                  <a:lnTo>
                    <a:pt x="5439694" y="1443857"/>
                  </a:lnTo>
                  <a:lnTo>
                    <a:pt x="5435332" y="1443857"/>
                  </a:lnTo>
                  <a:lnTo>
                    <a:pt x="5430969" y="1443857"/>
                  </a:lnTo>
                  <a:lnTo>
                    <a:pt x="5426606" y="1443857"/>
                  </a:lnTo>
                  <a:lnTo>
                    <a:pt x="5422243" y="1443857"/>
                  </a:lnTo>
                  <a:lnTo>
                    <a:pt x="5417881" y="1443857"/>
                  </a:lnTo>
                  <a:lnTo>
                    <a:pt x="5413518" y="1443857"/>
                  </a:lnTo>
                  <a:lnTo>
                    <a:pt x="5409155" y="1443857"/>
                  </a:lnTo>
                  <a:lnTo>
                    <a:pt x="5404792" y="1443857"/>
                  </a:lnTo>
                  <a:lnTo>
                    <a:pt x="5400430" y="1443857"/>
                  </a:lnTo>
                  <a:lnTo>
                    <a:pt x="5396067" y="1443857"/>
                  </a:lnTo>
                  <a:lnTo>
                    <a:pt x="5391704" y="1443857"/>
                  </a:lnTo>
                  <a:lnTo>
                    <a:pt x="5387341" y="1443857"/>
                  </a:lnTo>
                  <a:lnTo>
                    <a:pt x="5382979" y="1443857"/>
                  </a:lnTo>
                  <a:lnTo>
                    <a:pt x="5378616" y="1443857"/>
                  </a:lnTo>
                  <a:lnTo>
                    <a:pt x="5374253" y="1443857"/>
                  </a:lnTo>
                  <a:lnTo>
                    <a:pt x="5369890" y="1443857"/>
                  </a:lnTo>
                  <a:lnTo>
                    <a:pt x="5365528" y="1443857"/>
                  </a:lnTo>
                  <a:lnTo>
                    <a:pt x="5361165" y="1443857"/>
                  </a:lnTo>
                  <a:lnTo>
                    <a:pt x="5356802" y="1443857"/>
                  </a:lnTo>
                  <a:lnTo>
                    <a:pt x="5352439" y="1443857"/>
                  </a:lnTo>
                  <a:lnTo>
                    <a:pt x="5348077" y="1443857"/>
                  </a:lnTo>
                  <a:lnTo>
                    <a:pt x="5343714" y="1443857"/>
                  </a:lnTo>
                  <a:lnTo>
                    <a:pt x="5339351" y="1443857"/>
                  </a:lnTo>
                  <a:lnTo>
                    <a:pt x="5334988" y="1443857"/>
                  </a:lnTo>
                  <a:lnTo>
                    <a:pt x="5330626" y="1443857"/>
                  </a:lnTo>
                  <a:lnTo>
                    <a:pt x="5326263" y="1443857"/>
                  </a:lnTo>
                  <a:lnTo>
                    <a:pt x="5321900" y="1443857"/>
                  </a:lnTo>
                  <a:lnTo>
                    <a:pt x="5317537" y="1443857"/>
                  </a:lnTo>
                  <a:lnTo>
                    <a:pt x="5313175" y="1443857"/>
                  </a:lnTo>
                  <a:lnTo>
                    <a:pt x="5308812" y="1443857"/>
                  </a:lnTo>
                  <a:lnTo>
                    <a:pt x="5304449" y="1443857"/>
                  </a:lnTo>
                  <a:lnTo>
                    <a:pt x="5300086" y="1443857"/>
                  </a:lnTo>
                  <a:lnTo>
                    <a:pt x="5295724" y="1443857"/>
                  </a:lnTo>
                  <a:lnTo>
                    <a:pt x="5291361" y="1443857"/>
                  </a:lnTo>
                  <a:lnTo>
                    <a:pt x="5286998" y="1443857"/>
                  </a:lnTo>
                  <a:lnTo>
                    <a:pt x="5282635" y="1443857"/>
                  </a:lnTo>
                  <a:lnTo>
                    <a:pt x="5278273" y="1443857"/>
                  </a:lnTo>
                  <a:lnTo>
                    <a:pt x="5273910" y="1443857"/>
                  </a:lnTo>
                  <a:lnTo>
                    <a:pt x="5269547" y="1443857"/>
                  </a:lnTo>
                  <a:lnTo>
                    <a:pt x="5265184" y="1443857"/>
                  </a:lnTo>
                  <a:lnTo>
                    <a:pt x="5260822" y="1443857"/>
                  </a:lnTo>
                  <a:lnTo>
                    <a:pt x="5256459" y="1443857"/>
                  </a:lnTo>
                  <a:lnTo>
                    <a:pt x="5252096" y="1443857"/>
                  </a:lnTo>
                  <a:lnTo>
                    <a:pt x="5247733" y="1443857"/>
                  </a:lnTo>
                  <a:lnTo>
                    <a:pt x="5243371" y="1443857"/>
                  </a:lnTo>
                  <a:lnTo>
                    <a:pt x="5239008" y="1443857"/>
                  </a:lnTo>
                  <a:lnTo>
                    <a:pt x="5234645" y="1443857"/>
                  </a:lnTo>
                  <a:lnTo>
                    <a:pt x="5230282" y="1443857"/>
                  </a:lnTo>
                  <a:lnTo>
                    <a:pt x="5225920" y="1443857"/>
                  </a:lnTo>
                  <a:lnTo>
                    <a:pt x="5221557" y="1443857"/>
                  </a:lnTo>
                  <a:lnTo>
                    <a:pt x="5217194" y="1443857"/>
                  </a:lnTo>
                  <a:lnTo>
                    <a:pt x="5212831" y="1443857"/>
                  </a:lnTo>
                  <a:lnTo>
                    <a:pt x="5208469" y="1443857"/>
                  </a:lnTo>
                  <a:lnTo>
                    <a:pt x="5204106" y="1443857"/>
                  </a:lnTo>
                  <a:lnTo>
                    <a:pt x="5199743" y="1443857"/>
                  </a:lnTo>
                  <a:lnTo>
                    <a:pt x="5195380" y="1443857"/>
                  </a:lnTo>
                  <a:lnTo>
                    <a:pt x="5191018" y="1443857"/>
                  </a:lnTo>
                  <a:lnTo>
                    <a:pt x="5186655" y="1443857"/>
                  </a:lnTo>
                  <a:lnTo>
                    <a:pt x="5182292" y="1443857"/>
                  </a:lnTo>
                  <a:lnTo>
                    <a:pt x="5177929" y="1443857"/>
                  </a:lnTo>
                  <a:lnTo>
                    <a:pt x="5173567" y="1443857"/>
                  </a:lnTo>
                  <a:lnTo>
                    <a:pt x="5169204" y="1443857"/>
                  </a:lnTo>
                  <a:lnTo>
                    <a:pt x="5164841" y="1443857"/>
                  </a:lnTo>
                  <a:lnTo>
                    <a:pt x="5160478" y="1443857"/>
                  </a:lnTo>
                  <a:lnTo>
                    <a:pt x="5156116" y="1443857"/>
                  </a:lnTo>
                  <a:lnTo>
                    <a:pt x="5151753" y="1443857"/>
                  </a:lnTo>
                  <a:lnTo>
                    <a:pt x="5147390" y="1443857"/>
                  </a:lnTo>
                  <a:lnTo>
                    <a:pt x="5143027" y="1443857"/>
                  </a:lnTo>
                  <a:lnTo>
                    <a:pt x="5138665" y="1443857"/>
                  </a:lnTo>
                  <a:lnTo>
                    <a:pt x="5134302" y="1443857"/>
                  </a:lnTo>
                  <a:lnTo>
                    <a:pt x="5129939" y="1443857"/>
                  </a:lnTo>
                  <a:lnTo>
                    <a:pt x="5125576" y="1443857"/>
                  </a:lnTo>
                  <a:lnTo>
                    <a:pt x="5121214" y="1443857"/>
                  </a:lnTo>
                  <a:lnTo>
                    <a:pt x="5116851" y="1443857"/>
                  </a:lnTo>
                  <a:lnTo>
                    <a:pt x="5112488" y="1443857"/>
                  </a:lnTo>
                  <a:lnTo>
                    <a:pt x="5108125" y="1443857"/>
                  </a:lnTo>
                  <a:lnTo>
                    <a:pt x="5103763" y="1443857"/>
                  </a:lnTo>
                  <a:lnTo>
                    <a:pt x="5099400" y="1443857"/>
                  </a:lnTo>
                  <a:lnTo>
                    <a:pt x="5095037" y="1443857"/>
                  </a:lnTo>
                  <a:lnTo>
                    <a:pt x="5090674" y="1443857"/>
                  </a:lnTo>
                  <a:lnTo>
                    <a:pt x="5086312" y="1443857"/>
                  </a:lnTo>
                  <a:lnTo>
                    <a:pt x="5081949" y="1443857"/>
                  </a:lnTo>
                  <a:lnTo>
                    <a:pt x="5077586" y="1443857"/>
                  </a:lnTo>
                  <a:lnTo>
                    <a:pt x="5073223" y="1443857"/>
                  </a:lnTo>
                  <a:lnTo>
                    <a:pt x="5068861" y="1443857"/>
                  </a:lnTo>
                  <a:lnTo>
                    <a:pt x="5064498" y="1443857"/>
                  </a:lnTo>
                  <a:lnTo>
                    <a:pt x="5060135" y="1443857"/>
                  </a:lnTo>
                  <a:lnTo>
                    <a:pt x="5055772" y="1443857"/>
                  </a:lnTo>
                  <a:lnTo>
                    <a:pt x="5051410" y="1443857"/>
                  </a:lnTo>
                  <a:lnTo>
                    <a:pt x="5047047" y="1443857"/>
                  </a:lnTo>
                  <a:lnTo>
                    <a:pt x="5042684" y="1443857"/>
                  </a:lnTo>
                  <a:lnTo>
                    <a:pt x="5038321" y="1443857"/>
                  </a:lnTo>
                  <a:lnTo>
                    <a:pt x="5033959" y="1443857"/>
                  </a:lnTo>
                  <a:lnTo>
                    <a:pt x="5029596" y="1443857"/>
                  </a:lnTo>
                  <a:lnTo>
                    <a:pt x="5025233" y="1443857"/>
                  </a:lnTo>
                  <a:lnTo>
                    <a:pt x="5020870" y="1443857"/>
                  </a:lnTo>
                  <a:lnTo>
                    <a:pt x="5016508" y="1443857"/>
                  </a:lnTo>
                  <a:lnTo>
                    <a:pt x="5012145" y="1443857"/>
                  </a:lnTo>
                  <a:lnTo>
                    <a:pt x="5007782" y="1443857"/>
                  </a:lnTo>
                  <a:lnTo>
                    <a:pt x="5003419" y="1443857"/>
                  </a:lnTo>
                  <a:lnTo>
                    <a:pt x="4999057" y="1443857"/>
                  </a:lnTo>
                  <a:lnTo>
                    <a:pt x="4994694" y="1443857"/>
                  </a:lnTo>
                  <a:lnTo>
                    <a:pt x="4990331" y="1443857"/>
                  </a:lnTo>
                  <a:lnTo>
                    <a:pt x="4985968" y="1443857"/>
                  </a:lnTo>
                  <a:lnTo>
                    <a:pt x="4981606" y="1443857"/>
                  </a:lnTo>
                  <a:lnTo>
                    <a:pt x="4977243" y="1443857"/>
                  </a:lnTo>
                  <a:lnTo>
                    <a:pt x="4972880" y="1443857"/>
                  </a:lnTo>
                  <a:lnTo>
                    <a:pt x="4968517" y="1443857"/>
                  </a:lnTo>
                  <a:lnTo>
                    <a:pt x="4964155" y="1443857"/>
                  </a:lnTo>
                  <a:lnTo>
                    <a:pt x="4959792" y="1443857"/>
                  </a:lnTo>
                  <a:lnTo>
                    <a:pt x="4955429" y="1443857"/>
                  </a:lnTo>
                  <a:lnTo>
                    <a:pt x="4951066" y="1443857"/>
                  </a:lnTo>
                  <a:lnTo>
                    <a:pt x="4946704" y="1443857"/>
                  </a:lnTo>
                  <a:lnTo>
                    <a:pt x="4942341" y="1443857"/>
                  </a:lnTo>
                  <a:lnTo>
                    <a:pt x="4937978" y="1443857"/>
                  </a:lnTo>
                  <a:lnTo>
                    <a:pt x="4933615" y="1443857"/>
                  </a:lnTo>
                  <a:lnTo>
                    <a:pt x="4929253" y="1443857"/>
                  </a:lnTo>
                  <a:lnTo>
                    <a:pt x="4924890" y="1443857"/>
                  </a:lnTo>
                  <a:lnTo>
                    <a:pt x="4920527" y="1443857"/>
                  </a:lnTo>
                  <a:lnTo>
                    <a:pt x="4916164" y="1443857"/>
                  </a:lnTo>
                  <a:lnTo>
                    <a:pt x="4911802" y="1443857"/>
                  </a:lnTo>
                  <a:lnTo>
                    <a:pt x="4907439" y="1443857"/>
                  </a:lnTo>
                  <a:lnTo>
                    <a:pt x="4903076" y="1443857"/>
                  </a:lnTo>
                  <a:lnTo>
                    <a:pt x="4898713" y="1443857"/>
                  </a:lnTo>
                  <a:lnTo>
                    <a:pt x="4894351" y="1443857"/>
                  </a:lnTo>
                  <a:lnTo>
                    <a:pt x="4889988" y="1443857"/>
                  </a:lnTo>
                  <a:lnTo>
                    <a:pt x="4885625" y="1443857"/>
                  </a:lnTo>
                  <a:lnTo>
                    <a:pt x="4881262" y="1443857"/>
                  </a:lnTo>
                  <a:lnTo>
                    <a:pt x="4876900" y="1443857"/>
                  </a:lnTo>
                  <a:lnTo>
                    <a:pt x="4872537" y="1443857"/>
                  </a:lnTo>
                  <a:lnTo>
                    <a:pt x="4868174" y="1443857"/>
                  </a:lnTo>
                  <a:lnTo>
                    <a:pt x="4863811" y="1443857"/>
                  </a:lnTo>
                  <a:lnTo>
                    <a:pt x="4859449" y="1443857"/>
                  </a:lnTo>
                  <a:lnTo>
                    <a:pt x="4855086" y="1443857"/>
                  </a:lnTo>
                  <a:lnTo>
                    <a:pt x="4850723" y="1443857"/>
                  </a:lnTo>
                  <a:lnTo>
                    <a:pt x="4846360" y="1443857"/>
                  </a:lnTo>
                  <a:lnTo>
                    <a:pt x="4841998" y="1443857"/>
                  </a:lnTo>
                  <a:lnTo>
                    <a:pt x="4837635" y="1443857"/>
                  </a:lnTo>
                  <a:lnTo>
                    <a:pt x="4833272" y="1443857"/>
                  </a:lnTo>
                  <a:lnTo>
                    <a:pt x="4828909" y="1443857"/>
                  </a:lnTo>
                  <a:lnTo>
                    <a:pt x="4824547" y="1443857"/>
                  </a:lnTo>
                  <a:lnTo>
                    <a:pt x="4820184" y="1443857"/>
                  </a:lnTo>
                  <a:lnTo>
                    <a:pt x="4815821" y="1443857"/>
                  </a:lnTo>
                  <a:lnTo>
                    <a:pt x="4811458" y="1443857"/>
                  </a:lnTo>
                  <a:lnTo>
                    <a:pt x="4807096" y="1443857"/>
                  </a:lnTo>
                  <a:lnTo>
                    <a:pt x="4802733" y="1443857"/>
                  </a:lnTo>
                  <a:lnTo>
                    <a:pt x="4798370" y="1443857"/>
                  </a:lnTo>
                  <a:lnTo>
                    <a:pt x="4794007" y="1443857"/>
                  </a:lnTo>
                  <a:lnTo>
                    <a:pt x="4789645" y="1443857"/>
                  </a:lnTo>
                  <a:lnTo>
                    <a:pt x="4785282" y="1443857"/>
                  </a:lnTo>
                  <a:lnTo>
                    <a:pt x="4780919" y="1443857"/>
                  </a:lnTo>
                  <a:lnTo>
                    <a:pt x="4776556" y="1443857"/>
                  </a:lnTo>
                  <a:lnTo>
                    <a:pt x="4772194" y="1443857"/>
                  </a:lnTo>
                  <a:lnTo>
                    <a:pt x="4767831" y="1443857"/>
                  </a:lnTo>
                  <a:lnTo>
                    <a:pt x="4763468" y="1443857"/>
                  </a:lnTo>
                  <a:lnTo>
                    <a:pt x="4759105" y="1443857"/>
                  </a:lnTo>
                  <a:lnTo>
                    <a:pt x="4754743" y="1443857"/>
                  </a:lnTo>
                  <a:lnTo>
                    <a:pt x="4750380" y="1443857"/>
                  </a:lnTo>
                  <a:lnTo>
                    <a:pt x="4746017" y="1443857"/>
                  </a:lnTo>
                  <a:lnTo>
                    <a:pt x="4741654" y="1443857"/>
                  </a:lnTo>
                  <a:lnTo>
                    <a:pt x="4737292" y="1443857"/>
                  </a:lnTo>
                  <a:lnTo>
                    <a:pt x="4732929" y="1443857"/>
                  </a:lnTo>
                  <a:lnTo>
                    <a:pt x="4728566" y="1443857"/>
                  </a:lnTo>
                  <a:lnTo>
                    <a:pt x="4724203" y="1443857"/>
                  </a:lnTo>
                  <a:lnTo>
                    <a:pt x="4719841" y="1443857"/>
                  </a:lnTo>
                  <a:lnTo>
                    <a:pt x="4715478" y="1443857"/>
                  </a:lnTo>
                  <a:lnTo>
                    <a:pt x="4711115" y="1443857"/>
                  </a:lnTo>
                  <a:lnTo>
                    <a:pt x="4706752" y="1443857"/>
                  </a:lnTo>
                  <a:lnTo>
                    <a:pt x="4702390" y="1443857"/>
                  </a:lnTo>
                  <a:lnTo>
                    <a:pt x="4698027" y="1443857"/>
                  </a:lnTo>
                  <a:lnTo>
                    <a:pt x="4693664" y="1443857"/>
                  </a:lnTo>
                  <a:lnTo>
                    <a:pt x="4689301" y="1443857"/>
                  </a:lnTo>
                  <a:lnTo>
                    <a:pt x="4684939" y="1443857"/>
                  </a:lnTo>
                  <a:lnTo>
                    <a:pt x="4680576" y="1443857"/>
                  </a:lnTo>
                  <a:lnTo>
                    <a:pt x="4676213" y="1443857"/>
                  </a:lnTo>
                  <a:lnTo>
                    <a:pt x="4671850" y="1443857"/>
                  </a:lnTo>
                  <a:lnTo>
                    <a:pt x="4667488" y="1443857"/>
                  </a:lnTo>
                  <a:lnTo>
                    <a:pt x="4663125" y="1443857"/>
                  </a:lnTo>
                  <a:lnTo>
                    <a:pt x="4658762" y="1443857"/>
                  </a:lnTo>
                  <a:lnTo>
                    <a:pt x="4654399" y="1443857"/>
                  </a:lnTo>
                  <a:lnTo>
                    <a:pt x="4650037" y="1443857"/>
                  </a:lnTo>
                  <a:lnTo>
                    <a:pt x="4645674" y="1443857"/>
                  </a:lnTo>
                  <a:lnTo>
                    <a:pt x="4641311" y="1443857"/>
                  </a:lnTo>
                  <a:lnTo>
                    <a:pt x="4636948" y="1443857"/>
                  </a:lnTo>
                  <a:lnTo>
                    <a:pt x="4632586" y="1443857"/>
                  </a:lnTo>
                  <a:lnTo>
                    <a:pt x="4628223" y="1443857"/>
                  </a:lnTo>
                  <a:lnTo>
                    <a:pt x="4623860" y="1443857"/>
                  </a:lnTo>
                  <a:lnTo>
                    <a:pt x="4619497" y="1443857"/>
                  </a:lnTo>
                  <a:lnTo>
                    <a:pt x="4615135" y="1443857"/>
                  </a:lnTo>
                  <a:lnTo>
                    <a:pt x="4610772" y="1443857"/>
                  </a:lnTo>
                  <a:lnTo>
                    <a:pt x="4606409" y="1443857"/>
                  </a:lnTo>
                  <a:lnTo>
                    <a:pt x="4602046" y="1443857"/>
                  </a:lnTo>
                  <a:lnTo>
                    <a:pt x="4597684" y="1443857"/>
                  </a:lnTo>
                  <a:lnTo>
                    <a:pt x="4593321" y="1443857"/>
                  </a:lnTo>
                  <a:lnTo>
                    <a:pt x="4588958" y="1443857"/>
                  </a:lnTo>
                  <a:lnTo>
                    <a:pt x="4584595" y="1443857"/>
                  </a:lnTo>
                  <a:lnTo>
                    <a:pt x="4580233" y="1443857"/>
                  </a:lnTo>
                  <a:lnTo>
                    <a:pt x="4575870" y="1443857"/>
                  </a:lnTo>
                  <a:lnTo>
                    <a:pt x="4571507" y="1443857"/>
                  </a:lnTo>
                  <a:lnTo>
                    <a:pt x="4567144" y="1443857"/>
                  </a:lnTo>
                  <a:lnTo>
                    <a:pt x="4562782" y="1443857"/>
                  </a:lnTo>
                  <a:lnTo>
                    <a:pt x="4558419" y="1443857"/>
                  </a:lnTo>
                  <a:lnTo>
                    <a:pt x="4554056" y="1443857"/>
                  </a:lnTo>
                  <a:lnTo>
                    <a:pt x="4549693" y="1443857"/>
                  </a:lnTo>
                  <a:lnTo>
                    <a:pt x="4545331" y="1443857"/>
                  </a:lnTo>
                  <a:lnTo>
                    <a:pt x="4540968" y="1443857"/>
                  </a:lnTo>
                  <a:lnTo>
                    <a:pt x="4536605" y="1443857"/>
                  </a:lnTo>
                  <a:lnTo>
                    <a:pt x="4532242" y="1443857"/>
                  </a:lnTo>
                  <a:lnTo>
                    <a:pt x="4527880" y="1443857"/>
                  </a:lnTo>
                  <a:lnTo>
                    <a:pt x="4523517" y="1443857"/>
                  </a:lnTo>
                  <a:lnTo>
                    <a:pt x="4519154" y="1443857"/>
                  </a:lnTo>
                  <a:lnTo>
                    <a:pt x="4514791" y="1443857"/>
                  </a:lnTo>
                  <a:lnTo>
                    <a:pt x="4510429" y="1443857"/>
                  </a:lnTo>
                  <a:lnTo>
                    <a:pt x="4506066" y="1443857"/>
                  </a:lnTo>
                  <a:lnTo>
                    <a:pt x="4501703" y="1443857"/>
                  </a:lnTo>
                  <a:lnTo>
                    <a:pt x="4497340" y="1443857"/>
                  </a:lnTo>
                  <a:lnTo>
                    <a:pt x="4492978" y="1443857"/>
                  </a:lnTo>
                  <a:lnTo>
                    <a:pt x="4488615" y="1443857"/>
                  </a:lnTo>
                  <a:lnTo>
                    <a:pt x="4484252" y="1443857"/>
                  </a:lnTo>
                  <a:lnTo>
                    <a:pt x="4479889" y="1443857"/>
                  </a:lnTo>
                  <a:lnTo>
                    <a:pt x="4475527" y="1443857"/>
                  </a:lnTo>
                  <a:lnTo>
                    <a:pt x="4471164" y="1443857"/>
                  </a:lnTo>
                  <a:lnTo>
                    <a:pt x="4466801" y="1443857"/>
                  </a:lnTo>
                  <a:lnTo>
                    <a:pt x="4462438" y="1443857"/>
                  </a:lnTo>
                  <a:lnTo>
                    <a:pt x="4458076" y="1443857"/>
                  </a:lnTo>
                  <a:lnTo>
                    <a:pt x="4453713" y="1443857"/>
                  </a:lnTo>
                  <a:lnTo>
                    <a:pt x="4449350" y="1443857"/>
                  </a:lnTo>
                  <a:lnTo>
                    <a:pt x="4444987" y="1443857"/>
                  </a:lnTo>
                  <a:lnTo>
                    <a:pt x="4440625" y="1443857"/>
                  </a:lnTo>
                  <a:lnTo>
                    <a:pt x="4436262" y="1443857"/>
                  </a:lnTo>
                  <a:lnTo>
                    <a:pt x="4431899" y="1443857"/>
                  </a:lnTo>
                  <a:lnTo>
                    <a:pt x="4427536" y="1443857"/>
                  </a:lnTo>
                  <a:lnTo>
                    <a:pt x="4423174" y="1443857"/>
                  </a:lnTo>
                  <a:lnTo>
                    <a:pt x="4418811" y="1443857"/>
                  </a:lnTo>
                  <a:lnTo>
                    <a:pt x="4414448" y="1443857"/>
                  </a:lnTo>
                  <a:lnTo>
                    <a:pt x="4410085" y="1443857"/>
                  </a:lnTo>
                  <a:lnTo>
                    <a:pt x="4405723" y="1443857"/>
                  </a:lnTo>
                  <a:lnTo>
                    <a:pt x="4401360" y="1443857"/>
                  </a:lnTo>
                  <a:lnTo>
                    <a:pt x="4396997" y="1443857"/>
                  </a:lnTo>
                  <a:lnTo>
                    <a:pt x="4392634" y="1443857"/>
                  </a:lnTo>
                  <a:lnTo>
                    <a:pt x="4388272" y="1443857"/>
                  </a:lnTo>
                  <a:lnTo>
                    <a:pt x="4383909" y="1443857"/>
                  </a:lnTo>
                  <a:lnTo>
                    <a:pt x="4379546" y="1443857"/>
                  </a:lnTo>
                  <a:lnTo>
                    <a:pt x="4375183" y="1443857"/>
                  </a:lnTo>
                  <a:lnTo>
                    <a:pt x="4370821" y="1443857"/>
                  </a:lnTo>
                  <a:lnTo>
                    <a:pt x="4366458" y="1443857"/>
                  </a:lnTo>
                  <a:lnTo>
                    <a:pt x="4362095" y="1443857"/>
                  </a:lnTo>
                  <a:lnTo>
                    <a:pt x="4357732" y="1443857"/>
                  </a:lnTo>
                  <a:lnTo>
                    <a:pt x="4353370" y="1443857"/>
                  </a:lnTo>
                  <a:lnTo>
                    <a:pt x="4349007" y="1443857"/>
                  </a:lnTo>
                  <a:lnTo>
                    <a:pt x="4344644" y="1443857"/>
                  </a:lnTo>
                  <a:lnTo>
                    <a:pt x="4340281" y="1443857"/>
                  </a:lnTo>
                  <a:lnTo>
                    <a:pt x="4335919" y="1443857"/>
                  </a:lnTo>
                  <a:lnTo>
                    <a:pt x="4331556" y="1443857"/>
                  </a:lnTo>
                  <a:lnTo>
                    <a:pt x="4327193" y="1443857"/>
                  </a:lnTo>
                  <a:lnTo>
                    <a:pt x="4322830" y="1443857"/>
                  </a:lnTo>
                  <a:lnTo>
                    <a:pt x="4318468" y="1443857"/>
                  </a:lnTo>
                  <a:lnTo>
                    <a:pt x="4314105" y="1443857"/>
                  </a:lnTo>
                  <a:lnTo>
                    <a:pt x="4309742" y="1443857"/>
                  </a:lnTo>
                  <a:lnTo>
                    <a:pt x="4305379" y="1443857"/>
                  </a:lnTo>
                  <a:lnTo>
                    <a:pt x="4301017" y="1443857"/>
                  </a:lnTo>
                  <a:lnTo>
                    <a:pt x="4296654" y="1443857"/>
                  </a:lnTo>
                  <a:lnTo>
                    <a:pt x="4292291" y="1443857"/>
                  </a:lnTo>
                  <a:lnTo>
                    <a:pt x="4287928" y="1443857"/>
                  </a:lnTo>
                  <a:lnTo>
                    <a:pt x="4283566" y="1443857"/>
                  </a:lnTo>
                  <a:lnTo>
                    <a:pt x="4279203" y="1443857"/>
                  </a:lnTo>
                  <a:lnTo>
                    <a:pt x="4274840" y="1443857"/>
                  </a:lnTo>
                  <a:lnTo>
                    <a:pt x="4270477" y="1443857"/>
                  </a:lnTo>
                  <a:lnTo>
                    <a:pt x="4266115" y="1443857"/>
                  </a:lnTo>
                  <a:lnTo>
                    <a:pt x="4261752" y="1443857"/>
                  </a:lnTo>
                  <a:lnTo>
                    <a:pt x="4257389" y="1443857"/>
                  </a:lnTo>
                  <a:lnTo>
                    <a:pt x="4253026" y="1443857"/>
                  </a:lnTo>
                  <a:lnTo>
                    <a:pt x="4248664" y="1443857"/>
                  </a:lnTo>
                  <a:lnTo>
                    <a:pt x="4244301" y="1443857"/>
                  </a:lnTo>
                  <a:lnTo>
                    <a:pt x="4239938" y="1443857"/>
                  </a:lnTo>
                  <a:lnTo>
                    <a:pt x="4235575" y="1443857"/>
                  </a:lnTo>
                  <a:lnTo>
                    <a:pt x="4231213" y="1443857"/>
                  </a:lnTo>
                  <a:lnTo>
                    <a:pt x="4226850" y="1443857"/>
                  </a:lnTo>
                  <a:lnTo>
                    <a:pt x="4222487" y="1443857"/>
                  </a:lnTo>
                  <a:lnTo>
                    <a:pt x="4218124" y="1443857"/>
                  </a:lnTo>
                  <a:lnTo>
                    <a:pt x="4213762" y="1443857"/>
                  </a:lnTo>
                  <a:lnTo>
                    <a:pt x="4209399" y="1443857"/>
                  </a:lnTo>
                  <a:lnTo>
                    <a:pt x="4205036" y="1443857"/>
                  </a:lnTo>
                  <a:lnTo>
                    <a:pt x="4200673" y="1443857"/>
                  </a:lnTo>
                  <a:lnTo>
                    <a:pt x="4196311" y="1443857"/>
                  </a:lnTo>
                  <a:lnTo>
                    <a:pt x="4191948" y="1443857"/>
                  </a:lnTo>
                  <a:lnTo>
                    <a:pt x="4187585" y="1443857"/>
                  </a:lnTo>
                  <a:lnTo>
                    <a:pt x="4183222" y="1443857"/>
                  </a:lnTo>
                  <a:lnTo>
                    <a:pt x="4178860" y="1443857"/>
                  </a:lnTo>
                  <a:lnTo>
                    <a:pt x="4174497" y="1443857"/>
                  </a:lnTo>
                  <a:lnTo>
                    <a:pt x="4170134" y="1443857"/>
                  </a:lnTo>
                  <a:lnTo>
                    <a:pt x="4165771" y="1443857"/>
                  </a:lnTo>
                  <a:lnTo>
                    <a:pt x="4161409" y="1443857"/>
                  </a:lnTo>
                  <a:lnTo>
                    <a:pt x="4157046" y="1443857"/>
                  </a:lnTo>
                  <a:lnTo>
                    <a:pt x="4152683" y="1443857"/>
                  </a:lnTo>
                  <a:lnTo>
                    <a:pt x="4148320" y="1443857"/>
                  </a:lnTo>
                  <a:lnTo>
                    <a:pt x="4143958" y="1443857"/>
                  </a:lnTo>
                  <a:lnTo>
                    <a:pt x="4139595" y="1443857"/>
                  </a:lnTo>
                  <a:lnTo>
                    <a:pt x="4135232" y="1443857"/>
                  </a:lnTo>
                  <a:lnTo>
                    <a:pt x="4130869" y="1443857"/>
                  </a:lnTo>
                  <a:lnTo>
                    <a:pt x="4126507" y="1443857"/>
                  </a:lnTo>
                  <a:lnTo>
                    <a:pt x="4122144" y="1443857"/>
                  </a:lnTo>
                  <a:lnTo>
                    <a:pt x="4117781" y="1443857"/>
                  </a:lnTo>
                  <a:lnTo>
                    <a:pt x="4113418" y="1443857"/>
                  </a:lnTo>
                  <a:lnTo>
                    <a:pt x="4109056" y="1443857"/>
                  </a:lnTo>
                  <a:lnTo>
                    <a:pt x="4104693" y="1443857"/>
                  </a:lnTo>
                  <a:lnTo>
                    <a:pt x="4100330" y="1443857"/>
                  </a:lnTo>
                  <a:lnTo>
                    <a:pt x="4095967" y="1443857"/>
                  </a:lnTo>
                  <a:lnTo>
                    <a:pt x="4091605" y="1443857"/>
                  </a:lnTo>
                  <a:lnTo>
                    <a:pt x="4087242" y="1443857"/>
                  </a:lnTo>
                  <a:lnTo>
                    <a:pt x="4082879" y="1443857"/>
                  </a:lnTo>
                  <a:lnTo>
                    <a:pt x="4078516" y="1443857"/>
                  </a:lnTo>
                  <a:lnTo>
                    <a:pt x="4074154" y="1443857"/>
                  </a:lnTo>
                  <a:lnTo>
                    <a:pt x="4069791" y="1443857"/>
                  </a:lnTo>
                  <a:lnTo>
                    <a:pt x="4065428" y="1443857"/>
                  </a:lnTo>
                  <a:lnTo>
                    <a:pt x="4061065" y="1443857"/>
                  </a:lnTo>
                  <a:lnTo>
                    <a:pt x="4056703" y="1443857"/>
                  </a:lnTo>
                  <a:lnTo>
                    <a:pt x="4052340" y="1443857"/>
                  </a:lnTo>
                  <a:lnTo>
                    <a:pt x="4047977" y="1443857"/>
                  </a:lnTo>
                  <a:lnTo>
                    <a:pt x="4043614" y="1443857"/>
                  </a:lnTo>
                  <a:lnTo>
                    <a:pt x="4039252" y="1443857"/>
                  </a:lnTo>
                  <a:lnTo>
                    <a:pt x="4034889" y="1443857"/>
                  </a:lnTo>
                  <a:lnTo>
                    <a:pt x="4030526" y="1443857"/>
                  </a:lnTo>
                  <a:lnTo>
                    <a:pt x="4026163" y="1443857"/>
                  </a:lnTo>
                  <a:lnTo>
                    <a:pt x="4021801" y="1443857"/>
                  </a:lnTo>
                  <a:lnTo>
                    <a:pt x="4017438" y="1443857"/>
                  </a:lnTo>
                  <a:lnTo>
                    <a:pt x="4013075" y="1443857"/>
                  </a:lnTo>
                  <a:lnTo>
                    <a:pt x="4008712" y="1443857"/>
                  </a:lnTo>
                  <a:lnTo>
                    <a:pt x="4004350" y="1443857"/>
                  </a:lnTo>
                  <a:lnTo>
                    <a:pt x="3999987" y="1443857"/>
                  </a:lnTo>
                  <a:lnTo>
                    <a:pt x="3995624" y="1443857"/>
                  </a:lnTo>
                  <a:lnTo>
                    <a:pt x="3991261" y="1443857"/>
                  </a:lnTo>
                  <a:lnTo>
                    <a:pt x="3986899" y="1443857"/>
                  </a:lnTo>
                  <a:lnTo>
                    <a:pt x="3982536" y="1443857"/>
                  </a:lnTo>
                  <a:lnTo>
                    <a:pt x="3978173" y="1443857"/>
                  </a:lnTo>
                  <a:lnTo>
                    <a:pt x="3973810" y="1443857"/>
                  </a:lnTo>
                  <a:lnTo>
                    <a:pt x="3969448" y="1443857"/>
                  </a:lnTo>
                  <a:lnTo>
                    <a:pt x="3965085" y="1443857"/>
                  </a:lnTo>
                  <a:lnTo>
                    <a:pt x="3960722" y="1443857"/>
                  </a:lnTo>
                  <a:lnTo>
                    <a:pt x="3956359" y="1443857"/>
                  </a:lnTo>
                  <a:lnTo>
                    <a:pt x="3951997" y="1443857"/>
                  </a:lnTo>
                  <a:lnTo>
                    <a:pt x="3947634" y="1443857"/>
                  </a:lnTo>
                  <a:lnTo>
                    <a:pt x="3943271" y="1443857"/>
                  </a:lnTo>
                  <a:lnTo>
                    <a:pt x="3938908" y="1443857"/>
                  </a:lnTo>
                  <a:lnTo>
                    <a:pt x="3934546" y="1443857"/>
                  </a:lnTo>
                  <a:lnTo>
                    <a:pt x="3930183" y="1443857"/>
                  </a:lnTo>
                  <a:lnTo>
                    <a:pt x="3925820" y="1443857"/>
                  </a:lnTo>
                  <a:lnTo>
                    <a:pt x="3921457" y="1443857"/>
                  </a:lnTo>
                  <a:lnTo>
                    <a:pt x="3917095" y="1443857"/>
                  </a:lnTo>
                  <a:lnTo>
                    <a:pt x="3912732" y="1443857"/>
                  </a:lnTo>
                  <a:lnTo>
                    <a:pt x="3908369" y="1443857"/>
                  </a:lnTo>
                  <a:lnTo>
                    <a:pt x="3904006" y="1443857"/>
                  </a:lnTo>
                  <a:lnTo>
                    <a:pt x="3899644" y="1443857"/>
                  </a:lnTo>
                  <a:lnTo>
                    <a:pt x="3895281" y="1443857"/>
                  </a:lnTo>
                  <a:lnTo>
                    <a:pt x="3890918" y="1443857"/>
                  </a:lnTo>
                  <a:lnTo>
                    <a:pt x="3886555" y="1443857"/>
                  </a:lnTo>
                  <a:lnTo>
                    <a:pt x="3882193" y="1443857"/>
                  </a:lnTo>
                  <a:lnTo>
                    <a:pt x="3877830" y="1443857"/>
                  </a:lnTo>
                  <a:lnTo>
                    <a:pt x="3873467" y="1443857"/>
                  </a:lnTo>
                  <a:lnTo>
                    <a:pt x="3869104" y="1443857"/>
                  </a:lnTo>
                  <a:lnTo>
                    <a:pt x="3864742" y="1443857"/>
                  </a:lnTo>
                  <a:lnTo>
                    <a:pt x="3860379" y="1443857"/>
                  </a:lnTo>
                  <a:lnTo>
                    <a:pt x="3856016" y="1443857"/>
                  </a:lnTo>
                  <a:lnTo>
                    <a:pt x="3851653" y="1443857"/>
                  </a:lnTo>
                  <a:lnTo>
                    <a:pt x="3847291" y="1443857"/>
                  </a:lnTo>
                  <a:lnTo>
                    <a:pt x="3842928" y="1443857"/>
                  </a:lnTo>
                  <a:lnTo>
                    <a:pt x="3838565" y="1443857"/>
                  </a:lnTo>
                  <a:lnTo>
                    <a:pt x="3834202" y="1443857"/>
                  </a:lnTo>
                  <a:lnTo>
                    <a:pt x="3829840" y="1443857"/>
                  </a:lnTo>
                  <a:lnTo>
                    <a:pt x="3825477" y="1443857"/>
                  </a:lnTo>
                  <a:lnTo>
                    <a:pt x="3821114" y="1443857"/>
                  </a:lnTo>
                  <a:lnTo>
                    <a:pt x="3816751" y="1443857"/>
                  </a:lnTo>
                  <a:lnTo>
                    <a:pt x="3812389" y="1443857"/>
                  </a:lnTo>
                  <a:lnTo>
                    <a:pt x="3808026" y="1443857"/>
                  </a:lnTo>
                  <a:lnTo>
                    <a:pt x="3803663" y="1443857"/>
                  </a:lnTo>
                  <a:lnTo>
                    <a:pt x="3799300" y="1443857"/>
                  </a:lnTo>
                  <a:lnTo>
                    <a:pt x="3794938" y="1443857"/>
                  </a:lnTo>
                  <a:lnTo>
                    <a:pt x="3790575" y="1443857"/>
                  </a:lnTo>
                  <a:lnTo>
                    <a:pt x="3786212" y="1443857"/>
                  </a:lnTo>
                  <a:lnTo>
                    <a:pt x="3781849" y="1443857"/>
                  </a:lnTo>
                  <a:lnTo>
                    <a:pt x="3777487" y="1443857"/>
                  </a:lnTo>
                  <a:lnTo>
                    <a:pt x="3773124" y="1443857"/>
                  </a:lnTo>
                  <a:lnTo>
                    <a:pt x="3768761" y="1443857"/>
                  </a:lnTo>
                  <a:lnTo>
                    <a:pt x="3764398" y="1443857"/>
                  </a:lnTo>
                  <a:lnTo>
                    <a:pt x="3760036" y="1443857"/>
                  </a:lnTo>
                  <a:lnTo>
                    <a:pt x="3755673" y="1443857"/>
                  </a:lnTo>
                  <a:lnTo>
                    <a:pt x="3751310" y="1443857"/>
                  </a:lnTo>
                  <a:lnTo>
                    <a:pt x="3746947" y="1443857"/>
                  </a:lnTo>
                  <a:lnTo>
                    <a:pt x="3742585" y="1443857"/>
                  </a:lnTo>
                  <a:lnTo>
                    <a:pt x="3738222" y="1443857"/>
                  </a:lnTo>
                  <a:lnTo>
                    <a:pt x="3733859" y="1443857"/>
                  </a:lnTo>
                  <a:lnTo>
                    <a:pt x="3729496" y="1443857"/>
                  </a:lnTo>
                  <a:lnTo>
                    <a:pt x="3725134" y="1443857"/>
                  </a:lnTo>
                  <a:lnTo>
                    <a:pt x="3720771" y="1443857"/>
                  </a:lnTo>
                  <a:lnTo>
                    <a:pt x="3716408" y="1443857"/>
                  </a:lnTo>
                  <a:lnTo>
                    <a:pt x="3712045" y="1443857"/>
                  </a:lnTo>
                  <a:lnTo>
                    <a:pt x="3707683" y="1443857"/>
                  </a:lnTo>
                  <a:lnTo>
                    <a:pt x="3703320" y="1443857"/>
                  </a:lnTo>
                  <a:lnTo>
                    <a:pt x="3698957" y="1443857"/>
                  </a:lnTo>
                  <a:lnTo>
                    <a:pt x="3694594" y="1443857"/>
                  </a:lnTo>
                  <a:lnTo>
                    <a:pt x="3690232" y="1443857"/>
                  </a:lnTo>
                  <a:lnTo>
                    <a:pt x="3685869" y="1443857"/>
                  </a:lnTo>
                  <a:lnTo>
                    <a:pt x="3681506" y="1443857"/>
                  </a:lnTo>
                  <a:lnTo>
                    <a:pt x="3677143" y="1443857"/>
                  </a:lnTo>
                  <a:lnTo>
                    <a:pt x="3672781" y="1443857"/>
                  </a:lnTo>
                  <a:lnTo>
                    <a:pt x="3668418" y="1443857"/>
                  </a:lnTo>
                  <a:lnTo>
                    <a:pt x="3664055" y="1443857"/>
                  </a:lnTo>
                  <a:lnTo>
                    <a:pt x="3659692" y="1443857"/>
                  </a:lnTo>
                  <a:lnTo>
                    <a:pt x="3655330" y="1443857"/>
                  </a:lnTo>
                  <a:lnTo>
                    <a:pt x="3650967" y="1443857"/>
                  </a:lnTo>
                  <a:lnTo>
                    <a:pt x="3646604" y="1443857"/>
                  </a:lnTo>
                  <a:lnTo>
                    <a:pt x="3642241" y="1443857"/>
                  </a:lnTo>
                  <a:lnTo>
                    <a:pt x="3637879" y="1443857"/>
                  </a:lnTo>
                  <a:lnTo>
                    <a:pt x="3633516" y="1443857"/>
                  </a:lnTo>
                  <a:lnTo>
                    <a:pt x="3629153" y="1443857"/>
                  </a:lnTo>
                  <a:lnTo>
                    <a:pt x="3624790" y="1443857"/>
                  </a:lnTo>
                  <a:lnTo>
                    <a:pt x="3620428" y="1443857"/>
                  </a:lnTo>
                  <a:lnTo>
                    <a:pt x="3616065" y="1443857"/>
                  </a:lnTo>
                  <a:lnTo>
                    <a:pt x="3611702" y="1443857"/>
                  </a:lnTo>
                  <a:lnTo>
                    <a:pt x="3607339" y="1443857"/>
                  </a:lnTo>
                  <a:lnTo>
                    <a:pt x="3602977" y="1443857"/>
                  </a:lnTo>
                  <a:lnTo>
                    <a:pt x="3598614" y="1443857"/>
                  </a:lnTo>
                  <a:lnTo>
                    <a:pt x="3594251" y="1443857"/>
                  </a:lnTo>
                  <a:lnTo>
                    <a:pt x="3589888" y="1443857"/>
                  </a:lnTo>
                  <a:lnTo>
                    <a:pt x="3585526" y="1443857"/>
                  </a:lnTo>
                  <a:lnTo>
                    <a:pt x="3581163" y="1443857"/>
                  </a:lnTo>
                  <a:lnTo>
                    <a:pt x="3576800" y="1443857"/>
                  </a:lnTo>
                  <a:lnTo>
                    <a:pt x="3572437" y="1443857"/>
                  </a:lnTo>
                  <a:lnTo>
                    <a:pt x="3568075" y="1443857"/>
                  </a:lnTo>
                  <a:lnTo>
                    <a:pt x="3563712" y="1443857"/>
                  </a:lnTo>
                  <a:lnTo>
                    <a:pt x="3559349" y="1443857"/>
                  </a:lnTo>
                  <a:lnTo>
                    <a:pt x="3554986" y="1443857"/>
                  </a:lnTo>
                  <a:lnTo>
                    <a:pt x="3550624" y="1443857"/>
                  </a:lnTo>
                  <a:lnTo>
                    <a:pt x="3546261" y="1443857"/>
                  </a:lnTo>
                  <a:lnTo>
                    <a:pt x="3541898" y="1443857"/>
                  </a:lnTo>
                  <a:lnTo>
                    <a:pt x="3537535" y="1443857"/>
                  </a:lnTo>
                  <a:lnTo>
                    <a:pt x="3533173" y="1443857"/>
                  </a:lnTo>
                  <a:lnTo>
                    <a:pt x="3528810" y="1443857"/>
                  </a:lnTo>
                  <a:lnTo>
                    <a:pt x="3524447" y="1443857"/>
                  </a:lnTo>
                  <a:lnTo>
                    <a:pt x="3520084" y="1443857"/>
                  </a:lnTo>
                  <a:lnTo>
                    <a:pt x="3515722" y="1443857"/>
                  </a:lnTo>
                  <a:lnTo>
                    <a:pt x="3511359" y="1443857"/>
                  </a:lnTo>
                  <a:lnTo>
                    <a:pt x="3506996" y="1443857"/>
                  </a:lnTo>
                  <a:lnTo>
                    <a:pt x="3502633" y="1443857"/>
                  </a:lnTo>
                  <a:lnTo>
                    <a:pt x="3498271" y="1443857"/>
                  </a:lnTo>
                  <a:lnTo>
                    <a:pt x="3493908" y="1443857"/>
                  </a:lnTo>
                  <a:lnTo>
                    <a:pt x="3489545" y="1443857"/>
                  </a:lnTo>
                  <a:lnTo>
                    <a:pt x="3485182" y="1443857"/>
                  </a:lnTo>
                  <a:lnTo>
                    <a:pt x="3480820" y="1443857"/>
                  </a:lnTo>
                  <a:lnTo>
                    <a:pt x="3476457" y="1443857"/>
                  </a:lnTo>
                  <a:lnTo>
                    <a:pt x="3472094" y="1443857"/>
                  </a:lnTo>
                  <a:lnTo>
                    <a:pt x="3467731" y="1443857"/>
                  </a:lnTo>
                  <a:lnTo>
                    <a:pt x="3463369" y="1443857"/>
                  </a:lnTo>
                  <a:lnTo>
                    <a:pt x="3459006" y="1443857"/>
                  </a:lnTo>
                  <a:lnTo>
                    <a:pt x="3454643" y="1443857"/>
                  </a:lnTo>
                  <a:lnTo>
                    <a:pt x="3450280" y="1443857"/>
                  </a:lnTo>
                  <a:lnTo>
                    <a:pt x="3445918" y="1443857"/>
                  </a:lnTo>
                  <a:lnTo>
                    <a:pt x="3441555" y="1443857"/>
                  </a:lnTo>
                  <a:lnTo>
                    <a:pt x="3437192" y="1443857"/>
                  </a:lnTo>
                  <a:lnTo>
                    <a:pt x="3432829" y="1443857"/>
                  </a:lnTo>
                  <a:lnTo>
                    <a:pt x="3428467" y="1443857"/>
                  </a:lnTo>
                  <a:lnTo>
                    <a:pt x="3424104" y="1443857"/>
                  </a:lnTo>
                  <a:lnTo>
                    <a:pt x="3419741" y="1443857"/>
                  </a:lnTo>
                  <a:lnTo>
                    <a:pt x="3415378" y="1443857"/>
                  </a:lnTo>
                  <a:lnTo>
                    <a:pt x="3411016" y="1443857"/>
                  </a:lnTo>
                  <a:lnTo>
                    <a:pt x="3406653" y="1443857"/>
                  </a:lnTo>
                  <a:lnTo>
                    <a:pt x="3402290" y="1443857"/>
                  </a:lnTo>
                  <a:lnTo>
                    <a:pt x="3397927" y="1443857"/>
                  </a:lnTo>
                  <a:lnTo>
                    <a:pt x="3393565" y="1443857"/>
                  </a:lnTo>
                  <a:lnTo>
                    <a:pt x="3389202" y="1443857"/>
                  </a:lnTo>
                  <a:lnTo>
                    <a:pt x="3384839" y="1443857"/>
                  </a:lnTo>
                  <a:lnTo>
                    <a:pt x="3380476" y="1443857"/>
                  </a:lnTo>
                  <a:lnTo>
                    <a:pt x="3376114" y="1443857"/>
                  </a:lnTo>
                  <a:lnTo>
                    <a:pt x="3371751" y="1443857"/>
                  </a:lnTo>
                  <a:lnTo>
                    <a:pt x="3367388" y="1443857"/>
                  </a:lnTo>
                  <a:lnTo>
                    <a:pt x="3363025" y="1443857"/>
                  </a:lnTo>
                  <a:lnTo>
                    <a:pt x="3358663" y="1443857"/>
                  </a:lnTo>
                  <a:lnTo>
                    <a:pt x="3354300" y="1443857"/>
                  </a:lnTo>
                  <a:lnTo>
                    <a:pt x="3349937" y="1443857"/>
                  </a:lnTo>
                  <a:lnTo>
                    <a:pt x="3345574" y="1443857"/>
                  </a:lnTo>
                  <a:lnTo>
                    <a:pt x="3341212" y="1443857"/>
                  </a:lnTo>
                  <a:lnTo>
                    <a:pt x="3336849" y="1443857"/>
                  </a:lnTo>
                  <a:lnTo>
                    <a:pt x="3332486" y="1443857"/>
                  </a:lnTo>
                  <a:lnTo>
                    <a:pt x="3328123" y="1443857"/>
                  </a:lnTo>
                  <a:lnTo>
                    <a:pt x="3323761" y="1443857"/>
                  </a:lnTo>
                  <a:lnTo>
                    <a:pt x="3319398" y="1443857"/>
                  </a:lnTo>
                  <a:lnTo>
                    <a:pt x="3315035" y="1443857"/>
                  </a:lnTo>
                  <a:lnTo>
                    <a:pt x="3310672" y="1443857"/>
                  </a:lnTo>
                  <a:lnTo>
                    <a:pt x="3306310" y="1443857"/>
                  </a:lnTo>
                  <a:lnTo>
                    <a:pt x="3301947" y="1443857"/>
                  </a:lnTo>
                  <a:lnTo>
                    <a:pt x="3297584" y="1443857"/>
                  </a:lnTo>
                  <a:lnTo>
                    <a:pt x="3293221" y="1443857"/>
                  </a:lnTo>
                  <a:lnTo>
                    <a:pt x="3288859" y="1443857"/>
                  </a:lnTo>
                  <a:lnTo>
                    <a:pt x="3284496" y="1443857"/>
                  </a:lnTo>
                  <a:lnTo>
                    <a:pt x="3280133" y="1443857"/>
                  </a:lnTo>
                  <a:lnTo>
                    <a:pt x="3275770" y="1443857"/>
                  </a:lnTo>
                  <a:lnTo>
                    <a:pt x="3271408" y="1443857"/>
                  </a:lnTo>
                  <a:lnTo>
                    <a:pt x="3267045" y="1443857"/>
                  </a:lnTo>
                  <a:lnTo>
                    <a:pt x="3262682" y="1443857"/>
                  </a:lnTo>
                  <a:lnTo>
                    <a:pt x="3258319" y="1443857"/>
                  </a:lnTo>
                  <a:lnTo>
                    <a:pt x="3253957" y="1443857"/>
                  </a:lnTo>
                  <a:lnTo>
                    <a:pt x="3249594" y="1443857"/>
                  </a:lnTo>
                  <a:lnTo>
                    <a:pt x="3245231" y="1443857"/>
                  </a:lnTo>
                  <a:lnTo>
                    <a:pt x="3240868" y="1443857"/>
                  </a:lnTo>
                  <a:lnTo>
                    <a:pt x="3236506" y="1443857"/>
                  </a:lnTo>
                  <a:lnTo>
                    <a:pt x="3232143" y="1443857"/>
                  </a:lnTo>
                  <a:lnTo>
                    <a:pt x="3227780" y="1443857"/>
                  </a:lnTo>
                  <a:lnTo>
                    <a:pt x="3223417" y="1443857"/>
                  </a:lnTo>
                  <a:lnTo>
                    <a:pt x="3219055" y="1443857"/>
                  </a:lnTo>
                  <a:lnTo>
                    <a:pt x="3214692" y="1443857"/>
                  </a:lnTo>
                  <a:lnTo>
                    <a:pt x="3210329" y="1443857"/>
                  </a:lnTo>
                  <a:lnTo>
                    <a:pt x="3205966" y="1443857"/>
                  </a:lnTo>
                  <a:lnTo>
                    <a:pt x="3201604" y="1443857"/>
                  </a:lnTo>
                  <a:lnTo>
                    <a:pt x="3197241" y="1443857"/>
                  </a:lnTo>
                  <a:lnTo>
                    <a:pt x="3192878" y="1443857"/>
                  </a:lnTo>
                  <a:lnTo>
                    <a:pt x="3188515" y="1443857"/>
                  </a:lnTo>
                  <a:lnTo>
                    <a:pt x="3184153" y="1443857"/>
                  </a:lnTo>
                  <a:lnTo>
                    <a:pt x="3179790" y="1443857"/>
                  </a:lnTo>
                  <a:lnTo>
                    <a:pt x="3175427" y="1443857"/>
                  </a:lnTo>
                  <a:lnTo>
                    <a:pt x="3171064" y="1443857"/>
                  </a:lnTo>
                  <a:lnTo>
                    <a:pt x="3166702" y="1443857"/>
                  </a:lnTo>
                  <a:lnTo>
                    <a:pt x="3162339" y="1443857"/>
                  </a:lnTo>
                  <a:lnTo>
                    <a:pt x="3157976" y="1443857"/>
                  </a:lnTo>
                  <a:lnTo>
                    <a:pt x="3153613" y="1443857"/>
                  </a:lnTo>
                  <a:lnTo>
                    <a:pt x="3149251" y="1443857"/>
                  </a:lnTo>
                  <a:lnTo>
                    <a:pt x="3144888" y="1443857"/>
                  </a:lnTo>
                  <a:lnTo>
                    <a:pt x="3140525" y="1443857"/>
                  </a:lnTo>
                  <a:lnTo>
                    <a:pt x="3136162" y="1443857"/>
                  </a:lnTo>
                  <a:lnTo>
                    <a:pt x="3131800" y="1443857"/>
                  </a:lnTo>
                  <a:lnTo>
                    <a:pt x="3127437" y="1443857"/>
                  </a:lnTo>
                  <a:lnTo>
                    <a:pt x="3123074" y="1443857"/>
                  </a:lnTo>
                  <a:lnTo>
                    <a:pt x="3118711" y="1443857"/>
                  </a:lnTo>
                  <a:lnTo>
                    <a:pt x="3114349" y="1443857"/>
                  </a:lnTo>
                  <a:lnTo>
                    <a:pt x="3109986" y="1443857"/>
                  </a:lnTo>
                  <a:lnTo>
                    <a:pt x="3105623" y="1443857"/>
                  </a:lnTo>
                  <a:lnTo>
                    <a:pt x="3101260" y="1443857"/>
                  </a:lnTo>
                  <a:lnTo>
                    <a:pt x="3096898" y="1443857"/>
                  </a:lnTo>
                  <a:lnTo>
                    <a:pt x="3092535" y="1443857"/>
                  </a:lnTo>
                  <a:lnTo>
                    <a:pt x="3088172" y="1443857"/>
                  </a:lnTo>
                  <a:lnTo>
                    <a:pt x="3083809" y="1443857"/>
                  </a:lnTo>
                  <a:lnTo>
                    <a:pt x="3079447" y="1443857"/>
                  </a:lnTo>
                  <a:lnTo>
                    <a:pt x="3075084" y="1443857"/>
                  </a:lnTo>
                  <a:lnTo>
                    <a:pt x="3070721" y="1443857"/>
                  </a:lnTo>
                  <a:lnTo>
                    <a:pt x="3066358" y="1443857"/>
                  </a:lnTo>
                  <a:lnTo>
                    <a:pt x="3061996" y="1443857"/>
                  </a:lnTo>
                  <a:lnTo>
                    <a:pt x="3057633" y="1443857"/>
                  </a:lnTo>
                  <a:lnTo>
                    <a:pt x="3053270" y="1443857"/>
                  </a:lnTo>
                  <a:lnTo>
                    <a:pt x="3048907" y="1443857"/>
                  </a:lnTo>
                  <a:lnTo>
                    <a:pt x="3044545" y="1443857"/>
                  </a:lnTo>
                  <a:lnTo>
                    <a:pt x="3040182" y="1443857"/>
                  </a:lnTo>
                  <a:lnTo>
                    <a:pt x="3035819" y="1443857"/>
                  </a:lnTo>
                  <a:lnTo>
                    <a:pt x="3031456" y="1443857"/>
                  </a:lnTo>
                  <a:lnTo>
                    <a:pt x="3027094" y="1443857"/>
                  </a:lnTo>
                  <a:lnTo>
                    <a:pt x="3022731" y="1443857"/>
                  </a:lnTo>
                  <a:lnTo>
                    <a:pt x="3018368" y="1443857"/>
                  </a:lnTo>
                  <a:lnTo>
                    <a:pt x="3014005" y="1443857"/>
                  </a:lnTo>
                  <a:lnTo>
                    <a:pt x="3009643" y="1443857"/>
                  </a:lnTo>
                  <a:lnTo>
                    <a:pt x="3005280" y="1443857"/>
                  </a:lnTo>
                  <a:lnTo>
                    <a:pt x="3000917" y="1443857"/>
                  </a:lnTo>
                  <a:lnTo>
                    <a:pt x="2996554" y="1443857"/>
                  </a:lnTo>
                  <a:lnTo>
                    <a:pt x="2992192" y="1443857"/>
                  </a:lnTo>
                  <a:lnTo>
                    <a:pt x="2987829" y="1443857"/>
                  </a:lnTo>
                  <a:lnTo>
                    <a:pt x="2983466" y="1443857"/>
                  </a:lnTo>
                  <a:lnTo>
                    <a:pt x="2979103" y="1443857"/>
                  </a:lnTo>
                  <a:lnTo>
                    <a:pt x="2974741" y="1443857"/>
                  </a:lnTo>
                  <a:lnTo>
                    <a:pt x="2970378" y="1443857"/>
                  </a:lnTo>
                  <a:lnTo>
                    <a:pt x="2966015" y="1443857"/>
                  </a:lnTo>
                  <a:lnTo>
                    <a:pt x="2961652" y="1443857"/>
                  </a:lnTo>
                  <a:lnTo>
                    <a:pt x="2957290" y="1443857"/>
                  </a:lnTo>
                  <a:lnTo>
                    <a:pt x="2952927" y="1443857"/>
                  </a:lnTo>
                  <a:lnTo>
                    <a:pt x="2948564" y="1443857"/>
                  </a:lnTo>
                  <a:lnTo>
                    <a:pt x="2944201" y="1443857"/>
                  </a:lnTo>
                  <a:lnTo>
                    <a:pt x="2939839" y="1443857"/>
                  </a:lnTo>
                  <a:lnTo>
                    <a:pt x="2935476" y="1443857"/>
                  </a:lnTo>
                  <a:lnTo>
                    <a:pt x="2931113" y="1443857"/>
                  </a:lnTo>
                  <a:lnTo>
                    <a:pt x="2926750" y="1443857"/>
                  </a:lnTo>
                  <a:lnTo>
                    <a:pt x="2922388" y="1443857"/>
                  </a:lnTo>
                  <a:lnTo>
                    <a:pt x="2918025" y="1443857"/>
                  </a:lnTo>
                  <a:lnTo>
                    <a:pt x="2913662" y="1443857"/>
                  </a:lnTo>
                  <a:lnTo>
                    <a:pt x="2909299" y="1443857"/>
                  </a:lnTo>
                  <a:lnTo>
                    <a:pt x="2904937" y="1443857"/>
                  </a:lnTo>
                  <a:lnTo>
                    <a:pt x="2900574" y="1443857"/>
                  </a:lnTo>
                  <a:lnTo>
                    <a:pt x="2896211" y="1443857"/>
                  </a:lnTo>
                  <a:lnTo>
                    <a:pt x="2891848" y="1443857"/>
                  </a:lnTo>
                  <a:lnTo>
                    <a:pt x="2887486" y="1443857"/>
                  </a:lnTo>
                  <a:lnTo>
                    <a:pt x="2883123" y="1443857"/>
                  </a:lnTo>
                  <a:lnTo>
                    <a:pt x="2878760" y="1443857"/>
                  </a:lnTo>
                  <a:lnTo>
                    <a:pt x="2874397" y="1443857"/>
                  </a:lnTo>
                  <a:lnTo>
                    <a:pt x="2870035" y="1443857"/>
                  </a:lnTo>
                  <a:lnTo>
                    <a:pt x="2865672" y="1443857"/>
                  </a:lnTo>
                  <a:lnTo>
                    <a:pt x="2861309" y="1443857"/>
                  </a:lnTo>
                  <a:lnTo>
                    <a:pt x="2856946" y="1443857"/>
                  </a:lnTo>
                  <a:lnTo>
                    <a:pt x="2852584" y="1443857"/>
                  </a:lnTo>
                  <a:lnTo>
                    <a:pt x="2848221" y="1443857"/>
                  </a:lnTo>
                  <a:lnTo>
                    <a:pt x="2843858" y="1443857"/>
                  </a:lnTo>
                  <a:lnTo>
                    <a:pt x="2839495" y="1443857"/>
                  </a:lnTo>
                  <a:lnTo>
                    <a:pt x="2835133" y="1443857"/>
                  </a:lnTo>
                  <a:lnTo>
                    <a:pt x="2830770" y="1443857"/>
                  </a:lnTo>
                  <a:lnTo>
                    <a:pt x="2826407" y="1443857"/>
                  </a:lnTo>
                  <a:lnTo>
                    <a:pt x="2822044" y="1443857"/>
                  </a:lnTo>
                  <a:lnTo>
                    <a:pt x="2817682" y="1443857"/>
                  </a:lnTo>
                  <a:lnTo>
                    <a:pt x="2813319" y="1443857"/>
                  </a:lnTo>
                  <a:lnTo>
                    <a:pt x="2808956" y="1443857"/>
                  </a:lnTo>
                  <a:lnTo>
                    <a:pt x="2804593" y="1443857"/>
                  </a:lnTo>
                  <a:lnTo>
                    <a:pt x="2800231" y="1443857"/>
                  </a:lnTo>
                  <a:lnTo>
                    <a:pt x="2795868" y="1443857"/>
                  </a:lnTo>
                  <a:lnTo>
                    <a:pt x="2791505" y="1443857"/>
                  </a:lnTo>
                  <a:lnTo>
                    <a:pt x="2787142" y="1443857"/>
                  </a:lnTo>
                  <a:lnTo>
                    <a:pt x="2782780" y="1443857"/>
                  </a:lnTo>
                  <a:lnTo>
                    <a:pt x="2778417" y="1443857"/>
                  </a:lnTo>
                  <a:lnTo>
                    <a:pt x="2774054" y="1443857"/>
                  </a:lnTo>
                  <a:lnTo>
                    <a:pt x="2769691" y="1443857"/>
                  </a:lnTo>
                  <a:lnTo>
                    <a:pt x="2765329" y="1443857"/>
                  </a:lnTo>
                  <a:lnTo>
                    <a:pt x="2760966" y="1443857"/>
                  </a:lnTo>
                  <a:lnTo>
                    <a:pt x="2756603" y="1443857"/>
                  </a:lnTo>
                  <a:lnTo>
                    <a:pt x="2752240" y="1443857"/>
                  </a:lnTo>
                  <a:lnTo>
                    <a:pt x="2747878" y="1443857"/>
                  </a:lnTo>
                  <a:lnTo>
                    <a:pt x="2743515" y="1443857"/>
                  </a:lnTo>
                  <a:lnTo>
                    <a:pt x="2739152" y="1443857"/>
                  </a:lnTo>
                  <a:lnTo>
                    <a:pt x="2734789" y="1443857"/>
                  </a:lnTo>
                  <a:lnTo>
                    <a:pt x="2730427" y="1443857"/>
                  </a:lnTo>
                  <a:lnTo>
                    <a:pt x="2726064" y="1443857"/>
                  </a:lnTo>
                  <a:lnTo>
                    <a:pt x="2721701" y="1443857"/>
                  </a:lnTo>
                  <a:lnTo>
                    <a:pt x="2717338" y="1443857"/>
                  </a:lnTo>
                  <a:lnTo>
                    <a:pt x="2712976" y="1443857"/>
                  </a:lnTo>
                  <a:lnTo>
                    <a:pt x="2708613" y="1443857"/>
                  </a:lnTo>
                  <a:lnTo>
                    <a:pt x="2704250" y="1443857"/>
                  </a:lnTo>
                  <a:lnTo>
                    <a:pt x="2699887" y="1443857"/>
                  </a:lnTo>
                  <a:lnTo>
                    <a:pt x="2695525" y="1443857"/>
                  </a:lnTo>
                  <a:lnTo>
                    <a:pt x="2691162" y="1443857"/>
                  </a:lnTo>
                  <a:lnTo>
                    <a:pt x="2686799" y="1443857"/>
                  </a:lnTo>
                  <a:lnTo>
                    <a:pt x="2682436" y="1443857"/>
                  </a:lnTo>
                  <a:lnTo>
                    <a:pt x="2678074" y="1443857"/>
                  </a:lnTo>
                  <a:lnTo>
                    <a:pt x="2673711" y="1443857"/>
                  </a:lnTo>
                  <a:lnTo>
                    <a:pt x="2669348" y="1443857"/>
                  </a:lnTo>
                  <a:lnTo>
                    <a:pt x="2664985" y="1443857"/>
                  </a:lnTo>
                  <a:lnTo>
                    <a:pt x="2660623" y="1443857"/>
                  </a:lnTo>
                  <a:lnTo>
                    <a:pt x="2656260" y="1443857"/>
                  </a:lnTo>
                  <a:lnTo>
                    <a:pt x="2651897" y="1443857"/>
                  </a:lnTo>
                  <a:lnTo>
                    <a:pt x="2647534" y="1443857"/>
                  </a:lnTo>
                  <a:lnTo>
                    <a:pt x="2643172" y="1443857"/>
                  </a:lnTo>
                  <a:lnTo>
                    <a:pt x="2638809" y="1443857"/>
                  </a:lnTo>
                  <a:lnTo>
                    <a:pt x="2634446" y="1443857"/>
                  </a:lnTo>
                  <a:lnTo>
                    <a:pt x="2630083" y="1443857"/>
                  </a:lnTo>
                  <a:lnTo>
                    <a:pt x="2625721" y="1443857"/>
                  </a:lnTo>
                  <a:lnTo>
                    <a:pt x="2621358" y="1443857"/>
                  </a:lnTo>
                  <a:lnTo>
                    <a:pt x="2616995" y="1443857"/>
                  </a:lnTo>
                  <a:lnTo>
                    <a:pt x="2612632" y="1443857"/>
                  </a:lnTo>
                  <a:lnTo>
                    <a:pt x="2608270" y="1443857"/>
                  </a:lnTo>
                  <a:lnTo>
                    <a:pt x="2603907" y="1443857"/>
                  </a:lnTo>
                  <a:lnTo>
                    <a:pt x="2599544" y="1443857"/>
                  </a:lnTo>
                  <a:lnTo>
                    <a:pt x="2595181" y="1443857"/>
                  </a:lnTo>
                  <a:lnTo>
                    <a:pt x="2590819" y="1443857"/>
                  </a:lnTo>
                  <a:lnTo>
                    <a:pt x="2586456" y="1443857"/>
                  </a:lnTo>
                  <a:lnTo>
                    <a:pt x="2582093" y="1443857"/>
                  </a:lnTo>
                  <a:lnTo>
                    <a:pt x="2577730" y="1443857"/>
                  </a:lnTo>
                  <a:lnTo>
                    <a:pt x="2573368" y="1443857"/>
                  </a:lnTo>
                  <a:lnTo>
                    <a:pt x="2569005" y="1443857"/>
                  </a:lnTo>
                  <a:lnTo>
                    <a:pt x="2564642" y="1443857"/>
                  </a:lnTo>
                  <a:lnTo>
                    <a:pt x="2560279" y="1443857"/>
                  </a:lnTo>
                  <a:lnTo>
                    <a:pt x="2555917" y="1443857"/>
                  </a:lnTo>
                  <a:lnTo>
                    <a:pt x="2551554" y="1443857"/>
                  </a:lnTo>
                  <a:lnTo>
                    <a:pt x="2547191" y="1443857"/>
                  </a:lnTo>
                  <a:lnTo>
                    <a:pt x="2542828" y="1443857"/>
                  </a:lnTo>
                  <a:lnTo>
                    <a:pt x="2538466" y="1443857"/>
                  </a:lnTo>
                  <a:lnTo>
                    <a:pt x="2534103" y="1443857"/>
                  </a:lnTo>
                  <a:lnTo>
                    <a:pt x="2529740" y="1443857"/>
                  </a:lnTo>
                  <a:lnTo>
                    <a:pt x="2525377" y="1443857"/>
                  </a:lnTo>
                  <a:lnTo>
                    <a:pt x="2521015" y="1443857"/>
                  </a:lnTo>
                  <a:lnTo>
                    <a:pt x="2516652" y="1443857"/>
                  </a:lnTo>
                  <a:lnTo>
                    <a:pt x="2512289" y="1443857"/>
                  </a:lnTo>
                  <a:lnTo>
                    <a:pt x="2507926" y="1443857"/>
                  </a:lnTo>
                  <a:lnTo>
                    <a:pt x="2503564" y="1443857"/>
                  </a:lnTo>
                  <a:lnTo>
                    <a:pt x="2499201" y="1443857"/>
                  </a:lnTo>
                  <a:lnTo>
                    <a:pt x="2494838" y="1443857"/>
                  </a:lnTo>
                  <a:lnTo>
                    <a:pt x="2490475" y="1443857"/>
                  </a:lnTo>
                  <a:lnTo>
                    <a:pt x="2486113" y="1443857"/>
                  </a:lnTo>
                  <a:lnTo>
                    <a:pt x="2481750" y="1443857"/>
                  </a:lnTo>
                  <a:lnTo>
                    <a:pt x="2477387" y="1443857"/>
                  </a:lnTo>
                  <a:lnTo>
                    <a:pt x="2473024" y="1443857"/>
                  </a:lnTo>
                  <a:lnTo>
                    <a:pt x="2468662" y="1443857"/>
                  </a:lnTo>
                  <a:lnTo>
                    <a:pt x="2464299" y="1443857"/>
                  </a:lnTo>
                  <a:lnTo>
                    <a:pt x="2459936" y="1443857"/>
                  </a:lnTo>
                  <a:lnTo>
                    <a:pt x="2455573" y="1443857"/>
                  </a:lnTo>
                  <a:lnTo>
                    <a:pt x="2451211" y="1443857"/>
                  </a:lnTo>
                  <a:lnTo>
                    <a:pt x="2446848" y="1443857"/>
                  </a:lnTo>
                  <a:lnTo>
                    <a:pt x="2442485" y="1443857"/>
                  </a:lnTo>
                  <a:lnTo>
                    <a:pt x="2438122" y="1443857"/>
                  </a:lnTo>
                  <a:lnTo>
                    <a:pt x="2433760" y="1443857"/>
                  </a:lnTo>
                  <a:lnTo>
                    <a:pt x="2429397" y="1443857"/>
                  </a:lnTo>
                  <a:lnTo>
                    <a:pt x="2425034" y="1443857"/>
                  </a:lnTo>
                  <a:lnTo>
                    <a:pt x="2420671" y="1443857"/>
                  </a:lnTo>
                  <a:lnTo>
                    <a:pt x="2416309" y="1443857"/>
                  </a:lnTo>
                  <a:lnTo>
                    <a:pt x="2411946" y="1443857"/>
                  </a:lnTo>
                  <a:lnTo>
                    <a:pt x="2407583" y="1443857"/>
                  </a:lnTo>
                  <a:lnTo>
                    <a:pt x="2403220" y="1443857"/>
                  </a:lnTo>
                  <a:lnTo>
                    <a:pt x="2398858" y="1443857"/>
                  </a:lnTo>
                  <a:lnTo>
                    <a:pt x="2394495" y="1443857"/>
                  </a:lnTo>
                  <a:lnTo>
                    <a:pt x="2390132" y="1443857"/>
                  </a:lnTo>
                  <a:lnTo>
                    <a:pt x="2385769" y="1443857"/>
                  </a:lnTo>
                  <a:lnTo>
                    <a:pt x="2381407" y="1443857"/>
                  </a:lnTo>
                  <a:lnTo>
                    <a:pt x="2377044" y="1443857"/>
                  </a:lnTo>
                  <a:lnTo>
                    <a:pt x="2372681" y="1443857"/>
                  </a:lnTo>
                  <a:lnTo>
                    <a:pt x="2368318" y="1443857"/>
                  </a:lnTo>
                  <a:lnTo>
                    <a:pt x="2363956" y="1443857"/>
                  </a:lnTo>
                  <a:lnTo>
                    <a:pt x="2359593" y="1443857"/>
                  </a:lnTo>
                  <a:lnTo>
                    <a:pt x="2355230" y="1443857"/>
                  </a:lnTo>
                  <a:lnTo>
                    <a:pt x="2350867" y="1443857"/>
                  </a:lnTo>
                  <a:lnTo>
                    <a:pt x="2346505" y="1443857"/>
                  </a:lnTo>
                  <a:lnTo>
                    <a:pt x="2342142" y="1443857"/>
                  </a:lnTo>
                  <a:lnTo>
                    <a:pt x="2337779" y="1443857"/>
                  </a:lnTo>
                  <a:lnTo>
                    <a:pt x="2333416" y="1443857"/>
                  </a:lnTo>
                  <a:lnTo>
                    <a:pt x="2329054" y="1443857"/>
                  </a:lnTo>
                  <a:lnTo>
                    <a:pt x="2324691" y="1443857"/>
                  </a:lnTo>
                  <a:lnTo>
                    <a:pt x="2320328" y="1443857"/>
                  </a:lnTo>
                  <a:lnTo>
                    <a:pt x="2315965" y="1443857"/>
                  </a:lnTo>
                  <a:lnTo>
                    <a:pt x="2311603" y="1443857"/>
                  </a:lnTo>
                  <a:lnTo>
                    <a:pt x="2307240" y="1443857"/>
                  </a:lnTo>
                  <a:lnTo>
                    <a:pt x="2302877" y="1443857"/>
                  </a:lnTo>
                  <a:lnTo>
                    <a:pt x="2298514" y="1443857"/>
                  </a:lnTo>
                  <a:lnTo>
                    <a:pt x="2294152" y="1443857"/>
                  </a:lnTo>
                  <a:lnTo>
                    <a:pt x="2289789" y="1443857"/>
                  </a:lnTo>
                  <a:lnTo>
                    <a:pt x="2285426" y="1443857"/>
                  </a:lnTo>
                  <a:lnTo>
                    <a:pt x="2281063" y="1443857"/>
                  </a:lnTo>
                  <a:lnTo>
                    <a:pt x="2276701" y="1443857"/>
                  </a:lnTo>
                  <a:lnTo>
                    <a:pt x="2272338" y="1443857"/>
                  </a:lnTo>
                  <a:lnTo>
                    <a:pt x="2267975" y="1443857"/>
                  </a:lnTo>
                  <a:lnTo>
                    <a:pt x="2263612" y="1443857"/>
                  </a:lnTo>
                  <a:lnTo>
                    <a:pt x="2259250" y="1443857"/>
                  </a:lnTo>
                  <a:lnTo>
                    <a:pt x="2254887" y="1443857"/>
                  </a:lnTo>
                  <a:lnTo>
                    <a:pt x="2250524" y="1443857"/>
                  </a:lnTo>
                  <a:lnTo>
                    <a:pt x="2246161" y="1443857"/>
                  </a:lnTo>
                  <a:lnTo>
                    <a:pt x="2241799" y="1443857"/>
                  </a:lnTo>
                  <a:lnTo>
                    <a:pt x="2237436" y="1443857"/>
                  </a:lnTo>
                  <a:lnTo>
                    <a:pt x="2233073" y="1443857"/>
                  </a:lnTo>
                  <a:lnTo>
                    <a:pt x="2228710" y="1443857"/>
                  </a:lnTo>
                  <a:lnTo>
                    <a:pt x="2224348" y="1443857"/>
                  </a:lnTo>
                  <a:lnTo>
                    <a:pt x="2219985" y="1443857"/>
                  </a:lnTo>
                  <a:lnTo>
                    <a:pt x="2215622" y="1443857"/>
                  </a:lnTo>
                  <a:lnTo>
                    <a:pt x="2211259" y="1443857"/>
                  </a:lnTo>
                  <a:lnTo>
                    <a:pt x="2206897" y="1443857"/>
                  </a:lnTo>
                  <a:lnTo>
                    <a:pt x="2202534" y="1443857"/>
                  </a:lnTo>
                  <a:lnTo>
                    <a:pt x="2198171" y="1443857"/>
                  </a:lnTo>
                  <a:lnTo>
                    <a:pt x="2193808" y="1443857"/>
                  </a:lnTo>
                  <a:lnTo>
                    <a:pt x="2189446" y="1443857"/>
                  </a:lnTo>
                  <a:lnTo>
                    <a:pt x="2185083" y="1443857"/>
                  </a:lnTo>
                  <a:lnTo>
                    <a:pt x="2180720" y="1443857"/>
                  </a:lnTo>
                  <a:lnTo>
                    <a:pt x="2176357" y="1443857"/>
                  </a:lnTo>
                  <a:lnTo>
                    <a:pt x="2171995" y="1443857"/>
                  </a:lnTo>
                  <a:lnTo>
                    <a:pt x="2167632" y="1443857"/>
                  </a:lnTo>
                  <a:lnTo>
                    <a:pt x="2163269" y="1443857"/>
                  </a:lnTo>
                  <a:lnTo>
                    <a:pt x="2158906" y="1443857"/>
                  </a:lnTo>
                  <a:lnTo>
                    <a:pt x="2154544" y="1443857"/>
                  </a:lnTo>
                  <a:lnTo>
                    <a:pt x="2150181" y="1443857"/>
                  </a:lnTo>
                  <a:lnTo>
                    <a:pt x="2145818" y="1443857"/>
                  </a:lnTo>
                  <a:lnTo>
                    <a:pt x="2141455" y="1443857"/>
                  </a:lnTo>
                  <a:lnTo>
                    <a:pt x="2137093" y="1443857"/>
                  </a:lnTo>
                  <a:lnTo>
                    <a:pt x="2132730" y="1443857"/>
                  </a:lnTo>
                  <a:lnTo>
                    <a:pt x="2128367" y="1443857"/>
                  </a:lnTo>
                  <a:lnTo>
                    <a:pt x="2124004" y="1443857"/>
                  </a:lnTo>
                  <a:lnTo>
                    <a:pt x="2119642" y="1443857"/>
                  </a:lnTo>
                  <a:lnTo>
                    <a:pt x="2115279" y="1443857"/>
                  </a:lnTo>
                  <a:lnTo>
                    <a:pt x="2110916" y="1443857"/>
                  </a:lnTo>
                  <a:lnTo>
                    <a:pt x="2106553" y="1443857"/>
                  </a:lnTo>
                  <a:lnTo>
                    <a:pt x="2102191" y="1443857"/>
                  </a:lnTo>
                  <a:lnTo>
                    <a:pt x="2097828" y="1443857"/>
                  </a:lnTo>
                  <a:lnTo>
                    <a:pt x="2093465" y="1443857"/>
                  </a:lnTo>
                  <a:lnTo>
                    <a:pt x="2089102" y="1443857"/>
                  </a:lnTo>
                  <a:lnTo>
                    <a:pt x="2084740" y="1443857"/>
                  </a:lnTo>
                  <a:lnTo>
                    <a:pt x="2080377" y="1443857"/>
                  </a:lnTo>
                  <a:lnTo>
                    <a:pt x="2076014" y="1443857"/>
                  </a:lnTo>
                  <a:lnTo>
                    <a:pt x="2071651" y="1443857"/>
                  </a:lnTo>
                  <a:lnTo>
                    <a:pt x="2067289" y="1443857"/>
                  </a:lnTo>
                  <a:lnTo>
                    <a:pt x="2062926" y="1443857"/>
                  </a:lnTo>
                  <a:lnTo>
                    <a:pt x="2058563" y="1443857"/>
                  </a:lnTo>
                  <a:lnTo>
                    <a:pt x="2054200" y="1443857"/>
                  </a:lnTo>
                  <a:lnTo>
                    <a:pt x="2049838" y="1443857"/>
                  </a:lnTo>
                  <a:lnTo>
                    <a:pt x="2045475" y="1443857"/>
                  </a:lnTo>
                  <a:lnTo>
                    <a:pt x="2041112" y="1443857"/>
                  </a:lnTo>
                  <a:lnTo>
                    <a:pt x="2036749" y="1443857"/>
                  </a:lnTo>
                  <a:lnTo>
                    <a:pt x="2032387" y="1443857"/>
                  </a:lnTo>
                  <a:lnTo>
                    <a:pt x="2028024" y="1443857"/>
                  </a:lnTo>
                  <a:lnTo>
                    <a:pt x="2023661" y="1443857"/>
                  </a:lnTo>
                  <a:lnTo>
                    <a:pt x="2019298" y="1443857"/>
                  </a:lnTo>
                  <a:lnTo>
                    <a:pt x="2014936" y="1443857"/>
                  </a:lnTo>
                  <a:lnTo>
                    <a:pt x="2010573" y="1443857"/>
                  </a:lnTo>
                  <a:lnTo>
                    <a:pt x="2006210" y="1443857"/>
                  </a:lnTo>
                  <a:lnTo>
                    <a:pt x="2001847" y="1443857"/>
                  </a:lnTo>
                  <a:lnTo>
                    <a:pt x="1997485" y="1443857"/>
                  </a:lnTo>
                  <a:lnTo>
                    <a:pt x="1993122" y="1443857"/>
                  </a:lnTo>
                  <a:lnTo>
                    <a:pt x="1988759" y="1443857"/>
                  </a:lnTo>
                  <a:lnTo>
                    <a:pt x="1984396" y="1443857"/>
                  </a:lnTo>
                  <a:lnTo>
                    <a:pt x="1980034" y="1443857"/>
                  </a:lnTo>
                  <a:lnTo>
                    <a:pt x="1975671" y="1443857"/>
                  </a:lnTo>
                  <a:lnTo>
                    <a:pt x="1971308" y="1443857"/>
                  </a:lnTo>
                  <a:lnTo>
                    <a:pt x="1966945" y="1443857"/>
                  </a:lnTo>
                  <a:lnTo>
                    <a:pt x="1962583" y="1443857"/>
                  </a:lnTo>
                  <a:lnTo>
                    <a:pt x="1958220" y="1443857"/>
                  </a:lnTo>
                  <a:lnTo>
                    <a:pt x="1953857" y="1443857"/>
                  </a:lnTo>
                  <a:lnTo>
                    <a:pt x="1949494" y="1443857"/>
                  </a:lnTo>
                  <a:lnTo>
                    <a:pt x="1945132" y="1443857"/>
                  </a:lnTo>
                  <a:lnTo>
                    <a:pt x="1940769" y="1443857"/>
                  </a:lnTo>
                  <a:lnTo>
                    <a:pt x="1936406" y="1443857"/>
                  </a:lnTo>
                  <a:lnTo>
                    <a:pt x="1932043" y="1443857"/>
                  </a:lnTo>
                  <a:lnTo>
                    <a:pt x="1927681" y="1443857"/>
                  </a:lnTo>
                  <a:lnTo>
                    <a:pt x="1923318" y="1443857"/>
                  </a:lnTo>
                  <a:lnTo>
                    <a:pt x="1918955" y="1443857"/>
                  </a:lnTo>
                  <a:lnTo>
                    <a:pt x="1914592" y="1443857"/>
                  </a:lnTo>
                  <a:lnTo>
                    <a:pt x="1910230" y="1443857"/>
                  </a:lnTo>
                  <a:lnTo>
                    <a:pt x="1905867" y="1443857"/>
                  </a:lnTo>
                  <a:lnTo>
                    <a:pt x="1901504" y="1443857"/>
                  </a:lnTo>
                  <a:lnTo>
                    <a:pt x="1897141" y="1443857"/>
                  </a:lnTo>
                  <a:lnTo>
                    <a:pt x="1892779" y="1443857"/>
                  </a:lnTo>
                  <a:lnTo>
                    <a:pt x="1888416" y="1443857"/>
                  </a:lnTo>
                  <a:lnTo>
                    <a:pt x="1884053" y="1443857"/>
                  </a:lnTo>
                  <a:lnTo>
                    <a:pt x="1879690" y="1443857"/>
                  </a:lnTo>
                  <a:lnTo>
                    <a:pt x="1875328" y="1443857"/>
                  </a:lnTo>
                  <a:lnTo>
                    <a:pt x="1870965" y="1443857"/>
                  </a:lnTo>
                  <a:lnTo>
                    <a:pt x="1866602" y="1443857"/>
                  </a:lnTo>
                  <a:lnTo>
                    <a:pt x="1862239" y="1443857"/>
                  </a:lnTo>
                  <a:lnTo>
                    <a:pt x="1857877" y="1443857"/>
                  </a:lnTo>
                  <a:lnTo>
                    <a:pt x="1853514" y="1443857"/>
                  </a:lnTo>
                  <a:lnTo>
                    <a:pt x="1849151" y="1443857"/>
                  </a:lnTo>
                  <a:lnTo>
                    <a:pt x="1844788" y="1443857"/>
                  </a:lnTo>
                  <a:lnTo>
                    <a:pt x="1840426" y="1443857"/>
                  </a:lnTo>
                  <a:lnTo>
                    <a:pt x="1836063" y="1443857"/>
                  </a:lnTo>
                  <a:lnTo>
                    <a:pt x="1831700" y="1443857"/>
                  </a:lnTo>
                  <a:lnTo>
                    <a:pt x="1827337" y="1443857"/>
                  </a:lnTo>
                  <a:lnTo>
                    <a:pt x="1822975" y="1443857"/>
                  </a:lnTo>
                  <a:lnTo>
                    <a:pt x="1818612" y="1443857"/>
                  </a:lnTo>
                  <a:lnTo>
                    <a:pt x="1814249" y="1443857"/>
                  </a:lnTo>
                  <a:lnTo>
                    <a:pt x="1809886" y="1443857"/>
                  </a:lnTo>
                  <a:lnTo>
                    <a:pt x="1805524" y="1443857"/>
                  </a:lnTo>
                  <a:lnTo>
                    <a:pt x="1801161" y="1443857"/>
                  </a:lnTo>
                  <a:lnTo>
                    <a:pt x="1796798" y="1443857"/>
                  </a:lnTo>
                  <a:lnTo>
                    <a:pt x="1792435" y="1443857"/>
                  </a:lnTo>
                  <a:lnTo>
                    <a:pt x="1788073" y="1443857"/>
                  </a:lnTo>
                  <a:lnTo>
                    <a:pt x="1783710" y="1443857"/>
                  </a:lnTo>
                  <a:lnTo>
                    <a:pt x="1779347" y="1443857"/>
                  </a:lnTo>
                  <a:lnTo>
                    <a:pt x="1774984" y="1443857"/>
                  </a:lnTo>
                  <a:lnTo>
                    <a:pt x="1770622" y="1443857"/>
                  </a:lnTo>
                  <a:lnTo>
                    <a:pt x="1766259" y="1443857"/>
                  </a:lnTo>
                  <a:lnTo>
                    <a:pt x="1761896" y="1443857"/>
                  </a:lnTo>
                  <a:lnTo>
                    <a:pt x="1757533" y="1443857"/>
                  </a:lnTo>
                  <a:lnTo>
                    <a:pt x="1753171" y="1443857"/>
                  </a:lnTo>
                  <a:lnTo>
                    <a:pt x="1748808" y="1443857"/>
                  </a:lnTo>
                  <a:lnTo>
                    <a:pt x="1744445" y="1443857"/>
                  </a:lnTo>
                  <a:lnTo>
                    <a:pt x="1740082" y="1443857"/>
                  </a:lnTo>
                  <a:lnTo>
                    <a:pt x="1735720" y="1443857"/>
                  </a:lnTo>
                  <a:lnTo>
                    <a:pt x="1731357" y="1443857"/>
                  </a:lnTo>
                  <a:lnTo>
                    <a:pt x="1726994" y="1443857"/>
                  </a:lnTo>
                  <a:lnTo>
                    <a:pt x="1722631" y="1443857"/>
                  </a:lnTo>
                  <a:lnTo>
                    <a:pt x="1718269" y="1443857"/>
                  </a:lnTo>
                  <a:lnTo>
                    <a:pt x="1713906" y="1443857"/>
                  </a:lnTo>
                  <a:lnTo>
                    <a:pt x="1709543" y="1443857"/>
                  </a:lnTo>
                  <a:lnTo>
                    <a:pt x="1705180" y="1443857"/>
                  </a:lnTo>
                  <a:lnTo>
                    <a:pt x="1700818" y="1443857"/>
                  </a:lnTo>
                  <a:lnTo>
                    <a:pt x="1696455" y="1443857"/>
                  </a:lnTo>
                  <a:lnTo>
                    <a:pt x="1692092" y="1443857"/>
                  </a:lnTo>
                  <a:lnTo>
                    <a:pt x="1687729" y="1443857"/>
                  </a:lnTo>
                  <a:lnTo>
                    <a:pt x="1683367" y="1443857"/>
                  </a:lnTo>
                  <a:lnTo>
                    <a:pt x="1679004" y="1443857"/>
                  </a:lnTo>
                  <a:lnTo>
                    <a:pt x="1674641" y="1443857"/>
                  </a:lnTo>
                  <a:lnTo>
                    <a:pt x="1670278" y="1443857"/>
                  </a:lnTo>
                  <a:lnTo>
                    <a:pt x="1665916" y="1443857"/>
                  </a:lnTo>
                  <a:lnTo>
                    <a:pt x="1661553" y="1443857"/>
                  </a:lnTo>
                  <a:lnTo>
                    <a:pt x="1657190" y="1443857"/>
                  </a:lnTo>
                  <a:lnTo>
                    <a:pt x="1652827" y="1443857"/>
                  </a:lnTo>
                  <a:lnTo>
                    <a:pt x="1648465" y="1443857"/>
                  </a:lnTo>
                  <a:lnTo>
                    <a:pt x="1644102" y="1443857"/>
                  </a:lnTo>
                  <a:lnTo>
                    <a:pt x="1639739" y="1443857"/>
                  </a:lnTo>
                  <a:lnTo>
                    <a:pt x="1635376" y="1443857"/>
                  </a:lnTo>
                  <a:lnTo>
                    <a:pt x="1631014" y="1443857"/>
                  </a:lnTo>
                  <a:lnTo>
                    <a:pt x="1626651" y="1443857"/>
                  </a:lnTo>
                  <a:lnTo>
                    <a:pt x="1622288" y="1443857"/>
                  </a:lnTo>
                  <a:lnTo>
                    <a:pt x="1617925" y="1443857"/>
                  </a:lnTo>
                  <a:lnTo>
                    <a:pt x="1613563" y="1443857"/>
                  </a:lnTo>
                  <a:lnTo>
                    <a:pt x="1609200" y="1443857"/>
                  </a:lnTo>
                  <a:lnTo>
                    <a:pt x="1604837" y="1443857"/>
                  </a:lnTo>
                  <a:lnTo>
                    <a:pt x="1600474" y="1443857"/>
                  </a:lnTo>
                  <a:lnTo>
                    <a:pt x="1596112" y="1443857"/>
                  </a:lnTo>
                  <a:lnTo>
                    <a:pt x="1591749" y="1443857"/>
                  </a:lnTo>
                  <a:lnTo>
                    <a:pt x="1587386" y="1443857"/>
                  </a:lnTo>
                  <a:lnTo>
                    <a:pt x="1583023" y="1443857"/>
                  </a:lnTo>
                  <a:lnTo>
                    <a:pt x="1578661" y="1443857"/>
                  </a:lnTo>
                  <a:lnTo>
                    <a:pt x="1574298" y="1443857"/>
                  </a:lnTo>
                  <a:lnTo>
                    <a:pt x="1569935" y="1443857"/>
                  </a:lnTo>
                  <a:lnTo>
                    <a:pt x="1565572" y="1443857"/>
                  </a:lnTo>
                  <a:lnTo>
                    <a:pt x="1561210" y="1443857"/>
                  </a:lnTo>
                  <a:lnTo>
                    <a:pt x="1556847" y="1443857"/>
                  </a:lnTo>
                  <a:lnTo>
                    <a:pt x="1552484" y="1443857"/>
                  </a:lnTo>
                  <a:lnTo>
                    <a:pt x="1548121" y="1443857"/>
                  </a:lnTo>
                  <a:lnTo>
                    <a:pt x="1543759" y="1443857"/>
                  </a:lnTo>
                  <a:lnTo>
                    <a:pt x="1539396" y="1443857"/>
                  </a:lnTo>
                  <a:lnTo>
                    <a:pt x="1535033" y="1443857"/>
                  </a:lnTo>
                  <a:lnTo>
                    <a:pt x="1530670" y="1443857"/>
                  </a:lnTo>
                  <a:lnTo>
                    <a:pt x="1526308" y="1443857"/>
                  </a:lnTo>
                  <a:lnTo>
                    <a:pt x="1521945" y="1443857"/>
                  </a:lnTo>
                  <a:lnTo>
                    <a:pt x="1517582" y="1443857"/>
                  </a:lnTo>
                  <a:lnTo>
                    <a:pt x="1513219" y="1443857"/>
                  </a:lnTo>
                  <a:lnTo>
                    <a:pt x="1508857" y="1443857"/>
                  </a:lnTo>
                  <a:lnTo>
                    <a:pt x="1504494" y="1443857"/>
                  </a:lnTo>
                  <a:lnTo>
                    <a:pt x="1500131" y="1443857"/>
                  </a:lnTo>
                  <a:lnTo>
                    <a:pt x="1495768" y="1443857"/>
                  </a:lnTo>
                  <a:lnTo>
                    <a:pt x="1491406" y="1443857"/>
                  </a:lnTo>
                  <a:lnTo>
                    <a:pt x="1487043" y="1443857"/>
                  </a:lnTo>
                  <a:lnTo>
                    <a:pt x="1482680" y="1443857"/>
                  </a:lnTo>
                  <a:lnTo>
                    <a:pt x="1478317" y="1443857"/>
                  </a:lnTo>
                  <a:lnTo>
                    <a:pt x="1473955" y="1443857"/>
                  </a:lnTo>
                  <a:lnTo>
                    <a:pt x="1469592" y="1443857"/>
                  </a:lnTo>
                  <a:lnTo>
                    <a:pt x="1465229" y="1443857"/>
                  </a:lnTo>
                  <a:lnTo>
                    <a:pt x="1460866" y="1443857"/>
                  </a:lnTo>
                  <a:lnTo>
                    <a:pt x="1456504" y="1443857"/>
                  </a:lnTo>
                  <a:lnTo>
                    <a:pt x="1452141" y="1443857"/>
                  </a:lnTo>
                  <a:lnTo>
                    <a:pt x="1447778" y="1443857"/>
                  </a:lnTo>
                  <a:lnTo>
                    <a:pt x="1443415" y="1443857"/>
                  </a:lnTo>
                  <a:lnTo>
                    <a:pt x="1439053" y="1443857"/>
                  </a:lnTo>
                  <a:lnTo>
                    <a:pt x="1434690" y="1443857"/>
                  </a:lnTo>
                  <a:lnTo>
                    <a:pt x="1430327" y="1443857"/>
                  </a:lnTo>
                  <a:lnTo>
                    <a:pt x="1425964" y="1443857"/>
                  </a:lnTo>
                  <a:lnTo>
                    <a:pt x="1421602" y="1443857"/>
                  </a:lnTo>
                  <a:lnTo>
                    <a:pt x="1417239" y="1443857"/>
                  </a:lnTo>
                  <a:lnTo>
                    <a:pt x="1412876" y="1443857"/>
                  </a:lnTo>
                  <a:lnTo>
                    <a:pt x="1408513" y="1443857"/>
                  </a:lnTo>
                  <a:lnTo>
                    <a:pt x="1404151" y="1443857"/>
                  </a:lnTo>
                  <a:lnTo>
                    <a:pt x="1399788" y="1443857"/>
                  </a:lnTo>
                  <a:lnTo>
                    <a:pt x="1395425" y="1443857"/>
                  </a:lnTo>
                  <a:lnTo>
                    <a:pt x="1391062" y="1443857"/>
                  </a:lnTo>
                  <a:lnTo>
                    <a:pt x="1386700" y="1443857"/>
                  </a:lnTo>
                  <a:lnTo>
                    <a:pt x="1382337" y="1443857"/>
                  </a:lnTo>
                  <a:lnTo>
                    <a:pt x="1377974" y="1443857"/>
                  </a:lnTo>
                  <a:lnTo>
                    <a:pt x="1373611" y="1443857"/>
                  </a:lnTo>
                  <a:lnTo>
                    <a:pt x="1369249" y="1443857"/>
                  </a:lnTo>
                  <a:lnTo>
                    <a:pt x="1364886" y="1443857"/>
                  </a:lnTo>
                  <a:lnTo>
                    <a:pt x="1360523" y="1443857"/>
                  </a:lnTo>
                  <a:lnTo>
                    <a:pt x="1356160" y="1443857"/>
                  </a:lnTo>
                  <a:lnTo>
                    <a:pt x="1351798" y="1443857"/>
                  </a:lnTo>
                  <a:lnTo>
                    <a:pt x="1347435" y="1443857"/>
                  </a:lnTo>
                  <a:lnTo>
                    <a:pt x="1343072" y="1443857"/>
                  </a:lnTo>
                  <a:lnTo>
                    <a:pt x="1338709" y="1443857"/>
                  </a:lnTo>
                  <a:lnTo>
                    <a:pt x="1334347" y="1443857"/>
                  </a:lnTo>
                  <a:lnTo>
                    <a:pt x="1329984" y="1443857"/>
                  </a:lnTo>
                  <a:lnTo>
                    <a:pt x="1325621" y="1443857"/>
                  </a:lnTo>
                  <a:lnTo>
                    <a:pt x="1321258" y="1443857"/>
                  </a:lnTo>
                  <a:lnTo>
                    <a:pt x="1316896" y="1443857"/>
                  </a:lnTo>
                  <a:lnTo>
                    <a:pt x="1312533" y="1443857"/>
                  </a:lnTo>
                  <a:lnTo>
                    <a:pt x="1308170" y="1443857"/>
                  </a:lnTo>
                  <a:lnTo>
                    <a:pt x="1303807" y="1443857"/>
                  </a:lnTo>
                  <a:lnTo>
                    <a:pt x="1299445" y="1443857"/>
                  </a:lnTo>
                  <a:lnTo>
                    <a:pt x="1295082" y="1443857"/>
                  </a:lnTo>
                  <a:lnTo>
                    <a:pt x="1290719" y="1443857"/>
                  </a:lnTo>
                  <a:lnTo>
                    <a:pt x="1286356" y="1443857"/>
                  </a:lnTo>
                  <a:lnTo>
                    <a:pt x="1281994" y="1443857"/>
                  </a:lnTo>
                  <a:lnTo>
                    <a:pt x="1277631" y="1443857"/>
                  </a:lnTo>
                  <a:lnTo>
                    <a:pt x="1273268" y="1443857"/>
                  </a:lnTo>
                  <a:lnTo>
                    <a:pt x="1268905" y="1443857"/>
                  </a:lnTo>
                  <a:lnTo>
                    <a:pt x="1264543" y="1443857"/>
                  </a:lnTo>
                  <a:lnTo>
                    <a:pt x="1260180" y="1443857"/>
                  </a:lnTo>
                  <a:lnTo>
                    <a:pt x="1255817" y="1443857"/>
                  </a:lnTo>
                  <a:lnTo>
                    <a:pt x="1251454" y="1443857"/>
                  </a:lnTo>
                  <a:lnTo>
                    <a:pt x="1247092" y="1443857"/>
                  </a:lnTo>
                  <a:lnTo>
                    <a:pt x="1242729" y="1443857"/>
                  </a:lnTo>
                  <a:lnTo>
                    <a:pt x="1238366" y="1443857"/>
                  </a:lnTo>
                  <a:lnTo>
                    <a:pt x="1234003" y="1443857"/>
                  </a:lnTo>
                  <a:lnTo>
                    <a:pt x="1229641" y="1443857"/>
                  </a:lnTo>
                  <a:lnTo>
                    <a:pt x="1225278" y="1443857"/>
                  </a:lnTo>
                  <a:lnTo>
                    <a:pt x="1220915" y="1443857"/>
                  </a:lnTo>
                  <a:lnTo>
                    <a:pt x="1216552" y="1443857"/>
                  </a:lnTo>
                  <a:lnTo>
                    <a:pt x="1212190" y="1443857"/>
                  </a:lnTo>
                  <a:lnTo>
                    <a:pt x="1207827" y="1443857"/>
                  </a:lnTo>
                  <a:lnTo>
                    <a:pt x="1203464" y="1443857"/>
                  </a:lnTo>
                  <a:lnTo>
                    <a:pt x="1199101" y="1443857"/>
                  </a:lnTo>
                  <a:lnTo>
                    <a:pt x="1194739" y="1443857"/>
                  </a:lnTo>
                  <a:lnTo>
                    <a:pt x="1190376" y="1443857"/>
                  </a:lnTo>
                  <a:lnTo>
                    <a:pt x="1186013" y="1443857"/>
                  </a:lnTo>
                  <a:lnTo>
                    <a:pt x="1181650" y="1443857"/>
                  </a:lnTo>
                  <a:lnTo>
                    <a:pt x="1177288" y="1443857"/>
                  </a:lnTo>
                  <a:lnTo>
                    <a:pt x="1172925" y="1443857"/>
                  </a:lnTo>
                  <a:lnTo>
                    <a:pt x="1168562" y="1443857"/>
                  </a:lnTo>
                  <a:lnTo>
                    <a:pt x="1164199" y="1443857"/>
                  </a:lnTo>
                  <a:lnTo>
                    <a:pt x="1159837" y="1443857"/>
                  </a:lnTo>
                  <a:lnTo>
                    <a:pt x="1155474" y="1443857"/>
                  </a:lnTo>
                  <a:lnTo>
                    <a:pt x="1151111" y="1443857"/>
                  </a:lnTo>
                  <a:lnTo>
                    <a:pt x="1146748" y="1443857"/>
                  </a:lnTo>
                  <a:lnTo>
                    <a:pt x="1142386" y="1443857"/>
                  </a:lnTo>
                  <a:lnTo>
                    <a:pt x="1138023" y="1443857"/>
                  </a:lnTo>
                  <a:lnTo>
                    <a:pt x="1133660" y="1443857"/>
                  </a:lnTo>
                  <a:lnTo>
                    <a:pt x="1129297" y="1443857"/>
                  </a:lnTo>
                  <a:lnTo>
                    <a:pt x="1124935" y="1443857"/>
                  </a:lnTo>
                  <a:lnTo>
                    <a:pt x="1120572" y="1443857"/>
                  </a:lnTo>
                  <a:lnTo>
                    <a:pt x="1116209" y="1443857"/>
                  </a:lnTo>
                  <a:lnTo>
                    <a:pt x="1111846" y="1443857"/>
                  </a:lnTo>
                  <a:lnTo>
                    <a:pt x="1107484" y="1443857"/>
                  </a:lnTo>
                  <a:lnTo>
                    <a:pt x="1103121" y="1443857"/>
                  </a:lnTo>
                  <a:lnTo>
                    <a:pt x="1098758" y="1443857"/>
                  </a:lnTo>
                  <a:lnTo>
                    <a:pt x="1094395" y="1443857"/>
                  </a:lnTo>
                  <a:lnTo>
                    <a:pt x="1090033" y="1443857"/>
                  </a:lnTo>
                  <a:lnTo>
                    <a:pt x="1085670" y="1443857"/>
                  </a:lnTo>
                  <a:lnTo>
                    <a:pt x="1081307" y="1443857"/>
                  </a:lnTo>
                  <a:lnTo>
                    <a:pt x="1076944" y="1443857"/>
                  </a:lnTo>
                  <a:lnTo>
                    <a:pt x="1072582" y="1443857"/>
                  </a:lnTo>
                  <a:lnTo>
                    <a:pt x="1068219" y="1443857"/>
                  </a:lnTo>
                  <a:lnTo>
                    <a:pt x="1063856" y="1443857"/>
                  </a:lnTo>
                  <a:lnTo>
                    <a:pt x="1059493" y="1443857"/>
                  </a:lnTo>
                  <a:lnTo>
                    <a:pt x="1055131" y="1443857"/>
                  </a:lnTo>
                  <a:lnTo>
                    <a:pt x="1050768" y="1443857"/>
                  </a:lnTo>
                  <a:lnTo>
                    <a:pt x="1046405" y="1443857"/>
                  </a:lnTo>
                  <a:lnTo>
                    <a:pt x="1042042" y="1443857"/>
                  </a:lnTo>
                  <a:lnTo>
                    <a:pt x="1037680" y="1443857"/>
                  </a:lnTo>
                  <a:lnTo>
                    <a:pt x="1033317" y="1443857"/>
                  </a:lnTo>
                  <a:lnTo>
                    <a:pt x="1028954" y="1443857"/>
                  </a:lnTo>
                  <a:lnTo>
                    <a:pt x="1024591" y="1443857"/>
                  </a:lnTo>
                  <a:lnTo>
                    <a:pt x="1020229" y="1443857"/>
                  </a:lnTo>
                  <a:lnTo>
                    <a:pt x="1015866" y="1443857"/>
                  </a:lnTo>
                  <a:lnTo>
                    <a:pt x="1011503" y="1443857"/>
                  </a:lnTo>
                  <a:lnTo>
                    <a:pt x="1007140" y="1443857"/>
                  </a:lnTo>
                  <a:lnTo>
                    <a:pt x="1002778" y="1443857"/>
                  </a:lnTo>
                  <a:lnTo>
                    <a:pt x="998415" y="1443857"/>
                  </a:lnTo>
                  <a:lnTo>
                    <a:pt x="994052" y="1443857"/>
                  </a:lnTo>
                  <a:lnTo>
                    <a:pt x="989689" y="1443857"/>
                  </a:lnTo>
                  <a:lnTo>
                    <a:pt x="985327" y="1443857"/>
                  </a:lnTo>
                  <a:lnTo>
                    <a:pt x="980964" y="1443857"/>
                  </a:lnTo>
                  <a:lnTo>
                    <a:pt x="976601" y="1443857"/>
                  </a:lnTo>
                  <a:lnTo>
                    <a:pt x="972238" y="1443857"/>
                  </a:lnTo>
                  <a:lnTo>
                    <a:pt x="967876" y="1443857"/>
                  </a:lnTo>
                  <a:lnTo>
                    <a:pt x="963513" y="1443857"/>
                  </a:lnTo>
                  <a:lnTo>
                    <a:pt x="959150" y="1443857"/>
                  </a:lnTo>
                  <a:lnTo>
                    <a:pt x="954787" y="1443857"/>
                  </a:lnTo>
                  <a:lnTo>
                    <a:pt x="950425" y="1443857"/>
                  </a:lnTo>
                  <a:lnTo>
                    <a:pt x="946062" y="1443857"/>
                  </a:lnTo>
                  <a:lnTo>
                    <a:pt x="941699" y="1443857"/>
                  </a:lnTo>
                  <a:lnTo>
                    <a:pt x="937336" y="1443857"/>
                  </a:lnTo>
                  <a:lnTo>
                    <a:pt x="932974" y="1443857"/>
                  </a:lnTo>
                  <a:lnTo>
                    <a:pt x="928611" y="1443857"/>
                  </a:lnTo>
                  <a:lnTo>
                    <a:pt x="924248" y="1443857"/>
                  </a:lnTo>
                  <a:lnTo>
                    <a:pt x="919885" y="1443857"/>
                  </a:lnTo>
                  <a:lnTo>
                    <a:pt x="915523" y="1443857"/>
                  </a:lnTo>
                  <a:lnTo>
                    <a:pt x="911160" y="1443857"/>
                  </a:lnTo>
                  <a:lnTo>
                    <a:pt x="906797" y="1443857"/>
                  </a:lnTo>
                  <a:lnTo>
                    <a:pt x="902434" y="1443857"/>
                  </a:lnTo>
                  <a:lnTo>
                    <a:pt x="898072" y="1443857"/>
                  </a:lnTo>
                  <a:lnTo>
                    <a:pt x="893709" y="1443857"/>
                  </a:lnTo>
                  <a:lnTo>
                    <a:pt x="889346" y="1443857"/>
                  </a:lnTo>
                  <a:lnTo>
                    <a:pt x="884983" y="1443857"/>
                  </a:lnTo>
                  <a:lnTo>
                    <a:pt x="880621" y="1443857"/>
                  </a:lnTo>
                  <a:lnTo>
                    <a:pt x="876258" y="1443857"/>
                  </a:lnTo>
                  <a:lnTo>
                    <a:pt x="871895" y="1443857"/>
                  </a:lnTo>
                  <a:lnTo>
                    <a:pt x="867532" y="1443857"/>
                  </a:lnTo>
                  <a:lnTo>
                    <a:pt x="863170" y="1443857"/>
                  </a:lnTo>
                  <a:lnTo>
                    <a:pt x="858807" y="1443857"/>
                  </a:lnTo>
                  <a:lnTo>
                    <a:pt x="854444" y="1443857"/>
                  </a:lnTo>
                  <a:lnTo>
                    <a:pt x="850081" y="1443857"/>
                  </a:lnTo>
                  <a:lnTo>
                    <a:pt x="845719" y="1443857"/>
                  </a:lnTo>
                  <a:lnTo>
                    <a:pt x="841356" y="1443857"/>
                  </a:lnTo>
                  <a:lnTo>
                    <a:pt x="836993" y="1443857"/>
                  </a:lnTo>
                  <a:lnTo>
                    <a:pt x="832630" y="1443857"/>
                  </a:lnTo>
                  <a:lnTo>
                    <a:pt x="828268" y="1443857"/>
                  </a:lnTo>
                  <a:lnTo>
                    <a:pt x="823905" y="1443857"/>
                  </a:lnTo>
                  <a:lnTo>
                    <a:pt x="819542" y="1443857"/>
                  </a:lnTo>
                  <a:lnTo>
                    <a:pt x="815179" y="1443857"/>
                  </a:lnTo>
                  <a:lnTo>
                    <a:pt x="810817" y="1443857"/>
                  </a:lnTo>
                  <a:lnTo>
                    <a:pt x="806454" y="1443857"/>
                  </a:lnTo>
                  <a:lnTo>
                    <a:pt x="802091" y="1443857"/>
                  </a:lnTo>
                  <a:lnTo>
                    <a:pt x="797728" y="1443857"/>
                  </a:lnTo>
                  <a:lnTo>
                    <a:pt x="793366" y="1443857"/>
                  </a:lnTo>
                  <a:lnTo>
                    <a:pt x="789003" y="1443857"/>
                  </a:lnTo>
                  <a:lnTo>
                    <a:pt x="784640" y="1443857"/>
                  </a:lnTo>
                  <a:lnTo>
                    <a:pt x="780277" y="1443857"/>
                  </a:lnTo>
                  <a:lnTo>
                    <a:pt x="775915" y="1443857"/>
                  </a:lnTo>
                  <a:lnTo>
                    <a:pt x="771552" y="1443857"/>
                  </a:lnTo>
                  <a:lnTo>
                    <a:pt x="767189" y="1443857"/>
                  </a:lnTo>
                  <a:lnTo>
                    <a:pt x="762826" y="1443857"/>
                  </a:lnTo>
                  <a:lnTo>
                    <a:pt x="758464" y="1443857"/>
                  </a:lnTo>
                  <a:lnTo>
                    <a:pt x="754101" y="1443857"/>
                  </a:lnTo>
                  <a:lnTo>
                    <a:pt x="749738" y="1443857"/>
                  </a:lnTo>
                  <a:lnTo>
                    <a:pt x="745375" y="1443857"/>
                  </a:lnTo>
                  <a:lnTo>
                    <a:pt x="741013" y="1443857"/>
                  </a:lnTo>
                  <a:lnTo>
                    <a:pt x="736650" y="1443857"/>
                  </a:lnTo>
                  <a:lnTo>
                    <a:pt x="732287" y="1443857"/>
                  </a:lnTo>
                  <a:lnTo>
                    <a:pt x="727924" y="1443857"/>
                  </a:lnTo>
                  <a:lnTo>
                    <a:pt x="723562" y="1443857"/>
                  </a:lnTo>
                  <a:lnTo>
                    <a:pt x="719199" y="1443857"/>
                  </a:lnTo>
                  <a:lnTo>
                    <a:pt x="714836" y="1443857"/>
                  </a:lnTo>
                  <a:lnTo>
                    <a:pt x="710473" y="1443857"/>
                  </a:lnTo>
                  <a:lnTo>
                    <a:pt x="706111" y="1443857"/>
                  </a:lnTo>
                  <a:lnTo>
                    <a:pt x="701748" y="1443857"/>
                  </a:lnTo>
                  <a:lnTo>
                    <a:pt x="697385" y="1443857"/>
                  </a:lnTo>
                  <a:lnTo>
                    <a:pt x="693022" y="1443857"/>
                  </a:lnTo>
                  <a:lnTo>
                    <a:pt x="688660" y="1443857"/>
                  </a:lnTo>
                  <a:lnTo>
                    <a:pt x="684297" y="1443857"/>
                  </a:lnTo>
                  <a:lnTo>
                    <a:pt x="679934" y="1443857"/>
                  </a:lnTo>
                  <a:lnTo>
                    <a:pt x="675571" y="1443857"/>
                  </a:lnTo>
                  <a:lnTo>
                    <a:pt x="671209" y="1443857"/>
                  </a:lnTo>
                  <a:lnTo>
                    <a:pt x="666846" y="1443857"/>
                  </a:lnTo>
                  <a:lnTo>
                    <a:pt x="662483" y="1443857"/>
                  </a:lnTo>
                  <a:lnTo>
                    <a:pt x="658120" y="1443857"/>
                  </a:lnTo>
                  <a:lnTo>
                    <a:pt x="653758" y="1443857"/>
                  </a:lnTo>
                  <a:lnTo>
                    <a:pt x="649395" y="1443857"/>
                  </a:lnTo>
                  <a:lnTo>
                    <a:pt x="645032" y="1443857"/>
                  </a:lnTo>
                  <a:lnTo>
                    <a:pt x="640669" y="1443857"/>
                  </a:lnTo>
                  <a:lnTo>
                    <a:pt x="636307" y="1443857"/>
                  </a:lnTo>
                  <a:lnTo>
                    <a:pt x="631944" y="1443857"/>
                  </a:lnTo>
                  <a:lnTo>
                    <a:pt x="627581" y="1443857"/>
                  </a:lnTo>
                  <a:lnTo>
                    <a:pt x="623218" y="1443857"/>
                  </a:lnTo>
                  <a:lnTo>
                    <a:pt x="618856" y="1443857"/>
                  </a:lnTo>
                  <a:lnTo>
                    <a:pt x="614493" y="1443857"/>
                  </a:lnTo>
                  <a:lnTo>
                    <a:pt x="610130" y="1443857"/>
                  </a:lnTo>
                  <a:lnTo>
                    <a:pt x="605767" y="1443857"/>
                  </a:lnTo>
                  <a:lnTo>
                    <a:pt x="601405" y="1443857"/>
                  </a:lnTo>
                  <a:lnTo>
                    <a:pt x="597042" y="1443857"/>
                  </a:lnTo>
                  <a:lnTo>
                    <a:pt x="592679" y="1443857"/>
                  </a:lnTo>
                  <a:lnTo>
                    <a:pt x="588316" y="1443857"/>
                  </a:lnTo>
                  <a:lnTo>
                    <a:pt x="583954" y="1443857"/>
                  </a:lnTo>
                  <a:lnTo>
                    <a:pt x="579591" y="1443857"/>
                  </a:lnTo>
                  <a:lnTo>
                    <a:pt x="575228" y="1443857"/>
                  </a:lnTo>
                  <a:lnTo>
                    <a:pt x="570865" y="1443857"/>
                  </a:lnTo>
                  <a:lnTo>
                    <a:pt x="566503" y="1443857"/>
                  </a:lnTo>
                  <a:lnTo>
                    <a:pt x="562140" y="1443857"/>
                  </a:lnTo>
                  <a:lnTo>
                    <a:pt x="557777" y="1443857"/>
                  </a:lnTo>
                  <a:lnTo>
                    <a:pt x="553414" y="1443857"/>
                  </a:lnTo>
                  <a:lnTo>
                    <a:pt x="549052" y="1443857"/>
                  </a:lnTo>
                  <a:lnTo>
                    <a:pt x="544689" y="1443857"/>
                  </a:lnTo>
                  <a:lnTo>
                    <a:pt x="540326" y="1443857"/>
                  </a:lnTo>
                  <a:lnTo>
                    <a:pt x="535963" y="1443857"/>
                  </a:lnTo>
                  <a:lnTo>
                    <a:pt x="531601" y="1443857"/>
                  </a:lnTo>
                  <a:lnTo>
                    <a:pt x="527238" y="1443857"/>
                  </a:lnTo>
                  <a:lnTo>
                    <a:pt x="522875" y="1443857"/>
                  </a:lnTo>
                  <a:lnTo>
                    <a:pt x="518512" y="1443857"/>
                  </a:lnTo>
                  <a:lnTo>
                    <a:pt x="514150" y="1443857"/>
                  </a:lnTo>
                  <a:lnTo>
                    <a:pt x="509787" y="1443857"/>
                  </a:lnTo>
                  <a:lnTo>
                    <a:pt x="505424" y="1443857"/>
                  </a:lnTo>
                  <a:lnTo>
                    <a:pt x="501061" y="1443857"/>
                  </a:lnTo>
                  <a:lnTo>
                    <a:pt x="496699" y="1443857"/>
                  </a:lnTo>
                  <a:lnTo>
                    <a:pt x="492336" y="1443857"/>
                  </a:lnTo>
                  <a:lnTo>
                    <a:pt x="487973" y="1443857"/>
                  </a:lnTo>
                  <a:lnTo>
                    <a:pt x="483610" y="1443857"/>
                  </a:lnTo>
                  <a:lnTo>
                    <a:pt x="479248" y="1443857"/>
                  </a:lnTo>
                  <a:lnTo>
                    <a:pt x="474885" y="1443857"/>
                  </a:lnTo>
                  <a:lnTo>
                    <a:pt x="470522" y="1443857"/>
                  </a:lnTo>
                  <a:lnTo>
                    <a:pt x="466159" y="1443857"/>
                  </a:lnTo>
                  <a:lnTo>
                    <a:pt x="461797" y="1443857"/>
                  </a:lnTo>
                  <a:lnTo>
                    <a:pt x="457434" y="1443857"/>
                  </a:lnTo>
                  <a:lnTo>
                    <a:pt x="453071" y="1443857"/>
                  </a:lnTo>
                  <a:lnTo>
                    <a:pt x="448708" y="1443857"/>
                  </a:lnTo>
                  <a:lnTo>
                    <a:pt x="444346" y="1443857"/>
                  </a:lnTo>
                  <a:lnTo>
                    <a:pt x="439983" y="1443857"/>
                  </a:lnTo>
                  <a:lnTo>
                    <a:pt x="435620" y="1443857"/>
                  </a:lnTo>
                  <a:lnTo>
                    <a:pt x="431257" y="1443857"/>
                  </a:lnTo>
                  <a:lnTo>
                    <a:pt x="426895" y="1443857"/>
                  </a:lnTo>
                  <a:lnTo>
                    <a:pt x="422532" y="1443857"/>
                  </a:lnTo>
                  <a:lnTo>
                    <a:pt x="418169" y="1443857"/>
                  </a:lnTo>
                  <a:lnTo>
                    <a:pt x="413806" y="1443857"/>
                  </a:lnTo>
                  <a:lnTo>
                    <a:pt x="409444" y="1443857"/>
                  </a:lnTo>
                  <a:lnTo>
                    <a:pt x="405081" y="1443857"/>
                  </a:lnTo>
                  <a:lnTo>
                    <a:pt x="400718" y="1443857"/>
                  </a:lnTo>
                  <a:lnTo>
                    <a:pt x="396355" y="1443857"/>
                  </a:lnTo>
                  <a:lnTo>
                    <a:pt x="391993" y="1443857"/>
                  </a:lnTo>
                  <a:lnTo>
                    <a:pt x="387630" y="1443857"/>
                  </a:lnTo>
                  <a:lnTo>
                    <a:pt x="383267" y="1443857"/>
                  </a:lnTo>
                  <a:lnTo>
                    <a:pt x="378904" y="1443857"/>
                  </a:lnTo>
                  <a:lnTo>
                    <a:pt x="374542" y="1443857"/>
                  </a:lnTo>
                  <a:lnTo>
                    <a:pt x="370179" y="1443857"/>
                  </a:lnTo>
                  <a:lnTo>
                    <a:pt x="365816" y="1443857"/>
                  </a:lnTo>
                  <a:lnTo>
                    <a:pt x="361453" y="1443857"/>
                  </a:lnTo>
                  <a:lnTo>
                    <a:pt x="357091" y="1443857"/>
                  </a:lnTo>
                  <a:lnTo>
                    <a:pt x="352728" y="1443857"/>
                  </a:lnTo>
                  <a:lnTo>
                    <a:pt x="348365" y="1443857"/>
                  </a:lnTo>
                  <a:lnTo>
                    <a:pt x="344002" y="1443857"/>
                  </a:lnTo>
                  <a:lnTo>
                    <a:pt x="339640" y="1443857"/>
                  </a:lnTo>
                  <a:lnTo>
                    <a:pt x="335277" y="1443857"/>
                  </a:lnTo>
                  <a:lnTo>
                    <a:pt x="330914" y="1443857"/>
                  </a:lnTo>
                  <a:lnTo>
                    <a:pt x="326551" y="1443857"/>
                  </a:lnTo>
                  <a:lnTo>
                    <a:pt x="322189" y="1443857"/>
                  </a:lnTo>
                  <a:lnTo>
                    <a:pt x="317826" y="1443857"/>
                  </a:lnTo>
                  <a:lnTo>
                    <a:pt x="313463" y="1443857"/>
                  </a:lnTo>
                  <a:lnTo>
                    <a:pt x="309100" y="1443857"/>
                  </a:lnTo>
                  <a:lnTo>
                    <a:pt x="304738" y="1443857"/>
                  </a:lnTo>
                  <a:lnTo>
                    <a:pt x="300375" y="1443857"/>
                  </a:lnTo>
                  <a:lnTo>
                    <a:pt x="296012" y="1443857"/>
                  </a:lnTo>
                  <a:lnTo>
                    <a:pt x="291649" y="1443857"/>
                  </a:lnTo>
                  <a:lnTo>
                    <a:pt x="287287" y="1443857"/>
                  </a:lnTo>
                  <a:lnTo>
                    <a:pt x="282924" y="1443857"/>
                  </a:lnTo>
                  <a:lnTo>
                    <a:pt x="278561" y="1443857"/>
                  </a:lnTo>
                  <a:lnTo>
                    <a:pt x="274198" y="1443857"/>
                  </a:lnTo>
                  <a:lnTo>
                    <a:pt x="269836" y="1443857"/>
                  </a:lnTo>
                  <a:lnTo>
                    <a:pt x="265473" y="1443857"/>
                  </a:lnTo>
                  <a:lnTo>
                    <a:pt x="261110" y="1443857"/>
                  </a:lnTo>
                  <a:lnTo>
                    <a:pt x="256747" y="1443857"/>
                  </a:lnTo>
                  <a:lnTo>
                    <a:pt x="252385" y="1443857"/>
                  </a:lnTo>
                  <a:lnTo>
                    <a:pt x="248022" y="1443857"/>
                  </a:lnTo>
                  <a:lnTo>
                    <a:pt x="243659" y="1443857"/>
                  </a:lnTo>
                  <a:lnTo>
                    <a:pt x="239296" y="1443857"/>
                  </a:lnTo>
                  <a:lnTo>
                    <a:pt x="234934" y="1443857"/>
                  </a:lnTo>
                  <a:lnTo>
                    <a:pt x="230571" y="1443857"/>
                  </a:lnTo>
                  <a:lnTo>
                    <a:pt x="226208" y="1443857"/>
                  </a:lnTo>
                  <a:lnTo>
                    <a:pt x="221845" y="1443857"/>
                  </a:lnTo>
                  <a:lnTo>
                    <a:pt x="217483" y="1443857"/>
                  </a:lnTo>
                  <a:lnTo>
                    <a:pt x="213120" y="1443857"/>
                  </a:lnTo>
                  <a:lnTo>
                    <a:pt x="208757" y="1443857"/>
                  </a:lnTo>
                  <a:lnTo>
                    <a:pt x="204394" y="1443857"/>
                  </a:lnTo>
                  <a:lnTo>
                    <a:pt x="200032" y="1443857"/>
                  </a:lnTo>
                  <a:lnTo>
                    <a:pt x="195669" y="1443857"/>
                  </a:lnTo>
                  <a:lnTo>
                    <a:pt x="191306" y="1443857"/>
                  </a:lnTo>
                  <a:lnTo>
                    <a:pt x="186943" y="1443857"/>
                  </a:lnTo>
                  <a:lnTo>
                    <a:pt x="182581" y="1443857"/>
                  </a:lnTo>
                  <a:lnTo>
                    <a:pt x="178218" y="1443857"/>
                  </a:lnTo>
                  <a:lnTo>
                    <a:pt x="173855" y="1443857"/>
                  </a:lnTo>
                  <a:lnTo>
                    <a:pt x="169492" y="1443857"/>
                  </a:lnTo>
                  <a:lnTo>
                    <a:pt x="165130" y="1443857"/>
                  </a:lnTo>
                  <a:lnTo>
                    <a:pt x="160767" y="1443857"/>
                  </a:lnTo>
                  <a:lnTo>
                    <a:pt x="156404" y="1443857"/>
                  </a:lnTo>
                  <a:lnTo>
                    <a:pt x="152041" y="1443857"/>
                  </a:lnTo>
                  <a:lnTo>
                    <a:pt x="147679" y="1443857"/>
                  </a:lnTo>
                  <a:lnTo>
                    <a:pt x="143316" y="1443857"/>
                  </a:lnTo>
                  <a:lnTo>
                    <a:pt x="138953" y="1443857"/>
                  </a:lnTo>
                  <a:lnTo>
                    <a:pt x="134590" y="1443857"/>
                  </a:lnTo>
                  <a:lnTo>
                    <a:pt x="130228" y="1443857"/>
                  </a:lnTo>
                  <a:lnTo>
                    <a:pt x="125865" y="1443857"/>
                  </a:lnTo>
                  <a:lnTo>
                    <a:pt x="121502" y="1443857"/>
                  </a:lnTo>
                  <a:lnTo>
                    <a:pt x="117139" y="1443857"/>
                  </a:lnTo>
                  <a:lnTo>
                    <a:pt x="112777" y="1443857"/>
                  </a:lnTo>
                  <a:lnTo>
                    <a:pt x="108414" y="1443857"/>
                  </a:lnTo>
                  <a:lnTo>
                    <a:pt x="104051" y="1443857"/>
                  </a:lnTo>
                  <a:lnTo>
                    <a:pt x="99688" y="1443857"/>
                  </a:lnTo>
                  <a:lnTo>
                    <a:pt x="95326" y="1443857"/>
                  </a:lnTo>
                  <a:lnTo>
                    <a:pt x="90963" y="1443857"/>
                  </a:lnTo>
                  <a:lnTo>
                    <a:pt x="86600" y="1443857"/>
                  </a:lnTo>
                  <a:lnTo>
                    <a:pt x="82237" y="1443857"/>
                  </a:lnTo>
                  <a:lnTo>
                    <a:pt x="77875" y="1443857"/>
                  </a:lnTo>
                  <a:lnTo>
                    <a:pt x="73512" y="1443857"/>
                  </a:lnTo>
                  <a:lnTo>
                    <a:pt x="69149" y="1443857"/>
                  </a:lnTo>
                  <a:lnTo>
                    <a:pt x="64786" y="1443857"/>
                  </a:lnTo>
                  <a:lnTo>
                    <a:pt x="60424" y="1443857"/>
                  </a:lnTo>
                  <a:lnTo>
                    <a:pt x="56061" y="1443857"/>
                  </a:lnTo>
                  <a:lnTo>
                    <a:pt x="51698" y="1443857"/>
                  </a:lnTo>
                  <a:lnTo>
                    <a:pt x="47335" y="1443857"/>
                  </a:lnTo>
                  <a:lnTo>
                    <a:pt x="42973" y="1443857"/>
                  </a:lnTo>
                  <a:lnTo>
                    <a:pt x="38610" y="1443857"/>
                  </a:lnTo>
                  <a:lnTo>
                    <a:pt x="34247" y="1443857"/>
                  </a:lnTo>
                  <a:lnTo>
                    <a:pt x="29884" y="1443857"/>
                  </a:lnTo>
                  <a:lnTo>
                    <a:pt x="25522" y="1443857"/>
                  </a:lnTo>
                  <a:lnTo>
                    <a:pt x="21159" y="1443857"/>
                  </a:lnTo>
                  <a:lnTo>
                    <a:pt x="16796" y="1443857"/>
                  </a:lnTo>
                  <a:lnTo>
                    <a:pt x="12433" y="1443857"/>
                  </a:lnTo>
                  <a:lnTo>
                    <a:pt x="8071" y="1443857"/>
                  </a:lnTo>
                  <a:lnTo>
                    <a:pt x="3708" y="1443857"/>
                  </a:lnTo>
                  <a:lnTo>
                    <a:pt x="0" y="1443857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85420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074638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22670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346724" y="1795212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346724" y="1481847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346724" y="1168482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300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346724" y="855117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346724" y="541751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500</a:t>
              </a:r>
            </a:p>
          </p:txBody>
        </p:sp>
        <p:sp>
          <p:nvSpPr>
            <p:cNvPr id="22" name="pl22"/>
            <p:cNvSpPr/>
            <p:nvPr/>
          </p:nvSpPr>
          <p:spPr>
            <a:xfrm>
              <a:off x="587875" y="183900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87875" y="152564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87875" y="12122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87875" y="8989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87875" y="5855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22670" y="206628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612360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793734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975109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156484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 rot="-5400000">
              <a:off x="96391" y="118096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22670" y="126116"/>
              <a:ext cx="59705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wt_k27</a:t>
              </a:r>
            </a:p>
          </p:txBody>
        </p:sp>
        <p:sp>
          <p:nvSpPr>
            <p:cNvPr id="34" name="rc34"/>
            <p:cNvSpPr/>
            <p:nvPr/>
          </p:nvSpPr>
          <p:spPr>
            <a:xfrm>
              <a:off x="622670" y="235558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29324" y="2355589"/>
              <a:ext cx="8324161" cy="1668810"/>
            </a:xfrm>
            <a:custGeom>
              <a:avLst/>
              <a:pathLst>
                <a:path w="8324161" h="1668810">
                  <a:moveTo>
                    <a:pt x="0" y="1668810"/>
                  </a:moveTo>
                  <a:lnTo>
                    <a:pt x="1417" y="1665459"/>
                  </a:lnTo>
                  <a:lnTo>
                    <a:pt x="5780" y="1637466"/>
                  </a:lnTo>
                  <a:lnTo>
                    <a:pt x="10142" y="1623716"/>
                  </a:lnTo>
                  <a:lnTo>
                    <a:pt x="14505" y="1611929"/>
                  </a:lnTo>
                  <a:lnTo>
                    <a:pt x="18868" y="1603089"/>
                  </a:lnTo>
                  <a:lnTo>
                    <a:pt x="23231" y="1602107"/>
                  </a:lnTo>
                  <a:lnTo>
                    <a:pt x="27593" y="1600634"/>
                  </a:lnTo>
                  <a:lnTo>
                    <a:pt x="31956" y="1592285"/>
                  </a:lnTo>
                  <a:lnTo>
                    <a:pt x="36319" y="1580499"/>
                  </a:lnTo>
                  <a:lnTo>
                    <a:pt x="40682" y="1599333"/>
                  </a:lnTo>
                  <a:lnTo>
                    <a:pt x="45044" y="1583723"/>
                  </a:lnTo>
                  <a:lnTo>
                    <a:pt x="49407" y="1577470"/>
                  </a:lnTo>
                  <a:lnTo>
                    <a:pt x="53770" y="1577470"/>
                  </a:lnTo>
                  <a:lnTo>
                    <a:pt x="58133" y="1574343"/>
                  </a:lnTo>
                  <a:lnTo>
                    <a:pt x="62495" y="1583232"/>
                  </a:lnTo>
                  <a:lnTo>
                    <a:pt x="66858" y="1581674"/>
                  </a:lnTo>
                  <a:lnTo>
                    <a:pt x="71221" y="1556926"/>
                  </a:lnTo>
                  <a:lnTo>
                    <a:pt x="75584" y="1561346"/>
                  </a:lnTo>
                  <a:lnTo>
                    <a:pt x="79946" y="1552997"/>
                  </a:lnTo>
                  <a:lnTo>
                    <a:pt x="84309" y="1553488"/>
                  </a:lnTo>
                  <a:lnTo>
                    <a:pt x="88672" y="1543175"/>
                  </a:lnTo>
                  <a:lnTo>
                    <a:pt x="93035" y="1544648"/>
                  </a:lnTo>
                  <a:lnTo>
                    <a:pt x="97397" y="1552997"/>
                  </a:lnTo>
                  <a:lnTo>
                    <a:pt x="101760" y="1564783"/>
                  </a:lnTo>
                  <a:lnTo>
                    <a:pt x="106123" y="1574371"/>
                  </a:lnTo>
                  <a:lnTo>
                    <a:pt x="110486" y="1591120"/>
                  </a:lnTo>
                  <a:lnTo>
                    <a:pt x="114848" y="1547191"/>
                  </a:lnTo>
                  <a:lnTo>
                    <a:pt x="119211" y="1547191"/>
                  </a:lnTo>
                  <a:lnTo>
                    <a:pt x="123574" y="1552584"/>
                  </a:lnTo>
                  <a:lnTo>
                    <a:pt x="127937" y="1560674"/>
                  </a:lnTo>
                  <a:lnTo>
                    <a:pt x="132299" y="1566741"/>
                  </a:lnTo>
                  <a:lnTo>
                    <a:pt x="136662" y="1586292"/>
                  </a:lnTo>
                  <a:lnTo>
                    <a:pt x="141025" y="1586966"/>
                  </a:lnTo>
                  <a:lnTo>
                    <a:pt x="145388" y="1614606"/>
                  </a:lnTo>
                  <a:lnTo>
                    <a:pt x="149750" y="1626067"/>
                  </a:lnTo>
                  <a:lnTo>
                    <a:pt x="154113" y="1641573"/>
                  </a:lnTo>
                  <a:lnTo>
                    <a:pt x="158476" y="1641573"/>
                  </a:lnTo>
                  <a:lnTo>
                    <a:pt x="162839" y="1641573"/>
                  </a:lnTo>
                  <a:lnTo>
                    <a:pt x="167201" y="1641573"/>
                  </a:lnTo>
                  <a:lnTo>
                    <a:pt x="171564" y="1635505"/>
                  </a:lnTo>
                  <a:lnTo>
                    <a:pt x="175927" y="1623370"/>
                  </a:lnTo>
                  <a:lnTo>
                    <a:pt x="180290" y="1621348"/>
                  </a:lnTo>
                  <a:lnTo>
                    <a:pt x="184652" y="1614606"/>
                  </a:lnTo>
                  <a:lnTo>
                    <a:pt x="189015" y="1614606"/>
                  </a:lnTo>
                  <a:lnTo>
                    <a:pt x="193378" y="1644441"/>
                  </a:lnTo>
                  <a:lnTo>
                    <a:pt x="197741" y="1638124"/>
                  </a:lnTo>
                  <a:lnTo>
                    <a:pt x="202103" y="1639136"/>
                  </a:lnTo>
                  <a:lnTo>
                    <a:pt x="206466" y="1648209"/>
                  </a:lnTo>
                  <a:lnTo>
                    <a:pt x="210829" y="1661697"/>
                  </a:lnTo>
                  <a:lnTo>
                    <a:pt x="215192" y="1648941"/>
                  </a:lnTo>
                  <a:lnTo>
                    <a:pt x="219554" y="1642349"/>
                  </a:lnTo>
                  <a:lnTo>
                    <a:pt x="223917" y="1625543"/>
                  </a:lnTo>
                  <a:lnTo>
                    <a:pt x="228280" y="1607955"/>
                  </a:lnTo>
                  <a:lnTo>
                    <a:pt x="232643" y="1600920"/>
                  </a:lnTo>
                  <a:lnTo>
                    <a:pt x="237005" y="1598184"/>
                  </a:lnTo>
                  <a:lnTo>
                    <a:pt x="241368" y="1606001"/>
                  </a:lnTo>
                  <a:lnTo>
                    <a:pt x="245731" y="1612645"/>
                  </a:lnTo>
                  <a:lnTo>
                    <a:pt x="250094" y="1616554"/>
                  </a:lnTo>
                  <a:lnTo>
                    <a:pt x="254456" y="1610300"/>
                  </a:lnTo>
                  <a:lnTo>
                    <a:pt x="258819" y="1602172"/>
                  </a:lnTo>
                  <a:lnTo>
                    <a:pt x="263182" y="1587098"/>
                  </a:lnTo>
                  <a:lnTo>
                    <a:pt x="267545" y="1579754"/>
                  </a:lnTo>
                  <a:lnTo>
                    <a:pt x="271907" y="1516655"/>
                  </a:lnTo>
                  <a:lnTo>
                    <a:pt x="276270" y="1520232"/>
                  </a:lnTo>
                  <a:lnTo>
                    <a:pt x="280633" y="1536930"/>
                  </a:lnTo>
                  <a:lnTo>
                    <a:pt x="284996" y="1536601"/>
                  </a:lnTo>
                  <a:lnTo>
                    <a:pt x="289358" y="1487865"/>
                  </a:lnTo>
                  <a:lnTo>
                    <a:pt x="293721" y="1508090"/>
                  </a:lnTo>
                  <a:lnTo>
                    <a:pt x="298084" y="1518202"/>
                  </a:lnTo>
                  <a:lnTo>
                    <a:pt x="302447" y="1510112"/>
                  </a:lnTo>
                  <a:lnTo>
                    <a:pt x="306809" y="1506741"/>
                  </a:lnTo>
                  <a:lnTo>
                    <a:pt x="311172" y="1506741"/>
                  </a:lnTo>
                  <a:lnTo>
                    <a:pt x="315535" y="1506741"/>
                  </a:lnTo>
                  <a:lnTo>
                    <a:pt x="319898" y="1517528"/>
                  </a:lnTo>
                  <a:lnTo>
                    <a:pt x="324260" y="1535056"/>
                  </a:lnTo>
                  <a:lnTo>
                    <a:pt x="328623" y="1574157"/>
                  </a:lnTo>
                  <a:lnTo>
                    <a:pt x="332986" y="1586966"/>
                  </a:lnTo>
                  <a:lnTo>
                    <a:pt x="337349" y="1613932"/>
                  </a:lnTo>
                  <a:lnTo>
                    <a:pt x="341711" y="1603820"/>
                  </a:lnTo>
                  <a:lnTo>
                    <a:pt x="346074" y="1601123"/>
                  </a:lnTo>
                  <a:lnTo>
                    <a:pt x="350437" y="1601123"/>
                  </a:lnTo>
                  <a:lnTo>
                    <a:pt x="354800" y="1617977"/>
                  </a:lnTo>
                  <a:lnTo>
                    <a:pt x="359162" y="1628090"/>
                  </a:lnTo>
                  <a:lnTo>
                    <a:pt x="363525" y="1630112"/>
                  </a:lnTo>
                  <a:lnTo>
                    <a:pt x="367888" y="1648988"/>
                  </a:lnTo>
                  <a:lnTo>
                    <a:pt x="372251" y="1655056"/>
                  </a:lnTo>
                  <a:lnTo>
                    <a:pt x="376613" y="1655056"/>
                  </a:lnTo>
                  <a:lnTo>
                    <a:pt x="380976" y="1628764"/>
                  </a:lnTo>
                  <a:lnTo>
                    <a:pt x="385339" y="1628090"/>
                  </a:lnTo>
                  <a:lnTo>
                    <a:pt x="389702" y="1628090"/>
                  </a:lnTo>
                  <a:lnTo>
                    <a:pt x="394064" y="1628090"/>
                  </a:lnTo>
                  <a:lnTo>
                    <a:pt x="398427" y="1628090"/>
                  </a:lnTo>
                  <a:lnTo>
                    <a:pt x="402790" y="1628090"/>
                  </a:lnTo>
                  <a:lnTo>
                    <a:pt x="407153" y="1638876"/>
                  </a:lnTo>
                  <a:lnTo>
                    <a:pt x="411515" y="1628090"/>
                  </a:lnTo>
                  <a:lnTo>
                    <a:pt x="415878" y="1628090"/>
                  </a:lnTo>
                  <a:lnTo>
                    <a:pt x="420241" y="1628090"/>
                  </a:lnTo>
                  <a:lnTo>
                    <a:pt x="424604" y="1628090"/>
                  </a:lnTo>
                  <a:lnTo>
                    <a:pt x="428966" y="1628090"/>
                  </a:lnTo>
                  <a:lnTo>
                    <a:pt x="433329" y="1628090"/>
                  </a:lnTo>
                  <a:lnTo>
                    <a:pt x="437692" y="1628090"/>
                  </a:lnTo>
                  <a:lnTo>
                    <a:pt x="442055" y="1619325"/>
                  </a:lnTo>
                  <a:lnTo>
                    <a:pt x="446417" y="1640898"/>
                  </a:lnTo>
                  <a:lnTo>
                    <a:pt x="450780" y="1662416"/>
                  </a:lnTo>
                  <a:lnTo>
                    <a:pt x="455143" y="1642678"/>
                  </a:lnTo>
                  <a:lnTo>
                    <a:pt x="459506" y="1636852"/>
                  </a:lnTo>
                  <a:lnTo>
                    <a:pt x="463868" y="1631796"/>
                  </a:lnTo>
                  <a:lnTo>
                    <a:pt x="468231" y="1621113"/>
                  </a:lnTo>
                  <a:lnTo>
                    <a:pt x="472594" y="1598693"/>
                  </a:lnTo>
                  <a:lnTo>
                    <a:pt x="476957" y="1595000"/>
                  </a:lnTo>
                  <a:lnTo>
                    <a:pt x="481319" y="1588621"/>
                  </a:lnTo>
                  <a:lnTo>
                    <a:pt x="485682" y="1586942"/>
                  </a:lnTo>
                  <a:lnTo>
                    <a:pt x="490045" y="1596990"/>
                  </a:lnTo>
                  <a:lnTo>
                    <a:pt x="494408" y="1592722"/>
                  </a:lnTo>
                  <a:lnTo>
                    <a:pt x="498770" y="1590893"/>
                  </a:lnTo>
                  <a:lnTo>
                    <a:pt x="503133" y="1590283"/>
                  </a:lnTo>
                  <a:lnTo>
                    <a:pt x="507496" y="1580221"/>
                  </a:lnTo>
                  <a:lnTo>
                    <a:pt x="511859" y="1571379"/>
                  </a:lnTo>
                  <a:lnTo>
                    <a:pt x="516221" y="1568026"/>
                  </a:lnTo>
                  <a:lnTo>
                    <a:pt x="520584" y="1575953"/>
                  </a:lnTo>
                  <a:lnTo>
                    <a:pt x="524947" y="1564112"/>
                  </a:lnTo>
                  <a:lnTo>
                    <a:pt x="529310" y="1562227"/>
                  </a:lnTo>
                  <a:lnTo>
                    <a:pt x="533672" y="1598307"/>
                  </a:lnTo>
                  <a:lnTo>
                    <a:pt x="538035" y="1586883"/>
                  </a:lnTo>
                  <a:lnTo>
                    <a:pt x="542398" y="1602107"/>
                  </a:lnTo>
                  <a:lnTo>
                    <a:pt x="546761" y="1611438"/>
                  </a:lnTo>
                  <a:lnTo>
                    <a:pt x="551123" y="1607718"/>
                  </a:lnTo>
                  <a:lnTo>
                    <a:pt x="555486" y="1607766"/>
                  </a:lnTo>
                  <a:lnTo>
                    <a:pt x="559849" y="1609993"/>
                  </a:lnTo>
                  <a:lnTo>
                    <a:pt x="564212" y="1574157"/>
                  </a:lnTo>
                  <a:lnTo>
                    <a:pt x="568574" y="1564045"/>
                  </a:lnTo>
                  <a:lnTo>
                    <a:pt x="572937" y="1593033"/>
                  </a:lnTo>
                  <a:lnTo>
                    <a:pt x="577300" y="1606516"/>
                  </a:lnTo>
                  <a:lnTo>
                    <a:pt x="581663" y="1615281"/>
                  </a:lnTo>
                  <a:lnTo>
                    <a:pt x="586025" y="1622022"/>
                  </a:lnTo>
                  <a:lnTo>
                    <a:pt x="590388" y="1614606"/>
                  </a:lnTo>
                  <a:lnTo>
                    <a:pt x="594751" y="1614606"/>
                  </a:lnTo>
                  <a:lnTo>
                    <a:pt x="599114" y="1614606"/>
                  </a:lnTo>
                  <a:lnTo>
                    <a:pt x="603476" y="1614606"/>
                  </a:lnTo>
                  <a:lnTo>
                    <a:pt x="607839" y="1610561"/>
                  </a:lnTo>
                  <a:lnTo>
                    <a:pt x="612202" y="1634107"/>
                  </a:lnTo>
                  <a:lnTo>
                    <a:pt x="616565" y="1635370"/>
                  </a:lnTo>
                  <a:lnTo>
                    <a:pt x="620927" y="1621751"/>
                  </a:lnTo>
                  <a:lnTo>
                    <a:pt x="625290" y="1620278"/>
                  </a:lnTo>
                  <a:lnTo>
                    <a:pt x="629653" y="1639222"/>
                  </a:lnTo>
                  <a:lnTo>
                    <a:pt x="634016" y="1638831"/>
                  </a:lnTo>
                  <a:lnTo>
                    <a:pt x="638378" y="1640004"/>
                  </a:lnTo>
                  <a:lnTo>
                    <a:pt x="642741" y="1638831"/>
                  </a:lnTo>
                  <a:lnTo>
                    <a:pt x="647104" y="1636095"/>
                  </a:lnTo>
                  <a:lnTo>
                    <a:pt x="651466" y="1635705"/>
                  </a:lnTo>
                  <a:lnTo>
                    <a:pt x="655829" y="1640004"/>
                  </a:lnTo>
                  <a:lnTo>
                    <a:pt x="660192" y="1640004"/>
                  </a:lnTo>
                  <a:lnTo>
                    <a:pt x="664555" y="1640004"/>
                  </a:lnTo>
                  <a:lnTo>
                    <a:pt x="668917" y="1640004"/>
                  </a:lnTo>
                  <a:lnTo>
                    <a:pt x="673280" y="1642349"/>
                  </a:lnTo>
                  <a:lnTo>
                    <a:pt x="677643" y="1648941"/>
                  </a:lnTo>
                  <a:lnTo>
                    <a:pt x="682006" y="1653917"/>
                  </a:lnTo>
                  <a:lnTo>
                    <a:pt x="686368" y="1651217"/>
                  </a:lnTo>
                  <a:lnTo>
                    <a:pt x="690731" y="1652691"/>
                  </a:lnTo>
                  <a:lnTo>
                    <a:pt x="695094" y="1656125"/>
                  </a:lnTo>
                  <a:lnTo>
                    <a:pt x="699457" y="1641573"/>
                  </a:lnTo>
                  <a:lnTo>
                    <a:pt x="703819" y="1641573"/>
                  </a:lnTo>
                  <a:lnTo>
                    <a:pt x="708182" y="1654382"/>
                  </a:lnTo>
                  <a:lnTo>
                    <a:pt x="712545" y="1661797"/>
                  </a:lnTo>
                  <a:lnTo>
                    <a:pt x="716908" y="1668539"/>
                  </a:lnTo>
                  <a:lnTo>
                    <a:pt x="721270" y="1668539"/>
                  </a:lnTo>
                  <a:lnTo>
                    <a:pt x="725633" y="1668539"/>
                  </a:lnTo>
                  <a:lnTo>
                    <a:pt x="729996" y="1668539"/>
                  </a:lnTo>
                  <a:lnTo>
                    <a:pt x="734359" y="1668539"/>
                  </a:lnTo>
                  <a:lnTo>
                    <a:pt x="738721" y="1668539"/>
                  </a:lnTo>
                  <a:lnTo>
                    <a:pt x="743084" y="1668539"/>
                  </a:lnTo>
                  <a:lnTo>
                    <a:pt x="747447" y="1668539"/>
                  </a:lnTo>
                  <a:lnTo>
                    <a:pt x="751810" y="1668539"/>
                  </a:lnTo>
                  <a:lnTo>
                    <a:pt x="756172" y="1668539"/>
                  </a:lnTo>
                  <a:lnTo>
                    <a:pt x="760535" y="1668539"/>
                  </a:lnTo>
                  <a:lnTo>
                    <a:pt x="764898" y="1668539"/>
                  </a:lnTo>
                  <a:lnTo>
                    <a:pt x="769261" y="1668539"/>
                  </a:lnTo>
                  <a:lnTo>
                    <a:pt x="773623" y="1668539"/>
                  </a:lnTo>
                  <a:lnTo>
                    <a:pt x="777986" y="1668539"/>
                  </a:lnTo>
                  <a:lnTo>
                    <a:pt x="782349" y="1668539"/>
                  </a:lnTo>
                  <a:lnTo>
                    <a:pt x="786712" y="1668539"/>
                  </a:lnTo>
                  <a:lnTo>
                    <a:pt x="791074" y="1668539"/>
                  </a:lnTo>
                  <a:lnTo>
                    <a:pt x="795437" y="1668539"/>
                  </a:lnTo>
                  <a:lnTo>
                    <a:pt x="799800" y="1668539"/>
                  </a:lnTo>
                  <a:lnTo>
                    <a:pt x="804163" y="1668539"/>
                  </a:lnTo>
                  <a:lnTo>
                    <a:pt x="808525" y="1668539"/>
                  </a:lnTo>
                  <a:lnTo>
                    <a:pt x="812888" y="1656404"/>
                  </a:lnTo>
                  <a:lnTo>
                    <a:pt x="817251" y="1655056"/>
                  </a:lnTo>
                  <a:lnTo>
                    <a:pt x="821614" y="1655056"/>
                  </a:lnTo>
                  <a:lnTo>
                    <a:pt x="825976" y="1655056"/>
                  </a:lnTo>
                  <a:lnTo>
                    <a:pt x="830339" y="1655056"/>
                  </a:lnTo>
                  <a:lnTo>
                    <a:pt x="834702" y="1655056"/>
                  </a:lnTo>
                  <a:lnTo>
                    <a:pt x="839065" y="1651011"/>
                  </a:lnTo>
                  <a:lnTo>
                    <a:pt x="843427" y="1640224"/>
                  </a:lnTo>
                  <a:lnTo>
                    <a:pt x="847790" y="1628090"/>
                  </a:lnTo>
                  <a:lnTo>
                    <a:pt x="852153" y="1628090"/>
                  </a:lnTo>
                  <a:lnTo>
                    <a:pt x="856516" y="1615955"/>
                  </a:lnTo>
                  <a:lnTo>
                    <a:pt x="860878" y="1614606"/>
                  </a:lnTo>
                  <a:lnTo>
                    <a:pt x="865241" y="1614606"/>
                  </a:lnTo>
                  <a:lnTo>
                    <a:pt x="869604" y="1614606"/>
                  </a:lnTo>
                  <a:lnTo>
                    <a:pt x="873967" y="1614606"/>
                  </a:lnTo>
                  <a:lnTo>
                    <a:pt x="878329" y="1626741"/>
                  </a:lnTo>
                  <a:lnTo>
                    <a:pt x="882692" y="1628090"/>
                  </a:lnTo>
                  <a:lnTo>
                    <a:pt x="887055" y="1628090"/>
                  </a:lnTo>
                  <a:lnTo>
                    <a:pt x="891418" y="1628090"/>
                  </a:lnTo>
                  <a:lnTo>
                    <a:pt x="895780" y="1628090"/>
                  </a:lnTo>
                  <a:lnTo>
                    <a:pt x="900143" y="1628090"/>
                  </a:lnTo>
                  <a:lnTo>
                    <a:pt x="904506" y="1632134"/>
                  </a:lnTo>
                  <a:lnTo>
                    <a:pt x="908869" y="1642921"/>
                  </a:lnTo>
                  <a:lnTo>
                    <a:pt x="913231" y="1655056"/>
                  </a:lnTo>
                  <a:lnTo>
                    <a:pt x="917594" y="1655056"/>
                  </a:lnTo>
                  <a:lnTo>
                    <a:pt x="921957" y="1667191"/>
                  </a:lnTo>
                  <a:lnTo>
                    <a:pt x="926320" y="1668539"/>
                  </a:lnTo>
                  <a:lnTo>
                    <a:pt x="930682" y="1668539"/>
                  </a:lnTo>
                  <a:lnTo>
                    <a:pt x="935045" y="1668539"/>
                  </a:lnTo>
                  <a:lnTo>
                    <a:pt x="939408" y="1668539"/>
                  </a:lnTo>
                  <a:lnTo>
                    <a:pt x="943771" y="1668539"/>
                  </a:lnTo>
                  <a:lnTo>
                    <a:pt x="948133" y="1668539"/>
                  </a:lnTo>
                  <a:lnTo>
                    <a:pt x="952496" y="1668539"/>
                  </a:lnTo>
                  <a:lnTo>
                    <a:pt x="956859" y="1668539"/>
                  </a:lnTo>
                  <a:lnTo>
                    <a:pt x="961222" y="1668539"/>
                  </a:lnTo>
                  <a:lnTo>
                    <a:pt x="965584" y="1668539"/>
                  </a:lnTo>
                  <a:lnTo>
                    <a:pt x="969947" y="1668539"/>
                  </a:lnTo>
                  <a:lnTo>
                    <a:pt x="974310" y="1668539"/>
                  </a:lnTo>
                  <a:lnTo>
                    <a:pt x="978673" y="1668539"/>
                  </a:lnTo>
                  <a:lnTo>
                    <a:pt x="983035" y="1668539"/>
                  </a:lnTo>
                  <a:lnTo>
                    <a:pt x="987398" y="1668539"/>
                  </a:lnTo>
                  <a:lnTo>
                    <a:pt x="991761" y="1668539"/>
                  </a:lnTo>
                  <a:lnTo>
                    <a:pt x="996124" y="1668539"/>
                  </a:lnTo>
                  <a:lnTo>
                    <a:pt x="1000486" y="1668539"/>
                  </a:lnTo>
                  <a:lnTo>
                    <a:pt x="1004849" y="1668539"/>
                  </a:lnTo>
                  <a:lnTo>
                    <a:pt x="1009212" y="1668539"/>
                  </a:lnTo>
                  <a:lnTo>
                    <a:pt x="1013575" y="1668539"/>
                  </a:lnTo>
                  <a:lnTo>
                    <a:pt x="1017937" y="1668539"/>
                  </a:lnTo>
                  <a:lnTo>
                    <a:pt x="1022300" y="1668539"/>
                  </a:lnTo>
                  <a:lnTo>
                    <a:pt x="1026663" y="1668539"/>
                  </a:lnTo>
                  <a:lnTo>
                    <a:pt x="1031026" y="1668539"/>
                  </a:lnTo>
                  <a:lnTo>
                    <a:pt x="1035388" y="1668539"/>
                  </a:lnTo>
                  <a:lnTo>
                    <a:pt x="1039751" y="1668539"/>
                  </a:lnTo>
                  <a:lnTo>
                    <a:pt x="1044114" y="1668539"/>
                  </a:lnTo>
                  <a:lnTo>
                    <a:pt x="1048477" y="1668539"/>
                  </a:lnTo>
                  <a:lnTo>
                    <a:pt x="1052839" y="1656404"/>
                  </a:lnTo>
                  <a:lnTo>
                    <a:pt x="1057202" y="1655056"/>
                  </a:lnTo>
                  <a:lnTo>
                    <a:pt x="1061565" y="1655056"/>
                  </a:lnTo>
                  <a:lnTo>
                    <a:pt x="1065928" y="1651685"/>
                  </a:lnTo>
                  <a:lnTo>
                    <a:pt x="1070290" y="1630112"/>
                  </a:lnTo>
                  <a:lnTo>
                    <a:pt x="1074653" y="1636773"/>
                  </a:lnTo>
                  <a:lnTo>
                    <a:pt x="1079016" y="1638124"/>
                  </a:lnTo>
                  <a:lnTo>
                    <a:pt x="1083379" y="1661141"/>
                  </a:lnTo>
                  <a:lnTo>
                    <a:pt x="1087741" y="1657059"/>
                  </a:lnTo>
                  <a:lnTo>
                    <a:pt x="1092104" y="1647820"/>
                  </a:lnTo>
                  <a:lnTo>
                    <a:pt x="1096467" y="1642349"/>
                  </a:lnTo>
                  <a:lnTo>
                    <a:pt x="1100830" y="1634141"/>
                  </a:lnTo>
                  <a:lnTo>
                    <a:pt x="1105192" y="1613818"/>
                  </a:lnTo>
                  <a:lnTo>
                    <a:pt x="1109555" y="1603265"/>
                  </a:lnTo>
                  <a:lnTo>
                    <a:pt x="1113918" y="1600920"/>
                  </a:lnTo>
                  <a:lnTo>
                    <a:pt x="1118281" y="1607955"/>
                  </a:lnTo>
                  <a:lnTo>
                    <a:pt x="1122643" y="1595058"/>
                  </a:lnTo>
                  <a:lnTo>
                    <a:pt x="1127006" y="1593103"/>
                  </a:lnTo>
                  <a:lnTo>
                    <a:pt x="1131369" y="1591931"/>
                  </a:lnTo>
                  <a:lnTo>
                    <a:pt x="1135732" y="1592713"/>
                  </a:lnTo>
                  <a:lnTo>
                    <a:pt x="1140094" y="1609129"/>
                  </a:lnTo>
                  <a:lnTo>
                    <a:pt x="1144457" y="1604952"/>
                  </a:lnTo>
                  <a:lnTo>
                    <a:pt x="1148820" y="1571671"/>
                  </a:lnTo>
                  <a:lnTo>
                    <a:pt x="1153183" y="1576901"/>
                  </a:lnTo>
                  <a:lnTo>
                    <a:pt x="1157545" y="1581684"/>
                  </a:lnTo>
                  <a:lnTo>
                    <a:pt x="1161908" y="1543146"/>
                  </a:lnTo>
                  <a:lnTo>
                    <a:pt x="1166271" y="1551910"/>
                  </a:lnTo>
                  <a:lnTo>
                    <a:pt x="1170634" y="1578876"/>
                  </a:lnTo>
                  <a:lnTo>
                    <a:pt x="1174996" y="1588314"/>
                  </a:lnTo>
                  <a:lnTo>
                    <a:pt x="1179359" y="1587640"/>
                  </a:lnTo>
                  <a:lnTo>
                    <a:pt x="1183722" y="1587640"/>
                  </a:lnTo>
                  <a:lnTo>
                    <a:pt x="1188085" y="1611236"/>
                  </a:lnTo>
                  <a:lnTo>
                    <a:pt x="1192447" y="1614606"/>
                  </a:lnTo>
                  <a:lnTo>
                    <a:pt x="1196810" y="1617303"/>
                  </a:lnTo>
                  <a:lnTo>
                    <a:pt x="1201173" y="1626741"/>
                  </a:lnTo>
                  <a:lnTo>
                    <a:pt x="1205536" y="1628090"/>
                  </a:lnTo>
                  <a:lnTo>
                    <a:pt x="1209898" y="1616629"/>
                  </a:lnTo>
                  <a:lnTo>
                    <a:pt x="1214261" y="1612584"/>
                  </a:lnTo>
                  <a:lnTo>
                    <a:pt x="1218624" y="1601123"/>
                  </a:lnTo>
                  <a:lnTo>
                    <a:pt x="1222987" y="1601123"/>
                  </a:lnTo>
                  <a:lnTo>
                    <a:pt x="1227349" y="1601123"/>
                  </a:lnTo>
                  <a:lnTo>
                    <a:pt x="1231712" y="1606516"/>
                  </a:lnTo>
                  <a:lnTo>
                    <a:pt x="1236075" y="1614606"/>
                  </a:lnTo>
                  <a:lnTo>
                    <a:pt x="1240438" y="1623370"/>
                  </a:lnTo>
                  <a:lnTo>
                    <a:pt x="1244800" y="1628090"/>
                  </a:lnTo>
                  <a:lnTo>
                    <a:pt x="1249163" y="1628090"/>
                  </a:lnTo>
                  <a:lnTo>
                    <a:pt x="1253526" y="1628090"/>
                  </a:lnTo>
                  <a:lnTo>
                    <a:pt x="1257889" y="1628090"/>
                  </a:lnTo>
                  <a:lnTo>
                    <a:pt x="1262251" y="1630786"/>
                  </a:lnTo>
                  <a:lnTo>
                    <a:pt x="1266614" y="1641573"/>
                  </a:lnTo>
                  <a:lnTo>
                    <a:pt x="1270977" y="1641573"/>
                  </a:lnTo>
                  <a:lnTo>
                    <a:pt x="1275340" y="1653033"/>
                  </a:lnTo>
                  <a:lnTo>
                    <a:pt x="1279702" y="1638876"/>
                  </a:lnTo>
                  <a:lnTo>
                    <a:pt x="1284065" y="1628090"/>
                  </a:lnTo>
                  <a:lnTo>
                    <a:pt x="1288428" y="1628090"/>
                  </a:lnTo>
                  <a:lnTo>
                    <a:pt x="1292791" y="1628090"/>
                  </a:lnTo>
                  <a:lnTo>
                    <a:pt x="1297153" y="1628090"/>
                  </a:lnTo>
                  <a:lnTo>
                    <a:pt x="1301516" y="1628090"/>
                  </a:lnTo>
                  <a:lnTo>
                    <a:pt x="1305879" y="1628090"/>
                  </a:lnTo>
                  <a:lnTo>
                    <a:pt x="1310242" y="1607191"/>
                  </a:lnTo>
                  <a:lnTo>
                    <a:pt x="1314604" y="1577528"/>
                  </a:lnTo>
                  <a:lnTo>
                    <a:pt x="1318967" y="1558651"/>
                  </a:lnTo>
                  <a:lnTo>
                    <a:pt x="1323330" y="1547191"/>
                  </a:lnTo>
                  <a:lnTo>
                    <a:pt x="1327693" y="1547191"/>
                  </a:lnTo>
                  <a:lnTo>
                    <a:pt x="1332055" y="1547191"/>
                  </a:lnTo>
                  <a:lnTo>
                    <a:pt x="1336418" y="1537752"/>
                  </a:lnTo>
                  <a:lnTo>
                    <a:pt x="1340781" y="1533707"/>
                  </a:lnTo>
                  <a:lnTo>
                    <a:pt x="1345144" y="1551910"/>
                  </a:lnTo>
                  <a:lnTo>
                    <a:pt x="1349506" y="1557303"/>
                  </a:lnTo>
                  <a:lnTo>
                    <a:pt x="1353869" y="1547191"/>
                  </a:lnTo>
                  <a:lnTo>
                    <a:pt x="1358232" y="1547191"/>
                  </a:lnTo>
                  <a:lnTo>
                    <a:pt x="1362595" y="1547191"/>
                  </a:lnTo>
                  <a:lnTo>
                    <a:pt x="1366957" y="1547191"/>
                  </a:lnTo>
                  <a:lnTo>
                    <a:pt x="1371320" y="1547191"/>
                  </a:lnTo>
                  <a:lnTo>
                    <a:pt x="1375683" y="1555955"/>
                  </a:lnTo>
                  <a:lnTo>
                    <a:pt x="1380046" y="1584269"/>
                  </a:lnTo>
                  <a:lnTo>
                    <a:pt x="1384408" y="1603146"/>
                  </a:lnTo>
                  <a:lnTo>
                    <a:pt x="1388771" y="1614606"/>
                  </a:lnTo>
                  <a:lnTo>
                    <a:pt x="1393134" y="1614606"/>
                  </a:lnTo>
                  <a:lnTo>
                    <a:pt x="1397497" y="1614606"/>
                  </a:lnTo>
                  <a:lnTo>
                    <a:pt x="1401859" y="1624045"/>
                  </a:lnTo>
                  <a:lnTo>
                    <a:pt x="1406222" y="1620000"/>
                  </a:lnTo>
                  <a:lnTo>
                    <a:pt x="1410585" y="1614606"/>
                  </a:lnTo>
                  <a:lnTo>
                    <a:pt x="1414948" y="1631460"/>
                  </a:lnTo>
                  <a:lnTo>
                    <a:pt x="1419310" y="1641573"/>
                  </a:lnTo>
                  <a:lnTo>
                    <a:pt x="1423673" y="1641573"/>
                  </a:lnTo>
                  <a:lnTo>
                    <a:pt x="1428036" y="1641573"/>
                  </a:lnTo>
                  <a:lnTo>
                    <a:pt x="1432399" y="1641573"/>
                  </a:lnTo>
                  <a:lnTo>
                    <a:pt x="1436761" y="1641573"/>
                  </a:lnTo>
                  <a:lnTo>
                    <a:pt x="1441124" y="1653707"/>
                  </a:lnTo>
                  <a:lnTo>
                    <a:pt x="1445487" y="1655056"/>
                  </a:lnTo>
                  <a:lnTo>
                    <a:pt x="1449850" y="1655056"/>
                  </a:lnTo>
                  <a:lnTo>
                    <a:pt x="1454212" y="1655056"/>
                  </a:lnTo>
                  <a:lnTo>
                    <a:pt x="1458575" y="1655056"/>
                  </a:lnTo>
                  <a:lnTo>
                    <a:pt x="1462938" y="1655056"/>
                  </a:lnTo>
                  <a:lnTo>
                    <a:pt x="1467301" y="1655056"/>
                  </a:lnTo>
                  <a:lnTo>
                    <a:pt x="1471663" y="1663146"/>
                  </a:lnTo>
                  <a:lnTo>
                    <a:pt x="1476026" y="1668539"/>
                  </a:lnTo>
                  <a:lnTo>
                    <a:pt x="1480389" y="1668539"/>
                  </a:lnTo>
                  <a:lnTo>
                    <a:pt x="1484752" y="1668539"/>
                  </a:lnTo>
                  <a:lnTo>
                    <a:pt x="1489114" y="1668539"/>
                  </a:lnTo>
                  <a:lnTo>
                    <a:pt x="1493477" y="1668539"/>
                  </a:lnTo>
                  <a:lnTo>
                    <a:pt x="1497840" y="1668539"/>
                  </a:lnTo>
                  <a:lnTo>
                    <a:pt x="1502203" y="1668539"/>
                  </a:lnTo>
                  <a:lnTo>
                    <a:pt x="1506565" y="1668539"/>
                  </a:lnTo>
                  <a:lnTo>
                    <a:pt x="1510928" y="1668539"/>
                  </a:lnTo>
                  <a:lnTo>
                    <a:pt x="1515291" y="1668539"/>
                  </a:lnTo>
                  <a:lnTo>
                    <a:pt x="1519654" y="1668539"/>
                  </a:lnTo>
                  <a:lnTo>
                    <a:pt x="1524016" y="1668539"/>
                  </a:lnTo>
                  <a:lnTo>
                    <a:pt x="1528379" y="1668539"/>
                  </a:lnTo>
                  <a:lnTo>
                    <a:pt x="1532742" y="1668539"/>
                  </a:lnTo>
                  <a:lnTo>
                    <a:pt x="1537105" y="1668539"/>
                  </a:lnTo>
                  <a:lnTo>
                    <a:pt x="1541467" y="1668539"/>
                  </a:lnTo>
                  <a:lnTo>
                    <a:pt x="1545830" y="1668539"/>
                  </a:lnTo>
                  <a:lnTo>
                    <a:pt x="1550193" y="1668539"/>
                  </a:lnTo>
                  <a:lnTo>
                    <a:pt x="1554556" y="1668539"/>
                  </a:lnTo>
                  <a:lnTo>
                    <a:pt x="1558918" y="1668539"/>
                  </a:lnTo>
                  <a:lnTo>
                    <a:pt x="1563281" y="1668539"/>
                  </a:lnTo>
                  <a:lnTo>
                    <a:pt x="1567644" y="1668539"/>
                  </a:lnTo>
                  <a:lnTo>
                    <a:pt x="1572007" y="1668539"/>
                  </a:lnTo>
                  <a:lnTo>
                    <a:pt x="1576369" y="1668539"/>
                  </a:lnTo>
                  <a:lnTo>
                    <a:pt x="1580732" y="1668539"/>
                  </a:lnTo>
                  <a:lnTo>
                    <a:pt x="1585095" y="1668539"/>
                  </a:lnTo>
                  <a:lnTo>
                    <a:pt x="1589458" y="1668539"/>
                  </a:lnTo>
                  <a:lnTo>
                    <a:pt x="1593820" y="1668539"/>
                  </a:lnTo>
                  <a:lnTo>
                    <a:pt x="1598183" y="1668539"/>
                  </a:lnTo>
                  <a:lnTo>
                    <a:pt x="1602546" y="1668539"/>
                  </a:lnTo>
                  <a:lnTo>
                    <a:pt x="1606909" y="1668539"/>
                  </a:lnTo>
                  <a:lnTo>
                    <a:pt x="1611271" y="1668539"/>
                  </a:lnTo>
                  <a:lnTo>
                    <a:pt x="1615634" y="1659101"/>
                  </a:lnTo>
                  <a:lnTo>
                    <a:pt x="1619997" y="1655056"/>
                  </a:lnTo>
                  <a:lnTo>
                    <a:pt x="1624360" y="1642247"/>
                  </a:lnTo>
                  <a:lnTo>
                    <a:pt x="1628722" y="1641573"/>
                  </a:lnTo>
                  <a:lnTo>
                    <a:pt x="1633085" y="1641573"/>
                  </a:lnTo>
                  <a:lnTo>
                    <a:pt x="1637448" y="1641573"/>
                  </a:lnTo>
                  <a:lnTo>
                    <a:pt x="1641811" y="1641573"/>
                  </a:lnTo>
                  <a:lnTo>
                    <a:pt x="1646173" y="1641573"/>
                  </a:lnTo>
                  <a:lnTo>
                    <a:pt x="1650536" y="1641573"/>
                  </a:lnTo>
                  <a:lnTo>
                    <a:pt x="1654899" y="1641573"/>
                  </a:lnTo>
                  <a:lnTo>
                    <a:pt x="1659262" y="1641573"/>
                  </a:lnTo>
                  <a:lnTo>
                    <a:pt x="1663624" y="1641573"/>
                  </a:lnTo>
                  <a:lnTo>
                    <a:pt x="1667987" y="1641573"/>
                  </a:lnTo>
                  <a:lnTo>
                    <a:pt x="1672350" y="1641573"/>
                  </a:lnTo>
                  <a:lnTo>
                    <a:pt x="1676713" y="1641573"/>
                  </a:lnTo>
                  <a:lnTo>
                    <a:pt x="1681075" y="1651011"/>
                  </a:lnTo>
                  <a:lnTo>
                    <a:pt x="1685438" y="1655056"/>
                  </a:lnTo>
                  <a:lnTo>
                    <a:pt x="1689801" y="1667865"/>
                  </a:lnTo>
                  <a:lnTo>
                    <a:pt x="1694164" y="1668539"/>
                  </a:lnTo>
                  <a:lnTo>
                    <a:pt x="1698526" y="1668539"/>
                  </a:lnTo>
                  <a:lnTo>
                    <a:pt x="1702889" y="1668539"/>
                  </a:lnTo>
                  <a:lnTo>
                    <a:pt x="1707252" y="1668539"/>
                  </a:lnTo>
                  <a:lnTo>
                    <a:pt x="1711615" y="1667191"/>
                  </a:lnTo>
                  <a:lnTo>
                    <a:pt x="1715977" y="1644269"/>
                  </a:lnTo>
                  <a:lnTo>
                    <a:pt x="1720340" y="1628090"/>
                  </a:lnTo>
                  <a:lnTo>
                    <a:pt x="1724703" y="1628090"/>
                  </a:lnTo>
                  <a:lnTo>
                    <a:pt x="1729066" y="1628090"/>
                  </a:lnTo>
                  <a:lnTo>
                    <a:pt x="1733428" y="1617977"/>
                  </a:lnTo>
                  <a:lnTo>
                    <a:pt x="1737791" y="1614606"/>
                  </a:lnTo>
                  <a:lnTo>
                    <a:pt x="1742154" y="1614606"/>
                  </a:lnTo>
                  <a:lnTo>
                    <a:pt x="1746517" y="1614606"/>
                  </a:lnTo>
                  <a:lnTo>
                    <a:pt x="1750879" y="1601123"/>
                  </a:lnTo>
                  <a:lnTo>
                    <a:pt x="1755242" y="1601123"/>
                  </a:lnTo>
                  <a:lnTo>
                    <a:pt x="1759605" y="1601123"/>
                  </a:lnTo>
                  <a:lnTo>
                    <a:pt x="1763968" y="1601123"/>
                  </a:lnTo>
                  <a:lnTo>
                    <a:pt x="1768330" y="1597752"/>
                  </a:lnTo>
                  <a:lnTo>
                    <a:pt x="1772693" y="1587640"/>
                  </a:lnTo>
                  <a:lnTo>
                    <a:pt x="1777056" y="1588988"/>
                  </a:lnTo>
                  <a:lnTo>
                    <a:pt x="1781419" y="1611910"/>
                  </a:lnTo>
                  <a:lnTo>
                    <a:pt x="1785781" y="1628090"/>
                  </a:lnTo>
                  <a:lnTo>
                    <a:pt x="1790144" y="1628090"/>
                  </a:lnTo>
                  <a:lnTo>
                    <a:pt x="1794507" y="1626741"/>
                  </a:lnTo>
                  <a:lnTo>
                    <a:pt x="1798870" y="1624719"/>
                  </a:lnTo>
                  <a:lnTo>
                    <a:pt x="1803232" y="1628090"/>
                  </a:lnTo>
                  <a:lnTo>
                    <a:pt x="1807595" y="1628090"/>
                  </a:lnTo>
                  <a:lnTo>
                    <a:pt x="1811958" y="1628090"/>
                  </a:lnTo>
                  <a:lnTo>
                    <a:pt x="1816321" y="1641573"/>
                  </a:lnTo>
                  <a:lnTo>
                    <a:pt x="1820683" y="1641573"/>
                  </a:lnTo>
                  <a:lnTo>
                    <a:pt x="1825046" y="1641573"/>
                  </a:lnTo>
                  <a:lnTo>
                    <a:pt x="1829409" y="1641573"/>
                  </a:lnTo>
                  <a:lnTo>
                    <a:pt x="1833772" y="1634831"/>
                  </a:lnTo>
                  <a:lnTo>
                    <a:pt x="1838134" y="1641573"/>
                  </a:lnTo>
                  <a:lnTo>
                    <a:pt x="1842497" y="1641573"/>
                  </a:lnTo>
                  <a:lnTo>
                    <a:pt x="1846860" y="1641573"/>
                  </a:lnTo>
                  <a:lnTo>
                    <a:pt x="1851223" y="1641573"/>
                  </a:lnTo>
                  <a:lnTo>
                    <a:pt x="1855585" y="1641573"/>
                  </a:lnTo>
                  <a:lnTo>
                    <a:pt x="1859948" y="1642921"/>
                  </a:lnTo>
                  <a:lnTo>
                    <a:pt x="1864311" y="1655056"/>
                  </a:lnTo>
                  <a:lnTo>
                    <a:pt x="1868674" y="1655056"/>
                  </a:lnTo>
                  <a:lnTo>
                    <a:pt x="1873036" y="1655056"/>
                  </a:lnTo>
                  <a:lnTo>
                    <a:pt x="1877399" y="1655056"/>
                  </a:lnTo>
                  <a:lnTo>
                    <a:pt x="1881762" y="1655056"/>
                  </a:lnTo>
                  <a:lnTo>
                    <a:pt x="1886125" y="1655056"/>
                  </a:lnTo>
                  <a:lnTo>
                    <a:pt x="1890487" y="1655056"/>
                  </a:lnTo>
                  <a:lnTo>
                    <a:pt x="1894850" y="1644269"/>
                  </a:lnTo>
                  <a:lnTo>
                    <a:pt x="1899213" y="1651685"/>
                  </a:lnTo>
                  <a:lnTo>
                    <a:pt x="1903576" y="1655056"/>
                  </a:lnTo>
                  <a:lnTo>
                    <a:pt x="1907938" y="1655056"/>
                  </a:lnTo>
                  <a:lnTo>
                    <a:pt x="1912301" y="1655056"/>
                  </a:lnTo>
                  <a:lnTo>
                    <a:pt x="1916664" y="1655056"/>
                  </a:lnTo>
                  <a:lnTo>
                    <a:pt x="1921027" y="1655056"/>
                  </a:lnTo>
                  <a:lnTo>
                    <a:pt x="1925389" y="1655056"/>
                  </a:lnTo>
                  <a:lnTo>
                    <a:pt x="1929752" y="1655056"/>
                  </a:lnTo>
                  <a:lnTo>
                    <a:pt x="1934115" y="1655056"/>
                  </a:lnTo>
                  <a:lnTo>
                    <a:pt x="1938478" y="1643595"/>
                  </a:lnTo>
                  <a:lnTo>
                    <a:pt x="1942840" y="1641573"/>
                  </a:lnTo>
                  <a:lnTo>
                    <a:pt x="1947203" y="1641573"/>
                  </a:lnTo>
                  <a:lnTo>
                    <a:pt x="1951566" y="1641573"/>
                  </a:lnTo>
                  <a:lnTo>
                    <a:pt x="1955929" y="1641573"/>
                  </a:lnTo>
                  <a:lnTo>
                    <a:pt x="1960291" y="1652359"/>
                  </a:lnTo>
                  <a:lnTo>
                    <a:pt x="1964654" y="1655056"/>
                  </a:lnTo>
                  <a:lnTo>
                    <a:pt x="1969017" y="1655056"/>
                  </a:lnTo>
                  <a:lnTo>
                    <a:pt x="1973380" y="1655056"/>
                  </a:lnTo>
                  <a:lnTo>
                    <a:pt x="1977742" y="1655056"/>
                  </a:lnTo>
                  <a:lnTo>
                    <a:pt x="1982105" y="1655056"/>
                  </a:lnTo>
                  <a:lnTo>
                    <a:pt x="1986468" y="1655056"/>
                  </a:lnTo>
                  <a:lnTo>
                    <a:pt x="1990831" y="1655056"/>
                  </a:lnTo>
                  <a:lnTo>
                    <a:pt x="1995193" y="1655056"/>
                  </a:lnTo>
                  <a:lnTo>
                    <a:pt x="1999556" y="1655056"/>
                  </a:lnTo>
                  <a:lnTo>
                    <a:pt x="2003919" y="1666516"/>
                  </a:lnTo>
                  <a:lnTo>
                    <a:pt x="2008282" y="1668539"/>
                  </a:lnTo>
                  <a:lnTo>
                    <a:pt x="2012644" y="1668539"/>
                  </a:lnTo>
                  <a:lnTo>
                    <a:pt x="2017007" y="1668539"/>
                  </a:lnTo>
                  <a:lnTo>
                    <a:pt x="2021370" y="1668539"/>
                  </a:lnTo>
                  <a:lnTo>
                    <a:pt x="2025733" y="1668539"/>
                  </a:lnTo>
                  <a:lnTo>
                    <a:pt x="2030095" y="1658427"/>
                  </a:lnTo>
                  <a:lnTo>
                    <a:pt x="2034458" y="1655056"/>
                  </a:lnTo>
                  <a:lnTo>
                    <a:pt x="2038821" y="1655056"/>
                  </a:lnTo>
                  <a:lnTo>
                    <a:pt x="2043184" y="1655056"/>
                  </a:lnTo>
                  <a:lnTo>
                    <a:pt x="2047546" y="1655056"/>
                  </a:lnTo>
                  <a:lnTo>
                    <a:pt x="2051909" y="1655056"/>
                  </a:lnTo>
                  <a:lnTo>
                    <a:pt x="2056272" y="1655056"/>
                  </a:lnTo>
                  <a:lnTo>
                    <a:pt x="2060635" y="1655056"/>
                  </a:lnTo>
                  <a:lnTo>
                    <a:pt x="2064997" y="1648314"/>
                  </a:lnTo>
                  <a:lnTo>
                    <a:pt x="2069360" y="1660319"/>
                  </a:lnTo>
                  <a:lnTo>
                    <a:pt x="2073723" y="1648243"/>
                  </a:lnTo>
                  <a:lnTo>
                    <a:pt x="2078086" y="1650678"/>
                  </a:lnTo>
                  <a:lnTo>
                    <a:pt x="2082448" y="1641886"/>
                  </a:lnTo>
                  <a:lnTo>
                    <a:pt x="2086811" y="1621751"/>
                  </a:lnTo>
                  <a:lnTo>
                    <a:pt x="2091174" y="1616349"/>
                  </a:lnTo>
                  <a:lnTo>
                    <a:pt x="2095537" y="1619296"/>
                  </a:lnTo>
                  <a:lnTo>
                    <a:pt x="2099899" y="1617822"/>
                  </a:lnTo>
                  <a:lnTo>
                    <a:pt x="2104262" y="1609965"/>
                  </a:lnTo>
                  <a:lnTo>
                    <a:pt x="2108625" y="1595723"/>
                  </a:lnTo>
                  <a:lnTo>
                    <a:pt x="2112988" y="1589830"/>
                  </a:lnTo>
                  <a:lnTo>
                    <a:pt x="2117350" y="1576570"/>
                  </a:lnTo>
                  <a:lnTo>
                    <a:pt x="2121713" y="1572641"/>
                  </a:lnTo>
                  <a:lnTo>
                    <a:pt x="2126076" y="1572641"/>
                  </a:lnTo>
                  <a:lnTo>
                    <a:pt x="2130439" y="1577552"/>
                  </a:lnTo>
                  <a:lnTo>
                    <a:pt x="2134801" y="1586484"/>
                  </a:lnTo>
                  <a:lnTo>
                    <a:pt x="2139164" y="1597646"/>
                  </a:lnTo>
                  <a:lnTo>
                    <a:pt x="2143527" y="1592727"/>
                  </a:lnTo>
                  <a:lnTo>
                    <a:pt x="2147890" y="1560000"/>
                  </a:lnTo>
                  <a:lnTo>
                    <a:pt x="2152252" y="1587640"/>
                  </a:lnTo>
                  <a:lnTo>
                    <a:pt x="2156615" y="1595056"/>
                  </a:lnTo>
                  <a:lnTo>
                    <a:pt x="2160978" y="1601123"/>
                  </a:lnTo>
                  <a:lnTo>
                    <a:pt x="2165341" y="1606516"/>
                  </a:lnTo>
                  <a:lnTo>
                    <a:pt x="2169703" y="1617303"/>
                  </a:lnTo>
                  <a:lnTo>
                    <a:pt x="2174066" y="1636854"/>
                  </a:lnTo>
                  <a:lnTo>
                    <a:pt x="2178429" y="1644943"/>
                  </a:lnTo>
                  <a:lnTo>
                    <a:pt x="2182792" y="1663146"/>
                  </a:lnTo>
                  <a:lnTo>
                    <a:pt x="2187154" y="1668539"/>
                  </a:lnTo>
                  <a:lnTo>
                    <a:pt x="2191517" y="1667191"/>
                  </a:lnTo>
                  <a:lnTo>
                    <a:pt x="2195880" y="1655056"/>
                  </a:lnTo>
                  <a:lnTo>
                    <a:pt x="2200243" y="1636179"/>
                  </a:lnTo>
                  <a:lnTo>
                    <a:pt x="2204605" y="1628090"/>
                  </a:lnTo>
                  <a:lnTo>
                    <a:pt x="2208968" y="1617977"/>
                  </a:lnTo>
                  <a:lnTo>
                    <a:pt x="2213331" y="1642352"/>
                  </a:lnTo>
                  <a:lnTo>
                    <a:pt x="2217694" y="1638124"/>
                  </a:lnTo>
                  <a:lnTo>
                    <a:pt x="2222056" y="1633570"/>
                  </a:lnTo>
                  <a:lnTo>
                    <a:pt x="2226419" y="1618391"/>
                  </a:lnTo>
                  <a:lnTo>
                    <a:pt x="2230782" y="1637863"/>
                  </a:lnTo>
                  <a:lnTo>
                    <a:pt x="2235145" y="1630775"/>
                  </a:lnTo>
                  <a:lnTo>
                    <a:pt x="2239507" y="1624370"/>
                  </a:lnTo>
                  <a:lnTo>
                    <a:pt x="2243870" y="1624370"/>
                  </a:lnTo>
                  <a:lnTo>
                    <a:pt x="2248233" y="1624370"/>
                  </a:lnTo>
                  <a:lnTo>
                    <a:pt x="2252596" y="1624370"/>
                  </a:lnTo>
                  <a:lnTo>
                    <a:pt x="2256958" y="1625152"/>
                  </a:lnTo>
                  <a:lnTo>
                    <a:pt x="2261321" y="1632187"/>
                  </a:lnTo>
                  <a:lnTo>
                    <a:pt x="2265684" y="1640395"/>
                  </a:lnTo>
                  <a:lnTo>
                    <a:pt x="2270047" y="1632578"/>
                  </a:lnTo>
                  <a:lnTo>
                    <a:pt x="2274409" y="1630624"/>
                  </a:lnTo>
                  <a:lnTo>
                    <a:pt x="2278772" y="1622658"/>
                  </a:lnTo>
                  <a:lnTo>
                    <a:pt x="2283135" y="1623044"/>
                  </a:lnTo>
                  <a:lnTo>
                    <a:pt x="2287498" y="1621498"/>
                  </a:lnTo>
                  <a:lnTo>
                    <a:pt x="2291860" y="1628632"/>
                  </a:lnTo>
                  <a:lnTo>
                    <a:pt x="2296223" y="1601125"/>
                  </a:lnTo>
                  <a:lnTo>
                    <a:pt x="2300586" y="1613643"/>
                  </a:lnTo>
                  <a:lnTo>
                    <a:pt x="2304949" y="1607766"/>
                  </a:lnTo>
                  <a:lnTo>
                    <a:pt x="2309311" y="1604563"/>
                  </a:lnTo>
                  <a:lnTo>
                    <a:pt x="2313674" y="1597687"/>
                  </a:lnTo>
                  <a:lnTo>
                    <a:pt x="2318037" y="1592285"/>
                  </a:lnTo>
                  <a:lnTo>
                    <a:pt x="2322400" y="1592285"/>
                  </a:lnTo>
                  <a:lnTo>
                    <a:pt x="2326762" y="1592285"/>
                  </a:lnTo>
                  <a:lnTo>
                    <a:pt x="2331125" y="1595723"/>
                  </a:lnTo>
                  <a:lnTo>
                    <a:pt x="2335488" y="1611438"/>
                  </a:lnTo>
                  <a:lnTo>
                    <a:pt x="2339851" y="1621260"/>
                  </a:lnTo>
                  <a:lnTo>
                    <a:pt x="2344213" y="1637958"/>
                  </a:lnTo>
                  <a:lnTo>
                    <a:pt x="2348576" y="1644833"/>
                  </a:lnTo>
                  <a:lnTo>
                    <a:pt x="2352939" y="1651217"/>
                  </a:lnTo>
                  <a:lnTo>
                    <a:pt x="2357302" y="1650678"/>
                  </a:lnTo>
                  <a:lnTo>
                    <a:pt x="2361664" y="1658363"/>
                  </a:lnTo>
                  <a:lnTo>
                    <a:pt x="2366027" y="1659375"/>
                  </a:lnTo>
                  <a:lnTo>
                    <a:pt x="2370390" y="1665858"/>
                  </a:lnTo>
                  <a:lnTo>
                    <a:pt x="2374753" y="1651685"/>
                  </a:lnTo>
                  <a:lnTo>
                    <a:pt x="2379115" y="1661123"/>
                  </a:lnTo>
                  <a:lnTo>
                    <a:pt x="2383478" y="1668539"/>
                  </a:lnTo>
                  <a:lnTo>
                    <a:pt x="2387841" y="1660449"/>
                  </a:lnTo>
                  <a:lnTo>
                    <a:pt x="2392204" y="1655056"/>
                  </a:lnTo>
                  <a:lnTo>
                    <a:pt x="2396566" y="1655056"/>
                  </a:lnTo>
                  <a:lnTo>
                    <a:pt x="2400929" y="1649663"/>
                  </a:lnTo>
                  <a:lnTo>
                    <a:pt x="2405292" y="1621348"/>
                  </a:lnTo>
                  <a:lnTo>
                    <a:pt x="2409655" y="1599101"/>
                  </a:lnTo>
                  <a:lnTo>
                    <a:pt x="2414017" y="1574831"/>
                  </a:lnTo>
                  <a:lnTo>
                    <a:pt x="2418380" y="1539775"/>
                  </a:lnTo>
                  <a:lnTo>
                    <a:pt x="2422743" y="1527640"/>
                  </a:lnTo>
                  <a:lnTo>
                    <a:pt x="2427106" y="1520224"/>
                  </a:lnTo>
                  <a:lnTo>
                    <a:pt x="2431468" y="1515505"/>
                  </a:lnTo>
                  <a:lnTo>
                    <a:pt x="2435831" y="1479101"/>
                  </a:lnTo>
                  <a:lnTo>
                    <a:pt x="2440194" y="1440000"/>
                  </a:lnTo>
                  <a:lnTo>
                    <a:pt x="2444557" y="1439325"/>
                  </a:lnTo>
                  <a:lnTo>
                    <a:pt x="2448919" y="1430561"/>
                  </a:lnTo>
                  <a:lnTo>
                    <a:pt x="2453282" y="1426517"/>
                  </a:lnTo>
                  <a:lnTo>
                    <a:pt x="2457645" y="1395505"/>
                  </a:lnTo>
                  <a:lnTo>
                    <a:pt x="2462008" y="1357752"/>
                  </a:lnTo>
                  <a:lnTo>
                    <a:pt x="2466370" y="1350337"/>
                  </a:lnTo>
                  <a:lnTo>
                    <a:pt x="2470733" y="1358427"/>
                  </a:lnTo>
                  <a:lnTo>
                    <a:pt x="2475096" y="1343595"/>
                  </a:lnTo>
                  <a:lnTo>
                    <a:pt x="2479459" y="1334831"/>
                  </a:lnTo>
                  <a:lnTo>
                    <a:pt x="2483821" y="1440142"/>
                  </a:lnTo>
                  <a:lnTo>
                    <a:pt x="2488184" y="1419038"/>
                  </a:lnTo>
                  <a:lnTo>
                    <a:pt x="2492547" y="1395257"/>
                  </a:lnTo>
                  <a:lnTo>
                    <a:pt x="2496910" y="1373745"/>
                  </a:lnTo>
                  <a:lnTo>
                    <a:pt x="2501272" y="1375218"/>
                  </a:lnTo>
                  <a:lnTo>
                    <a:pt x="2505635" y="1380620"/>
                  </a:lnTo>
                  <a:lnTo>
                    <a:pt x="2509998" y="1345752"/>
                  </a:lnTo>
                  <a:lnTo>
                    <a:pt x="2514361" y="1340349"/>
                  </a:lnTo>
                  <a:lnTo>
                    <a:pt x="2518723" y="1326108"/>
                  </a:lnTo>
                  <a:lnTo>
                    <a:pt x="2523086" y="1342314"/>
                  </a:lnTo>
                  <a:lnTo>
                    <a:pt x="2527449" y="1428623"/>
                  </a:lnTo>
                  <a:lnTo>
                    <a:pt x="2531812" y="1423211"/>
                  </a:lnTo>
                  <a:lnTo>
                    <a:pt x="2536174" y="1405893"/>
                  </a:lnTo>
                  <a:lnTo>
                    <a:pt x="2540537" y="1423090"/>
                  </a:lnTo>
                  <a:lnTo>
                    <a:pt x="2544900" y="1442241"/>
                  </a:lnTo>
                  <a:lnTo>
                    <a:pt x="2549263" y="1456066"/>
                  </a:lnTo>
                  <a:lnTo>
                    <a:pt x="2553625" y="1487374"/>
                  </a:lnTo>
                  <a:lnTo>
                    <a:pt x="2557988" y="1500602"/>
                  </a:lnTo>
                  <a:lnTo>
                    <a:pt x="2562351" y="1480314"/>
                  </a:lnTo>
                  <a:lnTo>
                    <a:pt x="2566714" y="1505360"/>
                  </a:lnTo>
                  <a:lnTo>
                    <a:pt x="2571076" y="1528442"/>
                  </a:lnTo>
                  <a:lnTo>
                    <a:pt x="2575439" y="1563801"/>
                  </a:lnTo>
                  <a:lnTo>
                    <a:pt x="2579802" y="1575588"/>
                  </a:lnTo>
                  <a:lnTo>
                    <a:pt x="2584165" y="1598669"/>
                  </a:lnTo>
                  <a:lnTo>
                    <a:pt x="2588527" y="1608212"/>
                  </a:lnTo>
                  <a:lnTo>
                    <a:pt x="2592890" y="1633570"/>
                  </a:lnTo>
                  <a:lnTo>
                    <a:pt x="2597253" y="1647676"/>
                  </a:lnTo>
                  <a:lnTo>
                    <a:pt x="2601616" y="1661123"/>
                  </a:lnTo>
                  <a:lnTo>
                    <a:pt x="2605978" y="1668539"/>
                  </a:lnTo>
                  <a:lnTo>
                    <a:pt x="2610341" y="1652359"/>
                  </a:lnTo>
                  <a:lnTo>
                    <a:pt x="2614704" y="1641573"/>
                  </a:lnTo>
                  <a:lnTo>
                    <a:pt x="2619067" y="1641573"/>
                  </a:lnTo>
                  <a:lnTo>
                    <a:pt x="2623429" y="1641573"/>
                  </a:lnTo>
                  <a:lnTo>
                    <a:pt x="2627792" y="1641573"/>
                  </a:lnTo>
                  <a:lnTo>
                    <a:pt x="2632155" y="1641573"/>
                  </a:lnTo>
                  <a:lnTo>
                    <a:pt x="2636518" y="1641573"/>
                  </a:lnTo>
                  <a:lnTo>
                    <a:pt x="2640880" y="1641573"/>
                  </a:lnTo>
                  <a:lnTo>
                    <a:pt x="2645243" y="1641573"/>
                  </a:lnTo>
                  <a:lnTo>
                    <a:pt x="2649606" y="1641573"/>
                  </a:lnTo>
                  <a:lnTo>
                    <a:pt x="2653969" y="1630112"/>
                  </a:lnTo>
                  <a:lnTo>
                    <a:pt x="2658331" y="1602472"/>
                  </a:lnTo>
                  <a:lnTo>
                    <a:pt x="2662694" y="1601123"/>
                  </a:lnTo>
                  <a:lnTo>
                    <a:pt x="2667057" y="1601123"/>
                  </a:lnTo>
                  <a:lnTo>
                    <a:pt x="2671420" y="1601123"/>
                  </a:lnTo>
                  <a:lnTo>
                    <a:pt x="2675782" y="1617303"/>
                  </a:lnTo>
                  <a:lnTo>
                    <a:pt x="2680145" y="1628090"/>
                  </a:lnTo>
                  <a:lnTo>
                    <a:pt x="2684508" y="1628090"/>
                  </a:lnTo>
                  <a:lnTo>
                    <a:pt x="2688871" y="1628090"/>
                  </a:lnTo>
                  <a:lnTo>
                    <a:pt x="2693233" y="1628090"/>
                  </a:lnTo>
                  <a:lnTo>
                    <a:pt x="2697596" y="1628090"/>
                  </a:lnTo>
                  <a:lnTo>
                    <a:pt x="2701959" y="1628090"/>
                  </a:lnTo>
                  <a:lnTo>
                    <a:pt x="2706322" y="1624719"/>
                  </a:lnTo>
                  <a:lnTo>
                    <a:pt x="2710684" y="1607865"/>
                  </a:lnTo>
                  <a:lnTo>
                    <a:pt x="2715047" y="1601123"/>
                  </a:lnTo>
                  <a:lnTo>
                    <a:pt x="2719410" y="1612584"/>
                  </a:lnTo>
                  <a:lnTo>
                    <a:pt x="2723773" y="1640224"/>
                  </a:lnTo>
                  <a:lnTo>
                    <a:pt x="2728135" y="1641573"/>
                  </a:lnTo>
                  <a:lnTo>
                    <a:pt x="2732498" y="1641573"/>
                  </a:lnTo>
                  <a:lnTo>
                    <a:pt x="2736861" y="1640898"/>
                  </a:lnTo>
                  <a:lnTo>
                    <a:pt x="2741224" y="1628090"/>
                  </a:lnTo>
                  <a:lnTo>
                    <a:pt x="2745586" y="1626741"/>
                  </a:lnTo>
                  <a:lnTo>
                    <a:pt x="2749949" y="1594382"/>
                  </a:lnTo>
                  <a:lnTo>
                    <a:pt x="2754312" y="1568764"/>
                  </a:lnTo>
                  <a:lnTo>
                    <a:pt x="2758675" y="1533033"/>
                  </a:lnTo>
                  <a:lnTo>
                    <a:pt x="2763037" y="1497303"/>
                  </a:lnTo>
                  <a:lnTo>
                    <a:pt x="2767400" y="1490561"/>
                  </a:lnTo>
                  <a:lnTo>
                    <a:pt x="2771763" y="1483146"/>
                  </a:lnTo>
                  <a:lnTo>
                    <a:pt x="2776126" y="1493932"/>
                  </a:lnTo>
                  <a:lnTo>
                    <a:pt x="2780488" y="1481797"/>
                  </a:lnTo>
                  <a:lnTo>
                    <a:pt x="2784851" y="1471685"/>
                  </a:lnTo>
                  <a:lnTo>
                    <a:pt x="2789214" y="1402921"/>
                  </a:lnTo>
                  <a:lnTo>
                    <a:pt x="2793577" y="1365842"/>
                  </a:lnTo>
                  <a:lnTo>
                    <a:pt x="2797939" y="1348988"/>
                  </a:lnTo>
                  <a:lnTo>
                    <a:pt x="2802302" y="1328090"/>
                  </a:lnTo>
                  <a:lnTo>
                    <a:pt x="2806665" y="1295730"/>
                  </a:lnTo>
                  <a:lnTo>
                    <a:pt x="2811028" y="1292359"/>
                  </a:lnTo>
                  <a:lnTo>
                    <a:pt x="2815390" y="1320000"/>
                  </a:lnTo>
                  <a:lnTo>
                    <a:pt x="2819753" y="1330112"/>
                  </a:lnTo>
                  <a:lnTo>
                    <a:pt x="2824116" y="1352359"/>
                  </a:lnTo>
                  <a:lnTo>
                    <a:pt x="2828479" y="1381348"/>
                  </a:lnTo>
                  <a:lnTo>
                    <a:pt x="2832841" y="1388089"/>
                  </a:lnTo>
                  <a:lnTo>
                    <a:pt x="2837204" y="1391460"/>
                  </a:lnTo>
                  <a:lnTo>
                    <a:pt x="2841567" y="1376629"/>
                  </a:lnTo>
                  <a:lnTo>
                    <a:pt x="2845930" y="1378651"/>
                  </a:lnTo>
                  <a:lnTo>
                    <a:pt x="2850292" y="1371910"/>
                  </a:lnTo>
                  <a:lnTo>
                    <a:pt x="2854655" y="1417078"/>
                  </a:lnTo>
                  <a:lnTo>
                    <a:pt x="2859018" y="1444719"/>
                  </a:lnTo>
                  <a:lnTo>
                    <a:pt x="2863381" y="1448764"/>
                  </a:lnTo>
                  <a:lnTo>
                    <a:pt x="2867743" y="1458876"/>
                  </a:lnTo>
                  <a:lnTo>
                    <a:pt x="2872106" y="1487865"/>
                  </a:lnTo>
                  <a:lnTo>
                    <a:pt x="2876469" y="1475730"/>
                  </a:lnTo>
                  <a:lnTo>
                    <a:pt x="2880832" y="1441348"/>
                  </a:lnTo>
                  <a:lnTo>
                    <a:pt x="2885194" y="1446067"/>
                  </a:lnTo>
                  <a:lnTo>
                    <a:pt x="2889557" y="1445393"/>
                  </a:lnTo>
                  <a:lnTo>
                    <a:pt x="2893920" y="1439325"/>
                  </a:lnTo>
                  <a:lnTo>
                    <a:pt x="2898283" y="1425168"/>
                  </a:lnTo>
                  <a:lnTo>
                    <a:pt x="2902645" y="1419775"/>
                  </a:lnTo>
                  <a:lnTo>
                    <a:pt x="2907008" y="1411011"/>
                  </a:lnTo>
                  <a:lnTo>
                    <a:pt x="2911371" y="1370561"/>
                  </a:lnTo>
                  <a:lnTo>
                    <a:pt x="2915734" y="1433403"/>
                  </a:lnTo>
                  <a:lnTo>
                    <a:pt x="2920096" y="1417606"/>
                  </a:lnTo>
                  <a:lnTo>
                    <a:pt x="2924459" y="1372271"/>
                  </a:lnTo>
                  <a:lnTo>
                    <a:pt x="2928822" y="1424747"/>
                  </a:lnTo>
                  <a:lnTo>
                    <a:pt x="2933185" y="1429782"/>
                  </a:lnTo>
                  <a:lnTo>
                    <a:pt x="2937547" y="1415094"/>
                  </a:lnTo>
                  <a:lnTo>
                    <a:pt x="2941910" y="1391130"/>
                  </a:lnTo>
                  <a:lnTo>
                    <a:pt x="2946273" y="1396928"/>
                  </a:lnTo>
                  <a:lnTo>
                    <a:pt x="2950636" y="1368711"/>
                  </a:lnTo>
                  <a:lnTo>
                    <a:pt x="2954998" y="1334697"/>
                  </a:lnTo>
                  <a:lnTo>
                    <a:pt x="2959361" y="1324261"/>
                  </a:lnTo>
                  <a:lnTo>
                    <a:pt x="2963724" y="1326580"/>
                  </a:lnTo>
                  <a:lnTo>
                    <a:pt x="2968087" y="1323036"/>
                  </a:lnTo>
                  <a:lnTo>
                    <a:pt x="2972449" y="1336715"/>
                  </a:lnTo>
                  <a:lnTo>
                    <a:pt x="2976812" y="1369936"/>
                  </a:lnTo>
                  <a:lnTo>
                    <a:pt x="2981175" y="1400406"/>
                  </a:lnTo>
                  <a:lnTo>
                    <a:pt x="2985538" y="1427958"/>
                  </a:lnTo>
                  <a:lnTo>
                    <a:pt x="2989900" y="1410086"/>
                  </a:lnTo>
                  <a:lnTo>
                    <a:pt x="2994263" y="1430169"/>
                  </a:lnTo>
                  <a:lnTo>
                    <a:pt x="2998626" y="1447878"/>
                  </a:lnTo>
                  <a:lnTo>
                    <a:pt x="3002989" y="1474189"/>
                  </a:lnTo>
                  <a:lnTo>
                    <a:pt x="3007351" y="1506065"/>
                  </a:lnTo>
                  <a:lnTo>
                    <a:pt x="3011714" y="1524786"/>
                  </a:lnTo>
                  <a:lnTo>
                    <a:pt x="3016077" y="1569818"/>
                  </a:lnTo>
                  <a:lnTo>
                    <a:pt x="3020440" y="1624969"/>
                  </a:lnTo>
                  <a:lnTo>
                    <a:pt x="3024802" y="1648243"/>
                  </a:lnTo>
                  <a:lnTo>
                    <a:pt x="3029165" y="1652455"/>
                  </a:lnTo>
                  <a:lnTo>
                    <a:pt x="3033528" y="1635505"/>
                  </a:lnTo>
                  <a:lnTo>
                    <a:pt x="3037891" y="1641573"/>
                  </a:lnTo>
                  <a:lnTo>
                    <a:pt x="3042253" y="1641573"/>
                  </a:lnTo>
                  <a:lnTo>
                    <a:pt x="3046616" y="1630786"/>
                  </a:lnTo>
                  <a:lnTo>
                    <a:pt x="3050979" y="1655411"/>
                  </a:lnTo>
                  <a:lnTo>
                    <a:pt x="3055342" y="1656845"/>
                  </a:lnTo>
                  <a:lnTo>
                    <a:pt x="3059704" y="1642678"/>
                  </a:lnTo>
                  <a:lnTo>
                    <a:pt x="3064067" y="1627153"/>
                  </a:lnTo>
                  <a:lnTo>
                    <a:pt x="3068430" y="1613894"/>
                  </a:lnTo>
                  <a:lnTo>
                    <a:pt x="3072793" y="1606036"/>
                  </a:lnTo>
                  <a:lnTo>
                    <a:pt x="3077155" y="1573132"/>
                  </a:lnTo>
                  <a:lnTo>
                    <a:pt x="3081518" y="1525986"/>
                  </a:lnTo>
                  <a:lnTo>
                    <a:pt x="3085881" y="1487680"/>
                  </a:lnTo>
                  <a:lnTo>
                    <a:pt x="3090244" y="1474420"/>
                  </a:lnTo>
                  <a:lnTo>
                    <a:pt x="3094606" y="1441517"/>
                  </a:lnTo>
                  <a:lnTo>
                    <a:pt x="3098969" y="1392897"/>
                  </a:lnTo>
                  <a:lnTo>
                    <a:pt x="3103332" y="1337403"/>
                  </a:lnTo>
                  <a:lnTo>
                    <a:pt x="3107695" y="1295659"/>
                  </a:lnTo>
                  <a:lnTo>
                    <a:pt x="3112057" y="1255880"/>
                  </a:lnTo>
                  <a:lnTo>
                    <a:pt x="3116420" y="1224037"/>
                  </a:lnTo>
                  <a:lnTo>
                    <a:pt x="3120783" y="1156944"/>
                  </a:lnTo>
                  <a:lnTo>
                    <a:pt x="3125146" y="1126927"/>
                  </a:lnTo>
                  <a:lnTo>
                    <a:pt x="3129508" y="918876"/>
                  </a:lnTo>
                  <a:lnTo>
                    <a:pt x="3133871" y="876404"/>
                  </a:lnTo>
                  <a:lnTo>
                    <a:pt x="3138234" y="804943"/>
                  </a:lnTo>
                  <a:lnTo>
                    <a:pt x="3142597" y="785393"/>
                  </a:lnTo>
                  <a:lnTo>
                    <a:pt x="3146959" y="755730"/>
                  </a:lnTo>
                  <a:lnTo>
                    <a:pt x="3151322" y="685618"/>
                  </a:lnTo>
                  <a:lnTo>
                    <a:pt x="3155685" y="630337"/>
                  </a:lnTo>
                  <a:lnTo>
                    <a:pt x="3160048" y="563595"/>
                  </a:lnTo>
                  <a:lnTo>
                    <a:pt x="3164410" y="531236"/>
                  </a:lnTo>
                  <a:lnTo>
                    <a:pt x="3168773" y="490786"/>
                  </a:lnTo>
                  <a:lnTo>
                    <a:pt x="3173136" y="716189"/>
                  </a:lnTo>
                  <a:lnTo>
                    <a:pt x="3177499" y="707135"/>
                  </a:lnTo>
                  <a:lnTo>
                    <a:pt x="3181861" y="694550"/>
                  </a:lnTo>
                  <a:lnTo>
                    <a:pt x="3186224" y="716159"/>
                  </a:lnTo>
                  <a:lnTo>
                    <a:pt x="3190587" y="721560"/>
                  </a:lnTo>
                  <a:lnTo>
                    <a:pt x="3194950" y="701425"/>
                  </a:lnTo>
                  <a:lnTo>
                    <a:pt x="3199312" y="691112"/>
                  </a:lnTo>
                  <a:lnTo>
                    <a:pt x="3203675" y="719596"/>
                  </a:lnTo>
                  <a:lnTo>
                    <a:pt x="3208038" y="682272"/>
                  </a:lnTo>
                  <a:lnTo>
                    <a:pt x="3212401" y="653297"/>
                  </a:lnTo>
                  <a:lnTo>
                    <a:pt x="3216763" y="677361"/>
                  </a:lnTo>
                  <a:lnTo>
                    <a:pt x="3221126" y="648877"/>
                  </a:lnTo>
                  <a:lnTo>
                    <a:pt x="3225489" y="675397"/>
                  </a:lnTo>
                  <a:lnTo>
                    <a:pt x="3229852" y="657717"/>
                  </a:lnTo>
                  <a:lnTo>
                    <a:pt x="3234214" y="714685"/>
                  </a:lnTo>
                  <a:lnTo>
                    <a:pt x="3238577" y="753447"/>
                  </a:lnTo>
                  <a:lnTo>
                    <a:pt x="3242940" y="739695"/>
                  </a:lnTo>
                  <a:lnTo>
                    <a:pt x="3247303" y="433483"/>
                  </a:lnTo>
                  <a:lnTo>
                    <a:pt x="3251665" y="348539"/>
                  </a:lnTo>
                  <a:lnTo>
                    <a:pt x="3256028" y="253483"/>
                  </a:lnTo>
                  <a:lnTo>
                    <a:pt x="3260391" y="260898"/>
                  </a:lnTo>
                  <a:lnTo>
                    <a:pt x="3264754" y="276404"/>
                  </a:lnTo>
                  <a:lnTo>
                    <a:pt x="3269116" y="250786"/>
                  </a:lnTo>
                  <a:lnTo>
                    <a:pt x="3273479" y="297977"/>
                  </a:lnTo>
                  <a:lnTo>
                    <a:pt x="3277842" y="384943"/>
                  </a:lnTo>
                  <a:lnTo>
                    <a:pt x="3282205" y="416629"/>
                  </a:lnTo>
                  <a:lnTo>
                    <a:pt x="3286567" y="469213"/>
                  </a:lnTo>
                  <a:lnTo>
                    <a:pt x="3290930" y="530561"/>
                  </a:lnTo>
                  <a:lnTo>
                    <a:pt x="3295293" y="602022"/>
                  </a:lnTo>
                  <a:lnTo>
                    <a:pt x="3299656" y="612135"/>
                  </a:lnTo>
                  <a:lnTo>
                    <a:pt x="3304018" y="897963"/>
                  </a:lnTo>
                  <a:lnTo>
                    <a:pt x="3308381" y="947472"/>
                  </a:lnTo>
                  <a:lnTo>
                    <a:pt x="3312744" y="1051581"/>
                  </a:lnTo>
                  <a:lnTo>
                    <a:pt x="3317107" y="1102165"/>
                  </a:lnTo>
                  <a:lnTo>
                    <a:pt x="3321469" y="1130158"/>
                  </a:lnTo>
                  <a:lnTo>
                    <a:pt x="3325832" y="1161588"/>
                  </a:lnTo>
                  <a:lnTo>
                    <a:pt x="3330195" y="1186143"/>
                  </a:lnTo>
                  <a:lnTo>
                    <a:pt x="3334558" y="1242129"/>
                  </a:lnTo>
                  <a:lnTo>
                    <a:pt x="3338920" y="1293204"/>
                  </a:lnTo>
                  <a:lnTo>
                    <a:pt x="3343283" y="1286328"/>
                  </a:lnTo>
                  <a:lnTo>
                    <a:pt x="3347646" y="1367165"/>
                  </a:lnTo>
                  <a:lnTo>
                    <a:pt x="3352009" y="1333924"/>
                  </a:lnTo>
                  <a:lnTo>
                    <a:pt x="3356371" y="1290247"/>
                  </a:lnTo>
                  <a:lnTo>
                    <a:pt x="3360734" y="1268709"/>
                  </a:lnTo>
                  <a:lnTo>
                    <a:pt x="3365097" y="1328506"/>
                  </a:lnTo>
                  <a:lnTo>
                    <a:pt x="3369460" y="1323228"/>
                  </a:lnTo>
                  <a:lnTo>
                    <a:pt x="3373822" y="1310033"/>
                  </a:lnTo>
                  <a:lnTo>
                    <a:pt x="3378185" y="1250871"/>
                  </a:lnTo>
                  <a:lnTo>
                    <a:pt x="3382548" y="1257922"/>
                  </a:lnTo>
                  <a:lnTo>
                    <a:pt x="3386911" y="1283438"/>
                  </a:lnTo>
                  <a:lnTo>
                    <a:pt x="3391273" y="1244157"/>
                  </a:lnTo>
                  <a:lnTo>
                    <a:pt x="3395636" y="1201518"/>
                  </a:lnTo>
                  <a:lnTo>
                    <a:pt x="3399999" y="1166938"/>
                  </a:lnTo>
                  <a:lnTo>
                    <a:pt x="3404362" y="1108856"/>
                  </a:lnTo>
                  <a:lnTo>
                    <a:pt x="3408724" y="1087033"/>
                  </a:lnTo>
                  <a:lnTo>
                    <a:pt x="3413087" y="1127277"/>
                  </a:lnTo>
                  <a:lnTo>
                    <a:pt x="3417450" y="1153668"/>
                  </a:lnTo>
                  <a:lnTo>
                    <a:pt x="3421813" y="1065866"/>
                  </a:lnTo>
                  <a:lnTo>
                    <a:pt x="3426175" y="1075246"/>
                  </a:lnTo>
                  <a:lnTo>
                    <a:pt x="3430538" y="1013766"/>
                  </a:lnTo>
                  <a:lnTo>
                    <a:pt x="3434901" y="959584"/>
                  </a:lnTo>
                  <a:lnTo>
                    <a:pt x="3439264" y="928460"/>
                  </a:lnTo>
                  <a:lnTo>
                    <a:pt x="3443626" y="930779"/>
                  </a:lnTo>
                  <a:lnTo>
                    <a:pt x="3447989" y="914221"/>
                  </a:lnTo>
                  <a:lnTo>
                    <a:pt x="3452352" y="891553"/>
                  </a:lnTo>
                  <a:lnTo>
                    <a:pt x="3456715" y="930636"/>
                  </a:lnTo>
                  <a:lnTo>
                    <a:pt x="3461077" y="999033"/>
                  </a:lnTo>
                  <a:lnTo>
                    <a:pt x="3465440" y="1041243"/>
                  </a:lnTo>
                  <a:lnTo>
                    <a:pt x="3469803" y="1105340"/>
                  </a:lnTo>
                  <a:lnTo>
                    <a:pt x="3474166" y="1156930"/>
                  </a:lnTo>
                  <a:lnTo>
                    <a:pt x="3478528" y="1173346"/>
                  </a:lnTo>
                  <a:lnTo>
                    <a:pt x="3482891" y="1198359"/>
                  </a:lnTo>
                  <a:lnTo>
                    <a:pt x="3487254" y="1184289"/>
                  </a:lnTo>
                  <a:lnTo>
                    <a:pt x="3491617" y="1278694"/>
                  </a:lnTo>
                  <a:lnTo>
                    <a:pt x="3495979" y="1301903"/>
                  </a:lnTo>
                  <a:lnTo>
                    <a:pt x="3500342" y="1322719"/>
                  </a:lnTo>
                  <a:lnTo>
                    <a:pt x="3504705" y="1368379"/>
                  </a:lnTo>
                  <a:lnTo>
                    <a:pt x="3509068" y="1405039"/>
                  </a:lnTo>
                  <a:lnTo>
                    <a:pt x="3513430" y="1342187"/>
                  </a:lnTo>
                  <a:lnTo>
                    <a:pt x="3517793" y="1392552"/>
                  </a:lnTo>
                  <a:lnTo>
                    <a:pt x="3522156" y="1359985"/>
                  </a:lnTo>
                  <a:lnTo>
                    <a:pt x="3526519" y="1381355"/>
                  </a:lnTo>
                  <a:lnTo>
                    <a:pt x="3530881" y="1343142"/>
                  </a:lnTo>
                  <a:lnTo>
                    <a:pt x="3535244" y="1309424"/>
                  </a:lnTo>
                  <a:lnTo>
                    <a:pt x="3539607" y="1280764"/>
                  </a:lnTo>
                  <a:lnTo>
                    <a:pt x="3543970" y="1246485"/>
                  </a:lnTo>
                  <a:lnTo>
                    <a:pt x="3548332" y="1223445"/>
                  </a:lnTo>
                  <a:lnTo>
                    <a:pt x="3552695" y="1234684"/>
                  </a:lnTo>
                  <a:lnTo>
                    <a:pt x="3557058" y="1228783"/>
                  </a:lnTo>
                  <a:lnTo>
                    <a:pt x="3561421" y="1176541"/>
                  </a:lnTo>
                  <a:lnTo>
                    <a:pt x="3565783" y="1172272"/>
                  </a:lnTo>
                  <a:lnTo>
                    <a:pt x="3570146" y="1185993"/>
                  </a:lnTo>
                  <a:lnTo>
                    <a:pt x="3574509" y="1187517"/>
                  </a:lnTo>
                  <a:lnTo>
                    <a:pt x="3578872" y="1191176"/>
                  </a:lnTo>
                  <a:lnTo>
                    <a:pt x="3583234" y="1174660"/>
                  </a:lnTo>
                  <a:lnTo>
                    <a:pt x="3587597" y="1213377"/>
                  </a:lnTo>
                  <a:lnTo>
                    <a:pt x="3591960" y="1140994"/>
                  </a:lnTo>
                  <a:lnTo>
                    <a:pt x="3596323" y="1047652"/>
                  </a:lnTo>
                  <a:lnTo>
                    <a:pt x="3600685" y="1067297"/>
                  </a:lnTo>
                  <a:lnTo>
                    <a:pt x="3605048" y="1084485"/>
                  </a:lnTo>
                  <a:lnTo>
                    <a:pt x="3609411" y="1108058"/>
                  </a:lnTo>
                  <a:lnTo>
                    <a:pt x="3613774" y="1139980"/>
                  </a:lnTo>
                  <a:lnTo>
                    <a:pt x="3618136" y="1164044"/>
                  </a:lnTo>
                  <a:lnTo>
                    <a:pt x="3622499" y="1205296"/>
                  </a:lnTo>
                  <a:lnTo>
                    <a:pt x="3626862" y="1246058"/>
                  </a:lnTo>
                  <a:lnTo>
                    <a:pt x="3631225" y="1288724"/>
                  </a:lnTo>
                  <a:lnTo>
                    <a:pt x="3635587" y="1294569"/>
                  </a:lnTo>
                  <a:lnTo>
                    <a:pt x="3639950" y="1298109"/>
                  </a:lnTo>
                  <a:lnTo>
                    <a:pt x="3644313" y="1162247"/>
                  </a:lnTo>
                  <a:lnTo>
                    <a:pt x="3648676" y="1282165"/>
                  </a:lnTo>
                  <a:lnTo>
                    <a:pt x="3653038" y="1303026"/>
                  </a:lnTo>
                  <a:lnTo>
                    <a:pt x="3657401" y="1382626"/>
                  </a:lnTo>
                  <a:lnTo>
                    <a:pt x="3661764" y="1375017"/>
                  </a:lnTo>
                  <a:lnTo>
                    <a:pt x="3666127" y="1387914"/>
                  </a:lnTo>
                  <a:lnTo>
                    <a:pt x="3670489" y="1405111"/>
                  </a:lnTo>
                  <a:lnTo>
                    <a:pt x="3674852" y="1428952"/>
                  </a:lnTo>
                  <a:lnTo>
                    <a:pt x="3679215" y="1418400"/>
                  </a:lnTo>
                  <a:lnTo>
                    <a:pt x="3683578" y="1408238"/>
                  </a:lnTo>
                  <a:lnTo>
                    <a:pt x="3687940" y="1405893"/>
                  </a:lnTo>
                  <a:lnTo>
                    <a:pt x="3692303" y="1423481"/>
                  </a:lnTo>
                  <a:lnTo>
                    <a:pt x="3696666" y="1450839"/>
                  </a:lnTo>
                  <a:lnTo>
                    <a:pt x="3701029" y="1459047"/>
                  </a:lnTo>
                  <a:lnTo>
                    <a:pt x="3705391" y="1462173"/>
                  </a:lnTo>
                  <a:lnTo>
                    <a:pt x="3709754" y="1480543"/>
                  </a:lnTo>
                  <a:lnTo>
                    <a:pt x="3714117" y="1491626"/>
                  </a:lnTo>
                  <a:lnTo>
                    <a:pt x="3718480" y="1443481"/>
                  </a:lnTo>
                  <a:lnTo>
                    <a:pt x="3722842" y="1464746"/>
                  </a:lnTo>
                  <a:lnTo>
                    <a:pt x="3727205" y="1421123"/>
                  </a:lnTo>
                  <a:lnTo>
                    <a:pt x="3731568" y="1446741"/>
                  </a:lnTo>
                  <a:lnTo>
                    <a:pt x="3735931" y="1444719"/>
                  </a:lnTo>
                  <a:lnTo>
                    <a:pt x="3740293" y="1413707"/>
                  </a:lnTo>
                  <a:lnTo>
                    <a:pt x="3744656" y="1390112"/>
                  </a:lnTo>
                  <a:lnTo>
                    <a:pt x="3749019" y="1384719"/>
                  </a:lnTo>
                  <a:lnTo>
                    <a:pt x="3753382" y="1349663"/>
                  </a:lnTo>
                  <a:lnTo>
                    <a:pt x="3757744" y="1327415"/>
                  </a:lnTo>
                  <a:lnTo>
                    <a:pt x="3762107" y="1317977"/>
                  </a:lnTo>
                  <a:lnTo>
                    <a:pt x="3766470" y="1317977"/>
                  </a:lnTo>
                  <a:lnTo>
                    <a:pt x="3770833" y="1297078"/>
                  </a:lnTo>
                  <a:lnTo>
                    <a:pt x="3775195" y="1282247"/>
                  </a:lnTo>
                  <a:lnTo>
                    <a:pt x="3779558" y="1252584"/>
                  </a:lnTo>
                  <a:lnTo>
                    <a:pt x="3783921" y="1232359"/>
                  </a:lnTo>
                  <a:lnTo>
                    <a:pt x="3788284" y="1168988"/>
                  </a:lnTo>
                  <a:lnTo>
                    <a:pt x="3792646" y="1102921"/>
                  </a:lnTo>
                  <a:lnTo>
                    <a:pt x="3797009" y="945168"/>
                  </a:lnTo>
                  <a:lnTo>
                    <a:pt x="3801372" y="871685"/>
                  </a:lnTo>
                  <a:lnTo>
                    <a:pt x="3805735" y="808314"/>
                  </a:lnTo>
                  <a:lnTo>
                    <a:pt x="3810097" y="815730"/>
                  </a:lnTo>
                  <a:lnTo>
                    <a:pt x="3814460" y="788764"/>
                  </a:lnTo>
                  <a:lnTo>
                    <a:pt x="3818823" y="771235"/>
                  </a:lnTo>
                  <a:lnTo>
                    <a:pt x="3823186" y="703820"/>
                  </a:lnTo>
                  <a:lnTo>
                    <a:pt x="3827548" y="614831"/>
                  </a:lnTo>
                  <a:lnTo>
                    <a:pt x="3831911" y="521797"/>
                  </a:lnTo>
                  <a:lnTo>
                    <a:pt x="3836274" y="485393"/>
                  </a:lnTo>
                  <a:lnTo>
                    <a:pt x="3840637" y="463145"/>
                  </a:lnTo>
                  <a:lnTo>
                    <a:pt x="3844999" y="480000"/>
                  </a:lnTo>
                  <a:lnTo>
                    <a:pt x="3849362" y="418651"/>
                  </a:lnTo>
                  <a:lnTo>
                    <a:pt x="3853725" y="410561"/>
                  </a:lnTo>
                  <a:lnTo>
                    <a:pt x="3858088" y="365393"/>
                  </a:lnTo>
                  <a:lnTo>
                    <a:pt x="3862450" y="482696"/>
                  </a:lnTo>
                  <a:lnTo>
                    <a:pt x="3866813" y="560224"/>
                  </a:lnTo>
                  <a:lnTo>
                    <a:pt x="3871176" y="645842"/>
                  </a:lnTo>
                  <a:lnTo>
                    <a:pt x="3875539" y="658652"/>
                  </a:lnTo>
                  <a:lnTo>
                    <a:pt x="3879901" y="690337"/>
                  </a:lnTo>
                  <a:lnTo>
                    <a:pt x="3884264" y="714606"/>
                  </a:lnTo>
                  <a:lnTo>
                    <a:pt x="3888627" y="797528"/>
                  </a:lnTo>
                  <a:lnTo>
                    <a:pt x="3892990" y="823820"/>
                  </a:lnTo>
                  <a:lnTo>
                    <a:pt x="3897352" y="814381"/>
                  </a:lnTo>
                  <a:lnTo>
                    <a:pt x="3901715" y="792134"/>
                  </a:lnTo>
                  <a:lnTo>
                    <a:pt x="3906078" y="788764"/>
                  </a:lnTo>
                  <a:lnTo>
                    <a:pt x="3910441" y="811011"/>
                  </a:lnTo>
                  <a:lnTo>
                    <a:pt x="3914803" y="891910"/>
                  </a:lnTo>
                  <a:lnTo>
                    <a:pt x="3919166" y="949887"/>
                  </a:lnTo>
                  <a:lnTo>
                    <a:pt x="3923529" y="1014606"/>
                  </a:lnTo>
                  <a:lnTo>
                    <a:pt x="3927892" y="1006516"/>
                  </a:lnTo>
                  <a:lnTo>
                    <a:pt x="3932254" y="938427"/>
                  </a:lnTo>
                  <a:lnTo>
                    <a:pt x="3936617" y="895955"/>
                  </a:lnTo>
                  <a:lnTo>
                    <a:pt x="3940980" y="908090"/>
                  </a:lnTo>
                  <a:lnTo>
                    <a:pt x="3945343" y="1081049"/>
                  </a:lnTo>
                  <a:lnTo>
                    <a:pt x="3949705" y="1026910"/>
                  </a:lnTo>
                  <a:lnTo>
                    <a:pt x="3954068" y="1000507"/>
                  </a:lnTo>
                  <a:lnTo>
                    <a:pt x="3958431" y="997069"/>
                  </a:lnTo>
                  <a:lnTo>
                    <a:pt x="3962794" y="993631"/>
                  </a:lnTo>
                  <a:lnTo>
                    <a:pt x="3967156" y="996578"/>
                  </a:lnTo>
                  <a:lnTo>
                    <a:pt x="3971519" y="972514"/>
                  </a:lnTo>
                  <a:lnTo>
                    <a:pt x="3975882" y="917510"/>
                  </a:lnTo>
                  <a:lnTo>
                    <a:pt x="3980245" y="911617"/>
                  </a:lnTo>
                  <a:lnTo>
                    <a:pt x="3984607" y="908671"/>
                  </a:lnTo>
                  <a:lnTo>
                    <a:pt x="3988970" y="907689"/>
                  </a:lnTo>
                  <a:lnTo>
                    <a:pt x="3993333" y="925859"/>
                  </a:lnTo>
                  <a:lnTo>
                    <a:pt x="3997696" y="988720"/>
                  </a:lnTo>
                  <a:lnTo>
                    <a:pt x="4002058" y="1026044"/>
                  </a:lnTo>
                  <a:lnTo>
                    <a:pt x="4006421" y="1014749"/>
                  </a:lnTo>
                  <a:lnTo>
                    <a:pt x="4010784" y="976818"/>
                  </a:lnTo>
                  <a:lnTo>
                    <a:pt x="4015147" y="1018308"/>
                  </a:lnTo>
                  <a:lnTo>
                    <a:pt x="4019509" y="1023368"/>
                  </a:lnTo>
                  <a:lnTo>
                    <a:pt x="4023872" y="1065364"/>
                  </a:lnTo>
                  <a:lnTo>
                    <a:pt x="4028235" y="1139741"/>
                  </a:lnTo>
                  <a:lnTo>
                    <a:pt x="4032598" y="1205296"/>
                  </a:lnTo>
                  <a:lnTo>
                    <a:pt x="4036960" y="1240165"/>
                  </a:lnTo>
                  <a:lnTo>
                    <a:pt x="4041323" y="1244093"/>
                  </a:lnTo>
                  <a:lnTo>
                    <a:pt x="4045686" y="1212663"/>
                  </a:lnTo>
                  <a:lnTo>
                    <a:pt x="4050049" y="1175830"/>
                  </a:lnTo>
                  <a:lnTo>
                    <a:pt x="4054411" y="1190563"/>
                  </a:lnTo>
                  <a:lnTo>
                    <a:pt x="4058774" y="1209225"/>
                  </a:lnTo>
                  <a:lnTo>
                    <a:pt x="4063137" y="1206279"/>
                  </a:lnTo>
                  <a:lnTo>
                    <a:pt x="4067500" y="1194001"/>
                  </a:lnTo>
                  <a:lnTo>
                    <a:pt x="4071862" y="1224449"/>
                  </a:lnTo>
                  <a:lnTo>
                    <a:pt x="4076225" y="1288293"/>
                  </a:lnTo>
                  <a:lnTo>
                    <a:pt x="4080588" y="1295144"/>
                  </a:lnTo>
                  <a:lnTo>
                    <a:pt x="4084951" y="1317844"/>
                  </a:lnTo>
                  <a:lnTo>
                    <a:pt x="4089313" y="1283943"/>
                  </a:lnTo>
                  <a:lnTo>
                    <a:pt x="4093676" y="1242187"/>
                  </a:lnTo>
                  <a:lnTo>
                    <a:pt x="4098039" y="1069887"/>
                  </a:lnTo>
                  <a:lnTo>
                    <a:pt x="4102402" y="1088764"/>
                  </a:lnTo>
                  <a:lnTo>
                    <a:pt x="4106764" y="1131236"/>
                  </a:lnTo>
                  <a:lnTo>
                    <a:pt x="4111127" y="1168314"/>
                  </a:lnTo>
                  <a:lnTo>
                    <a:pt x="4115490" y="1206067"/>
                  </a:lnTo>
                  <a:lnTo>
                    <a:pt x="4119853" y="1217528"/>
                  </a:lnTo>
                  <a:lnTo>
                    <a:pt x="4124215" y="1223595"/>
                  </a:lnTo>
                  <a:lnTo>
                    <a:pt x="4128578" y="1228314"/>
                  </a:lnTo>
                  <a:lnTo>
                    <a:pt x="4132941" y="1202022"/>
                  </a:lnTo>
                  <a:lnTo>
                    <a:pt x="4137304" y="1156179"/>
                  </a:lnTo>
                  <a:lnTo>
                    <a:pt x="4141666" y="1069213"/>
                  </a:lnTo>
                  <a:lnTo>
                    <a:pt x="4146029" y="1051011"/>
                  </a:lnTo>
                  <a:lnTo>
                    <a:pt x="4150392" y="1048314"/>
                  </a:lnTo>
                  <a:lnTo>
                    <a:pt x="4154755" y="1088089"/>
                  </a:lnTo>
                  <a:lnTo>
                    <a:pt x="4159117" y="1050337"/>
                  </a:lnTo>
                  <a:lnTo>
                    <a:pt x="4163480" y="980898"/>
                  </a:lnTo>
                  <a:lnTo>
                    <a:pt x="4167843" y="851461"/>
                  </a:lnTo>
                  <a:lnTo>
                    <a:pt x="4172206" y="732809"/>
                  </a:lnTo>
                  <a:lnTo>
                    <a:pt x="4176568" y="680899"/>
                  </a:lnTo>
                  <a:lnTo>
                    <a:pt x="4180931" y="621572"/>
                  </a:lnTo>
                  <a:lnTo>
                    <a:pt x="4185294" y="572359"/>
                  </a:lnTo>
                  <a:lnTo>
                    <a:pt x="4189657" y="496179"/>
                  </a:lnTo>
                  <a:lnTo>
                    <a:pt x="4194019" y="397078"/>
                  </a:lnTo>
                  <a:lnTo>
                    <a:pt x="4198382" y="375505"/>
                  </a:lnTo>
                  <a:lnTo>
                    <a:pt x="4202745" y="304719"/>
                  </a:lnTo>
                  <a:lnTo>
                    <a:pt x="4207108" y="298651"/>
                  </a:lnTo>
                  <a:lnTo>
                    <a:pt x="4211470" y="229213"/>
                  </a:lnTo>
                  <a:lnTo>
                    <a:pt x="4215833" y="149663"/>
                  </a:lnTo>
                  <a:lnTo>
                    <a:pt x="4220196" y="115954"/>
                  </a:lnTo>
                  <a:lnTo>
                    <a:pt x="4224559" y="121348"/>
                  </a:lnTo>
                  <a:lnTo>
                    <a:pt x="4228921" y="97078"/>
                  </a:lnTo>
                  <a:lnTo>
                    <a:pt x="4233284" y="146966"/>
                  </a:lnTo>
                  <a:lnTo>
                    <a:pt x="4237647" y="155056"/>
                  </a:lnTo>
                  <a:lnTo>
                    <a:pt x="4242010" y="107865"/>
                  </a:lnTo>
                  <a:lnTo>
                    <a:pt x="4246372" y="54607"/>
                  </a:lnTo>
                  <a:lnTo>
                    <a:pt x="4250735" y="0"/>
                  </a:lnTo>
                  <a:lnTo>
                    <a:pt x="4250735" y="0"/>
                  </a:lnTo>
                  <a:lnTo>
                    <a:pt x="4255098" y="11460"/>
                  </a:lnTo>
                  <a:lnTo>
                    <a:pt x="4259461" y="35056"/>
                  </a:lnTo>
                  <a:lnTo>
                    <a:pt x="4263823" y="365155"/>
                  </a:lnTo>
                  <a:lnTo>
                    <a:pt x="4268186" y="393939"/>
                  </a:lnTo>
                  <a:lnTo>
                    <a:pt x="4272549" y="664086"/>
                  </a:lnTo>
                  <a:lnTo>
                    <a:pt x="4276912" y="804008"/>
                  </a:lnTo>
                  <a:lnTo>
                    <a:pt x="4281274" y="859145"/>
                  </a:lnTo>
                  <a:lnTo>
                    <a:pt x="4285637" y="945210"/>
                  </a:lnTo>
                  <a:lnTo>
                    <a:pt x="4290000" y="905296"/>
                  </a:lnTo>
                  <a:lnTo>
                    <a:pt x="4294363" y="912035"/>
                  </a:lnTo>
                  <a:lnTo>
                    <a:pt x="4298725" y="895707"/>
                  </a:lnTo>
                  <a:lnTo>
                    <a:pt x="4303088" y="904778"/>
                  </a:lnTo>
                  <a:lnTo>
                    <a:pt x="4307451" y="897521"/>
                  </a:lnTo>
                  <a:lnTo>
                    <a:pt x="4311814" y="957929"/>
                  </a:lnTo>
                  <a:lnTo>
                    <a:pt x="4316176" y="961059"/>
                  </a:lnTo>
                  <a:lnTo>
                    <a:pt x="4320539" y="944685"/>
                  </a:lnTo>
                  <a:lnTo>
                    <a:pt x="4324902" y="970659"/>
                  </a:lnTo>
                  <a:lnTo>
                    <a:pt x="4329265" y="990650"/>
                  </a:lnTo>
                  <a:lnTo>
                    <a:pt x="4333627" y="958410"/>
                  </a:lnTo>
                  <a:lnTo>
                    <a:pt x="4337990" y="940804"/>
                  </a:lnTo>
                  <a:lnTo>
                    <a:pt x="4342353" y="905657"/>
                  </a:lnTo>
                  <a:lnTo>
                    <a:pt x="4346716" y="843291"/>
                  </a:lnTo>
                  <a:lnTo>
                    <a:pt x="4351078" y="775292"/>
                  </a:lnTo>
                  <a:lnTo>
                    <a:pt x="4355441" y="794095"/>
                  </a:lnTo>
                  <a:lnTo>
                    <a:pt x="4359804" y="771003"/>
                  </a:lnTo>
                  <a:lnTo>
                    <a:pt x="4364167" y="759692"/>
                  </a:lnTo>
                  <a:lnTo>
                    <a:pt x="4368529" y="855487"/>
                  </a:lnTo>
                  <a:lnTo>
                    <a:pt x="4372892" y="877135"/>
                  </a:lnTo>
                  <a:lnTo>
                    <a:pt x="4377255" y="814752"/>
                  </a:lnTo>
                  <a:lnTo>
                    <a:pt x="4381618" y="814752"/>
                  </a:lnTo>
                  <a:lnTo>
                    <a:pt x="4385980" y="818836"/>
                  </a:lnTo>
                  <a:lnTo>
                    <a:pt x="4390343" y="669558"/>
                  </a:lnTo>
                  <a:lnTo>
                    <a:pt x="4394706" y="693399"/>
                  </a:lnTo>
                  <a:lnTo>
                    <a:pt x="4399069" y="741472"/>
                  </a:lnTo>
                  <a:lnTo>
                    <a:pt x="4403431" y="725056"/>
                  </a:lnTo>
                  <a:lnTo>
                    <a:pt x="4407794" y="703170"/>
                  </a:lnTo>
                  <a:lnTo>
                    <a:pt x="4412157" y="706297"/>
                  </a:lnTo>
                  <a:lnTo>
                    <a:pt x="4416520" y="733655"/>
                  </a:lnTo>
                  <a:lnTo>
                    <a:pt x="4420882" y="744598"/>
                  </a:lnTo>
                  <a:lnTo>
                    <a:pt x="4425245" y="776943"/>
                  </a:lnTo>
                  <a:lnTo>
                    <a:pt x="4429608" y="561952"/>
                  </a:lnTo>
                  <a:lnTo>
                    <a:pt x="4433971" y="517687"/>
                  </a:lnTo>
                  <a:lnTo>
                    <a:pt x="4438333" y="235281"/>
                  </a:lnTo>
                  <a:lnTo>
                    <a:pt x="4442696" y="264269"/>
                  </a:lnTo>
                  <a:lnTo>
                    <a:pt x="4447059" y="263595"/>
                  </a:lnTo>
                  <a:lnTo>
                    <a:pt x="4451422" y="346516"/>
                  </a:lnTo>
                  <a:lnTo>
                    <a:pt x="4455784" y="339101"/>
                  </a:lnTo>
                  <a:lnTo>
                    <a:pt x="4460147" y="286516"/>
                  </a:lnTo>
                  <a:lnTo>
                    <a:pt x="4464510" y="271685"/>
                  </a:lnTo>
                  <a:lnTo>
                    <a:pt x="4468873" y="315505"/>
                  </a:lnTo>
                  <a:lnTo>
                    <a:pt x="4473235" y="400449"/>
                  </a:lnTo>
                  <a:lnTo>
                    <a:pt x="4477598" y="529887"/>
                  </a:lnTo>
                  <a:lnTo>
                    <a:pt x="4481961" y="582472"/>
                  </a:lnTo>
                  <a:lnTo>
                    <a:pt x="4486324" y="653932"/>
                  </a:lnTo>
                  <a:lnTo>
                    <a:pt x="4490686" y="716629"/>
                  </a:lnTo>
                  <a:lnTo>
                    <a:pt x="4495049" y="759101"/>
                  </a:lnTo>
                  <a:lnTo>
                    <a:pt x="4499412" y="793482"/>
                  </a:lnTo>
                  <a:lnTo>
                    <a:pt x="4503775" y="815730"/>
                  </a:lnTo>
                  <a:lnTo>
                    <a:pt x="4508137" y="850786"/>
                  </a:lnTo>
                  <a:lnTo>
                    <a:pt x="4512500" y="1130428"/>
                  </a:lnTo>
                  <a:lnTo>
                    <a:pt x="4516863" y="1132152"/>
                  </a:lnTo>
                  <a:lnTo>
                    <a:pt x="4521226" y="1168731"/>
                  </a:lnTo>
                  <a:lnTo>
                    <a:pt x="4525588" y="1275044"/>
                  </a:lnTo>
                  <a:lnTo>
                    <a:pt x="4529951" y="1260111"/>
                  </a:lnTo>
                  <a:lnTo>
                    <a:pt x="4534314" y="1319929"/>
                  </a:lnTo>
                  <a:lnTo>
                    <a:pt x="4538677" y="1309043"/>
                  </a:lnTo>
                  <a:lnTo>
                    <a:pt x="4543039" y="1294853"/>
                  </a:lnTo>
                  <a:lnTo>
                    <a:pt x="4547402" y="1323054"/>
                  </a:lnTo>
                  <a:lnTo>
                    <a:pt x="4551765" y="1325069"/>
                  </a:lnTo>
                  <a:lnTo>
                    <a:pt x="4556128" y="1288474"/>
                  </a:lnTo>
                  <a:lnTo>
                    <a:pt x="4560490" y="1227370"/>
                  </a:lnTo>
                  <a:lnTo>
                    <a:pt x="4564853" y="1161566"/>
                  </a:lnTo>
                  <a:lnTo>
                    <a:pt x="4569216" y="1122285"/>
                  </a:lnTo>
                  <a:lnTo>
                    <a:pt x="4573579" y="1100462"/>
                  </a:lnTo>
                  <a:lnTo>
                    <a:pt x="4577941" y="1071857"/>
                  </a:lnTo>
                  <a:lnTo>
                    <a:pt x="4582304" y="1054373"/>
                  </a:lnTo>
                  <a:lnTo>
                    <a:pt x="4586667" y="903278"/>
                  </a:lnTo>
                  <a:lnTo>
                    <a:pt x="4591030" y="930779"/>
                  </a:lnTo>
                  <a:lnTo>
                    <a:pt x="4595392" y="681846"/>
                  </a:lnTo>
                  <a:lnTo>
                    <a:pt x="4599755" y="642371"/>
                  </a:lnTo>
                  <a:lnTo>
                    <a:pt x="4604118" y="598133"/>
                  </a:lnTo>
                  <a:lnTo>
                    <a:pt x="4608481" y="211011"/>
                  </a:lnTo>
                  <a:lnTo>
                    <a:pt x="4612843" y="170562"/>
                  </a:lnTo>
                  <a:lnTo>
                    <a:pt x="4617206" y="174606"/>
                  </a:lnTo>
                  <a:lnTo>
                    <a:pt x="4621569" y="221798"/>
                  </a:lnTo>
                  <a:lnTo>
                    <a:pt x="4625932" y="252809"/>
                  </a:lnTo>
                  <a:lnTo>
                    <a:pt x="4630294" y="280449"/>
                  </a:lnTo>
                  <a:lnTo>
                    <a:pt x="4634657" y="229887"/>
                  </a:lnTo>
                  <a:lnTo>
                    <a:pt x="4639020" y="150337"/>
                  </a:lnTo>
                  <a:lnTo>
                    <a:pt x="4643383" y="454066"/>
                  </a:lnTo>
                  <a:lnTo>
                    <a:pt x="4647745" y="481978"/>
                  </a:lnTo>
                  <a:lnTo>
                    <a:pt x="4652108" y="489568"/>
                  </a:lnTo>
                  <a:lnTo>
                    <a:pt x="4656471" y="533469"/>
                  </a:lnTo>
                  <a:lnTo>
                    <a:pt x="4660834" y="539852"/>
                  </a:lnTo>
                  <a:lnTo>
                    <a:pt x="4665196" y="497618"/>
                  </a:lnTo>
                  <a:lnTo>
                    <a:pt x="4669559" y="433774"/>
                  </a:lnTo>
                  <a:lnTo>
                    <a:pt x="4673922" y="406273"/>
                  </a:lnTo>
                  <a:lnTo>
                    <a:pt x="4678285" y="621174"/>
                  </a:lnTo>
                  <a:lnTo>
                    <a:pt x="4682647" y="557397"/>
                  </a:lnTo>
                  <a:lnTo>
                    <a:pt x="4687010" y="503453"/>
                  </a:lnTo>
                  <a:lnTo>
                    <a:pt x="4691373" y="535110"/>
                  </a:lnTo>
                  <a:lnTo>
                    <a:pt x="4695736" y="591391"/>
                  </a:lnTo>
                  <a:lnTo>
                    <a:pt x="4700098" y="667603"/>
                  </a:lnTo>
                  <a:lnTo>
                    <a:pt x="4704461" y="755932"/>
                  </a:lnTo>
                  <a:lnTo>
                    <a:pt x="4708824" y="850906"/>
                  </a:lnTo>
                  <a:lnTo>
                    <a:pt x="4713187" y="904496"/>
                  </a:lnTo>
                  <a:lnTo>
                    <a:pt x="4717549" y="895770"/>
                  </a:lnTo>
                  <a:lnTo>
                    <a:pt x="4721912" y="677361"/>
                  </a:lnTo>
                  <a:lnTo>
                    <a:pt x="4726275" y="697497"/>
                  </a:lnTo>
                  <a:lnTo>
                    <a:pt x="4730638" y="767233"/>
                  </a:lnTo>
                  <a:lnTo>
                    <a:pt x="4735000" y="835496"/>
                  </a:lnTo>
                  <a:lnTo>
                    <a:pt x="4739363" y="837461"/>
                  </a:lnTo>
                  <a:lnTo>
                    <a:pt x="4743726" y="902946"/>
                  </a:lnTo>
                  <a:lnTo>
                    <a:pt x="4748089" y="975806"/>
                  </a:lnTo>
                  <a:lnTo>
                    <a:pt x="4752451" y="838651"/>
                  </a:lnTo>
                  <a:lnTo>
                    <a:pt x="4756814" y="786742"/>
                  </a:lnTo>
                  <a:lnTo>
                    <a:pt x="4761177" y="684269"/>
                  </a:lnTo>
                  <a:lnTo>
                    <a:pt x="4765540" y="599325"/>
                  </a:lnTo>
                  <a:lnTo>
                    <a:pt x="4769902" y="526517"/>
                  </a:lnTo>
                  <a:lnTo>
                    <a:pt x="4774265" y="430112"/>
                  </a:lnTo>
                  <a:lnTo>
                    <a:pt x="4778628" y="361348"/>
                  </a:lnTo>
                  <a:lnTo>
                    <a:pt x="4782991" y="311461"/>
                  </a:lnTo>
                  <a:lnTo>
                    <a:pt x="4787353" y="339775"/>
                  </a:lnTo>
                  <a:lnTo>
                    <a:pt x="4791716" y="318876"/>
                  </a:lnTo>
                  <a:lnTo>
                    <a:pt x="4796079" y="272359"/>
                  </a:lnTo>
                  <a:lnTo>
                    <a:pt x="4800442" y="228540"/>
                  </a:lnTo>
                  <a:lnTo>
                    <a:pt x="4804804" y="217079"/>
                  </a:lnTo>
                  <a:lnTo>
                    <a:pt x="4809167" y="188764"/>
                  </a:lnTo>
                  <a:lnTo>
                    <a:pt x="4813530" y="116629"/>
                  </a:lnTo>
                  <a:lnTo>
                    <a:pt x="4817893" y="83595"/>
                  </a:lnTo>
                  <a:lnTo>
                    <a:pt x="4822255" y="131461"/>
                  </a:lnTo>
                  <a:lnTo>
                    <a:pt x="4826618" y="175281"/>
                  </a:lnTo>
                  <a:lnTo>
                    <a:pt x="4830981" y="134157"/>
                  </a:lnTo>
                  <a:lnTo>
                    <a:pt x="4835344" y="105168"/>
                  </a:lnTo>
                  <a:lnTo>
                    <a:pt x="4839706" y="107865"/>
                  </a:lnTo>
                  <a:lnTo>
                    <a:pt x="4844069" y="142247"/>
                  </a:lnTo>
                  <a:lnTo>
                    <a:pt x="4848432" y="215730"/>
                  </a:lnTo>
                  <a:lnTo>
                    <a:pt x="4852795" y="226516"/>
                  </a:lnTo>
                  <a:lnTo>
                    <a:pt x="4857157" y="295280"/>
                  </a:lnTo>
                  <a:lnTo>
                    <a:pt x="4861520" y="364719"/>
                  </a:lnTo>
                  <a:lnTo>
                    <a:pt x="4865883" y="424718"/>
                  </a:lnTo>
                  <a:lnTo>
                    <a:pt x="4870246" y="491461"/>
                  </a:lnTo>
                  <a:lnTo>
                    <a:pt x="4874608" y="492134"/>
                  </a:lnTo>
                  <a:lnTo>
                    <a:pt x="4878971" y="544045"/>
                  </a:lnTo>
                  <a:lnTo>
                    <a:pt x="4883334" y="602696"/>
                  </a:lnTo>
                  <a:lnTo>
                    <a:pt x="4887697" y="610112"/>
                  </a:lnTo>
                  <a:lnTo>
                    <a:pt x="4892059" y="672808"/>
                  </a:lnTo>
                  <a:lnTo>
                    <a:pt x="4896422" y="764494"/>
                  </a:lnTo>
                  <a:lnTo>
                    <a:pt x="4900785" y="765842"/>
                  </a:lnTo>
                  <a:lnTo>
                    <a:pt x="4905148" y="780000"/>
                  </a:lnTo>
                  <a:lnTo>
                    <a:pt x="4909510" y="815730"/>
                  </a:lnTo>
                  <a:lnTo>
                    <a:pt x="4913873" y="806966"/>
                  </a:lnTo>
                  <a:lnTo>
                    <a:pt x="4918236" y="808314"/>
                  </a:lnTo>
                  <a:lnTo>
                    <a:pt x="4922599" y="802247"/>
                  </a:lnTo>
                  <a:lnTo>
                    <a:pt x="4926961" y="784719"/>
                  </a:lnTo>
                  <a:lnTo>
                    <a:pt x="4931324" y="761797"/>
                  </a:lnTo>
                  <a:lnTo>
                    <a:pt x="4935687" y="734831"/>
                  </a:lnTo>
                  <a:lnTo>
                    <a:pt x="4940050" y="982384"/>
                  </a:lnTo>
                  <a:lnTo>
                    <a:pt x="4944412" y="996045"/>
                  </a:lnTo>
                  <a:lnTo>
                    <a:pt x="4948775" y="1017204"/>
                  </a:lnTo>
                  <a:lnTo>
                    <a:pt x="4953138" y="995596"/>
                  </a:lnTo>
                  <a:lnTo>
                    <a:pt x="4957501" y="970549"/>
                  </a:lnTo>
                  <a:lnTo>
                    <a:pt x="4961863" y="975952"/>
                  </a:lnTo>
                  <a:lnTo>
                    <a:pt x="4966226" y="1048144"/>
                  </a:lnTo>
                  <a:lnTo>
                    <a:pt x="4970589" y="1092343"/>
                  </a:lnTo>
                  <a:lnTo>
                    <a:pt x="4974952" y="1112478"/>
                  </a:lnTo>
                  <a:lnTo>
                    <a:pt x="4979314" y="1121809"/>
                  </a:lnTo>
                  <a:lnTo>
                    <a:pt x="4983677" y="1126229"/>
                  </a:lnTo>
                  <a:lnTo>
                    <a:pt x="4988040" y="1117389"/>
                  </a:lnTo>
                  <a:lnTo>
                    <a:pt x="4992403" y="1146364"/>
                  </a:lnTo>
                  <a:lnTo>
                    <a:pt x="4996765" y="1136051"/>
                  </a:lnTo>
                  <a:lnTo>
                    <a:pt x="5001128" y="1227685"/>
                  </a:lnTo>
                  <a:lnTo>
                    <a:pt x="5005491" y="1114442"/>
                  </a:lnTo>
                  <a:lnTo>
                    <a:pt x="5009854" y="1235747"/>
                  </a:lnTo>
                  <a:lnTo>
                    <a:pt x="5014216" y="1219126"/>
                  </a:lnTo>
                  <a:lnTo>
                    <a:pt x="5018579" y="1248386"/>
                  </a:lnTo>
                  <a:lnTo>
                    <a:pt x="5022942" y="1284734"/>
                  </a:lnTo>
                  <a:lnTo>
                    <a:pt x="5027305" y="1371721"/>
                  </a:lnTo>
                  <a:lnTo>
                    <a:pt x="5031667" y="1343351"/>
                  </a:lnTo>
                  <a:lnTo>
                    <a:pt x="5036030" y="1337083"/>
                  </a:lnTo>
                  <a:lnTo>
                    <a:pt x="5040393" y="1312647"/>
                  </a:lnTo>
                  <a:lnTo>
                    <a:pt x="5044756" y="1296531"/>
                  </a:lnTo>
                  <a:lnTo>
                    <a:pt x="5049118" y="1293174"/>
                  </a:lnTo>
                  <a:lnTo>
                    <a:pt x="5053481" y="1293510"/>
                  </a:lnTo>
                  <a:lnTo>
                    <a:pt x="5057844" y="1286459"/>
                  </a:lnTo>
                  <a:lnTo>
                    <a:pt x="5062207" y="1317683"/>
                  </a:lnTo>
                  <a:lnTo>
                    <a:pt x="5066569" y="1385576"/>
                  </a:lnTo>
                  <a:lnTo>
                    <a:pt x="5070932" y="1427142"/>
                  </a:lnTo>
                  <a:lnTo>
                    <a:pt x="5075295" y="1402726"/>
                  </a:lnTo>
                  <a:lnTo>
                    <a:pt x="5079658" y="1447176"/>
                  </a:lnTo>
                  <a:lnTo>
                    <a:pt x="5084020" y="1385040"/>
                  </a:lnTo>
                  <a:lnTo>
                    <a:pt x="5088383" y="1372762"/>
                  </a:lnTo>
                  <a:lnTo>
                    <a:pt x="5092746" y="1338588"/>
                  </a:lnTo>
                  <a:lnTo>
                    <a:pt x="5097109" y="1365911"/>
                  </a:lnTo>
                  <a:lnTo>
                    <a:pt x="5101471" y="1345645"/>
                  </a:lnTo>
                  <a:lnTo>
                    <a:pt x="5105834" y="1294382"/>
                  </a:lnTo>
                  <a:lnTo>
                    <a:pt x="5110197" y="1427561"/>
                  </a:lnTo>
                  <a:lnTo>
                    <a:pt x="5114560" y="1445349"/>
                  </a:lnTo>
                  <a:lnTo>
                    <a:pt x="5118922" y="1444843"/>
                  </a:lnTo>
                  <a:lnTo>
                    <a:pt x="5123285" y="1478929"/>
                  </a:lnTo>
                  <a:lnTo>
                    <a:pt x="5127648" y="1451814"/>
                  </a:lnTo>
                  <a:lnTo>
                    <a:pt x="5132011" y="1412146"/>
                  </a:lnTo>
                  <a:lnTo>
                    <a:pt x="5136373" y="1389478"/>
                  </a:lnTo>
                  <a:lnTo>
                    <a:pt x="5140736" y="1408338"/>
                  </a:lnTo>
                  <a:lnTo>
                    <a:pt x="5145099" y="1358526"/>
                  </a:lnTo>
                  <a:lnTo>
                    <a:pt x="5149462" y="1342099"/>
                  </a:lnTo>
                  <a:lnTo>
                    <a:pt x="5153824" y="1337522"/>
                  </a:lnTo>
                  <a:lnTo>
                    <a:pt x="5158187" y="1358620"/>
                  </a:lnTo>
                  <a:lnTo>
                    <a:pt x="5162550" y="1368975"/>
                  </a:lnTo>
                  <a:lnTo>
                    <a:pt x="5166913" y="1387219"/>
                  </a:lnTo>
                  <a:lnTo>
                    <a:pt x="5171275" y="1346758"/>
                  </a:lnTo>
                  <a:lnTo>
                    <a:pt x="5175638" y="1344779"/>
                  </a:lnTo>
                  <a:lnTo>
                    <a:pt x="5180001" y="1334135"/>
                  </a:lnTo>
                  <a:lnTo>
                    <a:pt x="5184364" y="1330232"/>
                  </a:lnTo>
                  <a:lnTo>
                    <a:pt x="5188726" y="1338289"/>
                  </a:lnTo>
                  <a:lnTo>
                    <a:pt x="5193089" y="1326878"/>
                  </a:lnTo>
                  <a:lnTo>
                    <a:pt x="5197452" y="1322082"/>
                  </a:lnTo>
                  <a:lnTo>
                    <a:pt x="5201815" y="1339211"/>
                  </a:lnTo>
                  <a:lnTo>
                    <a:pt x="5206177" y="1341346"/>
                  </a:lnTo>
                  <a:lnTo>
                    <a:pt x="5210540" y="1350191"/>
                  </a:lnTo>
                  <a:lnTo>
                    <a:pt x="5214903" y="1353393"/>
                  </a:lnTo>
                  <a:lnTo>
                    <a:pt x="5219266" y="1356443"/>
                  </a:lnTo>
                  <a:lnTo>
                    <a:pt x="5223628" y="1337628"/>
                  </a:lnTo>
                  <a:lnTo>
                    <a:pt x="5227991" y="1356316"/>
                  </a:lnTo>
                  <a:lnTo>
                    <a:pt x="5232354" y="1320652"/>
                  </a:lnTo>
                  <a:lnTo>
                    <a:pt x="5236717" y="1347263"/>
                  </a:lnTo>
                  <a:lnTo>
                    <a:pt x="5241079" y="1343098"/>
                  </a:lnTo>
                  <a:lnTo>
                    <a:pt x="5245442" y="1369793"/>
                  </a:lnTo>
                  <a:lnTo>
                    <a:pt x="5249805" y="1362165"/>
                  </a:lnTo>
                  <a:lnTo>
                    <a:pt x="5254168" y="1383098"/>
                  </a:lnTo>
                  <a:lnTo>
                    <a:pt x="5258530" y="1370457"/>
                  </a:lnTo>
                  <a:lnTo>
                    <a:pt x="5262893" y="1379898"/>
                  </a:lnTo>
                  <a:lnTo>
                    <a:pt x="5267256" y="1333922"/>
                  </a:lnTo>
                  <a:lnTo>
                    <a:pt x="5271619" y="1282527"/>
                  </a:lnTo>
                  <a:lnTo>
                    <a:pt x="5275981" y="1264226"/>
                  </a:lnTo>
                  <a:lnTo>
                    <a:pt x="5280344" y="1271691"/>
                  </a:lnTo>
                  <a:lnTo>
                    <a:pt x="5284707" y="1274581"/>
                  </a:lnTo>
                  <a:lnTo>
                    <a:pt x="5289070" y="1272654"/>
                  </a:lnTo>
                  <a:lnTo>
                    <a:pt x="5293432" y="1281082"/>
                  </a:lnTo>
                  <a:lnTo>
                    <a:pt x="5297795" y="1289269"/>
                  </a:lnTo>
                  <a:lnTo>
                    <a:pt x="5302158" y="1244041"/>
                  </a:lnTo>
                  <a:lnTo>
                    <a:pt x="5306521" y="1188603"/>
                  </a:lnTo>
                  <a:lnTo>
                    <a:pt x="5310883" y="1088376"/>
                  </a:lnTo>
                  <a:lnTo>
                    <a:pt x="5315246" y="982227"/>
                  </a:lnTo>
                  <a:lnTo>
                    <a:pt x="5319609" y="1001378"/>
                  </a:lnTo>
                  <a:lnTo>
                    <a:pt x="5323972" y="1122329"/>
                  </a:lnTo>
                  <a:lnTo>
                    <a:pt x="5328334" y="1128597"/>
                  </a:lnTo>
                  <a:lnTo>
                    <a:pt x="5332697" y="1143772"/>
                  </a:lnTo>
                  <a:lnTo>
                    <a:pt x="5337060" y="1170162"/>
                  </a:lnTo>
                  <a:lnTo>
                    <a:pt x="5341423" y="1207769"/>
                  </a:lnTo>
                  <a:lnTo>
                    <a:pt x="5345785" y="1237788"/>
                  </a:lnTo>
                  <a:lnTo>
                    <a:pt x="5350148" y="1188197"/>
                  </a:lnTo>
                  <a:lnTo>
                    <a:pt x="5354511" y="1222982"/>
                  </a:lnTo>
                  <a:lnTo>
                    <a:pt x="5358874" y="1246956"/>
                  </a:lnTo>
                  <a:lnTo>
                    <a:pt x="5363236" y="1261800"/>
                  </a:lnTo>
                  <a:lnTo>
                    <a:pt x="5367599" y="1145873"/>
                  </a:lnTo>
                  <a:lnTo>
                    <a:pt x="5371962" y="1171901"/>
                  </a:lnTo>
                  <a:lnTo>
                    <a:pt x="5376325" y="1316144"/>
                  </a:lnTo>
                  <a:lnTo>
                    <a:pt x="5380687" y="1324208"/>
                  </a:lnTo>
                  <a:lnTo>
                    <a:pt x="5385050" y="1394813"/>
                  </a:lnTo>
                  <a:lnTo>
                    <a:pt x="5389413" y="1345704"/>
                  </a:lnTo>
                  <a:lnTo>
                    <a:pt x="5393776" y="1357820"/>
                  </a:lnTo>
                  <a:lnTo>
                    <a:pt x="5398138" y="1357889"/>
                  </a:lnTo>
                  <a:lnTo>
                    <a:pt x="5402501" y="1395768"/>
                  </a:lnTo>
                  <a:lnTo>
                    <a:pt x="5406864" y="1410069"/>
                  </a:lnTo>
                  <a:lnTo>
                    <a:pt x="5411227" y="1403885"/>
                  </a:lnTo>
                  <a:lnTo>
                    <a:pt x="5415589" y="1401952"/>
                  </a:lnTo>
                  <a:lnTo>
                    <a:pt x="5419952" y="1405045"/>
                  </a:lnTo>
                  <a:lnTo>
                    <a:pt x="5424315" y="1416254"/>
                  </a:lnTo>
                  <a:lnTo>
                    <a:pt x="5428678" y="1425917"/>
                  </a:lnTo>
                  <a:lnTo>
                    <a:pt x="5433040" y="1461864"/>
                  </a:lnTo>
                  <a:lnTo>
                    <a:pt x="5437403" y="1489693"/>
                  </a:lnTo>
                  <a:lnTo>
                    <a:pt x="5441766" y="1517137"/>
                  </a:lnTo>
                  <a:lnTo>
                    <a:pt x="5446129" y="1498485"/>
                  </a:lnTo>
                  <a:lnTo>
                    <a:pt x="5450491" y="1520232"/>
                  </a:lnTo>
                  <a:lnTo>
                    <a:pt x="5454854" y="1506571"/>
                  </a:lnTo>
                  <a:lnTo>
                    <a:pt x="5459217" y="1489874"/>
                  </a:lnTo>
                  <a:lnTo>
                    <a:pt x="5463580" y="1468623"/>
                  </a:lnTo>
                  <a:lnTo>
                    <a:pt x="5467942" y="1454962"/>
                  </a:lnTo>
                  <a:lnTo>
                    <a:pt x="5472305" y="1382102"/>
                  </a:lnTo>
                  <a:lnTo>
                    <a:pt x="5476668" y="1320374"/>
                  </a:lnTo>
                  <a:lnTo>
                    <a:pt x="5481031" y="1292675"/>
                  </a:lnTo>
                  <a:lnTo>
                    <a:pt x="5485393" y="1338457"/>
                  </a:lnTo>
                  <a:lnTo>
                    <a:pt x="5489756" y="1290596"/>
                  </a:lnTo>
                  <a:lnTo>
                    <a:pt x="5494119" y="1353075"/>
                  </a:lnTo>
                  <a:lnTo>
                    <a:pt x="5498482" y="1359375"/>
                  </a:lnTo>
                  <a:lnTo>
                    <a:pt x="5502844" y="1337188"/>
                  </a:lnTo>
                  <a:lnTo>
                    <a:pt x="5507207" y="1304199"/>
                  </a:lnTo>
                  <a:lnTo>
                    <a:pt x="5511570" y="1291918"/>
                  </a:lnTo>
                  <a:lnTo>
                    <a:pt x="5515933" y="1270728"/>
                  </a:lnTo>
                  <a:lnTo>
                    <a:pt x="5520295" y="1249537"/>
                  </a:lnTo>
                  <a:lnTo>
                    <a:pt x="5524658" y="1281898"/>
                  </a:lnTo>
                  <a:lnTo>
                    <a:pt x="5529021" y="1300527"/>
                  </a:lnTo>
                  <a:lnTo>
                    <a:pt x="5533384" y="1294847"/>
                  </a:lnTo>
                  <a:lnTo>
                    <a:pt x="5537746" y="1305070"/>
                  </a:lnTo>
                  <a:lnTo>
                    <a:pt x="5542109" y="1346485"/>
                  </a:lnTo>
                  <a:lnTo>
                    <a:pt x="5546472" y="1336489"/>
                  </a:lnTo>
                  <a:lnTo>
                    <a:pt x="5550835" y="1319413"/>
                  </a:lnTo>
                  <a:lnTo>
                    <a:pt x="5555197" y="1287350"/>
                  </a:lnTo>
                  <a:lnTo>
                    <a:pt x="5559560" y="1284694"/>
                  </a:lnTo>
                  <a:lnTo>
                    <a:pt x="5563923" y="1265873"/>
                  </a:lnTo>
                  <a:lnTo>
                    <a:pt x="5568286" y="1229049"/>
                  </a:lnTo>
                  <a:lnTo>
                    <a:pt x="5572648" y="1273030"/>
                  </a:lnTo>
                  <a:lnTo>
                    <a:pt x="5577011" y="1275044"/>
                  </a:lnTo>
                  <a:lnTo>
                    <a:pt x="5581374" y="1298210"/>
                  </a:lnTo>
                  <a:lnTo>
                    <a:pt x="5585737" y="1354237"/>
                  </a:lnTo>
                  <a:lnTo>
                    <a:pt x="5590099" y="1357536"/>
                  </a:lnTo>
                  <a:lnTo>
                    <a:pt x="5594462" y="1339392"/>
                  </a:lnTo>
                  <a:lnTo>
                    <a:pt x="5598825" y="1289424"/>
                  </a:lnTo>
                  <a:lnTo>
                    <a:pt x="5603188" y="1335857"/>
                  </a:lnTo>
                  <a:lnTo>
                    <a:pt x="5607550" y="1284855"/>
                  </a:lnTo>
                  <a:lnTo>
                    <a:pt x="5611913" y="1332675"/>
                  </a:lnTo>
                  <a:lnTo>
                    <a:pt x="5616276" y="1353708"/>
                  </a:lnTo>
                  <a:lnTo>
                    <a:pt x="5620639" y="1431236"/>
                  </a:lnTo>
                  <a:lnTo>
                    <a:pt x="5625001" y="1454831"/>
                  </a:lnTo>
                  <a:lnTo>
                    <a:pt x="5629364" y="1456179"/>
                  </a:lnTo>
                  <a:lnTo>
                    <a:pt x="5633727" y="1442696"/>
                  </a:lnTo>
                  <a:lnTo>
                    <a:pt x="5638090" y="1441348"/>
                  </a:lnTo>
                  <a:lnTo>
                    <a:pt x="5642452" y="1485842"/>
                  </a:lnTo>
                  <a:lnTo>
                    <a:pt x="5646815" y="1497977"/>
                  </a:lnTo>
                  <a:lnTo>
                    <a:pt x="5651178" y="1475056"/>
                  </a:lnTo>
                  <a:lnTo>
                    <a:pt x="5655541" y="1425168"/>
                  </a:lnTo>
                  <a:lnTo>
                    <a:pt x="5659903" y="1339550"/>
                  </a:lnTo>
                  <a:lnTo>
                    <a:pt x="5664266" y="1362556"/>
                  </a:lnTo>
                  <a:lnTo>
                    <a:pt x="5668629" y="1302158"/>
                  </a:lnTo>
                  <a:lnTo>
                    <a:pt x="5672992" y="1256371"/>
                  </a:lnTo>
                  <a:lnTo>
                    <a:pt x="5677354" y="1202841"/>
                  </a:lnTo>
                  <a:lnTo>
                    <a:pt x="5681717" y="1135560"/>
                  </a:lnTo>
                  <a:lnTo>
                    <a:pt x="5686080" y="1125738"/>
                  </a:lnTo>
                  <a:lnTo>
                    <a:pt x="5690443" y="1109531"/>
                  </a:lnTo>
                  <a:lnTo>
                    <a:pt x="5694805" y="1084485"/>
                  </a:lnTo>
                  <a:lnTo>
                    <a:pt x="5699168" y="1068770"/>
                  </a:lnTo>
                  <a:lnTo>
                    <a:pt x="5703531" y="1022606"/>
                  </a:lnTo>
                  <a:lnTo>
                    <a:pt x="5707894" y="966621"/>
                  </a:lnTo>
                  <a:lnTo>
                    <a:pt x="5712256" y="1063935"/>
                  </a:lnTo>
                  <a:lnTo>
                    <a:pt x="5716619" y="1056400"/>
                  </a:lnTo>
                  <a:lnTo>
                    <a:pt x="5720982" y="1081910"/>
                  </a:lnTo>
                  <a:lnTo>
                    <a:pt x="5725345" y="1131917"/>
                  </a:lnTo>
                  <a:lnTo>
                    <a:pt x="5729707" y="1185852"/>
                  </a:lnTo>
                  <a:lnTo>
                    <a:pt x="5734070" y="1232501"/>
                  </a:lnTo>
                  <a:lnTo>
                    <a:pt x="5738433" y="1171901"/>
                  </a:lnTo>
                  <a:lnTo>
                    <a:pt x="5742796" y="1214136"/>
                  </a:lnTo>
                  <a:lnTo>
                    <a:pt x="5747158" y="1240165"/>
                  </a:lnTo>
                  <a:lnTo>
                    <a:pt x="5751521" y="1227396"/>
                  </a:lnTo>
                  <a:lnTo>
                    <a:pt x="5755884" y="1183688"/>
                  </a:lnTo>
                  <a:lnTo>
                    <a:pt x="5760247" y="1162079"/>
                  </a:lnTo>
                  <a:lnTo>
                    <a:pt x="5764609" y="1132122"/>
                  </a:lnTo>
                  <a:lnTo>
                    <a:pt x="5768972" y="1145873"/>
                  </a:lnTo>
                  <a:lnTo>
                    <a:pt x="5773335" y="1148328"/>
                  </a:lnTo>
                  <a:lnTo>
                    <a:pt x="5777698" y="1172124"/>
                  </a:lnTo>
                  <a:lnTo>
                    <a:pt x="5782060" y="1181231"/>
                  </a:lnTo>
                  <a:lnTo>
                    <a:pt x="5786423" y="1112419"/>
                  </a:lnTo>
                  <a:lnTo>
                    <a:pt x="5790786" y="854831"/>
                  </a:lnTo>
                  <a:lnTo>
                    <a:pt x="5795149" y="756404"/>
                  </a:lnTo>
                  <a:lnTo>
                    <a:pt x="5799511" y="908049"/>
                  </a:lnTo>
                  <a:lnTo>
                    <a:pt x="5803874" y="878154"/>
                  </a:lnTo>
                  <a:lnTo>
                    <a:pt x="5808237" y="816425"/>
                  </a:lnTo>
                  <a:lnTo>
                    <a:pt x="5812600" y="830585"/>
                  </a:lnTo>
                  <a:lnTo>
                    <a:pt x="5816962" y="812906"/>
                  </a:lnTo>
                  <a:lnTo>
                    <a:pt x="5821325" y="829112"/>
                  </a:lnTo>
                  <a:lnTo>
                    <a:pt x="5825688" y="817817"/>
                  </a:lnTo>
                  <a:lnTo>
                    <a:pt x="5830051" y="857105"/>
                  </a:lnTo>
                  <a:lnTo>
                    <a:pt x="5834413" y="832059"/>
                  </a:lnTo>
                  <a:lnTo>
                    <a:pt x="5838776" y="823710"/>
                  </a:lnTo>
                  <a:lnTo>
                    <a:pt x="5843139" y="770180"/>
                  </a:lnTo>
                  <a:lnTo>
                    <a:pt x="5847502" y="807995"/>
                  </a:lnTo>
                  <a:lnTo>
                    <a:pt x="5851864" y="851703"/>
                  </a:lnTo>
                  <a:lnTo>
                    <a:pt x="5856227" y="841881"/>
                  </a:lnTo>
                  <a:lnTo>
                    <a:pt x="5860590" y="894920"/>
                  </a:lnTo>
                  <a:lnTo>
                    <a:pt x="5864953" y="952942"/>
                  </a:lnTo>
                  <a:lnTo>
                    <a:pt x="5869315" y="1001611"/>
                  </a:lnTo>
                  <a:lnTo>
                    <a:pt x="5873678" y="1057355"/>
                  </a:lnTo>
                  <a:lnTo>
                    <a:pt x="5878041" y="883146"/>
                  </a:lnTo>
                  <a:lnTo>
                    <a:pt x="5882404" y="863595"/>
                  </a:lnTo>
                  <a:lnTo>
                    <a:pt x="5886766" y="801573"/>
                  </a:lnTo>
                  <a:lnTo>
                    <a:pt x="5891129" y="807640"/>
                  </a:lnTo>
                  <a:lnTo>
                    <a:pt x="5895492" y="823146"/>
                  </a:lnTo>
                  <a:lnTo>
                    <a:pt x="5899855" y="885842"/>
                  </a:lnTo>
                  <a:lnTo>
                    <a:pt x="5904217" y="926292"/>
                  </a:lnTo>
                  <a:lnTo>
                    <a:pt x="5908580" y="951236"/>
                  </a:lnTo>
                  <a:lnTo>
                    <a:pt x="5912943" y="910112"/>
                  </a:lnTo>
                  <a:lnTo>
                    <a:pt x="5917306" y="889887"/>
                  </a:lnTo>
                  <a:lnTo>
                    <a:pt x="5921668" y="823146"/>
                  </a:lnTo>
                  <a:lnTo>
                    <a:pt x="5926031" y="703820"/>
                  </a:lnTo>
                  <a:lnTo>
                    <a:pt x="5930394" y="565618"/>
                  </a:lnTo>
                  <a:lnTo>
                    <a:pt x="5934757" y="426067"/>
                  </a:lnTo>
                  <a:lnTo>
                    <a:pt x="5939119" y="359999"/>
                  </a:lnTo>
                  <a:lnTo>
                    <a:pt x="5943482" y="718773"/>
                  </a:lnTo>
                  <a:lnTo>
                    <a:pt x="5947845" y="749497"/>
                  </a:lnTo>
                  <a:lnTo>
                    <a:pt x="5952208" y="782457"/>
                  </a:lnTo>
                  <a:lnTo>
                    <a:pt x="5956570" y="763795"/>
                  </a:lnTo>
                  <a:lnTo>
                    <a:pt x="5960933" y="703390"/>
                  </a:lnTo>
                  <a:lnTo>
                    <a:pt x="5965296" y="636109"/>
                  </a:lnTo>
                  <a:lnTo>
                    <a:pt x="5969659" y="605169"/>
                  </a:lnTo>
                  <a:lnTo>
                    <a:pt x="5974021" y="636600"/>
                  </a:lnTo>
                  <a:lnTo>
                    <a:pt x="5978384" y="625305"/>
                  </a:lnTo>
                  <a:lnTo>
                    <a:pt x="5982747" y="667048"/>
                  </a:lnTo>
                  <a:lnTo>
                    <a:pt x="5987110" y="761340"/>
                  </a:lnTo>
                  <a:lnTo>
                    <a:pt x="5991472" y="849247"/>
                  </a:lnTo>
                  <a:lnTo>
                    <a:pt x="5995835" y="887553"/>
                  </a:lnTo>
                  <a:lnTo>
                    <a:pt x="6000198" y="933717"/>
                  </a:lnTo>
                  <a:lnTo>
                    <a:pt x="6004561" y="936172"/>
                  </a:lnTo>
                  <a:lnTo>
                    <a:pt x="6008923" y="891309"/>
                  </a:lnTo>
                  <a:lnTo>
                    <a:pt x="6013286" y="923047"/>
                  </a:lnTo>
                  <a:lnTo>
                    <a:pt x="6017649" y="720000"/>
                  </a:lnTo>
                  <a:lnTo>
                    <a:pt x="6022012" y="780000"/>
                  </a:lnTo>
                  <a:lnTo>
                    <a:pt x="6026374" y="818427"/>
                  </a:lnTo>
                  <a:lnTo>
                    <a:pt x="6030737" y="821123"/>
                  </a:lnTo>
                  <a:lnTo>
                    <a:pt x="6035100" y="775281"/>
                  </a:lnTo>
                  <a:lnTo>
                    <a:pt x="6039463" y="654606"/>
                  </a:lnTo>
                  <a:lnTo>
                    <a:pt x="6043825" y="668089"/>
                  </a:lnTo>
                  <a:lnTo>
                    <a:pt x="6048188" y="631011"/>
                  </a:lnTo>
                  <a:lnTo>
                    <a:pt x="6052551" y="587865"/>
                  </a:lnTo>
                  <a:lnTo>
                    <a:pt x="6056914" y="537303"/>
                  </a:lnTo>
                  <a:lnTo>
                    <a:pt x="6061276" y="529213"/>
                  </a:lnTo>
                  <a:lnTo>
                    <a:pt x="6065639" y="473933"/>
                  </a:lnTo>
                  <a:lnTo>
                    <a:pt x="6070002" y="380898"/>
                  </a:lnTo>
                  <a:lnTo>
                    <a:pt x="6074365" y="288539"/>
                  </a:lnTo>
                  <a:lnTo>
                    <a:pt x="6078727" y="528298"/>
                  </a:lnTo>
                  <a:lnTo>
                    <a:pt x="6083090" y="589013"/>
                  </a:lnTo>
                  <a:lnTo>
                    <a:pt x="6087453" y="607625"/>
                  </a:lnTo>
                  <a:lnTo>
                    <a:pt x="6091816" y="621376"/>
                  </a:lnTo>
                  <a:lnTo>
                    <a:pt x="6096178" y="643476"/>
                  </a:lnTo>
                  <a:lnTo>
                    <a:pt x="6100541" y="662137"/>
                  </a:lnTo>
                  <a:lnTo>
                    <a:pt x="6104904" y="721070"/>
                  </a:lnTo>
                  <a:lnTo>
                    <a:pt x="6109267" y="698479"/>
                  </a:lnTo>
                  <a:lnTo>
                    <a:pt x="6113629" y="693077"/>
                  </a:lnTo>
                  <a:lnTo>
                    <a:pt x="6117992" y="690621"/>
                  </a:lnTo>
                  <a:lnTo>
                    <a:pt x="6122355" y="723525"/>
                  </a:lnTo>
                  <a:lnTo>
                    <a:pt x="6126718" y="734330"/>
                  </a:lnTo>
                  <a:lnTo>
                    <a:pt x="6131080" y="780002"/>
                  </a:lnTo>
                  <a:lnTo>
                    <a:pt x="6135443" y="833532"/>
                  </a:lnTo>
                  <a:lnTo>
                    <a:pt x="6139806" y="891973"/>
                  </a:lnTo>
                  <a:lnTo>
                    <a:pt x="6144169" y="956580"/>
                  </a:lnTo>
                  <a:lnTo>
                    <a:pt x="6148531" y="976313"/>
                  </a:lnTo>
                  <a:lnTo>
                    <a:pt x="6152894" y="972771"/>
                  </a:lnTo>
                  <a:lnTo>
                    <a:pt x="6157257" y="938628"/>
                  </a:lnTo>
                  <a:lnTo>
                    <a:pt x="6161620" y="923895"/>
                  </a:lnTo>
                  <a:lnTo>
                    <a:pt x="6165982" y="945012"/>
                  </a:lnTo>
                  <a:lnTo>
                    <a:pt x="6170345" y="942066"/>
                  </a:lnTo>
                  <a:lnTo>
                    <a:pt x="6174708" y="995105"/>
                  </a:lnTo>
                  <a:lnTo>
                    <a:pt x="6179071" y="1016222"/>
                  </a:lnTo>
                  <a:lnTo>
                    <a:pt x="6183433" y="1019168"/>
                  </a:lnTo>
                  <a:lnTo>
                    <a:pt x="6187796" y="994613"/>
                  </a:lnTo>
                  <a:lnTo>
                    <a:pt x="6192159" y="1011311"/>
                  </a:lnTo>
                  <a:lnTo>
                    <a:pt x="6196522" y="961218"/>
                  </a:lnTo>
                  <a:lnTo>
                    <a:pt x="6200884" y="927824"/>
                  </a:lnTo>
                  <a:lnTo>
                    <a:pt x="6205247" y="918984"/>
                  </a:lnTo>
                  <a:lnTo>
                    <a:pt x="6209610" y="1011358"/>
                  </a:lnTo>
                  <a:lnTo>
                    <a:pt x="6213973" y="966006"/>
                  </a:lnTo>
                  <a:lnTo>
                    <a:pt x="6218335" y="977935"/>
                  </a:lnTo>
                  <a:lnTo>
                    <a:pt x="6222698" y="994942"/>
                  </a:lnTo>
                  <a:lnTo>
                    <a:pt x="6227061" y="974019"/>
                  </a:lnTo>
                  <a:lnTo>
                    <a:pt x="6231424" y="977927"/>
                  </a:lnTo>
                  <a:lnTo>
                    <a:pt x="6235786" y="954086"/>
                  </a:lnTo>
                  <a:lnTo>
                    <a:pt x="6240149" y="901324"/>
                  </a:lnTo>
                  <a:lnTo>
                    <a:pt x="6244512" y="860677"/>
                  </a:lnTo>
                  <a:lnTo>
                    <a:pt x="6248875" y="992355"/>
                  </a:lnTo>
                  <a:lnTo>
                    <a:pt x="6253237" y="955425"/>
                  </a:lnTo>
                  <a:lnTo>
                    <a:pt x="6257600" y="1007324"/>
                  </a:lnTo>
                  <a:lnTo>
                    <a:pt x="6261963" y="1084641"/>
                  </a:lnTo>
                  <a:lnTo>
                    <a:pt x="6266326" y="1085203"/>
                  </a:lnTo>
                  <a:lnTo>
                    <a:pt x="6270688" y="1105900"/>
                  </a:lnTo>
                  <a:lnTo>
                    <a:pt x="6275051" y="1106677"/>
                  </a:lnTo>
                  <a:lnTo>
                    <a:pt x="6279414" y="1113416"/>
                  </a:lnTo>
                  <a:lnTo>
                    <a:pt x="6283777" y="1111083"/>
                  </a:lnTo>
                  <a:lnTo>
                    <a:pt x="6288139" y="1096828"/>
                  </a:lnTo>
                  <a:lnTo>
                    <a:pt x="6292502" y="1070873"/>
                  </a:lnTo>
                  <a:lnTo>
                    <a:pt x="6296865" y="1081550"/>
                  </a:lnTo>
                  <a:lnTo>
                    <a:pt x="6301228" y="1113582"/>
                  </a:lnTo>
                  <a:lnTo>
                    <a:pt x="6305590" y="1134374"/>
                  </a:lnTo>
                  <a:lnTo>
                    <a:pt x="6309953" y="1138027"/>
                  </a:lnTo>
                  <a:lnTo>
                    <a:pt x="6314316" y="1131564"/>
                  </a:lnTo>
                  <a:lnTo>
                    <a:pt x="6318679" y="1100927"/>
                  </a:lnTo>
                  <a:lnTo>
                    <a:pt x="6323041" y="1069239"/>
                  </a:lnTo>
                  <a:lnTo>
                    <a:pt x="6327404" y="1076625"/>
                  </a:lnTo>
                  <a:lnTo>
                    <a:pt x="6331767" y="1126288"/>
                  </a:lnTo>
                  <a:lnTo>
                    <a:pt x="6336130" y="1183358"/>
                  </a:lnTo>
                  <a:lnTo>
                    <a:pt x="6340492" y="1123709"/>
                  </a:lnTo>
                  <a:lnTo>
                    <a:pt x="6344855" y="1150626"/>
                  </a:lnTo>
                  <a:lnTo>
                    <a:pt x="6349218" y="1039304"/>
                  </a:lnTo>
                  <a:lnTo>
                    <a:pt x="6353581" y="1112478"/>
                  </a:lnTo>
                  <a:lnTo>
                    <a:pt x="6357943" y="1126720"/>
                  </a:lnTo>
                  <a:lnTo>
                    <a:pt x="6362306" y="1129667"/>
                  </a:lnTo>
                  <a:lnTo>
                    <a:pt x="6366669" y="1131140"/>
                  </a:lnTo>
                  <a:lnTo>
                    <a:pt x="6371032" y="1136542"/>
                  </a:lnTo>
                  <a:lnTo>
                    <a:pt x="6375394" y="1285609"/>
                  </a:lnTo>
                  <a:lnTo>
                    <a:pt x="6379757" y="1296431"/>
                  </a:lnTo>
                  <a:lnTo>
                    <a:pt x="6384120" y="1274181"/>
                  </a:lnTo>
                  <a:lnTo>
                    <a:pt x="6388483" y="1225718"/>
                  </a:lnTo>
                  <a:lnTo>
                    <a:pt x="6392845" y="1199141"/>
                  </a:lnTo>
                  <a:lnTo>
                    <a:pt x="6397208" y="1262200"/>
                  </a:lnTo>
                  <a:lnTo>
                    <a:pt x="6401571" y="1256262"/>
                  </a:lnTo>
                  <a:lnTo>
                    <a:pt x="6405934" y="1249334"/>
                  </a:lnTo>
                  <a:lnTo>
                    <a:pt x="6410296" y="1220320"/>
                  </a:lnTo>
                  <a:lnTo>
                    <a:pt x="6414659" y="1197490"/>
                  </a:lnTo>
                  <a:lnTo>
                    <a:pt x="6419022" y="1154515"/>
                  </a:lnTo>
                  <a:lnTo>
                    <a:pt x="6423385" y="1125978"/>
                  </a:lnTo>
                  <a:lnTo>
                    <a:pt x="6427747" y="1102477"/>
                  </a:lnTo>
                  <a:lnTo>
                    <a:pt x="6432110" y="1077297"/>
                  </a:lnTo>
                  <a:lnTo>
                    <a:pt x="6436473" y="1068232"/>
                  </a:lnTo>
                  <a:lnTo>
                    <a:pt x="6440836" y="1063940"/>
                  </a:lnTo>
                  <a:lnTo>
                    <a:pt x="6445198" y="1051404"/>
                  </a:lnTo>
                  <a:lnTo>
                    <a:pt x="6449561" y="1065259"/>
                  </a:lnTo>
                  <a:lnTo>
                    <a:pt x="6453924" y="1076145"/>
                  </a:lnTo>
                  <a:lnTo>
                    <a:pt x="6458287" y="1088681"/>
                  </a:lnTo>
                  <a:lnTo>
                    <a:pt x="6462649" y="1125928"/>
                  </a:lnTo>
                  <a:lnTo>
                    <a:pt x="6467012" y="1036673"/>
                  </a:lnTo>
                  <a:lnTo>
                    <a:pt x="6471375" y="1076230"/>
                  </a:lnTo>
                  <a:lnTo>
                    <a:pt x="6475738" y="1052144"/>
                  </a:lnTo>
                  <a:lnTo>
                    <a:pt x="6480100" y="1052449"/>
                  </a:lnTo>
                  <a:lnTo>
                    <a:pt x="6484463" y="1086292"/>
                  </a:lnTo>
                  <a:lnTo>
                    <a:pt x="6488826" y="1110074"/>
                  </a:lnTo>
                  <a:lnTo>
                    <a:pt x="6493189" y="1124404"/>
                  </a:lnTo>
                  <a:lnTo>
                    <a:pt x="6497551" y="1129282"/>
                  </a:lnTo>
                  <a:lnTo>
                    <a:pt x="6501914" y="1141783"/>
                  </a:lnTo>
                  <a:lnTo>
                    <a:pt x="6506277" y="1174102"/>
                  </a:lnTo>
                  <a:lnTo>
                    <a:pt x="6510640" y="1212823"/>
                  </a:lnTo>
                  <a:lnTo>
                    <a:pt x="6515002" y="1205811"/>
                  </a:lnTo>
                  <a:lnTo>
                    <a:pt x="6519365" y="1149144"/>
                  </a:lnTo>
                  <a:lnTo>
                    <a:pt x="6523728" y="1142093"/>
                  </a:lnTo>
                  <a:lnTo>
                    <a:pt x="6528091" y="1056486"/>
                  </a:lnTo>
                  <a:lnTo>
                    <a:pt x="6532453" y="1103386"/>
                  </a:lnTo>
                  <a:lnTo>
                    <a:pt x="6536816" y="1124428"/>
                  </a:lnTo>
                  <a:lnTo>
                    <a:pt x="6541179" y="957781"/>
                  </a:lnTo>
                  <a:lnTo>
                    <a:pt x="6545542" y="964165"/>
                  </a:lnTo>
                  <a:lnTo>
                    <a:pt x="6549904" y="965638"/>
                  </a:lnTo>
                  <a:lnTo>
                    <a:pt x="6554267" y="950414"/>
                  </a:lnTo>
                  <a:lnTo>
                    <a:pt x="6558630" y="954834"/>
                  </a:lnTo>
                  <a:lnTo>
                    <a:pt x="6562993" y="938137"/>
                  </a:lnTo>
                  <a:lnTo>
                    <a:pt x="6567355" y="927824"/>
                  </a:lnTo>
                  <a:lnTo>
                    <a:pt x="6571718" y="886571"/>
                  </a:lnTo>
                  <a:lnTo>
                    <a:pt x="6576081" y="841880"/>
                  </a:lnTo>
                  <a:lnTo>
                    <a:pt x="6580444" y="863489"/>
                  </a:lnTo>
                  <a:lnTo>
                    <a:pt x="6584806" y="900599"/>
                  </a:lnTo>
                  <a:lnTo>
                    <a:pt x="6589169" y="922679"/>
                  </a:lnTo>
                  <a:lnTo>
                    <a:pt x="6593532" y="981372"/>
                  </a:lnTo>
                  <a:lnTo>
                    <a:pt x="6597895" y="952084"/>
                  </a:lnTo>
                  <a:lnTo>
                    <a:pt x="6602257" y="787415"/>
                  </a:lnTo>
                  <a:lnTo>
                    <a:pt x="6606620" y="850786"/>
                  </a:lnTo>
                  <a:lnTo>
                    <a:pt x="6610983" y="906741"/>
                  </a:lnTo>
                  <a:lnTo>
                    <a:pt x="6615346" y="908090"/>
                  </a:lnTo>
                  <a:lnTo>
                    <a:pt x="6619708" y="957303"/>
                  </a:lnTo>
                  <a:lnTo>
                    <a:pt x="6624071" y="996404"/>
                  </a:lnTo>
                  <a:lnTo>
                    <a:pt x="6628434" y="1057078"/>
                  </a:lnTo>
                  <a:lnTo>
                    <a:pt x="6632797" y="1022696"/>
                  </a:lnTo>
                  <a:lnTo>
                    <a:pt x="6637159" y="1049663"/>
                  </a:lnTo>
                  <a:lnTo>
                    <a:pt x="6641522" y="1069213"/>
                  </a:lnTo>
                  <a:lnTo>
                    <a:pt x="6645885" y="1097528"/>
                  </a:lnTo>
                  <a:lnTo>
                    <a:pt x="6650248" y="1128539"/>
                  </a:lnTo>
                  <a:lnTo>
                    <a:pt x="6654610" y="1179101"/>
                  </a:lnTo>
                  <a:lnTo>
                    <a:pt x="6658973" y="1170337"/>
                  </a:lnTo>
                  <a:lnTo>
                    <a:pt x="6663336" y="1118427"/>
                  </a:lnTo>
                  <a:lnTo>
                    <a:pt x="6667699" y="1080000"/>
                  </a:lnTo>
                  <a:lnTo>
                    <a:pt x="6672061" y="1046966"/>
                  </a:lnTo>
                  <a:lnTo>
                    <a:pt x="6676424" y="1161252"/>
                  </a:lnTo>
                  <a:lnTo>
                    <a:pt x="6680787" y="1163016"/>
                  </a:lnTo>
                  <a:lnTo>
                    <a:pt x="6685150" y="1146825"/>
                  </a:lnTo>
                  <a:lnTo>
                    <a:pt x="6689512" y="1143417"/>
                  </a:lnTo>
                  <a:lnTo>
                    <a:pt x="6693875" y="1135069"/>
                  </a:lnTo>
                  <a:lnTo>
                    <a:pt x="6698238" y="1155204"/>
                  </a:lnTo>
                  <a:lnTo>
                    <a:pt x="6702601" y="1166990"/>
                  </a:lnTo>
                  <a:lnTo>
                    <a:pt x="6706963" y="1145873"/>
                  </a:lnTo>
                  <a:lnTo>
                    <a:pt x="6711326" y="1224924"/>
                  </a:lnTo>
                  <a:lnTo>
                    <a:pt x="6715689" y="1200187"/>
                  </a:lnTo>
                  <a:lnTo>
                    <a:pt x="6720052" y="1156149"/>
                  </a:lnTo>
                  <a:lnTo>
                    <a:pt x="6724414" y="1124491"/>
                  </a:lnTo>
                  <a:lnTo>
                    <a:pt x="6728777" y="1147160"/>
                  </a:lnTo>
                  <a:lnTo>
                    <a:pt x="6733140" y="1145987"/>
                  </a:lnTo>
                  <a:lnTo>
                    <a:pt x="6737503" y="1169828"/>
                  </a:lnTo>
                  <a:lnTo>
                    <a:pt x="6741865" y="1215165"/>
                  </a:lnTo>
                  <a:lnTo>
                    <a:pt x="6746228" y="1247343"/>
                  </a:lnTo>
                  <a:lnTo>
                    <a:pt x="6750591" y="1208420"/>
                  </a:lnTo>
                  <a:lnTo>
                    <a:pt x="6754954" y="1083012"/>
                  </a:lnTo>
                  <a:lnTo>
                    <a:pt x="6759316" y="1203604"/>
                  </a:lnTo>
                  <a:lnTo>
                    <a:pt x="6763679" y="1248502"/>
                  </a:lnTo>
                  <a:lnTo>
                    <a:pt x="6768042" y="1257392"/>
                  </a:lnTo>
                  <a:lnTo>
                    <a:pt x="6772405" y="1269100"/>
                  </a:lnTo>
                  <a:lnTo>
                    <a:pt x="6776767" y="1278651"/>
                  </a:lnTo>
                  <a:lnTo>
                    <a:pt x="6781130" y="1244542"/>
                  </a:lnTo>
                  <a:lnTo>
                    <a:pt x="6785493" y="1150293"/>
                  </a:lnTo>
                  <a:lnTo>
                    <a:pt x="6789856" y="1183688"/>
                  </a:lnTo>
                  <a:lnTo>
                    <a:pt x="6794218" y="1182215"/>
                  </a:lnTo>
                  <a:lnTo>
                    <a:pt x="6798581" y="1166990"/>
                  </a:lnTo>
                  <a:lnTo>
                    <a:pt x="6802944" y="1122300"/>
                  </a:lnTo>
                  <a:lnTo>
                    <a:pt x="6807307" y="1087923"/>
                  </a:lnTo>
                  <a:lnTo>
                    <a:pt x="6811669" y="1029482"/>
                  </a:lnTo>
                  <a:lnTo>
                    <a:pt x="6816032" y="1037830"/>
                  </a:lnTo>
                  <a:lnTo>
                    <a:pt x="6820395" y="1044215"/>
                  </a:lnTo>
                  <a:lnTo>
                    <a:pt x="6824758" y="1042089"/>
                  </a:lnTo>
                  <a:lnTo>
                    <a:pt x="6829120" y="1026404"/>
                  </a:lnTo>
                  <a:lnTo>
                    <a:pt x="6833483" y="973578"/>
                  </a:lnTo>
                  <a:lnTo>
                    <a:pt x="6837846" y="747640"/>
                  </a:lnTo>
                  <a:lnTo>
                    <a:pt x="6842209" y="840674"/>
                  </a:lnTo>
                  <a:lnTo>
                    <a:pt x="6846571" y="910112"/>
                  </a:lnTo>
                  <a:lnTo>
                    <a:pt x="6850934" y="897303"/>
                  </a:lnTo>
                  <a:lnTo>
                    <a:pt x="6855297" y="878426"/>
                  </a:lnTo>
                  <a:lnTo>
                    <a:pt x="6859660" y="1049591"/>
                  </a:lnTo>
                  <a:lnTo>
                    <a:pt x="6864022" y="1075483"/>
                  </a:lnTo>
                  <a:lnTo>
                    <a:pt x="6868385" y="1120515"/>
                  </a:lnTo>
                  <a:lnTo>
                    <a:pt x="6872748" y="1144042"/>
                  </a:lnTo>
                  <a:lnTo>
                    <a:pt x="6877111" y="1204805"/>
                  </a:lnTo>
                  <a:lnTo>
                    <a:pt x="6881473" y="1215610"/>
                  </a:lnTo>
                  <a:lnTo>
                    <a:pt x="6885836" y="1189581"/>
                  </a:lnTo>
                  <a:lnTo>
                    <a:pt x="6890199" y="1177795"/>
                  </a:lnTo>
                  <a:lnTo>
                    <a:pt x="6894562" y="1169937"/>
                  </a:lnTo>
                  <a:lnTo>
                    <a:pt x="6898924" y="1157168"/>
                  </a:lnTo>
                  <a:lnTo>
                    <a:pt x="6903287" y="1165517"/>
                  </a:lnTo>
                  <a:lnTo>
                    <a:pt x="6907650" y="1136051"/>
                  </a:lnTo>
                  <a:lnTo>
                    <a:pt x="6912013" y="1098727"/>
                  </a:lnTo>
                  <a:lnTo>
                    <a:pt x="6916375" y="1078101"/>
                  </a:lnTo>
                  <a:lnTo>
                    <a:pt x="6920738" y="1063368"/>
                  </a:lnTo>
                  <a:lnTo>
                    <a:pt x="6925101" y="1077379"/>
                  </a:lnTo>
                  <a:lnTo>
                    <a:pt x="6929464" y="1054232"/>
                  </a:lnTo>
                  <a:lnTo>
                    <a:pt x="6933826" y="1028934"/>
                  </a:lnTo>
                  <a:lnTo>
                    <a:pt x="6938189" y="1010798"/>
                  </a:lnTo>
                  <a:lnTo>
                    <a:pt x="6942552" y="770561"/>
                  </a:lnTo>
                  <a:lnTo>
                    <a:pt x="6946915" y="755056"/>
                  </a:lnTo>
                  <a:lnTo>
                    <a:pt x="6951277" y="736854"/>
                  </a:lnTo>
                  <a:lnTo>
                    <a:pt x="6955640" y="746292"/>
                  </a:lnTo>
                  <a:lnTo>
                    <a:pt x="6960003" y="755730"/>
                  </a:lnTo>
                  <a:lnTo>
                    <a:pt x="6964366" y="775281"/>
                  </a:lnTo>
                  <a:lnTo>
                    <a:pt x="6968728" y="784045"/>
                  </a:lnTo>
                  <a:lnTo>
                    <a:pt x="6973091" y="1005955"/>
                  </a:lnTo>
                  <a:lnTo>
                    <a:pt x="6977454" y="1022862"/>
                  </a:lnTo>
                  <a:lnTo>
                    <a:pt x="6981817" y="1051701"/>
                  </a:lnTo>
                  <a:lnTo>
                    <a:pt x="6986179" y="1038322"/>
                  </a:lnTo>
                  <a:lnTo>
                    <a:pt x="6990542" y="1028008"/>
                  </a:lnTo>
                  <a:lnTo>
                    <a:pt x="6994905" y="1070243"/>
                  </a:lnTo>
                  <a:lnTo>
                    <a:pt x="6999268" y="1111987"/>
                  </a:lnTo>
                  <a:lnTo>
                    <a:pt x="7003630" y="1095781"/>
                  </a:lnTo>
                  <a:lnTo>
                    <a:pt x="7007993" y="1108549"/>
                  </a:lnTo>
                  <a:lnTo>
                    <a:pt x="7012356" y="1062386"/>
                  </a:lnTo>
                  <a:lnTo>
                    <a:pt x="7016719" y="1033902"/>
                  </a:lnTo>
                  <a:lnTo>
                    <a:pt x="7021081" y="991667"/>
                  </a:lnTo>
                  <a:lnTo>
                    <a:pt x="7025444" y="972514"/>
                  </a:lnTo>
                  <a:lnTo>
                    <a:pt x="7029807" y="960727"/>
                  </a:lnTo>
                  <a:lnTo>
                    <a:pt x="7034170" y="941574"/>
                  </a:lnTo>
                  <a:lnTo>
                    <a:pt x="7038532" y="932293"/>
                  </a:lnTo>
                  <a:lnTo>
                    <a:pt x="7042895" y="937858"/>
                  </a:lnTo>
                  <a:lnTo>
                    <a:pt x="7047258" y="919582"/>
                  </a:lnTo>
                  <a:lnTo>
                    <a:pt x="7051621" y="700449"/>
                  </a:lnTo>
                  <a:lnTo>
                    <a:pt x="7055983" y="674831"/>
                  </a:lnTo>
                  <a:lnTo>
                    <a:pt x="7060346" y="620224"/>
                  </a:lnTo>
                  <a:lnTo>
                    <a:pt x="7064709" y="604719"/>
                  </a:lnTo>
                  <a:lnTo>
                    <a:pt x="7069072" y="641123"/>
                  </a:lnTo>
                  <a:lnTo>
                    <a:pt x="7073434" y="658652"/>
                  </a:lnTo>
                  <a:lnTo>
                    <a:pt x="7077797" y="749662"/>
                  </a:lnTo>
                  <a:lnTo>
                    <a:pt x="7082160" y="865618"/>
                  </a:lnTo>
                  <a:lnTo>
                    <a:pt x="7086523" y="943146"/>
                  </a:lnTo>
                  <a:lnTo>
                    <a:pt x="7090885" y="965393"/>
                  </a:lnTo>
                  <a:lnTo>
                    <a:pt x="7095248" y="1028764"/>
                  </a:lnTo>
                  <a:lnTo>
                    <a:pt x="7099611" y="1093483"/>
                  </a:lnTo>
                  <a:lnTo>
                    <a:pt x="7103974" y="1126516"/>
                  </a:lnTo>
                  <a:lnTo>
                    <a:pt x="7108336" y="1189213"/>
                  </a:lnTo>
                  <a:lnTo>
                    <a:pt x="7112699" y="1243820"/>
                  </a:lnTo>
                  <a:lnTo>
                    <a:pt x="7117062" y="1315955"/>
                  </a:lnTo>
                  <a:lnTo>
                    <a:pt x="7121425" y="1388089"/>
                  </a:lnTo>
                  <a:lnTo>
                    <a:pt x="7125787" y="1449438"/>
                  </a:lnTo>
                  <a:lnTo>
                    <a:pt x="7130150" y="1449438"/>
                  </a:lnTo>
                  <a:lnTo>
                    <a:pt x="7134513" y="1427191"/>
                  </a:lnTo>
                  <a:lnTo>
                    <a:pt x="7138876" y="1436629"/>
                  </a:lnTo>
                  <a:lnTo>
                    <a:pt x="7143238" y="1473033"/>
                  </a:lnTo>
                  <a:lnTo>
                    <a:pt x="7147601" y="1478427"/>
                  </a:lnTo>
                  <a:lnTo>
                    <a:pt x="7151964" y="1474382"/>
                  </a:lnTo>
                  <a:lnTo>
                    <a:pt x="7156327" y="1525618"/>
                  </a:lnTo>
                  <a:lnTo>
                    <a:pt x="7160689" y="1510112"/>
                  </a:lnTo>
                  <a:lnTo>
                    <a:pt x="7165052" y="1492584"/>
                  </a:lnTo>
                  <a:lnTo>
                    <a:pt x="7169415" y="1479775"/>
                  </a:lnTo>
                  <a:lnTo>
                    <a:pt x="7173778" y="1426516"/>
                  </a:lnTo>
                  <a:lnTo>
                    <a:pt x="7178140" y="1385393"/>
                  </a:lnTo>
                  <a:lnTo>
                    <a:pt x="7182503" y="1396179"/>
                  </a:lnTo>
                  <a:lnTo>
                    <a:pt x="7186866" y="1398876"/>
                  </a:lnTo>
                  <a:lnTo>
                    <a:pt x="7191229" y="1412359"/>
                  </a:lnTo>
                  <a:lnTo>
                    <a:pt x="7195591" y="1429213"/>
                  </a:lnTo>
                  <a:lnTo>
                    <a:pt x="7199954" y="1462921"/>
                  </a:lnTo>
                  <a:lnTo>
                    <a:pt x="7204317" y="1458202"/>
                  </a:lnTo>
                  <a:lnTo>
                    <a:pt x="7208680" y="1452809"/>
                  </a:lnTo>
                  <a:lnTo>
                    <a:pt x="7213042" y="1449438"/>
                  </a:lnTo>
                  <a:lnTo>
                    <a:pt x="7217405" y="1454831"/>
                  </a:lnTo>
                  <a:lnTo>
                    <a:pt x="7221768" y="1452809"/>
                  </a:lnTo>
                  <a:lnTo>
                    <a:pt x="7226131" y="1465618"/>
                  </a:lnTo>
                  <a:lnTo>
                    <a:pt x="7230493" y="1480449"/>
                  </a:lnTo>
                  <a:lnTo>
                    <a:pt x="7234856" y="1493258"/>
                  </a:lnTo>
                  <a:lnTo>
                    <a:pt x="7239219" y="1537752"/>
                  </a:lnTo>
                  <a:lnTo>
                    <a:pt x="7243582" y="1560674"/>
                  </a:lnTo>
                  <a:lnTo>
                    <a:pt x="7247944" y="1547865"/>
                  </a:lnTo>
                  <a:lnTo>
                    <a:pt x="7252307" y="1560674"/>
                  </a:lnTo>
                  <a:lnTo>
                    <a:pt x="7256670" y="1555955"/>
                  </a:lnTo>
                  <a:lnTo>
                    <a:pt x="7261033" y="1547191"/>
                  </a:lnTo>
                  <a:lnTo>
                    <a:pt x="7265395" y="1520224"/>
                  </a:lnTo>
                  <a:lnTo>
                    <a:pt x="7269758" y="1508090"/>
                  </a:lnTo>
                  <a:lnTo>
                    <a:pt x="7274121" y="1460224"/>
                  </a:lnTo>
                  <a:lnTo>
                    <a:pt x="7278484" y="1416404"/>
                  </a:lnTo>
                  <a:lnTo>
                    <a:pt x="7282846" y="1385393"/>
                  </a:lnTo>
                  <a:lnTo>
                    <a:pt x="7287209" y="1371910"/>
                  </a:lnTo>
                  <a:lnTo>
                    <a:pt x="7291572" y="1373258"/>
                  </a:lnTo>
                  <a:lnTo>
                    <a:pt x="7295935" y="1330786"/>
                  </a:lnTo>
                  <a:lnTo>
                    <a:pt x="7300297" y="1305168"/>
                  </a:lnTo>
                  <a:lnTo>
                    <a:pt x="7304660" y="1280899"/>
                  </a:lnTo>
                  <a:lnTo>
                    <a:pt x="7309023" y="1251236"/>
                  </a:lnTo>
                  <a:lnTo>
                    <a:pt x="7313386" y="1190561"/>
                  </a:lnTo>
                  <a:lnTo>
                    <a:pt x="7317748" y="1180449"/>
                  </a:lnTo>
                  <a:lnTo>
                    <a:pt x="7322111" y="1161573"/>
                  </a:lnTo>
                  <a:lnTo>
                    <a:pt x="7326474" y="1169663"/>
                  </a:lnTo>
                  <a:lnTo>
                    <a:pt x="7330837" y="1171685"/>
                  </a:lnTo>
                  <a:lnTo>
                    <a:pt x="7335199" y="1149438"/>
                  </a:lnTo>
                  <a:lnTo>
                    <a:pt x="7339562" y="1122472"/>
                  </a:lnTo>
                  <a:lnTo>
                    <a:pt x="7343925" y="1127191"/>
                  </a:lnTo>
                  <a:lnTo>
                    <a:pt x="7348288" y="1118427"/>
                  </a:lnTo>
                  <a:lnTo>
                    <a:pt x="7352650" y="1117078"/>
                  </a:lnTo>
                  <a:lnTo>
                    <a:pt x="7357013" y="1124494"/>
                  </a:lnTo>
                  <a:lnTo>
                    <a:pt x="7361376" y="1156854"/>
                  </a:lnTo>
                  <a:lnTo>
                    <a:pt x="7365739" y="1182472"/>
                  </a:lnTo>
                  <a:lnTo>
                    <a:pt x="7370101" y="1214831"/>
                  </a:lnTo>
                  <a:lnTo>
                    <a:pt x="7374464" y="1243146"/>
                  </a:lnTo>
                  <a:lnTo>
                    <a:pt x="7378827" y="1286292"/>
                  </a:lnTo>
                  <a:lnTo>
                    <a:pt x="7383190" y="1288988"/>
                  </a:lnTo>
                  <a:lnTo>
                    <a:pt x="7387552" y="1276179"/>
                  </a:lnTo>
                  <a:lnTo>
                    <a:pt x="7391915" y="1210786"/>
                  </a:lnTo>
                  <a:lnTo>
                    <a:pt x="7396278" y="1202022"/>
                  </a:lnTo>
                  <a:lnTo>
                    <a:pt x="7400641" y="1250562"/>
                  </a:lnTo>
                  <a:lnTo>
                    <a:pt x="7405003" y="1330786"/>
                  </a:lnTo>
                  <a:lnTo>
                    <a:pt x="7409366" y="1351011"/>
                  </a:lnTo>
                  <a:lnTo>
                    <a:pt x="7413729" y="1378651"/>
                  </a:lnTo>
                  <a:lnTo>
                    <a:pt x="7418092" y="1369213"/>
                  </a:lnTo>
                  <a:lnTo>
                    <a:pt x="7422454" y="1336854"/>
                  </a:lnTo>
                  <a:lnTo>
                    <a:pt x="7426817" y="1303146"/>
                  </a:lnTo>
                  <a:lnTo>
                    <a:pt x="7431180" y="1272134"/>
                  </a:lnTo>
                  <a:lnTo>
                    <a:pt x="7435543" y="1264719"/>
                  </a:lnTo>
                  <a:lnTo>
                    <a:pt x="7439905" y="1270112"/>
                  </a:lnTo>
                  <a:lnTo>
                    <a:pt x="7444268" y="1261348"/>
                  </a:lnTo>
                  <a:lnTo>
                    <a:pt x="7448631" y="1249887"/>
                  </a:lnTo>
                  <a:lnTo>
                    <a:pt x="7452994" y="1258651"/>
                  </a:lnTo>
                  <a:lnTo>
                    <a:pt x="7457356" y="1294382"/>
                  </a:lnTo>
                  <a:lnTo>
                    <a:pt x="7461719" y="1297752"/>
                  </a:lnTo>
                  <a:lnTo>
                    <a:pt x="7466082" y="1253932"/>
                  </a:lnTo>
                  <a:lnTo>
                    <a:pt x="7470445" y="1210112"/>
                  </a:lnTo>
                  <a:lnTo>
                    <a:pt x="7474807" y="1242472"/>
                  </a:lnTo>
                  <a:lnTo>
                    <a:pt x="7479170" y="1266067"/>
                  </a:lnTo>
                  <a:lnTo>
                    <a:pt x="7483533" y="1292359"/>
                  </a:lnTo>
                  <a:lnTo>
                    <a:pt x="7487896" y="1326741"/>
                  </a:lnTo>
                  <a:lnTo>
                    <a:pt x="7492258" y="1373258"/>
                  </a:lnTo>
                  <a:lnTo>
                    <a:pt x="7496621" y="1404269"/>
                  </a:lnTo>
                  <a:lnTo>
                    <a:pt x="7500984" y="1412359"/>
                  </a:lnTo>
                  <a:lnTo>
                    <a:pt x="7505347" y="1426517"/>
                  </a:lnTo>
                  <a:lnTo>
                    <a:pt x="7509709" y="1463595"/>
                  </a:lnTo>
                  <a:lnTo>
                    <a:pt x="7514072" y="1471685"/>
                  </a:lnTo>
                  <a:lnTo>
                    <a:pt x="7518435" y="1499325"/>
                  </a:lnTo>
                  <a:lnTo>
                    <a:pt x="7522798" y="1529663"/>
                  </a:lnTo>
                  <a:lnTo>
                    <a:pt x="7527160" y="1549887"/>
                  </a:lnTo>
                  <a:lnTo>
                    <a:pt x="7531523" y="1584269"/>
                  </a:lnTo>
                  <a:lnTo>
                    <a:pt x="7535886" y="1628090"/>
                  </a:lnTo>
                  <a:lnTo>
                    <a:pt x="7540249" y="1628090"/>
                  </a:lnTo>
                  <a:lnTo>
                    <a:pt x="7544611" y="1626741"/>
                  </a:lnTo>
                  <a:lnTo>
                    <a:pt x="7548974" y="1603820"/>
                  </a:lnTo>
                  <a:lnTo>
                    <a:pt x="7553337" y="1580224"/>
                  </a:lnTo>
                  <a:lnTo>
                    <a:pt x="7557700" y="1557977"/>
                  </a:lnTo>
                  <a:lnTo>
                    <a:pt x="7562062" y="1510786"/>
                  </a:lnTo>
                  <a:lnTo>
                    <a:pt x="7566425" y="1521162"/>
                  </a:lnTo>
                  <a:lnTo>
                    <a:pt x="7570788" y="1496452"/>
                  </a:lnTo>
                  <a:lnTo>
                    <a:pt x="7575151" y="1496452"/>
                  </a:lnTo>
                  <a:lnTo>
                    <a:pt x="7579513" y="1492169"/>
                  </a:lnTo>
                  <a:lnTo>
                    <a:pt x="7583876" y="1484242"/>
                  </a:lnTo>
                  <a:lnTo>
                    <a:pt x="7588239" y="1484242"/>
                  </a:lnTo>
                  <a:lnTo>
                    <a:pt x="7592602" y="1475403"/>
                  </a:lnTo>
                  <a:lnTo>
                    <a:pt x="7596964" y="1448392"/>
                  </a:lnTo>
                  <a:lnTo>
                    <a:pt x="7601327" y="1435132"/>
                  </a:lnTo>
                  <a:lnTo>
                    <a:pt x="7605690" y="1435132"/>
                  </a:lnTo>
                  <a:lnTo>
                    <a:pt x="7610053" y="1417944"/>
                  </a:lnTo>
                  <a:lnTo>
                    <a:pt x="7614415" y="1433168"/>
                  </a:lnTo>
                  <a:lnTo>
                    <a:pt x="7618778" y="1442990"/>
                  </a:lnTo>
                  <a:lnTo>
                    <a:pt x="7623141" y="1456741"/>
                  </a:lnTo>
                  <a:lnTo>
                    <a:pt x="7627504" y="1491118"/>
                  </a:lnTo>
                  <a:lnTo>
                    <a:pt x="7631866" y="1525292"/>
                  </a:lnTo>
                  <a:lnTo>
                    <a:pt x="7636229" y="1556662"/>
                  </a:lnTo>
                  <a:lnTo>
                    <a:pt x="7640592" y="1534906"/>
                  </a:lnTo>
                  <a:lnTo>
                    <a:pt x="7644955" y="1526385"/>
                  </a:lnTo>
                  <a:lnTo>
                    <a:pt x="7649317" y="1466292"/>
                  </a:lnTo>
                  <a:lnTo>
                    <a:pt x="7653680" y="1417752"/>
                  </a:lnTo>
                  <a:lnTo>
                    <a:pt x="7658043" y="1374606"/>
                  </a:lnTo>
                  <a:lnTo>
                    <a:pt x="7662406" y="1396179"/>
                  </a:lnTo>
                  <a:lnTo>
                    <a:pt x="7666768" y="1407640"/>
                  </a:lnTo>
                  <a:lnTo>
                    <a:pt x="7671131" y="1375280"/>
                  </a:lnTo>
                  <a:lnTo>
                    <a:pt x="7675494" y="1382022"/>
                  </a:lnTo>
                  <a:lnTo>
                    <a:pt x="7679857" y="1356404"/>
                  </a:lnTo>
                  <a:lnTo>
                    <a:pt x="7684219" y="1311236"/>
                  </a:lnTo>
                  <a:lnTo>
                    <a:pt x="7688582" y="1271460"/>
                  </a:lnTo>
                  <a:lnTo>
                    <a:pt x="7692945" y="1261348"/>
                  </a:lnTo>
                  <a:lnTo>
                    <a:pt x="7697308" y="1249213"/>
                  </a:lnTo>
                  <a:lnTo>
                    <a:pt x="7701670" y="1237752"/>
                  </a:lnTo>
                  <a:lnTo>
                    <a:pt x="7706033" y="1258651"/>
                  </a:lnTo>
                  <a:lnTo>
                    <a:pt x="7710396" y="1282921"/>
                  </a:lnTo>
                  <a:lnTo>
                    <a:pt x="7714759" y="1286966"/>
                  </a:lnTo>
                  <a:lnTo>
                    <a:pt x="7719121" y="1313258"/>
                  </a:lnTo>
                  <a:lnTo>
                    <a:pt x="7723484" y="1375955"/>
                  </a:lnTo>
                  <a:lnTo>
                    <a:pt x="7727847" y="1396854"/>
                  </a:lnTo>
                  <a:lnTo>
                    <a:pt x="7732210" y="1402247"/>
                  </a:lnTo>
                  <a:lnTo>
                    <a:pt x="7736572" y="1422472"/>
                  </a:lnTo>
                  <a:lnTo>
                    <a:pt x="7740935" y="1440674"/>
                  </a:lnTo>
                  <a:lnTo>
                    <a:pt x="7745298" y="1468314"/>
                  </a:lnTo>
                  <a:lnTo>
                    <a:pt x="7749661" y="1520898"/>
                  </a:lnTo>
                  <a:lnTo>
                    <a:pt x="7754023" y="1553258"/>
                  </a:lnTo>
                  <a:lnTo>
                    <a:pt x="7758386" y="1563370"/>
                  </a:lnTo>
                  <a:lnTo>
                    <a:pt x="7762749" y="1570112"/>
                  </a:lnTo>
                  <a:lnTo>
                    <a:pt x="7767112" y="1574157"/>
                  </a:lnTo>
                  <a:lnTo>
                    <a:pt x="7771474" y="1576854"/>
                  </a:lnTo>
                  <a:lnTo>
                    <a:pt x="7775837" y="1561348"/>
                  </a:lnTo>
                  <a:lnTo>
                    <a:pt x="7780200" y="1541797"/>
                  </a:lnTo>
                  <a:lnTo>
                    <a:pt x="7784563" y="1535056"/>
                  </a:lnTo>
                  <a:lnTo>
                    <a:pt x="7788925" y="1524269"/>
                  </a:lnTo>
                  <a:lnTo>
                    <a:pt x="7793288" y="1528314"/>
                  </a:lnTo>
                  <a:lnTo>
                    <a:pt x="7797651" y="1521573"/>
                  </a:lnTo>
                  <a:lnTo>
                    <a:pt x="7802014" y="1533707"/>
                  </a:lnTo>
                  <a:lnTo>
                    <a:pt x="7806376" y="1520898"/>
                  </a:lnTo>
                  <a:lnTo>
                    <a:pt x="7810739" y="1519550"/>
                  </a:lnTo>
                  <a:lnTo>
                    <a:pt x="7815102" y="1509438"/>
                  </a:lnTo>
                  <a:lnTo>
                    <a:pt x="7819465" y="1496629"/>
                  </a:lnTo>
                  <a:lnTo>
                    <a:pt x="7823827" y="1462247"/>
                  </a:lnTo>
                  <a:lnTo>
                    <a:pt x="7828190" y="1458202"/>
                  </a:lnTo>
                  <a:lnTo>
                    <a:pt x="7832553" y="1466292"/>
                  </a:lnTo>
                  <a:lnTo>
                    <a:pt x="7836916" y="1474382"/>
                  </a:lnTo>
                  <a:lnTo>
                    <a:pt x="7841278" y="1492584"/>
                  </a:lnTo>
                  <a:lnTo>
                    <a:pt x="7845641" y="1516179"/>
                  </a:lnTo>
                  <a:lnTo>
                    <a:pt x="7850004" y="1535056"/>
                  </a:lnTo>
                  <a:lnTo>
                    <a:pt x="7854367" y="1539775"/>
                  </a:lnTo>
                  <a:lnTo>
                    <a:pt x="7858729" y="1539101"/>
                  </a:lnTo>
                  <a:lnTo>
                    <a:pt x="7863092" y="1538427"/>
                  </a:lnTo>
                  <a:lnTo>
                    <a:pt x="7867455" y="1520224"/>
                  </a:lnTo>
                  <a:lnTo>
                    <a:pt x="7871818" y="1523595"/>
                  </a:lnTo>
                  <a:lnTo>
                    <a:pt x="7876180" y="1520898"/>
                  </a:lnTo>
                  <a:lnTo>
                    <a:pt x="7880543" y="1533707"/>
                  </a:lnTo>
                  <a:lnTo>
                    <a:pt x="7884906" y="1549213"/>
                  </a:lnTo>
                  <a:lnTo>
                    <a:pt x="7889269" y="1530337"/>
                  </a:lnTo>
                  <a:lnTo>
                    <a:pt x="7893631" y="1493932"/>
                  </a:lnTo>
                  <a:lnTo>
                    <a:pt x="7897994" y="1532416"/>
                  </a:lnTo>
                  <a:lnTo>
                    <a:pt x="7902357" y="1512137"/>
                  </a:lnTo>
                  <a:lnTo>
                    <a:pt x="7906720" y="1494065"/>
                  </a:lnTo>
                  <a:lnTo>
                    <a:pt x="7911082" y="1484242"/>
                  </a:lnTo>
                  <a:lnTo>
                    <a:pt x="7915445" y="1491609"/>
                  </a:lnTo>
                  <a:lnTo>
                    <a:pt x="7919808" y="1491118"/>
                  </a:lnTo>
                  <a:lnTo>
                    <a:pt x="7924171" y="1477367"/>
                  </a:lnTo>
                  <a:lnTo>
                    <a:pt x="7928533" y="1478840"/>
                  </a:lnTo>
                  <a:lnTo>
                    <a:pt x="7932896" y="1469018"/>
                  </a:lnTo>
                  <a:lnTo>
                    <a:pt x="7937259" y="1451339"/>
                  </a:lnTo>
                  <a:lnTo>
                    <a:pt x="7941622" y="1420890"/>
                  </a:lnTo>
                  <a:lnTo>
                    <a:pt x="7945984" y="1395844"/>
                  </a:lnTo>
                  <a:lnTo>
                    <a:pt x="7950347" y="1401737"/>
                  </a:lnTo>
                  <a:lnTo>
                    <a:pt x="7954710" y="1432186"/>
                  </a:lnTo>
                  <a:lnTo>
                    <a:pt x="7959073" y="1464107"/>
                  </a:lnTo>
                  <a:lnTo>
                    <a:pt x="7963435" y="1473177"/>
                  </a:lnTo>
                  <a:lnTo>
                    <a:pt x="7967798" y="1480767"/>
                  </a:lnTo>
                  <a:lnTo>
                    <a:pt x="7972161" y="1406292"/>
                  </a:lnTo>
                  <a:lnTo>
                    <a:pt x="7976524" y="1398876"/>
                  </a:lnTo>
                  <a:lnTo>
                    <a:pt x="7980886" y="1385393"/>
                  </a:lnTo>
                  <a:lnTo>
                    <a:pt x="7985249" y="1396854"/>
                  </a:lnTo>
                  <a:lnTo>
                    <a:pt x="7989612" y="1421797"/>
                  </a:lnTo>
                  <a:lnTo>
                    <a:pt x="7993975" y="1417078"/>
                  </a:lnTo>
                  <a:lnTo>
                    <a:pt x="7998337" y="1446741"/>
                  </a:lnTo>
                  <a:lnTo>
                    <a:pt x="8002700" y="1467640"/>
                  </a:lnTo>
                  <a:lnTo>
                    <a:pt x="8007063" y="1512809"/>
                  </a:lnTo>
                  <a:lnTo>
                    <a:pt x="8011426" y="1538427"/>
                  </a:lnTo>
                  <a:lnTo>
                    <a:pt x="8015788" y="1515505"/>
                  </a:lnTo>
                  <a:lnTo>
                    <a:pt x="8020151" y="1496629"/>
                  </a:lnTo>
                  <a:lnTo>
                    <a:pt x="8024514" y="1493258"/>
                  </a:lnTo>
                  <a:lnTo>
                    <a:pt x="8028877" y="1493932"/>
                  </a:lnTo>
                  <a:lnTo>
                    <a:pt x="8033239" y="1493258"/>
                  </a:lnTo>
                  <a:lnTo>
                    <a:pt x="8037602" y="1471685"/>
                  </a:lnTo>
                  <a:lnTo>
                    <a:pt x="8041965" y="1446067"/>
                  </a:lnTo>
                  <a:lnTo>
                    <a:pt x="8046328" y="1402247"/>
                  </a:lnTo>
                  <a:lnTo>
                    <a:pt x="8050690" y="1388089"/>
                  </a:lnTo>
                  <a:lnTo>
                    <a:pt x="8055053" y="1385393"/>
                  </a:lnTo>
                  <a:lnTo>
                    <a:pt x="8059416" y="1396853"/>
                  </a:lnTo>
                  <a:lnTo>
                    <a:pt x="8063779" y="1394157"/>
                  </a:lnTo>
                  <a:lnTo>
                    <a:pt x="8068141" y="1393483"/>
                  </a:lnTo>
                  <a:lnTo>
                    <a:pt x="8072504" y="1417076"/>
                  </a:lnTo>
                  <a:lnTo>
                    <a:pt x="8076867" y="1398293"/>
                  </a:lnTo>
                  <a:lnTo>
                    <a:pt x="8081230" y="1412174"/>
                  </a:lnTo>
                  <a:lnTo>
                    <a:pt x="8085592" y="1421381"/>
                  </a:lnTo>
                  <a:lnTo>
                    <a:pt x="8089955" y="1425310"/>
                  </a:lnTo>
                  <a:lnTo>
                    <a:pt x="8094318" y="1426784"/>
                  </a:lnTo>
                  <a:lnTo>
                    <a:pt x="8098681" y="1442990"/>
                  </a:lnTo>
                  <a:lnTo>
                    <a:pt x="8103043" y="1455759"/>
                  </a:lnTo>
                  <a:lnTo>
                    <a:pt x="8107406" y="1489154"/>
                  </a:lnTo>
                  <a:lnTo>
                    <a:pt x="8111769" y="1530897"/>
                  </a:lnTo>
                  <a:lnTo>
                    <a:pt x="8116132" y="1541210"/>
                  </a:lnTo>
                  <a:lnTo>
                    <a:pt x="8120494" y="1543175"/>
                  </a:lnTo>
                  <a:lnTo>
                    <a:pt x="8124857" y="1543175"/>
                  </a:lnTo>
                  <a:lnTo>
                    <a:pt x="8129220" y="1546613"/>
                  </a:lnTo>
                  <a:lnTo>
                    <a:pt x="8133583" y="1553488"/>
                  </a:lnTo>
                  <a:lnTo>
                    <a:pt x="8137945" y="1598336"/>
                  </a:lnTo>
                  <a:lnTo>
                    <a:pt x="8142308" y="1631546"/>
                  </a:lnTo>
                  <a:lnTo>
                    <a:pt x="8146671" y="1639321"/>
                  </a:lnTo>
                  <a:lnTo>
                    <a:pt x="8151034" y="1648243"/>
                  </a:lnTo>
                  <a:lnTo>
                    <a:pt x="8155396" y="1648243"/>
                  </a:lnTo>
                  <a:lnTo>
                    <a:pt x="8159759" y="1651217"/>
                  </a:lnTo>
                  <a:lnTo>
                    <a:pt x="8164122" y="1653182"/>
                  </a:lnTo>
                  <a:lnTo>
                    <a:pt x="8168485" y="1666933"/>
                  </a:lnTo>
                  <a:lnTo>
                    <a:pt x="8172847" y="1659566"/>
                  </a:lnTo>
                  <a:lnTo>
                    <a:pt x="8177210" y="1651217"/>
                  </a:lnTo>
                  <a:lnTo>
                    <a:pt x="8181573" y="1651217"/>
                  </a:lnTo>
                  <a:lnTo>
                    <a:pt x="8185936" y="1651217"/>
                  </a:lnTo>
                  <a:lnTo>
                    <a:pt x="8190298" y="1651217"/>
                  </a:lnTo>
                  <a:lnTo>
                    <a:pt x="8194661" y="1651217"/>
                  </a:lnTo>
                  <a:lnTo>
                    <a:pt x="8199024" y="1645815"/>
                  </a:lnTo>
                  <a:lnTo>
                    <a:pt x="8203387" y="1642869"/>
                  </a:lnTo>
                  <a:lnTo>
                    <a:pt x="8207749" y="1641395"/>
                  </a:lnTo>
                  <a:lnTo>
                    <a:pt x="8212112" y="1643184"/>
                  </a:lnTo>
                  <a:lnTo>
                    <a:pt x="8216475" y="1630028"/>
                  </a:lnTo>
                  <a:lnTo>
                    <a:pt x="8220838" y="1624832"/>
                  </a:lnTo>
                  <a:lnTo>
                    <a:pt x="8225200" y="1587640"/>
                  </a:lnTo>
                  <a:lnTo>
                    <a:pt x="8229563" y="1586292"/>
                  </a:lnTo>
                  <a:lnTo>
                    <a:pt x="8233926" y="1571460"/>
                  </a:lnTo>
                  <a:lnTo>
                    <a:pt x="8238289" y="1574157"/>
                  </a:lnTo>
                  <a:lnTo>
                    <a:pt x="8242651" y="1611813"/>
                  </a:lnTo>
                  <a:lnTo>
                    <a:pt x="8247014" y="1607766"/>
                  </a:lnTo>
                  <a:lnTo>
                    <a:pt x="8251377" y="1603089"/>
                  </a:lnTo>
                  <a:lnTo>
                    <a:pt x="8255740" y="1594741"/>
                  </a:lnTo>
                  <a:lnTo>
                    <a:pt x="8260102" y="1592285"/>
                  </a:lnTo>
                  <a:lnTo>
                    <a:pt x="8264465" y="1600634"/>
                  </a:lnTo>
                  <a:lnTo>
                    <a:pt x="8268828" y="1610456"/>
                  </a:lnTo>
                  <a:lnTo>
                    <a:pt x="8273191" y="1611929"/>
                  </a:lnTo>
                  <a:lnTo>
                    <a:pt x="8277553" y="1613402"/>
                  </a:lnTo>
                  <a:lnTo>
                    <a:pt x="8281916" y="1623716"/>
                  </a:lnTo>
                  <a:lnTo>
                    <a:pt x="8286279" y="1621751"/>
                  </a:lnTo>
                  <a:lnTo>
                    <a:pt x="8290642" y="1621751"/>
                  </a:lnTo>
                  <a:lnTo>
                    <a:pt x="8295004" y="1622733"/>
                  </a:lnTo>
                  <a:lnTo>
                    <a:pt x="8299367" y="1636975"/>
                  </a:lnTo>
                  <a:lnTo>
                    <a:pt x="8303730" y="1642869"/>
                  </a:lnTo>
                  <a:lnTo>
                    <a:pt x="8308093" y="1654315"/>
                  </a:lnTo>
                  <a:lnTo>
                    <a:pt x="8312455" y="1658363"/>
                  </a:lnTo>
                  <a:lnTo>
                    <a:pt x="8316818" y="1640224"/>
                  </a:lnTo>
                  <a:lnTo>
                    <a:pt x="8321181" y="1651685"/>
                  </a:lnTo>
                  <a:lnTo>
                    <a:pt x="8324161" y="166881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963213" y="3967518"/>
              <a:ext cx="35282" cy="56880"/>
            </a:xfrm>
            <a:custGeom>
              <a:avLst/>
              <a:pathLst>
                <a:path w="35282" h="56880">
                  <a:moveTo>
                    <a:pt x="0" y="56880"/>
                  </a:moveTo>
                  <a:lnTo>
                    <a:pt x="380" y="56476"/>
                  </a:lnTo>
                  <a:lnTo>
                    <a:pt x="4743" y="39288"/>
                  </a:lnTo>
                  <a:lnTo>
                    <a:pt x="9105" y="35359"/>
                  </a:lnTo>
                  <a:lnTo>
                    <a:pt x="13468" y="17188"/>
                  </a:lnTo>
                  <a:lnTo>
                    <a:pt x="17831" y="19644"/>
                  </a:lnTo>
                  <a:lnTo>
                    <a:pt x="22194" y="19644"/>
                  </a:lnTo>
                  <a:lnTo>
                    <a:pt x="26556" y="14733"/>
                  </a:lnTo>
                  <a:lnTo>
                    <a:pt x="30919" y="6384"/>
                  </a:lnTo>
                  <a:lnTo>
                    <a:pt x="35282" y="0"/>
                  </a:lnTo>
                  <a:lnTo>
                    <a:pt x="35282" y="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22670" y="2355589"/>
              <a:ext cx="8375825" cy="1668810"/>
            </a:xfrm>
            <a:custGeom>
              <a:avLst/>
              <a:pathLst>
                <a:path w="8375825" h="1668810">
                  <a:moveTo>
                    <a:pt x="0" y="1668810"/>
                  </a:moveTo>
                  <a:lnTo>
                    <a:pt x="3708" y="1668810"/>
                  </a:lnTo>
                  <a:lnTo>
                    <a:pt x="8071" y="1665459"/>
                  </a:lnTo>
                  <a:lnTo>
                    <a:pt x="12433" y="1637466"/>
                  </a:lnTo>
                  <a:lnTo>
                    <a:pt x="16796" y="1623716"/>
                  </a:lnTo>
                  <a:lnTo>
                    <a:pt x="21159" y="1611929"/>
                  </a:lnTo>
                  <a:lnTo>
                    <a:pt x="25522" y="1603089"/>
                  </a:lnTo>
                  <a:lnTo>
                    <a:pt x="29884" y="1602107"/>
                  </a:lnTo>
                  <a:lnTo>
                    <a:pt x="34247" y="1600634"/>
                  </a:lnTo>
                  <a:lnTo>
                    <a:pt x="38610" y="1592285"/>
                  </a:lnTo>
                  <a:lnTo>
                    <a:pt x="42973" y="1580499"/>
                  </a:lnTo>
                  <a:lnTo>
                    <a:pt x="47335" y="1599333"/>
                  </a:lnTo>
                  <a:lnTo>
                    <a:pt x="51698" y="1583723"/>
                  </a:lnTo>
                  <a:lnTo>
                    <a:pt x="56061" y="1577470"/>
                  </a:lnTo>
                  <a:lnTo>
                    <a:pt x="60424" y="1577470"/>
                  </a:lnTo>
                  <a:lnTo>
                    <a:pt x="64786" y="1574343"/>
                  </a:lnTo>
                  <a:lnTo>
                    <a:pt x="69149" y="1583232"/>
                  </a:lnTo>
                  <a:lnTo>
                    <a:pt x="73512" y="1581674"/>
                  </a:lnTo>
                  <a:lnTo>
                    <a:pt x="77875" y="1556926"/>
                  </a:lnTo>
                  <a:lnTo>
                    <a:pt x="82237" y="1561346"/>
                  </a:lnTo>
                  <a:lnTo>
                    <a:pt x="86600" y="1552997"/>
                  </a:lnTo>
                  <a:lnTo>
                    <a:pt x="90963" y="1553488"/>
                  </a:lnTo>
                  <a:lnTo>
                    <a:pt x="95326" y="1543175"/>
                  </a:lnTo>
                  <a:lnTo>
                    <a:pt x="99688" y="1544648"/>
                  </a:lnTo>
                  <a:lnTo>
                    <a:pt x="104051" y="1552997"/>
                  </a:lnTo>
                  <a:lnTo>
                    <a:pt x="108414" y="1564783"/>
                  </a:lnTo>
                  <a:lnTo>
                    <a:pt x="112777" y="1574371"/>
                  </a:lnTo>
                  <a:lnTo>
                    <a:pt x="117139" y="1591120"/>
                  </a:lnTo>
                  <a:lnTo>
                    <a:pt x="121502" y="1547191"/>
                  </a:lnTo>
                  <a:lnTo>
                    <a:pt x="125865" y="1547191"/>
                  </a:lnTo>
                  <a:lnTo>
                    <a:pt x="130228" y="1552584"/>
                  </a:lnTo>
                  <a:lnTo>
                    <a:pt x="134590" y="1560674"/>
                  </a:lnTo>
                  <a:lnTo>
                    <a:pt x="138953" y="1566741"/>
                  </a:lnTo>
                  <a:lnTo>
                    <a:pt x="143316" y="1586292"/>
                  </a:lnTo>
                  <a:lnTo>
                    <a:pt x="147679" y="1586966"/>
                  </a:lnTo>
                  <a:lnTo>
                    <a:pt x="152041" y="1614606"/>
                  </a:lnTo>
                  <a:lnTo>
                    <a:pt x="156404" y="1626067"/>
                  </a:lnTo>
                  <a:lnTo>
                    <a:pt x="160767" y="1641573"/>
                  </a:lnTo>
                  <a:lnTo>
                    <a:pt x="165130" y="1641573"/>
                  </a:lnTo>
                  <a:lnTo>
                    <a:pt x="169492" y="1641573"/>
                  </a:lnTo>
                  <a:lnTo>
                    <a:pt x="173855" y="1641573"/>
                  </a:lnTo>
                  <a:lnTo>
                    <a:pt x="178218" y="1635505"/>
                  </a:lnTo>
                  <a:lnTo>
                    <a:pt x="182581" y="1623370"/>
                  </a:lnTo>
                  <a:lnTo>
                    <a:pt x="186943" y="1621348"/>
                  </a:lnTo>
                  <a:lnTo>
                    <a:pt x="191306" y="1614606"/>
                  </a:lnTo>
                  <a:lnTo>
                    <a:pt x="195669" y="1614606"/>
                  </a:lnTo>
                  <a:lnTo>
                    <a:pt x="200032" y="1644441"/>
                  </a:lnTo>
                  <a:lnTo>
                    <a:pt x="204394" y="1638124"/>
                  </a:lnTo>
                  <a:lnTo>
                    <a:pt x="208757" y="1639136"/>
                  </a:lnTo>
                  <a:lnTo>
                    <a:pt x="213120" y="1648209"/>
                  </a:lnTo>
                  <a:lnTo>
                    <a:pt x="217483" y="1661697"/>
                  </a:lnTo>
                  <a:lnTo>
                    <a:pt x="221845" y="1648941"/>
                  </a:lnTo>
                  <a:lnTo>
                    <a:pt x="226208" y="1642349"/>
                  </a:lnTo>
                  <a:lnTo>
                    <a:pt x="230571" y="1625543"/>
                  </a:lnTo>
                  <a:lnTo>
                    <a:pt x="234934" y="1607955"/>
                  </a:lnTo>
                  <a:lnTo>
                    <a:pt x="239296" y="1600920"/>
                  </a:lnTo>
                  <a:lnTo>
                    <a:pt x="243659" y="1598184"/>
                  </a:lnTo>
                  <a:lnTo>
                    <a:pt x="248022" y="1606001"/>
                  </a:lnTo>
                  <a:lnTo>
                    <a:pt x="252385" y="1612645"/>
                  </a:lnTo>
                  <a:lnTo>
                    <a:pt x="256747" y="1616554"/>
                  </a:lnTo>
                  <a:lnTo>
                    <a:pt x="261110" y="1610300"/>
                  </a:lnTo>
                  <a:lnTo>
                    <a:pt x="265473" y="1602172"/>
                  </a:lnTo>
                  <a:lnTo>
                    <a:pt x="269836" y="1587098"/>
                  </a:lnTo>
                  <a:lnTo>
                    <a:pt x="274198" y="1579754"/>
                  </a:lnTo>
                  <a:lnTo>
                    <a:pt x="278561" y="1516655"/>
                  </a:lnTo>
                  <a:lnTo>
                    <a:pt x="282924" y="1520232"/>
                  </a:lnTo>
                  <a:lnTo>
                    <a:pt x="287287" y="1536930"/>
                  </a:lnTo>
                  <a:lnTo>
                    <a:pt x="291649" y="1536601"/>
                  </a:lnTo>
                  <a:lnTo>
                    <a:pt x="296012" y="1487865"/>
                  </a:lnTo>
                  <a:lnTo>
                    <a:pt x="300375" y="1508090"/>
                  </a:lnTo>
                  <a:lnTo>
                    <a:pt x="304738" y="1518202"/>
                  </a:lnTo>
                  <a:lnTo>
                    <a:pt x="309100" y="1510112"/>
                  </a:lnTo>
                  <a:lnTo>
                    <a:pt x="313463" y="1506741"/>
                  </a:lnTo>
                  <a:lnTo>
                    <a:pt x="317826" y="1506741"/>
                  </a:lnTo>
                  <a:lnTo>
                    <a:pt x="322189" y="1506741"/>
                  </a:lnTo>
                  <a:lnTo>
                    <a:pt x="326551" y="1517528"/>
                  </a:lnTo>
                  <a:lnTo>
                    <a:pt x="330914" y="1535056"/>
                  </a:lnTo>
                  <a:lnTo>
                    <a:pt x="335277" y="1574157"/>
                  </a:lnTo>
                  <a:lnTo>
                    <a:pt x="339640" y="1586966"/>
                  </a:lnTo>
                  <a:lnTo>
                    <a:pt x="344002" y="1613932"/>
                  </a:lnTo>
                  <a:lnTo>
                    <a:pt x="348365" y="1603820"/>
                  </a:lnTo>
                  <a:lnTo>
                    <a:pt x="352728" y="1601123"/>
                  </a:lnTo>
                  <a:lnTo>
                    <a:pt x="357091" y="1601123"/>
                  </a:lnTo>
                  <a:lnTo>
                    <a:pt x="361453" y="1617977"/>
                  </a:lnTo>
                  <a:lnTo>
                    <a:pt x="365816" y="1628090"/>
                  </a:lnTo>
                  <a:lnTo>
                    <a:pt x="370179" y="1630112"/>
                  </a:lnTo>
                  <a:lnTo>
                    <a:pt x="374542" y="1648988"/>
                  </a:lnTo>
                  <a:lnTo>
                    <a:pt x="378904" y="1655056"/>
                  </a:lnTo>
                  <a:lnTo>
                    <a:pt x="383267" y="1655056"/>
                  </a:lnTo>
                  <a:lnTo>
                    <a:pt x="387630" y="1628764"/>
                  </a:lnTo>
                  <a:lnTo>
                    <a:pt x="391993" y="1628090"/>
                  </a:lnTo>
                  <a:lnTo>
                    <a:pt x="396355" y="1628090"/>
                  </a:lnTo>
                  <a:lnTo>
                    <a:pt x="400718" y="1628090"/>
                  </a:lnTo>
                  <a:lnTo>
                    <a:pt x="405081" y="1628090"/>
                  </a:lnTo>
                  <a:lnTo>
                    <a:pt x="409444" y="1628090"/>
                  </a:lnTo>
                  <a:lnTo>
                    <a:pt x="413806" y="1638876"/>
                  </a:lnTo>
                  <a:lnTo>
                    <a:pt x="418169" y="1628090"/>
                  </a:lnTo>
                  <a:lnTo>
                    <a:pt x="422532" y="1628090"/>
                  </a:lnTo>
                  <a:lnTo>
                    <a:pt x="426895" y="1628090"/>
                  </a:lnTo>
                  <a:lnTo>
                    <a:pt x="431257" y="1628090"/>
                  </a:lnTo>
                  <a:lnTo>
                    <a:pt x="435620" y="1628090"/>
                  </a:lnTo>
                  <a:lnTo>
                    <a:pt x="439983" y="1628090"/>
                  </a:lnTo>
                  <a:lnTo>
                    <a:pt x="444346" y="1628090"/>
                  </a:lnTo>
                  <a:lnTo>
                    <a:pt x="448708" y="1619325"/>
                  </a:lnTo>
                  <a:lnTo>
                    <a:pt x="453071" y="1640898"/>
                  </a:lnTo>
                  <a:lnTo>
                    <a:pt x="457434" y="1662416"/>
                  </a:lnTo>
                  <a:lnTo>
                    <a:pt x="461797" y="1642678"/>
                  </a:lnTo>
                  <a:lnTo>
                    <a:pt x="466159" y="1636852"/>
                  </a:lnTo>
                  <a:lnTo>
                    <a:pt x="470522" y="1631796"/>
                  </a:lnTo>
                  <a:lnTo>
                    <a:pt x="474885" y="1621113"/>
                  </a:lnTo>
                  <a:lnTo>
                    <a:pt x="479248" y="1598693"/>
                  </a:lnTo>
                  <a:lnTo>
                    <a:pt x="483610" y="1595000"/>
                  </a:lnTo>
                  <a:lnTo>
                    <a:pt x="487973" y="1588621"/>
                  </a:lnTo>
                  <a:lnTo>
                    <a:pt x="492336" y="1586942"/>
                  </a:lnTo>
                  <a:lnTo>
                    <a:pt x="496699" y="1596990"/>
                  </a:lnTo>
                  <a:lnTo>
                    <a:pt x="501061" y="1592722"/>
                  </a:lnTo>
                  <a:lnTo>
                    <a:pt x="505424" y="1590893"/>
                  </a:lnTo>
                  <a:lnTo>
                    <a:pt x="509787" y="1590283"/>
                  </a:lnTo>
                  <a:lnTo>
                    <a:pt x="514150" y="1580221"/>
                  </a:lnTo>
                  <a:lnTo>
                    <a:pt x="518512" y="1571379"/>
                  </a:lnTo>
                  <a:lnTo>
                    <a:pt x="522875" y="1568026"/>
                  </a:lnTo>
                  <a:lnTo>
                    <a:pt x="527238" y="1575953"/>
                  </a:lnTo>
                  <a:lnTo>
                    <a:pt x="531601" y="1564112"/>
                  </a:lnTo>
                  <a:lnTo>
                    <a:pt x="535963" y="1562227"/>
                  </a:lnTo>
                  <a:lnTo>
                    <a:pt x="540326" y="1598307"/>
                  </a:lnTo>
                  <a:lnTo>
                    <a:pt x="544689" y="1586883"/>
                  </a:lnTo>
                  <a:lnTo>
                    <a:pt x="549052" y="1602107"/>
                  </a:lnTo>
                  <a:lnTo>
                    <a:pt x="553414" y="1611438"/>
                  </a:lnTo>
                  <a:lnTo>
                    <a:pt x="557777" y="1607718"/>
                  </a:lnTo>
                  <a:lnTo>
                    <a:pt x="562140" y="1607766"/>
                  </a:lnTo>
                  <a:lnTo>
                    <a:pt x="566503" y="1609993"/>
                  </a:lnTo>
                  <a:lnTo>
                    <a:pt x="570865" y="1574157"/>
                  </a:lnTo>
                  <a:lnTo>
                    <a:pt x="575228" y="1564045"/>
                  </a:lnTo>
                  <a:lnTo>
                    <a:pt x="579591" y="1593033"/>
                  </a:lnTo>
                  <a:lnTo>
                    <a:pt x="583954" y="1606516"/>
                  </a:lnTo>
                  <a:lnTo>
                    <a:pt x="588316" y="1615281"/>
                  </a:lnTo>
                  <a:lnTo>
                    <a:pt x="592679" y="1622022"/>
                  </a:lnTo>
                  <a:lnTo>
                    <a:pt x="597042" y="1614606"/>
                  </a:lnTo>
                  <a:lnTo>
                    <a:pt x="601405" y="1614606"/>
                  </a:lnTo>
                  <a:lnTo>
                    <a:pt x="605767" y="1614606"/>
                  </a:lnTo>
                  <a:lnTo>
                    <a:pt x="610130" y="1614606"/>
                  </a:lnTo>
                  <a:lnTo>
                    <a:pt x="614493" y="1610561"/>
                  </a:lnTo>
                  <a:lnTo>
                    <a:pt x="618856" y="1634107"/>
                  </a:lnTo>
                  <a:lnTo>
                    <a:pt x="623218" y="1635370"/>
                  </a:lnTo>
                  <a:lnTo>
                    <a:pt x="627581" y="1621751"/>
                  </a:lnTo>
                  <a:lnTo>
                    <a:pt x="631944" y="1620278"/>
                  </a:lnTo>
                  <a:lnTo>
                    <a:pt x="636307" y="1639222"/>
                  </a:lnTo>
                  <a:lnTo>
                    <a:pt x="640669" y="1638831"/>
                  </a:lnTo>
                  <a:lnTo>
                    <a:pt x="645032" y="1640004"/>
                  </a:lnTo>
                  <a:lnTo>
                    <a:pt x="649395" y="1638831"/>
                  </a:lnTo>
                  <a:lnTo>
                    <a:pt x="653758" y="1636095"/>
                  </a:lnTo>
                  <a:lnTo>
                    <a:pt x="658120" y="1635705"/>
                  </a:lnTo>
                  <a:lnTo>
                    <a:pt x="662483" y="1640004"/>
                  </a:lnTo>
                  <a:lnTo>
                    <a:pt x="666846" y="1640004"/>
                  </a:lnTo>
                  <a:lnTo>
                    <a:pt x="671209" y="1640004"/>
                  </a:lnTo>
                  <a:lnTo>
                    <a:pt x="675571" y="1640004"/>
                  </a:lnTo>
                  <a:lnTo>
                    <a:pt x="679934" y="1642349"/>
                  </a:lnTo>
                  <a:lnTo>
                    <a:pt x="684297" y="1648941"/>
                  </a:lnTo>
                  <a:lnTo>
                    <a:pt x="688660" y="1653917"/>
                  </a:lnTo>
                  <a:lnTo>
                    <a:pt x="693022" y="1651217"/>
                  </a:lnTo>
                  <a:lnTo>
                    <a:pt x="697385" y="1652691"/>
                  </a:lnTo>
                  <a:lnTo>
                    <a:pt x="701748" y="1656125"/>
                  </a:lnTo>
                  <a:lnTo>
                    <a:pt x="706111" y="1641573"/>
                  </a:lnTo>
                  <a:lnTo>
                    <a:pt x="710473" y="1641573"/>
                  </a:lnTo>
                  <a:lnTo>
                    <a:pt x="714836" y="1654382"/>
                  </a:lnTo>
                  <a:lnTo>
                    <a:pt x="719199" y="1661797"/>
                  </a:lnTo>
                  <a:lnTo>
                    <a:pt x="723562" y="1668539"/>
                  </a:lnTo>
                  <a:lnTo>
                    <a:pt x="727924" y="1668539"/>
                  </a:lnTo>
                  <a:lnTo>
                    <a:pt x="732287" y="1668539"/>
                  </a:lnTo>
                  <a:lnTo>
                    <a:pt x="736650" y="1668539"/>
                  </a:lnTo>
                  <a:lnTo>
                    <a:pt x="741013" y="1668539"/>
                  </a:lnTo>
                  <a:lnTo>
                    <a:pt x="745375" y="1668539"/>
                  </a:lnTo>
                  <a:lnTo>
                    <a:pt x="749738" y="1668539"/>
                  </a:lnTo>
                  <a:lnTo>
                    <a:pt x="754101" y="1668539"/>
                  </a:lnTo>
                  <a:lnTo>
                    <a:pt x="758464" y="1668539"/>
                  </a:lnTo>
                  <a:lnTo>
                    <a:pt x="762826" y="1668539"/>
                  </a:lnTo>
                  <a:lnTo>
                    <a:pt x="767189" y="1668539"/>
                  </a:lnTo>
                  <a:lnTo>
                    <a:pt x="771552" y="1668539"/>
                  </a:lnTo>
                  <a:lnTo>
                    <a:pt x="775915" y="1668539"/>
                  </a:lnTo>
                  <a:lnTo>
                    <a:pt x="780277" y="1668539"/>
                  </a:lnTo>
                  <a:lnTo>
                    <a:pt x="784640" y="1668539"/>
                  </a:lnTo>
                  <a:lnTo>
                    <a:pt x="789003" y="1668539"/>
                  </a:lnTo>
                  <a:lnTo>
                    <a:pt x="793366" y="1668539"/>
                  </a:lnTo>
                  <a:lnTo>
                    <a:pt x="797728" y="1668539"/>
                  </a:lnTo>
                  <a:lnTo>
                    <a:pt x="802091" y="1668539"/>
                  </a:lnTo>
                  <a:lnTo>
                    <a:pt x="806454" y="1668539"/>
                  </a:lnTo>
                  <a:lnTo>
                    <a:pt x="810817" y="1668539"/>
                  </a:lnTo>
                  <a:lnTo>
                    <a:pt x="815179" y="1668539"/>
                  </a:lnTo>
                  <a:lnTo>
                    <a:pt x="819542" y="1656404"/>
                  </a:lnTo>
                  <a:lnTo>
                    <a:pt x="823905" y="1655056"/>
                  </a:lnTo>
                  <a:lnTo>
                    <a:pt x="828268" y="1655056"/>
                  </a:lnTo>
                  <a:lnTo>
                    <a:pt x="832630" y="1655056"/>
                  </a:lnTo>
                  <a:lnTo>
                    <a:pt x="836993" y="1655056"/>
                  </a:lnTo>
                  <a:lnTo>
                    <a:pt x="841356" y="1655056"/>
                  </a:lnTo>
                  <a:lnTo>
                    <a:pt x="845719" y="1651011"/>
                  </a:lnTo>
                  <a:lnTo>
                    <a:pt x="850081" y="1640224"/>
                  </a:lnTo>
                  <a:lnTo>
                    <a:pt x="854444" y="1628090"/>
                  </a:lnTo>
                  <a:lnTo>
                    <a:pt x="858807" y="1628090"/>
                  </a:lnTo>
                  <a:lnTo>
                    <a:pt x="863170" y="1615955"/>
                  </a:lnTo>
                  <a:lnTo>
                    <a:pt x="867532" y="1614606"/>
                  </a:lnTo>
                  <a:lnTo>
                    <a:pt x="871895" y="1614606"/>
                  </a:lnTo>
                  <a:lnTo>
                    <a:pt x="876258" y="1614606"/>
                  </a:lnTo>
                  <a:lnTo>
                    <a:pt x="880621" y="1614606"/>
                  </a:lnTo>
                  <a:lnTo>
                    <a:pt x="884983" y="1626741"/>
                  </a:lnTo>
                  <a:lnTo>
                    <a:pt x="889346" y="1628090"/>
                  </a:lnTo>
                  <a:lnTo>
                    <a:pt x="893709" y="1628090"/>
                  </a:lnTo>
                  <a:lnTo>
                    <a:pt x="898072" y="1628090"/>
                  </a:lnTo>
                  <a:lnTo>
                    <a:pt x="902434" y="1628090"/>
                  </a:lnTo>
                  <a:lnTo>
                    <a:pt x="906797" y="1628090"/>
                  </a:lnTo>
                  <a:lnTo>
                    <a:pt x="911160" y="1632134"/>
                  </a:lnTo>
                  <a:lnTo>
                    <a:pt x="915523" y="1642921"/>
                  </a:lnTo>
                  <a:lnTo>
                    <a:pt x="919885" y="1655056"/>
                  </a:lnTo>
                  <a:lnTo>
                    <a:pt x="924248" y="1655056"/>
                  </a:lnTo>
                  <a:lnTo>
                    <a:pt x="928611" y="1667191"/>
                  </a:lnTo>
                  <a:lnTo>
                    <a:pt x="932974" y="1668539"/>
                  </a:lnTo>
                  <a:lnTo>
                    <a:pt x="937336" y="1668539"/>
                  </a:lnTo>
                  <a:lnTo>
                    <a:pt x="941699" y="1668539"/>
                  </a:lnTo>
                  <a:lnTo>
                    <a:pt x="946062" y="1668539"/>
                  </a:lnTo>
                  <a:lnTo>
                    <a:pt x="950425" y="1668539"/>
                  </a:lnTo>
                  <a:lnTo>
                    <a:pt x="954787" y="1668539"/>
                  </a:lnTo>
                  <a:lnTo>
                    <a:pt x="959150" y="1668539"/>
                  </a:lnTo>
                  <a:lnTo>
                    <a:pt x="963513" y="1668539"/>
                  </a:lnTo>
                  <a:lnTo>
                    <a:pt x="967876" y="1668539"/>
                  </a:lnTo>
                  <a:lnTo>
                    <a:pt x="972238" y="1668539"/>
                  </a:lnTo>
                  <a:lnTo>
                    <a:pt x="976601" y="1668539"/>
                  </a:lnTo>
                  <a:lnTo>
                    <a:pt x="980964" y="1668539"/>
                  </a:lnTo>
                  <a:lnTo>
                    <a:pt x="985327" y="1668539"/>
                  </a:lnTo>
                  <a:lnTo>
                    <a:pt x="989689" y="1668539"/>
                  </a:lnTo>
                  <a:lnTo>
                    <a:pt x="994052" y="1668539"/>
                  </a:lnTo>
                  <a:lnTo>
                    <a:pt x="998415" y="1668539"/>
                  </a:lnTo>
                  <a:lnTo>
                    <a:pt x="1002778" y="1668539"/>
                  </a:lnTo>
                  <a:lnTo>
                    <a:pt x="1007140" y="1668539"/>
                  </a:lnTo>
                  <a:lnTo>
                    <a:pt x="1011503" y="1668539"/>
                  </a:lnTo>
                  <a:lnTo>
                    <a:pt x="1015866" y="1668539"/>
                  </a:lnTo>
                  <a:lnTo>
                    <a:pt x="1020229" y="1668539"/>
                  </a:lnTo>
                  <a:lnTo>
                    <a:pt x="1024591" y="1668539"/>
                  </a:lnTo>
                  <a:lnTo>
                    <a:pt x="1028954" y="1668539"/>
                  </a:lnTo>
                  <a:lnTo>
                    <a:pt x="1033317" y="1668539"/>
                  </a:lnTo>
                  <a:lnTo>
                    <a:pt x="1037680" y="1668539"/>
                  </a:lnTo>
                  <a:lnTo>
                    <a:pt x="1042042" y="1668539"/>
                  </a:lnTo>
                  <a:lnTo>
                    <a:pt x="1046405" y="1668539"/>
                  </a:lnTo>
                  <a:lnTo>
                    <a:pt x="1050768" y="1668539"/>
                  </a:lnTo>
                  <a:lnTo>
                    <a:pt x="1055131" y="1668539"/>
                  </a:lnTo>
                  <a:lnTo>
                    <a:pt x="1059493" y="1656404"/>
                  </a:lnTo>
                  <a:lnTo>
                    <a:pt x="1063856" y="1655056"/>
                  </a:lnTo>
                  <a:lnTo>
                    <a:pt x="1068219" y="1655056"/>
                  </a:lnTo>
                  <a:lnTo>
                    <a:pt x="1072582" y="1651685"/>
                  </a:lnTo>
                  <a:lnTo>
                    <a:pt x="1076944" y="1630112"/>
                  </a:lnTo>
                  <a:lnTo>
                    <a:pt x="1081307" y="1636773"/>
                  </a:lnTo>
                  <a:lnTo>
                    <a:pt x="1085670" y="1638124"/>
                  </a:lnTo>
                  <a:lnTo>
                    <a:pt x="1090033" y="1661141"/>
                  </a:lnTo>
                  <a:lnTo>
                    <a:pt x="1094395" y="1657059"/>
                  </a:lnTo>
                  <a:lnTo>
                    <a:pt x="1098758" y="1647820"/>
                  </a:lnTo>
                  <a:lnTo>
                    <a:pt x="1103121" y="1642349"/>
                  </a:lnTo>
                  <a:lnTo>
                    <a:pt x="1107484" y="1634141"/>
                  </a:lnTo>
                  <a:lnTo>
                    <a:pt x="1111846" y="1613818"/>
                  </a:lnTo>
                  <a:lnTo>
                    <a:pt x="1116209" y="1603265"/>
                  </a:lnTo>
                  <a:lnTo>
                    <a:pt x="1120572" y="1600920"/>
                  </a:lnTo>
                  <a:lnTo>
                    <a:pt x="1124935" y="1607955"/>
                  </a:lnTo>
                  <a:lnTo>
                    <a:pt x="1129297" y="1595058"/>
                  </a:lnTo>
                  <a:lnTo>
                    <a:pt x="1133660" y="1593103"/>
                  </a:lnTo>
                  <a:lnTo>
                    <a:pt x="1138023" y="1591931"/>
                  </a:lnTo>
                  <a:lnTo>
                    <a:pt x="1142386" y="1592713"/>
                  </a:lnTo>
                  <a:lnTo>
                    <a:pt x="1146748" y="1609129"/>
                  </a:lnTo>
                  <a:lnTo>
                    <a:pt x="1151111" y="1604952"/>
                  </a:lnTo>
                  <a:lnTo>
                    <a:pt x="1155474" y="1571671"/>
                  </a:lnTo>
                  <a:lnTo>
                    <a:pt x="1159837" y="1576901"/>
                  </a:lnTo>
                  <a:lnTo>
                    <a:pt x="1164199" y="1581684"/>
                  </a:lnTo>
                  <a:lnTo>
                    <a:pt x="1168562" y="1543146"/>
                  </a:lnTo>
                  <a:lnTo>
                    <a:pt x="1172925" y="1551910"/>
                  </a:lnTo>
                  <a:lnTo>
                    <a:pt x="1177288" y="1578876"/>
                  </a:lnTo>
                  <a:lnTo>
                    <a:pt x="1181650" y="1588314"/>
                  </a:lnTo>
                  <a:lnTo>
                    <a:pt x="1186013" y="1587640"/>
                  </a:lnTo>
                  <a:lnTo>
                    <a:pt x="1190376" y="1587640"/>
                  </a:lnTo>
                  <a:lnTo>
                    <a:pt x="1194739" y="1611236"/>
                  </a:lnTo>
                  <a:lnTo>
                    <a:pt x="1199101" y="1614606"/>
                  </a:lnTo>
                  <a:lnTo>
                    <a:pt x="1203464" y="1617303"/>
                  </a:lnTo>
                  <a:lnTo>
                    <a:pt x="1207827" y="1626741"/>
                  </a:lnTo>
                  <a:lnTo>
                    <a:pt x="1212190" y="1628090"/>
                  </a:lnTo>
                  <a:lnTo>
                    <a:pt x="1216552" y="1616629"/>
                  </a:lnTo>
                  <a:lnTo>
                    <a:pt x="1220915" y="1612584"/>
                  </a:lnTo>
                  <a:lnTo>
                    <a:pt x="1225278" y="1601123"/>
                  </a:lnTo>
                  <a:lnTo>
                    <a:pt x="1229641" y="1601123"/>
                  </a:lnTo>
                  <a:lnTo>
                    <a:pt x="1234003" y="1601123"/>
                  </a:lnTo>
                  <a:lnTo>
                    <a:pt x="1238366" y="1606516"/>
                  </a:lnTo>
                  <a:lnTo>
                    <a:pt x="1242729" y="1614606"/>
                  </a:lnTo>
                  <a:lnTo>
                    <a:pt x="1247092" y="1623370"/>
                  </a:lnTo>
                  <a:lnTo>
                    <a:pt x="1251454" y="1628090"/>
                  </a:lnTo>
                  <a:lnTo>
                    <a:pt x="1255817" y="1628090"/>
                  </a:lnTo>
                  <a:lnTo>
                    <a:pt x="1260180" y="1628090"/>
                  </a:lnTo>
                  <a:lnTo>
                    <a:pt x="1264543" y="1628090"/>
                  </a:lnTo>
                  <a:lnTo>
                    <a:pt x="1268905" y="1630786"/>
                  </a:lnTo>
                  <a:lnTo>
                    <a:pt x="1273268" y="1641573"/>
                  </a:lnTo>
                  <a:lnTo>
                    <a:pt x="1277631" y="1641573"/>
                  </a:lnTo>
                  <a:lnTo>
                    <a:pt x="1281994" y="1653033"/>
                  </a:lnTo>
                  <a:lnTo>
                    <a:pt x="1286356" y="1638876"/>
                  </a:lnTo>
                  <a:lnTo>
                    <a:pt x="1290719" y="1628090"/>
                  </a:lnTo>
                  <a:lnTo>
                    <a:pt x="1295082" y="1628090"/>
                  </a:lnTo>
                  <a:lnTo>
                    <a:pt x="1299445" y="1628090"/>
                  </a:lnTo>
                  <a:lnTo>
                    <a:pt x="1303807" y="1628090"/>
                  </a:lnTo>
                  <a:lnTo>
                    <a:pt x="1308170" y="1628090"/>
                  </a:lnTo>
                  <a:lnTo>
                    <a:pt x="1312533" y="1628090"/>
                  </a:lnTo>
                  <a:lnTo>
                    <a:pt x="1316896" y="1607191"/>
                  </a:lnTo>
                  <a:lnTo>
                    <a:pt x="1321258" y="1577528"/>
                  </a:lnTo>
                  <a:lnTo>
                    <a:pt x="1325621" y="1558651"/>
                  </a:lnTo>
                  <a:lnTo>
                    <a:pt x="1329984" y="1547191"/>
                  </a:lnTo>
                  <a:lnTo>
                    <a:pt x="1334347" y="1547191"/>
                  </a:lnTo>
                  <a:lnTo>
                    <a:pt x="1338709" y="1547191"/>
                  </a:lnTo>
                  <a:lnTo>
                    <a:pt x="1343072" y="1537752"/>
                  </a:lnTo>
                  <a:lnTo>
                    <a:pt x="1347435" y="1533707"/>
                  </a:lnTo>
                  <a:lnTo>
                    <a:pt x="1351798" y="1551910"/>
                  </a:lnTo>
                  <a:lnTo>
                    <a:pt x="1356160" y="1557303"/>
                  </a:lnTo>
                  <a:lnTo>
                    <a:pt x="1360523" y="1547191"/>
                  </a:lnTo>
                  <a:lnTo>
                    <a:pt x="1364886" y="1547191"/>
                  </a:lnTo>
                  <a:lnTo>
                    <a:pt x="1369249" y="1547191"/>
                  </a:lnTo>
                  <a:lnTo>
                    <a:pt x="1373611" y="1547191"/>
                  </a:lnTo>
                  <a:lnTo>
                    <a:pt x="1377974" y="1547191"/>
                  </a:lnTo>
                  <a:lnTo>
                    <a:pt x="1382337" y="1555955"/>
                  </a:lnTo>
                  <a:lnTo>
                    <a:pt x="1386700" y="1584269"/>
                  </a:lnTo>
                  <a:lnTo>
                    <a:pt x="1391062" y="1603146"/>
                  </a:lnTo>
                  <a:lnTo>
                    <a:pt x="1395425" y="1614606"/>
                  </a:lnTo>
                  <a:lnTo>
                    <a:pt x="1399788" y="1614606"/>
                  </a:lnTo>
                  <a:lnTo>
                    <a:pt x="1404151" y="1614606"/>
                  </a:lnTo>
                  <a:lnTo>
                    <a:pt x="1408513" y="1624045"/>
                  </a:lnTo>
                  <a:lnTo>
                    <a:pt x="1412876" y="1620000"/>
                  </a:lnTo>
                  <a:lnTo>
                    <a:pt x="1417239" y="1614606"/>
                  </a:lnTo>
                  <a:lnTo>
                    <a:pt x="1421602" y="1631460"/>
                  </a:lnTo>
                  <a:lnTo>
                    <a:pt x="1425964" y="1641573"/>
                  </a:lnTo>
                  <a:lnTo>
                    <a:pt x="1430327" y="1641573"/>
                  </a:lnTo>
                  <a:lnTo>
                    <a:pt x="1434690" y="1641573"/>
                  </a:lnTo>
                  <a:lnTo>
                    <a:pt x="1439053" y="1641573"/>
                  </a:lnTo>
                  <a:lnTo>
                    <a:pt x="1443415" y="1641573"/>
                  </a:lnTo>
                  <a:lnTo>
                    <a:pt x="1447778" y="1653707"/>
                  </a:lnTo>
                  <a:lnTo>
                    <a:pt x="1452141" y="1655056"/>
                  </a:lnTo>
                  <a:lnTo>
                    <a:pt x="1456504" y="1655056"/>
                  </a:lnTo>
                  <a:lnTo>
                    <a:pt x="1460866" y="1655056"/>
                  </a:lnTo>
                  <a:lnTo>
                    <a:pt x="1465229" y="1655056"/>
                  </a:lnTo>
                  <a:lnTo>
                    <a:pt x="1469592" y="1655056"/>
                  </a:lnTo>
                  <a:lnTo>
                    <a:pt x="1473955" y="1655056"/>
                  </a:lnTo>
                  <a:lnTo>
                    <a:pt x="1478317" y="1663146"/>
                  </a:lnTo>
                  <a:lnTo>
                    <a:pt x="1482680" y="1668539"/>
                  </a:lnTo>
                  <a:lnTo>
                    <a:pt x="1487043" y="1668539"/>
                  </a:lnTo>
                  <a:lnTo>
                    <a:pt x="1491406" y="1668539"/>
                  </a:lnTo>
                  <a:lnTo>
                    <a:pt x="1495768" y="1668539"/>
                  </a:lnTo>
                  <a:lnTo>
                    <a:pt x="1500131" y="1668539"/>
                  </a:lnTo>
                  <a:lnTo>
                    <a:pt x="1504494" y="1668539"/>
                  </a:lnTo>
                  <a:lnTo>
                    <a:pt x="1508857" y="1668539"/>
                  </a:lnTo>
                  <a:lnTo>
                    <a:pt x="1513219" y="1668539"/>
                  </a:lnTo>
                  <a:lnTo>
                    <a:pt x="1517582" y="1668539"/>
                  </a:lnTo>
                  <a:lnTo>
                    <a:pt x="1521945" y="1668539"/>
                  </a:lnTo>
                  <a:lnTo>
                    <a:pt x="1526308" y="1668539"/>
                  </a:lnTo>
                  <a:lnTo>
                    <a:pt x="1530670" y="1668539"/>
                  </a:lnTo>
                  <a:lnTo>
                    <a:pt x="1535033" y="1668539"/>
                  </a:lnTo>
                  <a:lnTo>
                    <a:pt x="1539396" y="1668539"/>
                  </a:lnTo>
                  <a:lnTo>
                    <a:pt x="1543759" y="1668539"/>
                  </a:lnTo>
                  <a:lnTo>
                    <a:pt x="1548121" y="1668539"/>
                  </a:lnTo>
                  <a:lnTo>
                    <a:pt x="1552484" y="1668539"/>
                  </a:lnTo>
                  <a:lnTo>
                    <a:pt x="1556847" y="1668539"/>
                  </a:lnTo>
                  <a:lnTo>
                    <a:pt x="1561210" y="1668539"/>
                  </a:lnTo>
                  <a:lnTo>
                    <a:pt x="1565572" y="1668539"/>
                  </a:lnTo>
                  <a:lnTo>
                    <a:pt x="1569935" y="1668539"/>
                  </a:lnTo>
                  <a:lnTo>
                    <a:pt x="1574298" y="1668539"/>
                  </a:lnTo>
                  <a:lnTo>
                    <a:pt x="1578661" y="1668539"/>
                  </a:lnTo>
                  <a:lnTo>
                    <a:pt x="1583023" y="1668539"/>
                  </a:lnTo>
                  <a:lnTo>
                    <a:pt x="1587386" y="1668539"/>
                  </a:lnTo>
                  <a:lnTo>
                    <a:pt x="1591749" y="1668539"/>
                  </a:lnTo>
                  <a:lnTo>
                    <a:pt x="1596112" y="1668539"/>
                  </a:lnTo>
                  <a:lnTo>
                    <a:pt x="1600474" y="1668539"/>
                  </a:lnTo>
                  <a:lnTo>
                    <a:pt x="1604837" y="1668539"/>
                  </a:lnTo>
                  <a:lnTo>
                    <a:pt x="1609200" y="1668539"/>
                  </a:lnTo>
                  <a:lnTo>
                    <a:pt x="1613563" y="1668539"/>
                  </a:lnTo>
                  <a:lnTo>
                    <a:pt x="1617925" y="1668539"/>
                  </a:lnTo>
                  <a:lnTo>
                    <a:pt x="1622288" y="1659101"/>
                  </a:lnTo>
                  <a:lnTo>
                    <a:pt x="1626651" y="1655056"/>
                  </a:lnTo>
                  <a:lnTo>
                    <a:pt x="1631014" y="1642247"/>
                  </a:lnTo>
                  <a:lnTo>
                    <a:pt x="1635376" y="1641573"/>
                  </a:lnTo>
                  <a:lnTo>
                    <a:pt x="1639739" y="1641573"/>
                  </a:lnTo>
                  <a:lnTo>
                    <a:pt x="1644102" y="1641573"/>
                  </a:lnTo>
                  <a:lnTo>
                    <a:pt x="1648465" y="1641573"/>
                  </a:lnTo>
                  <a:lnTo>
                    <a:pt x="1652827" y="1641573"/>
                  </a:lnTo>
                  <a:lnTo>
                    <a:pt x="1657190" y="1641573"/>
                  </a:lnTo>
                  <a:lnTo>
                    <a:pt x="1661553" y="1641573"/>
                  </a:lnTo>
                  <a:lnTo>
                    <a:pt x="1665916" y="1641573"/>
                  </a:lnTo>
                  <a:lnTo>
                    <a:pt x="1670278" y="1641573"/>
                  </a:lnTo>
                  <a:lnTo>
                    <a:pt x="1674641" y="1641573"/>
                  </a:lnTo>
                  <a:lnTo>
                    <a:pt x="1679004" y="1641573"/>
                  </a:lnTo>
                  <a:lnTo>
                    <a:pt x="1683367" y="1641573"/>
                  </a:lnTo>
                  <a:lnTo>
                    <a:pt x="1687729" y="1651011"/>
                  </a:lnTo>
                  <a:lnTo>
                    <a:pt x="1692092" y="1655056"/>
                  </a:lnTo>
                  <a:lnTo>
                    <a:pt x="1696455" y="1667865"/>
                  </a:lnTo>
                  <a:lnTo>
                    <a:pt x="1700818" y="1668539"/>
                  </a:lnTo>
                  <a:lnTo>
                    <a:pt x="1705180" y="1668539"/>
                  </a:lnTo>
                  <a:lnTo>
                    <a:pt x="1709543" y="1668539"/>
                  </a:lnTo>
                  <a:lnTo>
                    <a:pt x="1713906" y="1668539"/>
                  </a:lnTo>
                  <a:lnTo>
                    <a:pt x="1718269" y="1667191"/>
                  </a:lnTo>
                  <a:lnTo>
                    <a:pt x="1722631" y="1644269"/>
                  </a:lnTo>
                  <a:lnTo>
                    <a:pt x="1726994" y="1628090"/>
                  </a:lnTo>
                  <a:lnTo>
                    <a:pt x="1731357" y="1628090"/>
                  </a:lnTo>
                  <a:lnTo>
                    <a:pt x="1735720" y="1628090"/>
                  </a:lnTo>
                  <a:lnTo>
                    <a:pt x="1740082" y="1617977"/>
                  </a:lnTo>
                  <a:lnTo>
                    <a:pt x="1744445" y="1614606"/>
                  </a:lnTo>
                  <a:lnTo>
                    <a:pt x="1748808" y="1614606"/>
                  </a:lnTo>
                  <a:lnTo>
                    <a:pt x="1753171" y="1614606"/>
                  </a:lnTo>
                  <a:lnTo>
                    <a:pt x="1757533" y="1601123"/>
                  </a:lnTo>
                  <a:lnTo>
                    <a:pt x="1761896" y="1601123"/>
                  </a:lnTo>
                  <a:lnTo>
                    <a:pt x="1766259" y="1601123"/>
                  </a:lnTo>
                  <a:lnTo>
                    <a:pt x="1770622" y="1601123"/>
                  </a:lnTo>
                  <a:lnTo>
                    <a:pt x="1774984" y="1597752"/>
                  </a:lnTo>
                  <a:lnTo>
                    <a:pt x="1779347" y="1587640"/>
                  </a:lnTo>
                  <a:lnTo>
                    <a:pt x="1783710" y="1588988"/>
                  </a:lnTo>
                  <a:lnTo>
                    <a:pt x="1788073" y="1611910"/>
                  </a:lnTo>
                  <a:lnTo>
                    <a:pt x="1792435" y="1628090"/>
                  </a:lnTo>
                  <a:lnTo>
                    <a:pt x="1796798" y="1628090"/>
                  </a:lnTo>
                  <a:lnTo>
                    <a:pt x="1801161" y="1626741"/>
                  </a:lnTo>
                  <a:lnTo>
                    <a:pt x="1805524" y="1624719"/>
                  </a:lnTo>
                  <a:lnTo>
                    <a:pt x="1809886" y="1628090"/>
                  </a:lnTo>
                  <a:lnTo>
                    <a:pt x="1814249" y="1628090"/>
                  </a:lnTo>
                  <a:lnTo>
                    <a:pt x="1818612" y="1628090"/>
                  </a:lnTo>
                  <a:lnTo>
                    <a:pt x="1822975" y="1641573"/>
                  </a:lnTo>
                  <a:lnTo>
                    <a:pt x="1827337" y="1641573"/>
                  </a:lnTo>
                  <a:lnTo>
                    <a:pt x="1831700" y="1641573"/>
                  </a:lnTo>
                  <a:lnTo>
                    <a:pt x="1836063" y="1641573"/>
                  </a:lnTo>
                  <a:lnTo>
                    <a:pt x="1840426" y="1634831"/>
                  </a:lnTo>
                  <a:lnTo>
                    <a:pt x="1844788" y="1641573"/>
                  </a:lnTo>
                  <a:lnTo>
                    <a:pt x="1849151" y="1641573"/>
                  </a:lnTo>
                  <a:lnTo>
                    <a:pt x="1853514" y="1641573"/>
                  </a:lnTo>
                  <a:lnTo>
                    <a:pt x="1857877" y="1641573"/>
                  </a:lnTo>
                  <a:lnTo>
                    <a:pt x="1862239" y="1641573"/>
                  </a:lnTo>
                  <a:lnTo>
                    <a:pt x="1866602" y="1642921"/>
                  </a:lnTo>
                  <a:lnTo>
                    <a:pt x="1870965" y="1655056"/>
                  </a:lnTo>
                  <a:lnTo>
                    <a:pt x="1875328" y="1655056"/>
                  </a:lnTo>
                  <a:lnTo>
                    <a:pt x="1879690" y="1655056"/>
                  </a:lnTo>
                  <a:lnTo>
                    <a:pt x="1884053" y="1655056"/>
                  </a:lnTo>
                  <a:lnTo>
                    <a:pt x="1888416" y="1655056"/>
                  </a:lnTo>
                  <a:lnTo>
                    <a:pt x="1892779" y="1655056"/>
                  </a:lnTo>
                  <a:lnTo>
                    <a:pt x="1897141" y="1655056"/>
                  </a:lnTo>
                  <a:lnTo>
                    <a:pt x="1901504" y="1644269"/>
                  </a:lnTo>
                  <a:lnTo>
                    <a:pt x="1905867" y="1651685"/>
                  </a:lnTo>
                  <a:lnTo>
                    <a:pt x="1910230" y="1655056"/>
                  </a:lnTo>
                  <a:lnTo>
                    <a:pt x="1914592" y="1655056"/>
                  </a:lnTo>
                  <a:lnTo>
                    <a:pt x="1918955" y="1655056"/>
                  </a:lnTo>
                  <a:lnTo>
                    <a:pt x="1923318" y="1655056"/>
                  </a:lnTo>
                  <a:lnTo>
                    <a:pt x="1927681" y="1655056"/>
                  </a:lnTo>
                  <a:lnTo>
                    <a:pt x="1932043" y="1655056"/>
                  </a:lnTo>
                  <a:lnTo>
                    <a:pt x="1936406" y="1655056"/>
                  </a:lnTo>
                  <a:lnTo>
                    <a:pt x="1940769" y="1655056"/>
                  </a:lnTo>
                  <a:lnTo>
                    <a:pt x="1945132" y="1643595"/>
                  </a:lnTo>
                  <a:lnTo>
                    <a:pt x="1949494" y="1641573"/>
                  </a:lnTo>
                  <a:lnTo>
                    <a:pt x="1953857" y="1641573"/>
                  </a:lnTo>
                  <a:lnTo>
                    <a:pt x="1958220" y="1641573"/>
                  </a:lnTo>
                  <a:lnTo>
                    <a:pt x="1962583" y="1641573"/>
                  </a:lnTo>
                  <a:lnTo>
                    <a:pt x="1966945" y="1652359"/>
                  </a:lnTo>
                  <a:lnTo>
                    <a:pt x="1971308" y="1655056"/>
                  </a:lnTo>
                  <a:lnTo>
                    <a:pt x="1975671" y="1655056"/>
                  </a:lnTo>
                  <a:lnTo>
                    <a:pt x="1980034" y="1655056"/>
                  </a:lnTo>
                  <a:lnTo>
                    <a:pt x="1984396" y="1655056"/>
                  </a:lnTo>
                  <a:lnTo>
                    <a:pt x="1988759" y="1655056"/>
                  </a:lnTo>
                  <a:lnTo>
                    <a:pt x="1993122" y="1655056"/>
                  </a:lnTo>
                  <a:lnTo>
                    <a:pt x="1997485" y="1655056"/>
                  </a:lnTo>
                  <a:lnTo>
                    <a:pt x="2001847" y="1655056"/>
                  </a:lnTo>
                  <a:lnTo>
                    <a:pt x="2006210" y="1655056"/>
                  </a:lnTo>
                  <a:lnTo>
                    <a:pt x="2010573" y="1666516"/>
                  </a:lnTo>
                  <a:lnTo>
                    <a:pt x="2014936" y="1668539"/>
                  </a:lnTo>
                  <a:lnTo>
                    <a:pt x="2019298" y="1668539"/>
                  </a:lnTo>
                  <a:lnTo>
                    <a:pt x="2023661" y="1668539"/>
                  </a:lnTo>
                  <a:lnTo>
                    <a:pt x="2028024" y="1668539"/>
                  </a:lnTo>
                  <a:lnTo>
                    <a:pt x="2032387" y="1668539"/>
                  </a:lnTo>
                  <a:lnTo>
                    <a:pt x="2036749" y="1658427"/>
                  </a:lnTo>
                  <a:lnTo>
                    <a:pt x="2041112" y="1655056"/>
                  </a:lnTo>
                  <a:lnTo>
                    <a:pt x="2045475" y="1655056"/>
                  </a:lnTo>
                  <a:lnTo>
                    <a:pt x="2049838" y="1655056"/>
                  </a:lnTo>
                  <a:lnTo>
                    <a:pt x="2054200" y="1655056"/>
                  </a:lnTo>
                  <a:lnTo>
                    <a:pt x="2058563" y="1655056"/>
                  </a:lnTo>
                  <a:lnTo>
                    <a:pt x="2062926" y="1655056"/>
                  </a:lnTo>
                  <a:lnTo>
                    <a:pt x="2067289" y="1655056"/>
                  </a:lnTo>
                  <a:lnTo>
                    <a:pt x="2071651" y="1648314"/>
                  </a:lnTo>
                  <a:lnTo>
                    <a:pt x="2076014" y="1660319"/>
                  </a:lnTo>
                  <a:lnTo>
                    <a:pt x="2080377" y="1648243"/>
                  </a:lnTo>
                  <a:lnTo>
                    <a:pt x="2084740" y="1650678"/>
                  </a:lnTo>
                  <a:lnTo>
                    <a:pt x="2089102" y="1641886"/>
                  </a:lnTo>
                  <a:lnTo>
                    <a:pt x="2093465" y="1621751"/>
                  </a:lnTo>
                  <a:lnTo>
                    <a:pt x="2097828" y="1616349"/>
                  </a:lnTo>
                  <a:lnTo>
                    <a:pt x="2102191" y="1619296"/>
                  </a:lnTo>
                  <a:lnTo>
                    <a:pt x="2106553" y="1617822"/>
                  </a:lnTo>
                  <a:lnTo>
                    <a:pt x="2110916" y="1609965"/>
                  </a:lnTo>
                  <a:lnTo>
                    <a:pt x="2115279" y="1595723"/>
                  </a:lnTo>
                  <a:lnTo>
                    <a:pt x="2119642" y="1589830"/>
                  </a:lnTo>
                  <a:lnTo>
                    <a:pt x="2124004" y="1576570"/>
                  </a:lnTo>
                  <a:lnTo>
                    <a:pt x="2128367" y="1572641"/>
                  </a:lnTo>
                  <a:lnTo>
                    <a:pt x="2132730" y="1572641"/>
                  </a:lnTo>
                  <a:lnTo>
                    <a:pt x="2137093" y="1577552"/>
                  </a:lnTo>
                  <a:lnTo>
                    <a:pt x="2141455" y="1586484"/>
                  </a:lnTo>
                  <a:lnTo>
                    <a:pt x="2145818" y="1597646"/>
                  </a:lnTo>
                  <a:lnTo>
                    <a:pt x="2150181" y="1592727"/>
                  </a:lnTo>
                  <a:lnTo>
                    <a:pt x="2154544" y="1560000"/>
                  </a:lnTo>
                  <a:lnTo>
                    <a:pt x="2158906" y="1587640"/>
                  </a:lnTo>
                  <a:lnTo>
                    <a:pt x="2163269" y="1595056"/>
                  </a:lnTo>
                  <a:lnTo>
                    <a:pt x="2167632" y="1601123"/>
                  </a:lnTo>
                  <a:lnTo>
                    <a:pt x="2171995" y="1606516"/>
                  </a:lnTo>
                  <a:lnTo>
                    <a:pt x="2176357" y="1617303"/>
                  </a:lnTo>
                  <a:lnTo>
                    <a:pt x="2180720" y="1636854"/>
                  </a:lnTo>
                  <a:lnTo>
                    <a:pt x="2185083" y="1644943"/>
                  </a:lnTo>
                  <a:lnTo>
                    <a:pt x="2189446" y="1663146"/>
                  </a:lnTo>
                  <a:lnTo>
                    <a:pt x="2193808" y="1668539"/>
                  </a:lnTo>
                  <a:lnTo>
                    <a:pt x="2198171" y="1667191"/>
                  </a:lnTo>
                  <a:lnTo>
                    <a:pt x="2202534" y="1655056"/>
                  </a:lnTo>
                  <a:lnTo>
                    <a:pt x="2206897" y="1636179"/>
                  </a:lnTo>
                  <a:lnTo>
                    <a:pt x="2211259" y="1628090"/>
                  </a:lnTo>
                  <a:lnTo>
                    <a:pt x="2215622" y="1617977"/>
                  </a:lnTo>
                  <a:lnTo>
                    <a:pt x="2219985" y="1642352"/>
                  </a:lnTo>
                  <a:lnTo>
                    <a:pt x="2224348" y="1638124"/>
                  </a:lnTo>
                  <a:lnTo>
                    <a:pt x="2228710" y="1633570"/>
                  </a:lnTo>
                  <a:lnTo>
                    <a:pt x="2233073" y="1618391"/>
                  </a:lnTo>
                  <a:lnTo>
                    <a:pt x="2237436" y="1637863"/>
                  </a:lnTo>
                  <a:lnTo>
                    <a:pt x="2241799" y="1630775"/>
                  </a:lnTo>
                  <a:lnTo>
                    <a:pt x="2246161" y="1624370"/>
                  </a:lnTo>
                  <a:lnTo>
                    <a:pt x="2250524" y="1624370"/>
                  </a:lnTo>
                  <a:lnTo>
                    <a:pt x="2254887" y="1624370"/>
                  </a:lnTo>
                  <a:lnTo>
                    <a:pt x="2259250" y="1624370"/>
                  </a:lnTo>
                  <a:lnTo>
                    <a:pt x="2263612" y="1625152"/>
                  </a:lnTo>
                  <a:lnTo>
                    <a:pt x="2267975" y="1632187"/>
                  </a:lnTo>
                  <a:lnTo>
                    <a:pt x="2272338" y="1640395"/>
                  </a:lnTo>
                  <a:lnTo>
                    <a:pt x="2276701" y="1632578"/>
                  </a:lnTo>
                  <a:lnTo>
                    <a:pt x="2281063" y="1630624"/>
                  </a:lnTo>
                  <a:lnTo>
                    <a:pt x="2285426" y="1622658"/>
                  </a:lnTo>
                  <a:lnTo>
                    <a:pt x="2289789" y="1623044"/>
                  </a:lnTo>
                  <a:lnTo>
                    <a:pt x="2294152" y="1621498"/>
                  </a:lnTo>
                  <a:lnTo>
                    <a:pt x="2298514" y="1628632"/>
                  </a:lnTo>
                  <a:lnTo>
                    <a:pt x="2302877" y="1601125"/>
                  </a:lnTo>
                  <a:lnTo>
                    <a:pt x="2307240" y="1613643"/>
                  </a:lnTo>
                  <a:lnTo>
                    <a:pt x="2311603" y="1607766"/>
                  </a:lnTo>
                  <a:lnTo>
                    <a:pt x="2315965" y="1604563"/>
                  </a:lnTo>
                  <a:lnTo>
                    <a:pt x="2320328" y="1597687"/>
                  </a:lnTo>
                  <a:lnTo>
                    <a:pt x="2324691" y="1592285"/>
                  </a:lnTo>
                  <a:lnTo>
                    <a:pt x="2329054" y="1592285"/>
                  </a:lnTo>
                  <a:lnTo>
                    <a:pt x="2333416" y="1592285"/>
                  </a:lnTo>
                  <a:lnTo>
                    <a:pt x="2337779" y="1595723"/>
                  </a:lnTo>
                  <a:lnTo>
                    <a:pt x="2342142" y="1611438"/>
                  </a:lnTo>
                  <a:lnTo>
                    <a:pt x="2346505" y="1621260"/>
                  </a:lnTo>
                  <a:lnTo>
                    <a:pt x="2350867" y="1637958"/>
                  </a:lnTo>
                  <a:lnTo>
                    <a:pt x="2355230" y="1644833"/>
                  </a:lnTo>
                  <a:lnTo>
                    <a:pt x="2359593" y="1651217"/>
                  </a:lnTo>
                  <a:lnTo>
                    <a:pt x="2363956" y="1650678"/>
                  </a:lnTo>
                  <a:lnTo>
                    <a:pt x="2368318" y="1658363"/>
                  </a:lnTo>
                  <a:lnTo>
                    <a:pt x="2372681" y="1659375"/>
                  </a:lnTo>
                  <a:lnTo>
                    <a:pt x="2377044" y="1665858"/>
                  </a:lnTo>
                  <a:lnTo>
                    <a:pt x="2381407" y="1651685"/>
                  </a:lnTo>
                  <a:lnTo>
                    <a:pt x="2385769" y="1661123"/>
                  </a:lnTo>
                  <a:lnTo>
                    <a:pt x="2390132" y="1668539"/>
                  </a:lnTo>
                  <a:lnTo>
                    <a:pt x="2394495" y="1660449"/>
                  </a:lnTo>
                  <a:lnTo>
                    <a:pt x="2398858" y="1655056"/>
                  </a:lnTo>
                  <a:lnTo>
                    <a:pt x="2403220" y="1655056"/>
                  </a:lnTo>
                  <a:lnTo>
                    <a:pt x="2407583" y="1649663"/>
                  </a:lnTo>
                  <a:lnTo>
                    <a:pt x="2411946" y="1621348"/>
                  </a:lnTo>
                  <a:lnTo>
                    <a:pt x="2416309" y="1599101"/>
                  </a:lnTo>
                  <a:lnTo>
                    <a:pt x="2420671" y="1574831"/>
                  </a:lnTo>
                  <a:lnTo>
                    <a:pt x="2425034" y="1539775"/>
                  </a:lnTo>
                  <a:lnTo>
                    <a:pt x="2429397" y="1527640"/>
                  </a:lnTo>
                  <a:lnTo>
                    <a:pt x="2433760" y="1520224"/>
                  </a:lnTo>
                  <a:lnTo>
                    <a:pt x="2438122" y="1515505"/>
                  </a:lnTo>
                  <a:lnTo>
                    <a:pt x="2442485" y="1479101"/>
                  </a:lnTo>
                  <a:lnTo>
                    <a:pt x="2446848" y="1440000"/>
                  </a:lnTo>
                  <a:lnTo>
                    <a:pt x="2451211" y="1439325"/>
                  </a:lnTo>
                  <a:lnTo>
                    <a:pt x="2455573" y="1430561"/>
                  </a:lnTo>
                  <a:lnTo>
                    <a:pt x="2459936" y="1426517"/>
                  </a:lnTo>
                  <a:lnTo>
                    <a:pt x="2464299" y="1395505"/>
                  </a:lnTo>
                  <a:lnTo>
                    <a:pt x="2468662" y="1357752"/>
                  </a:lnTo>
                  <a:lnTo>
                    <a:pt x="2473024" y="1350337"/>
                  </a:lnTo>
                  <a:lnTo>
                    <a:pt x="2477387" y="1358427"/>
                  </a:lnTo>
                  <a:lnTo>
                    <a:pt x="2481750" y="1343595"/>
                  </a:lnTo>
                  <a:lnTo>
                    <a:pt x="2486113" y="1334831"/>
                  </a:lnTo>
                  <a:lnTo>
                    <a:pt x="2490475" y="1440142"/>
                  </a:lnTo>
                  <a:lnTo>
                    <a:pt x="2494838" y="1419038"/>
                  </a:lnTo>
                  <a:lnTo>
                    <a:pt x="2499201" y="1395257"/>
                  </a:lnTo>
                  <a:lnTo>
                    <a:pt x="2503564" y="1373745"/>
                  </a:lnTo>
                  <a:lnTo>
                    <a:pt x="2507926" y="1375218"/>
                  </a:lnTo>
                  <a:lnTo>
                    <a:pt x="2512289" y="1380620"/>
                  </a:lnTo>
                  <a:lnTo>
                    <a:pt x="2516652" y="1345752"/>
                  </a:lnTo>
                  <a:lnTo>
                    <a:pt x="2521015" y="1340349"/>
                  </a:lnTo>
                  <a:lnTo>
                    <a:pt x="2525377" y="1326108"/>
                  </a:lnTo>
                  <a:lnTo>
                    <a:pt x="2529740" y="1342314"/>
                  </a:lnTo>
                  <a:lnTo>
                    <a:pt x="2534103" y="1428623"/>
                  </a:lnTo>
                  <a:lnTo>
                    <a:pt x="2538466" y="1423211"/>
                  </a:lnTo>
                  <a:lnTo>
                    <a:pt x="2542828" y="1405893"/>
                  </a:lnTo>
                  <a:lnTo>
                    <a:pt x="2547191" y="1423090"/>
                  </a:lnTo>
                  <a:lnTo>
                    <a:pt x="2551554" y="1442241"/>
                  </a:lnTo>
                  <a:lnTo>
                    <a:pt x="2555917" y="1456066"/>
                  </a:lnTo>
                  <a:lnTo>
                    <a:pt x="2560279" y="1487374"/>
                  </a:lnTo>
                  <a:lnTo>
                    <a:pt x="2564642" y="1500602"/>
                  </a:lnTo>
                  <a:lnTo>
                    <a:pt x="2569005" y="1480314"/>
                  </a:lnTo>
                  <a:lnTo>
                    <a:pt x="2573368" y="1505360"/>
                  </a:lnTo>
                  <a:lnTo>
                    <a:pt x="2577730" y="1528442"/>
                  </a:lnTo>
                  <a:lnTo>
                    <a:pt x="2582093" y="1563801"/>
                  </a:lnTo>
                  <a:lnTo>
                    <a:pt x="2586456" y="1575588"/>
                  </a:lnTo>
                  <a:lnTo>
                    <a:pt x="2590819" y="1598669"/>
                  </a:lnTo>
                  <a:lnTo>
                    <a:pt x="2595181" y="1608212"/>
                  </a:lnTo>
                  <a:lnTo>
                    <a:pt x="2599544" y="1633570"/>
                  </a:lnTo>
                  <a:lnTo>
                    <a:pt x="2603907" y="1647676"/>
                  </a:lnTo>
                  <a:lnTo>
                    <a:pt x="2608270" y="1661123"/>
                  </a:lnTo>
                  <a:lnTo>
                    <a:pt x="2612632" y="1668539"/>
                  </a:lnTo>
                  <a:lnTo>
                    <a:pt x="2616995" y="1652359"/>
                  </a:lnTo>
                  <a:lnTo>
                    <a:pt x="2621358" y="1641573"/>
                  </a:lnTo>
                  <a:lnTo>
                    <a:pt x="2625721" y="1641573"/>
                  </a:lnTo>
                  <a:lnTo>
                    <a:pt x="2630083" y="1641573"/>
                  </a:lnTo>
                  <a:lnTo>
                    <a:pt x="2634446" y="1641573"/>
                  </a:lnTo>
                  <a:lnTo>
                    <a:pt x="2638809" y="1641573"/>
                  </a:lnTo>
                  <a:lnTo>
                    <a:pt x="2643172" y="1641573"/>
                  </a:lnTo>
                  <a:lnTo>
                    <a:pt x="2647534" y="1641573"/>
                  </a:lnTo>
                  <a:lnTo>
                    <a:pt x="2651897" y="1641573"/>
                  </a:lnTo>
                  <a:lnTo>
                    <a:pt x="2656260" y="1641573"/>
                  </a:lnTo>
                  <a:lnTo>
                    <a:pt x="2660623" y="1630112"/>
                  </a:lnTo>
                  <a:lnTo>
                    <a:pt x="2664985" y="1602472"/>
                  </a:lnTo>
                  <a:lnTo>
                    <a:pt x="2669348" y="1601123"/>
                  </a:lnTo>
                  <a:lnTo>
                    <a:pt x="2673711" y="1601123"/>
                  </a:lnTo>
                  <a:lnTo>
                    <a:pt x="2678074" y="1601123"/>
                  </a:lnTo>
                  <a:lnTo>
                    <a:pt x="2682436" y="1617303"/>
                  </a:lnTo>
                  <a:lnTo>
                    <a:pt x="2686799" y="1628090"/>
                  </a:lnTo>
                  <a:lnTo>
                    <a:pt x="2691162" y="1628090"/>
                  </a:lnTo>
                  <a:lnTo>
                    <a:pt x="2695525" y="1628090"/>
                  </a:lnTo>
                  <a:lnTo>
                    <a:pt x="2699887" y="1628090"/>
                  </a:lnTo>
                  <a:lnTo>
                    <a:pt x="2704250" y="1628090"/>
                  </a:lnTo>
                  <a:lnTo>
                    <a:pt x="2708613" y="1628090"/>
                  </a:lnTo>
                  <a:lnTo>
                    <a:pt x="2712976" y="1624719"/>
                  </a:lnTo>
                  <a:lnTo>
                    <a:pt x="2717338" y="1607865"/>
                  </a:lnTo>
                  <a:lnTo>
                    <a:pt x="2721701" y="1601123"/>
                  </a:lnTo>
                  <a:lnTo>
                    <a:pt x="2726064" y="1612584"/>
                  </a:lnTo>
                  <a:lnTo>
                    <a:pt x="2730427" y="1640224"/>
                  </a:lnTo>
                  <a:lnTo>
                    <a:pt x="2734789" y="1641573"/>
                  </a:lnTo>
                  <a:lnTo>
                    <a:pt x="2739152" y="1641573"/>
                  </a:lnTo>
                  <a:lnTo>
                    <a:pt x="2743515" y="1640898"/>
                  </a:lnTo>
                  <a:lnTo>
                    <a:pt x="2747878" y="1628090"/>
                  </a:lnTo>
                  <a:lnTo>
                    <a:pt x="2752240" y="1626741"/>
                  </a:lnTo>
                  <a:lnTo>
                    <a:pt x="2756603" y="1594382"/>
                  </a:lnTo>
                  <a:lnTo>
                    <a:pt x="2760966" y="1568764"/>
                  </a:lnTo>
                  <a:lnTo>
                    <a:pt x="2765329" y="1533033"/>
                  </a:lnTo>
                  <a:lnTo>
                    <a:pt x="2769691" y="1497303"/>
                  </a:lnTo>
                  <a:lnTo>
                    <a:pt x="2774054" y="1490561"/>
                  </a:lnTo>
                  <a:lnTo>
                    <a:pt x="2778417" y="1483146"/>
                  </a:lnTo>
                  <a:lnTo>
                    <a:pt x="2782780" y="1493932"/>
                  </a:lnTo>
                  <a:lnTo>
                    <a:pt x="2787142" y="1481797"/>
                  </a:lnTo>
                  <a:lnTo>
                    <a:pt x="2791505" y="1471685"/>
                  </a:lnTo>
                  <a:lnTo>
                    <a:pt x="2795868" y="1402921"/>
                  </a:lnTo>
                  <a:lnTo>
                    <a:pt x="2800231" y="1365842"/>
                  </a:lnTo>
                  <a:lnTo>
                    <a:pt x="2804593" y="1348988"/>
                  </a:lnTo>
                  <a:lnTo>
                    <a:pt x="2808956" y="1328090"/>
                  </a:lnTo>
                  <a:lnTo>
                    <a:pt x="2813319" y="1295730"/>
                  </a:lnTo>
                  <a:lnTo>
                    <a:pt x="2817682" y="1292359"/>
                  </a:lnTo>
                  <a:lnTo>
                    <a:pt x="2822044" y="1320000"/>
                  </a:lnTo>
                  <a:lnTo>
                    <a:pt x="2826407" y="1330112"/>
                  </a:lnTo>
                  <a:lnTo>
                    <a:pt x="2830770" y="1352359"/>
                  </a:lnTo>
                  <a:lnTo>
                    <a:pt x="2835133" y="1381348"/>
                  </a:lnTo>
                  <a:lnTo>
                    <a:pt x="2839495" y="1388089"/>
                  </a:lnTo>
                  <a:lnTo>
                    <a:pt x="2843858" y="1391460"/>
                  </a:lnTo>
                  <a:lnTo>
                    <a:pt x="2848221" y="1376629"/>
                  </a:lnTo>
                  <a:lnTo>
                    <a:pt x="2852584" y="1378651"/>
                  </a:lnTo>
                  <a:lnTo>
                    <a:pt x="2856946" y="1371910"/>
                  </a:lnTo>
                  <a:lnTo>
                    <a:pt x="2861309" y="1417078"/>
                  </a:lnTo>
                  <a:lnTo>
                    <a:pt x="2865672" y="1444719"/>
                  </a:lnTo>
                  <a:lnTo>
                    <a:pt x="2870035" y="1448764"/>
                  </a:lnTo>
                  <a:lnTo>
                    <a:pt x="2874397" y="1458876"/>
                  </a:lnTo>
                  <a:lnTo>
                    <a:pt x="2878760" y="1487865"/>
                  </a:lnTo>
                  <a:lnTo>
                    <a:pt x="2883123" y="1475730"/>
                  </a:lnTo>
                  <a:lnTo>
                    <a:pt x="2887486" y="1441348"/>
                  </a:lnTo>
                  <a:lnTo>
                    <a:pt x="2891848" y="1446067"/>
                  </a:lnTo>
                  <a:lnTo>
                    <a:pt x="2896211" y="1445393"/>
                  </a:lnTo>
                  <a:lnTo>
                    <a:pt x="2900574" y="1439325"/>
                  </a:lnTo>
                  <a:lnTo>
                    <a:pt x="2904937" y="1425168"/>
                  </a:lnTo>
                  <a:lnTo>
                    <a:pt x="2909299" y="1419775"/>
                  </a:lnTo>
                  <a:lnTo>
                    <a:pt x="2913662" y="1411011"/>
                  </a:lnTo>
                  <a:lnTo>
                    <a:pt x="2918025" y="1370561"/>
                  </a:lnTo>
                  <a:lnTo>
                    <a:pt x="2922388" y="1433403"/>
                  </a:lnTo>
                  <a:lnTo>
                    <a:pt x="2926750" y="1417606"/>
                  </a:lnTo>
                  <a:lnTo>
                    <a:pt x="2931113" y="1372271"/>
                  </a:lnTo>
                  <a:lnTo>
                    <a:pt x="2935476" y="1424747"/>
                  </a:lnTo>
                  <a:lnTo>
                    <a:pt x="2939839" y="1429782"/>
                  </a:lnTo>
                  <a:lnTo>
                    <a:pt x="2944201" y="1415094"/>
                  </a:lnTo>
                  <a:lnTo>
                    <a:pt x="2948564" y="1391130"/>
                  </a:lnTo>
                  <a:lnTo>
                    <a:pt x="2952927" y="1396928"/>
                  </a:lnTo>
                  <a:lnTo>
                    <a:pt x="2957290" y="1368711"/>
                  </a:lnTo>
                  <a:lnTo>
                    <a:pt x="2961652" y="1334697"/>
                  </a:lnTo>
                  <a:lnTo>
                    <a:pt x="2966015" y="1324261"/>
                  </a:lnTo>
                  <a:lnTo>
                    <a:pt x="2970378" y="1326580"/>
                  </a:lnTo>
                  <a:lnTo>
                    <a:pt x="2974741" y="1323036"/>
                  </a:lnTo>
                  <a:lnTo>
                    <a:pt x="2979103" y="1336715"/>
                  </a:lnTo>
                  <a:lnTo>
                    <a:pt x="2983466" y="1369936"/>
                  </a:lnTo>
                  <a:lnTo>
                    <a:pt x="2987829" y="1400406"/>
                  </a:lnTo>
                  <a:lnTo>
                    <a:pt x="2992192" y="1427958"/>
                  </a:lnTo>
                  <a:lnTo>
                    <a:pt x="2996554" y="1410086"/>
                  </a:lnTo>
                  <a:lnTo>
                    <a:pt x="3000917" y="1430169"/>
                  </a:lnTo>
                  <a:lnTo>
                    <a:pt x="3005280" y="1447878"/>
                  </a:lnTo>
                  <a:lnTo>
                    <a:pt x="3009643" y="1474189"/>
                  </a:lnTo>
                  <a:lnTo>
                    <a:pt x="3014005" y="1506065"/>
                  </a:lnTo>
                  <a:lnTo>
                    <a:pt x="3018368" y="1524786"/>
                  </a:lnTo>
                  <a:lnTo>
                    <a:pt x="3022731" y="1569818"/>
                  </a:lnTo>
                  <a:lnTo>
                    <a:pt x="3027094" y="1624969"/>
                  </a:lnTo>
                  <a:lnTo>
                    <a:pt x="3031456" y="1648243"/>
                  </a:lnTo>
                  <a:lnTo>
                    <a:pt x="3035819" y="1652455"/>
                  </a:lnTo>
                  <a:lnTo>
                    <a:pt x="3040182" y="1635505"/>
                  </a:lnTo>
                  <a:lnTo>
                    <a:pt x="3044545" y="1641573"/>
                  </a:lnTo>
                  <a:lnTo>
                    <a:pt x="3048907" y="1641573"/>
                  </a:lnTo>
                  <a:lnTo>
                    <a:pt x="3053270" y="1630786"/>
                  </a:lnTo>
                  <a:lnTo>
                    <a:pt x="3057633" y="1655411"/>
                  </a:lnTo>
                  <a:lnTo>
                    <a:pt x="3061996" y="1656845"/>
                  </a:lnTo>
                  <a:lnTo>
                    <a:pt x="3066358" y="1642678"/>
                  </a:lnTo>
                  <a:lnTo>
                    <a:pt x="3070721" y="1627153"/>
                  </a:lnTo>
                  <a:lnTo>
                    <a:pt x="3075084" y="1613894"/>
                  </a:lnTo>
                  <a:lnTo>
                    <a:pt x="3079447" y="1606036"/>
                  </a:lnTo>
                  <a:lnTo>
                    <a:pt x="3083809" y="1573132"/>
                  </a:lnTo>
                  <a:lnTo>
                    <a:pt x="3088172" y="1525986"/>
                  </a:lnTo>
                  <a:lnTo>
                    <a:pt x="3092535" y="1487680"/>
                  </a:lnTo>
                  <a:lnTo>
                    <a:pt x="3096898" y="1474420"/>
                  </a:lnTo>
                  <a:lnTo>
                    <a:pt x="3101260" y="1441517"/>
                  </a:lnTo>
                  <a:lnTo>
                    <a:pt x="3105623" y="1392897"/>
                  </a:lnTo>
                  <a:lnTo>
                    <a:pt x="3109986" y="1337403"/>
                  </a:lnTo>
                  <a:lnTo>
                    <a:pt x="3114349" y="1295659"/>
                  </a:lnTo>
                  <a:lnTo>
                    <a:pt x="3118711" y="1255880"/>
                  </a:lnTo>
                  <a:lnTo>
                    <a:pt x="3123074" y="1224037"/>
                  </a:lnTo>
                  <a:lnTo>
                    <a:pt x="3127437" y="1156944"/>
                  </a:lnTo>
                  <a:lnTo>
                    <a:pt x="3131800" y="1126927"/>
                  </a:lnTo>
                  <a:lnTo>
                    <a:pt x="3136162" y="918876"/>
                  </a:lnTo>
                  <a:lnTo>
                    <a:pt x="3140525" y="876404"/>
                  </a:lnTo>
                  <a:lnTo>
                    <a:pt x="3144888" y="804943"/>
                  </a:lnTo>
                  <a:lnTo>
                    <a:pt x="3149251" y="785393"/>
                  </a:lnTo>
                  <a:lnTo>
                    <a:pt x="3153613" y="755730"/>
                  </a:lnTo>
                  <a:lnTo>
                    <a:pt x="3157976" y="685618"/>
                  </a:lnTo>
                  <a:lnTo>
                    <a:pt x="3162339" y="630337"/>
                  </a:lnTo>
                  <a:lnTo>
                    <a:pt x="3166702" y="563595"/>
                  </a:lnTo>
                  <a:lnTo>
                    <a:pt x="3171064" y="531236"/>
                  </a:lnTo>
                  <a:lnTo>
                    <a:pt x="3175427" y="490786"/>
                  </a:lnTo>
                  <a:lnTo>
                    <a:pt x="3179790" y="716189"/>
                  </a:lnTo>
                  <a:lnTo>
                    <a:pt x="3184153" y="707135"/>
                  </a:lnTo>
                  <a:lnTo>
                    <a:pt x="3188515" y="694550"/>
                  </a:lnTo>
                  <a:lnTo>
                    <a:pt x="3192878" y="716159"/>
                  </a:lnTo>
                  <a:lnTo>
                    <a:pt x="3197241" y="721560"/>
                  </a:lnTo>
                  <a:lnTo>
                    <a:pt x="3201604" y="701425"/>
                  </a:lnTo>
                  <a:lnTo>
                    <a:pt x="3205966" y="691112"/>
                  </a:lnTo>
                  <a:lnTo>
                    <a:pt x="3210329" y="719596"/>
                  </a:lnTo>
                  <a:lnTo>
                    <a:pt x="3214692" y="682272"/>
                  </a:lnTo>
                  <a:lnTo>
                    <a:pt x="3219055" y="653297"/>
                  </a:lnTo>
                  <a:lnTo>
                    <a:pt x="3223417" y="677361"/>
                  </a:lnTo>
                  <a:lnTo>
                    <a:pt x="3227780" y="648877"/>
                  </a:lnTo>
                  <a:lnTo>
                    <a:pt x="3232143" y="675397"/>
                  </a:lnTo>
                  <a:lnTo>
                    <a:pt x="3236506" y="657717"/>
                  </a:lnTo>
                  <a:lnTo>
                    <a:pt x="3240868" y="714685"/>
                  </a:lnTo>
                  <a:lnTo>
                    <a:pt x="3245231" y="753447"/>
                  </a:lnTo>
                  <a:lnTo>
                    <a:pt x="3249594" y="739695"/>
                  </a:lnTo>
                  <a:lnTo>
                    <a:pt x="3253957" y="433483"/>
                  </a:lnTo>
                  <a:lnTo>
                    <a:pt x="3258319" y="348539"/>
                  </a:lnTo>
                  <a:lnTo>
                    <a:pt x="3262682" y="253483"/>
                  </a:lnTo>
                  <a:lnTo>
                    <a:pt x="3267045" y="260898"/>
                  </a:lnTo>
                  <a:lnTo>
                    <a:pt x="3271408" y="276404"/>
                  </a:lnTo>
                  <a:lnTo>
                    <a:pt x="3275770" y="250786"/>
                  </a:lnTo>
                  <a:lnTo>
                    <a:pt x="3280133" y="297977"/>
                  </a:lnTo>
                  <a:lnTo>
                    <a:pt x="3284496" y="384943"/>
                  </a:lnTo>
                  <a:lnTo>
                    <a:pt x="3288859" y="416629"/>
                  </a:lnTo>
                  <a:lnTo>
                    <a:pt x="3293221" y="469213"/>
                  </a:lnTo>
                  <a:lnTo>
                    <a:pt x="3297584" y="530561"/>
                  </a:lnTo>
                  <a:lnTo>
                    <a:pt x="3301947" y="602022"/>
                  </a:lnTo>
                  <a:lnTo>
                    <a:pt x="3306310" y="612135"/>
                  </a:lnTo>
                  <a:lnTo>
                    <a:pt x="3310672" y="897963"/>
                  </a:lnTo>
                  <a:lnTo>
                    <a:pt x="3315035" y="947472"/>
                  </a:lnTo>
                  <a:lnTo>
                    <a:pt x="3319398" y="1051581"/>
                  </a:lnTo>
                  <a:lnTo>
                    <a:pt x="3323761" y="1102165"/>
                  </a:lnTo>
                  <a:lnTo>
                    <a:pt x="3328123" y="1130158"/>
                  </a:lnTo>
                  <a:lnTo>
                    <a:pt x="3332486" y="1161588"/>
                  </a:lnTo>
                  <a:lnTo>
                    <a:pt x="3336849" y="1186143"/>
                  </a:lnTo>
                  <a:lnTo>
                    <a:pt x="3341212" y="1242129"/>
                  </a:lnTo>
                  <a:lnTo>
                    <a:pt x="3345574" y="1293204"/>
                  </a:lnTo>
                  <a:lnTo>
                    <a:pt x="3349937" y="1286328"/>
                  </a:lnTo>
                  <a:lnTo>
                    <a:pt x="3354300" y="1367165"/>
                  </a:lnTo>
                  <a:lnTo>
                    <a:pt x="3358663" y="1333924"/>
                  </a:lnTo>
                  <a:lnTo>
                    <a:pt x="3363025" y="1290247"/>
                  </a:lnTo>
                  <a:lnTo>
                    <a:pt x="3367388" y="1268709"/>
                  </a:lnTo>
                  <a:lnTo>
                    <a:pt x="3371751" y="1328506"/>
                  </a:lnTo>
                  <a:lnTo>
                    <a:pt x="3376114" y="1323228"/>
                  </a:lnTo>
                  <a:lnTo>
                    <a:pt x="3380476" y="1310033"/>
                  </a:lnTo>
                  <a:lnTo>
                    <a:pt x="3384839" y="1250871"/>
                  </a:lnTo>
                  <a:lnTo>
                    <a:pt x="3389202" y="1257922"/>
                  </a:lnTo>
                  <a:lnTo>
                    <a:pt x="3393565" y="1283438"/>
                  </a:lnTo>
                  <a:lnTo>
                    <a:pt x="3397927" y="1244157"/>
                  </a:lnTo>
                  <a:lnTo>
                    <a:pt x="3402290" y="1201518"/>
                  </a:lnTo>
                  <a:lnTo>
                    <a:pt x="3406653" y="1166938"/>
                  </a:lnTo>
                  <a:lnTo>
                    <a:pt x="3411016" y="1108856"/>
                  </a:lnTo>
                  <a:lnTo>
                    <a:pt x="3415378" y="1087033"/>
                  </a:lnTo>
                  <a:lnTo>
                    <a:pt x="3419741" y="1127277"/>
                  </a:lnTo>
                  <a:lnTo>
                    <a:pt x="3424104" y="1153668"/>
                  </a:lnTo>
                  <a:lnTo>
                    <a:pt x="3428467" y="1065866"/>
                  </a:lnTo>
                  <a:lnTo>
                    <a:pt x="3432829" y="1075246"/>
                  </a:lnTo>
                  <a:lnTo>
                    <a:pt x="3437192" y="1013766"/>
                  </a:lnTo>
                  <a:lnTo>
                    <a:pt x="3441555" y="959584"/>
                  </a:lnTo>
                  <a:lnTo>
                    <a:pt x="3445918" y="928460"/>
                  </a:lnTo>
                  <a:lnTo>
                    <a:pt x="3450280" y="930779"/>
                  </a:lnTo>
                  <a:lnTo>
                    <a:pt x="3454643" y="914221"/>
                  </a:lnTo>
                  <a:lnTo>
                    <a:pt x="3459006" y="891553"/>
                  </a:lnTo>
                  <a:lnTo>
                    <a:pt x="3463369" y="930636"/>
                  </a:lnTo>
                  <a:lnTo>
                    <a:pt x="3467731" y="999033"/>
                  </a:lnTo>
                  <a:lnTo>
                    <a:pt x="3472094" y="1041243"/>
                  </a:lnTo>
                  <a:lnTo>
                    <a:pt x="3476457" y="1105340"/>
                  </a:lnTo>
                  <a:lnTo>
                    <a:pt x="3480820" y="1156930"/>
                  </a:lnTo>
                  <a:lnTo>
                    <a:pt x="3485182" y="1173346"/>
                  </a:lnTo>
                  <a:lnTo>
                    <a:pt x="3489545" y="1198359"/>
                  </a:lnTo>
                  <a:lnTo>
                    <a:pt x="3493908" y="1184289"/>
                  </a:lnTo>
                  <a:lnTo>
                    <a:pt x="3498271" y="1278694"/>
                  </a:lnTo>
                  <a:lnTo>
                    <a:pt x="3502633" y="1301903"/>
                  </a:lnTo>
                  <a:lnTo>
                    <a:pt x="3506996" y="1322719"/>
                  </a:lnTo>
                  <a:lnTo>
                    <a:pt x="3511359" y="1368379"/>
                  </a:lnTo>
                  <a:lnTo>
                    <a:pt x="3515722" y="1405039"/>
                  </a:lnTo>
                  <a:lnTo>
                    <a:pt x="3520084" y="1342187"/>
                  </a:lnTo>
                  <a:lnTo>
                    <a:pt x="3524447" y="1392552"/>
                  </a:lnTo>
                  <a:lnTo>
                    <a:pt x="3528810" y="1359985"/>
                  </a:lnTo>
                  <a:lnTo>
                    <a:pt x="3533173" y="1381355"/>
                  </a:lnTo>
                  <a:lnTo>
                    <a:pt x="3537535" y="1343142"/>
                  </a:lnTo>
                  <a:lnTo>
                    <a:pt x="3541898" y="1309424"/>
                  </a:lnTo>
                  <a:lnTo>
                    <a:pt x="3546261" y="1280764"/>
                  </a:lnTo>
                  <a:lnTo>
                    <a:pt x="3550624" y="1246485"/>
                  </a:lnTo>
                  <a:lnTo>
                    <a:pt x="3554986" y="1223445"/>
                  </a:lnTo>
                  <a:lnTo>
                    <a:pt x="3559349" y="1234684"/>
                  </a:lnTo>
                  <a:lnTo>
                    <a:pt x="3563712" y="1228783"/>
                  </a:lnTo>
                  <a:lnTo>
                    <a:pt x="3568075" y="1176541"/>
                  </a:lnTo>
                  <a:lnTo>
                    <a:pt x="3572437" y="1172272"/>
                  </a:lnTo>
                  <a:lnTo>
                    <a:pt x="3576800" y="1185993"/>
                  </a:lnTo>
                  <a:lnTo>
                    <a:pt x="3581163" y="1187517"/>
                  </a:lnTo>
                  <a:lnTo>
                    <a:pt x="3585526" y="1191176"/>
                  </a:lnTo>
                  <a:lnTo>
                    <a:pt x="3589888" y="1174660"/>
                  </a:lnTo>
                  <a:lnTo>
                    <a:pt x="3594251" y="1213377"/>
                  </a:lnTo>
                  <a:lnTo>
                    <a:pt x="3598614" y="1140994"/>
                  </a:lnTo>
                  <a:lnTo>
                    <a:pt x="3602977" y="1047652"/>
                  </a:lnTo>
                  <a:lnTo>
                    <a:pt x="3607339" y="1067297"/>
                  </a:lnTo>
                  <a:lnTo>
                    <a:pt x="3611702" y="1084485"/>
                  </a:lnTo>
                  <a:lnTo>
                    <a:pt x="3616065" y="1108058"/>
                  </a:lnTo>
                  <a:lnTo>
                    <a:pt x="3620428" y="1139980"/>
                  </a:lnTo>
                  <a:lnTo>
                    <a:pt x="3624790" y="1164044"/>
                  </a:lnTo>
                  <a:lnTo>
                    <a:pt x="3629153" y="1205296"/>
                  </a:lnTo>
                  <a:lnTo>
                    <a:pt x="3633516" y="1246058"/>
                  </a:lnTo>
                  <a:lnTo>
                    <a:pt x="3637879" y="1288724"/>
                  </a:lnTo>
                  <a:lnTo>
                    <a:pt x="3642241" y="1294569"/>
                  </a:lnTo>
                  <a:lnTo>
                    <a:pt x="3646604" y="1298109"/>
                  </a:lnTo>
                  <a:lnTo>
                    <a:pt x="3650967" y="1162247"/>
                  </a:lnTo>
                  <a:lnTo>
                    <a:pt x="3655330" y="1282165"/>
                  </a:lnTo>
                  <a:lnTo>
                    <a:pt x="3659692" y="1303026"/>
                  </a:lnTo>
                  <a:lnTo>
                    <a:pt x="3664055" y="1382626"/>
                  </a:lnTo>
                  <a:lnTo>
                    <a:pt x="3668418" y="1375017"/>
                  </a:lnTo>
                  <a:lnTo>
                    <a:pt x="3672781" y="1387914"/>
                  </a:lnTo>
                  <a:lnTo>
                    <a:pt x="3677143" y="1405111"/>
                  </a:lnTo>
                  <a:lnTo>
                    <a:pt x="3681506" y="1428952"/>
                  </a:lnTo>
                  <a:lnTo>
                    <a:pt x="3685869" y="1418400"/>
                  </a:lnTo>
                  <a:lnTo>
                    <a:pt x="3690232" y="1408238"/>
                  </a:lnTo>
                  <a:lnTo>
                    <a:pt x="3694594" y="1405893"/>
                  </a:lnTo>
                  <a:lnTo>
                    <a:pt x="3698957" y="1423481"/>
                  </a:lnTo>
                  <a:lnTo>
                    <a:pt x="3703320" y="1450839"/>
                  </a:lnTo>
                  <a:lnTo>
                    <a:pt x="3707683" y="1459047"/>
                  </a:lnTo>
                  <a:lnTo>
                    <a:pt x="3712045" y="1462173"/>
                  </a:lnTo>
                  <a:lnTo>
                    <a:pt x="3716408" y="1480543"/>
                  </a:lnTo>
                  <a:lnTo>
                    <a:pt x="3720771" y="1491626"/>
                  </a:lnTo>
                  <a:lnTo>
                    <a:pt x="3725134" y="1443481"/>
                  </a:lnTo>
                  <a:lnTo>
                    <a:pt x="3729496" y="1464746"/>
                  </a:lnTo>
                  <a:lnTo>
                    <a:pt x="3733859" y="1421123"/>
                  </a:lnTo>
                  <a:lnTo>
                    <a:pt x="3738222" y="1446741"/>
                  </a:lnTo>
                  <a:lnTo>
                    <a:pt x="3742585" y="1444719"/>
                  </a:lnTo>
                  <a:lnTo>
                    <a:pt x="3746947" y="1413707"/>
                  </a:lnTo>
                  <a:lnTo>
                    <a:pt x="3751310" y="1390112"/>
                  </a:lnTo>
                  <a:lnTo>
                    <a:pt x="3755673" y="1384719"/>
                  </a:lnTo>
                  <a:lnTo>
                    <a:pt x="3760036" y="1349663"/>
                  </a:lnTo>
                  <a:lnTo>
                    <a:pt x="3764398" y="1327415"/>
                  </a:lnTo>
                  <a:lnTo>
                    <a:pt x="3768761" y="1317977"/>
                  </a:lnTo>
                  <a:lnTo>
                    <a:pt x="3773124" y="1317977"/>
                  </a:lnTo>
                  <a:lnTo>
                    <a:pt x="3777487" y="1297078"/>
                  </a:lnTo>
                  <a:lnTo>
                    <a:pt x="3781849" y="1282247"/>
                  </a:lnTo>
                  <a:lnTo>
                    <a:pt x="3786212" y="1252584"/>
                  </a:lnTo>
                  <a:lnTo>
                    <a:pt x="3790575" y="1232359"/>
                  </a:lnTo>
                  <a:lnTo>
                    <a:pt x="3794938" y="1168988"/>
                  </a:lnTo>
                  <a:lnTo>
                    <a:pt x="3799300" y="1102921"/>
                  </a:lnTo>
                  <a:lnTo>
                    <a:pt x="3803663" y="945168"/>
                  </a:lnTo>
                  <a:lnTo>
                    <a:pt x="3808026" y="871685"/>
                  </a:lnTo>
                  <a:lnTo>
                    <a:pt x="3812389" y="808314"/>
                  </a:lnTo>
                  <a:lnTo>
                    <a:pt x="3816751" y="815730"/>
                  </a:lnTo>
                  <a:lnTo>
                    <a:pt x="3821114" y="788764"/>
                  </a:lnTo>
                  <a:lnTo>
                    <a:pt x="3825477" y="771235"/>
                  </a:lnTo>
                  <a:lnTo>
                    <a:pt x="3829840" y="703820"/>
                  </a:lnTo>
                  <a:lnTo>
                    <a:pt x="3834202" y="614831"/>
                  </a:lnTo>
                  <a:lnTo>
                    <a:pt x="3838565" y="521797"/>
                  </a:lnTo>
                  <a:lnTo>
                    <a:pt x="3842928" y="485393"/>
                  </a:lnTo>
                  <a:lnTo>
                    <a:pt x="3847291" y="463145"/>
                  </a:lnTo>
                  <a:lnTo>
                    <a:pt x="3851653" y="480000"/>
                  </a:lnTo>
                  <a:lnTo>
                    <a:pt x="3856016" y="418651"/>
                  </a:lnTo>
                  <a:lnTo>
                    <a:pt x="3860379" y="410561"/>
                  </a:lnTo>
                  <a:lnTo>
                    <a:pt x="3864742" y="365393"/>
                  </a:lnTo>
                  <a:lnTo>
                    <a:pt x="3869104" y="482696"/>
                  </a:lnTo>
                  <a:lnTo>
                    <a:pt x="3873467" y="560224"/>
                  </a:lnTo>
                  <a:lnTo>
                    <a:pt x="3877830" y="645842"/>
                  </a:lnTo>
                  <a:lnTo>
                    <a:pt x="3882193" y="658652"/>
                  </a:lnTo>
                  <a:lnTo>
                    <a:pt x="3886555" y="690337"/>
                  </a:lnTo>
                  <a:lnTo>
                    <a:pt x="3890918" y="714606"/>
                  </a:lnTo>
                  <a:lnTo>
                    <a:pt x="3895281" y="797528"/>
                  </a:lnTo>
                  <a:lnTo>
                    <a:pt x="3899644" y="823820"/>
                  </a:lnTo>
                  <a:lnTo>
                    <a:pt x="3904006" y="814381"/>
                  </a:lnTo>
                  <a:lnTo>
                    <a:pt x="3908369" y="792134"/>
                  </a:lnTo>
                  <a:lnTo>
                    <a:pt x="3912732" y="788764"/>
                  </a:lnTo>
                  <a:lnTo>
                    <a:pt x="3917095" y="811011"/>
                  </a:lnTo>
                  <a:lnTo>
                    <a:pt x="3921457" y="891910"/>
                  </a:lnTo>
                  <a:lnTo>
                    <a:pt x="3925820" y="949887"/>
                  </a:lnTo>
                  <a:lnTo>
                    <a:pt x="3930183" y="1014606"/>
                  </a:lnTo>
                  <a:lnTo>
                    <a:pt x="3934546" y="1006516"/>
                  </a:lnTo>
                  <a:lnTo>
                    <a:pt x="3938908" y="938427"/>
                  </a:lnTo>
                  <a:lnTo>
                    <a:pt x="3943271" y="895955"/>
                  </a:lnTo>
                  <a:lnTo>
                    <a:pt x="3947634" y="908090"/>
                  </a:lnTo>
                  <a:lnTo>
                    <a:pt x="3951997" y="1081049"/>
                  </a:lnTo>
                  <a:lnTo>
                    <a:pt x="3956359" y="1026910"/>
                  </a:lnTo>
                  <a:lnTo>
                    <a:pt x="3960722" y="1000507"/>
                  </a:lnTo>
                  <a:lnTo>
                    <a:pt x="3965085" y="997069"/>
                  </a:lnTo>
                  <a:lnTo>
                    <a:pt x="3969448" y="993631"/>
                  </a:lnTo>
                  <a:lnTo>
                    <a:pt x="3973810" y="996578"/>
                  </a:lnTo>
                  <a:lnTo>
                    <a:pt x="3978173" y="972514"/>
                  </a:lnTo>
                  <a:lnTo>
                    <a:pt x="3982536" y="917510"/>
                  </a:lnTo>
                  <a:lnTo>
                    <a:pt x="3986899" y="911617"/>
                  </a:lnTo>
                  <a:lnTo>
                    <a:pt x="3991261" y="908671"/>
                  </a:lnTo>
                  <a:lnTo>
                    <a:pt x="3995624" y="907689"/>
                  </a:lnTo>
                  <a:lnTo>
                    <a:pt x="3999987" y="925859"/>
                  </a:lnTo>
                  <a:lnTo>
                    <a:pt x="4004350" y="988720"/>
                  </a:lnTo>
                  <a:lnTo>
                    <a:pt x="4008712" y="1026044"/>
                  </a:lnTo>
                  <a:lnTo>
                    <a:pt x="4013075" y="1014749"/>
                  </a:lnTo>
                  <a:lnTo>
                    <a:pt x="4017438" y="976818"/>
                  </a:lnTo>
                  <a:lnTo>
                    <a:pt x="4021801" y="1018308"/>
                  </a:lnTo>
                  <a:lnTo>
                    <a:pt x="4026163" y="1023368"/>
                  </a:lnTo>
                  <a:lnTo>
                    <a:pt x="4030526" y="1065364"/>
                  </a:lnTo>
                  <a:lnTo>
                    <a:pt x="4034889" y="1139741"/>
                  </a:lnTo>
                  <a:lnTo>
                    <a:pt x="4039252" y="1205296"/>
                  </a:lnTo>
                  <a:lnTo>
                    <a:pt x="4043614" y="1240165"/>
                  </a:lnTo>
                  <a:lnTo>
                    <a:pt x="4047977" y="1244093"/>
                  </a:lnTo>
                  <a:lnTo>
                    <a:pt x="4052340" y="1212663"/>
                  </a:lnTo>
                  <a:lnTo>
                    <a:pt x="4056703" y="1175830"/>
                  </a:lnTo>
                  <a:lnTo>
                    <a:pt x="4061065" y="1190563"/>
                  </a:lnTo>
                  <a:lnTo>
                    <a:pt x="4065428" y="1209225"/>
                  </a:lnTo>
                  <a:lnTo>
                    <a:pt x="4069791" y="1206279"/>
                  </a:lnTo>
                  <a:lnTo>
                    <a:pt x="4074154" y="1194001"/>
                  </a:lnTo>
                  <a:lnTo>
                    <a:pt x="4078516" y="1224449"/>
                  </a:lnTo>
                  <a:lnTo>
                    <a:pt x="4082879" y="1288293"/>
                  </a:lnTo>
                  <a:lnTo>
                    <a:pt x="4087242" y="1295144"/>
                  </a:lnTo>
                  <a:lnTo>
                    <a:pt x="4091605" y="1317844"/>
                  </a:lnTo>
                  <a:lnTo>
                    <a:pt x="4095967" y="1283943"/>
                  </a:lnTo>
                  <a:lnTo>
                    <a:pt x="4100330" y="1242187"/>
                  </a:lnTo>
                  <a:lnTo>
                    <a:pt x="4104693" y="1069887"/>
                  </a:lnTo>
                  <a:lnTo>
                    <a:pt x="4109056" y="1088764"/>
                  </a:lnTo>
                  <a:lnTo>
                    <a:pt x="4113418" y="1131236"/>
                  </a:lnTo>
                  <a:lnTo>
                    <a:pt x="4117781" y="1168314"/>
                  </a:lnTo>
                  <a:lnTo>
                    <a:pt x="4122144" y="1206067"/>
                  </a:lnTo>
                  <a:lnTo>
                    <a:pt x="4126507" y="1217528"/>
                  </a:lnTo>
                  <a:lnTo>
                    <a:pt x="4130869" y="1223595"/>
                  </a:lnTo>
                  <a:lnTo>
                    <a:pt x="4135232" y="1228314"/>
                  </a:lnTo>
                  <a:lnTo>
                    <a:pt x="4139595" y="1202022"/>
                  </a:lnTo>
                  <a:lnTo>
                    <a:pt x="4143958" y="1156179"/>
                  </a:lnTo>
                  <a:lnTo>
                    <a:pt x="4148320" y="1069213"/>
                  </a:lnTo>
                  <a:lnTo>
                    <a:pt x="4152683" y="1051011"/>
                  </a:lnTo>
                  <a:lnTo>
                    <a:pt x="4157046" y="1048314"/>
                  </a:lnTo>
                  <a:lnTo>
                    <a:pt x="4161409" y="1088089"/>
                  </a:lnTo>
                  <a:lnTo>
                    <a:pt x="4165771" y="1050337"/>
                  </a:lnTo>
                  <a:lnTo>
                    <a:pt x="4170134" y="980898"/>
                  </a:lnTo>
                  <a:lnTo>
                    <a:pt x="4174497" y="851461"/>
                  </a:lnTo>
                  <a:lnTo>
                    <a:pt x="4178860" y="732809"/>
                  </a:lnTo>
                  <a:lnTo>
                    <a:pt x="4183222" y="680899"/>
                  </a:lnTo>
                  <a:lnTo>
                    <a:pt x="4187585" y="621572"/>
                  </a:lnTo>
                  <a:lnTo>
                    <a:pt x="4191948" y="572359"/>
                  </a:lnTo>
                  <a:lnTo>
                    <a:pt x="4196311" y="496179"/>
                  </a:lnTo>
                  <a:lnTo>
                    <a:pt x="4200673" y="397078"/>
                  </a:lnTo>
                  <a:lnTo>
                    <a:pt x="4205036" y="375505"/>
                  </a:lnTo>
                  <a:lnTo>
                    <a:pt x="4209399" y="304719"/>
                  </a:lnTo>
                  <a:lnTo>
                    <a:pt x="4213762" y="298651"/>
                  </a:lnTo>
                  <a:lnTo>
                    <a:pt x="4218124" y="229213"/>
                  </a:lnTo>
                  <a:lnTo>
                    <a:pt x="4222487" y="149663"/>
                  </a:lnTo>
                  <a:lnTo>
                    <a:pt x="4226850" y="115954"/>
                  </a:lnTo>
                  <a:lnTo>
                    <a:pt x="4231213" y="121348"/>
                  </a:lnTo>
                  <a:lnTo>
                    <a:pt x="4235575" y="97078"/>
                  </a:lnTo>
                  <a:lnTo>
                    <a:pt x="4239938" y="146966"/>
                  </a:lnTo>
                  <a:lnTo>
                    <a:pt x="4244301" y="155056"/>
                  </a:lnTo>
                  <a:lnTo>
                    <a:pt x="4248664" y="107865"/>
                  </a:lnTo>
                  <a:lnTo>
                    <a:pt x="4253026" y="54607"/>
                  </a:lnTo>
                  <a:lnTo>
                    <a:pt x="4257389" y="0"/>
                  </a:lnTo>
                  <a:lnTo>
                    <a:pt x="4261752" y="11460"/>
                  </a:lnTo>
                  <a:lnTo>
                    <a:pt x="4266115" y="35056"/>
                  </a:lnTo>
                  <a:lnTo>
                    <a:pt x="4270477" y="365155"/>
                  </a:lnTo>
                  <a:lnTo>
                    <a:pt x="4274840" y="393939"/>
                  </a:lnTo>
                  <a:lnTo>
                    <a:pt x="4279203" y="664086"/>
                  </a:lnTo>
                  <a:lnTo>
                    <a:pt x="4283566" y="804008"/>
                  </a:lnTo>
                  <a:lnTo>
                    <a:pt x="4287928" y="859145"/>
                  </a:lnTo>
                  <a:lnTo>
                    <a:pt x="4292291" y="945210"/>
                  </a:lnTo>
                  <a:lnTo>
                    <a:pt x="4296654" y="905296"/>
                  </a:lnTo>
                  <a:lnTo>
                    <a:pt x="4301017" y="912035"/>
                  </a:lnTo>
                  <a:lnTo>
                    <a:pt x="4305379" y="895707"/>
                  </a:lnTo>
                  <a:lnTo>
                    <a:pt x="4309742" y="904778"/>
                  </a:lnTo>
                  <a:lnTo>
                    <a:pt x="4314105" y="897521"/>
                  </a:lnTo>
                  <a:lnTo>
                    <a:pt x="4318468" y="957929"/>
                  </a:lnTo>
                  <a:lnTo>
                    <a:pt x="4322830" y="961059"/>
                  </a:lnTo>
                  <a:lnTo>
                    <a:pt x="4327193" y="944685"/>
                  </a:lnTo>
                  <a:lnTo>
                    <a:pt x="4331556" y="970659"/>
                  </a:lnTo>
                  <a:lnTo>
                    <a:pt x="4335919" y="990650"/>
                  </a:lnTo>
                  <a:lnTo>
                    <a:pt x="4340281" y="958410"/>
                  </a:lnTo>
                  <a:lnTo>
                    <a:pt x="4344644" y="940804"/>
                  </a:lnTo>
                  <a:lnTo>
                    <a:pt x="4349007" y="905657"/>
                  </a:lnTo>
                  <a:lnTo>
                    <a:pt x="4353370" y="843291"/>
                  </a:lnTo>
                  <a:lnTo>
                    <a:pt x="4357732" y="775292"/>
                  </a:lnTo>
                  <a:lnTo>
                    <a:pt x="4362095" y="794095"/>
                  </a:lnTo>
                  <a:lnTo>
                    <a:pt x="4366458" y="771003"/>
                  </a:lnTo>
                  <a:lnTo>
                    <a:pt x="4370821" y="759692"/>
                  </a:lnTo>
                  <a:lnTo>
                    <a:pt x="4375183" y="855487"/>
                  </a:lnTo>
                  <a:lnTo>
                    <a:pt x="4379546" y="877135"/>
                  </a:lnTo>
                  <a:lnTo>
                    <a:pt x="4383909" y="814752"/>
                  </a:lnTo>
                  <a:lnTo>
                    <a:pt x="4388272" y="814752"/>
                  </a:lnTo>
                  <a:lnTo>
                    <a:pt x="4392634" y="818836"/>
                  </a:lnTo>
                  <a:lnTo>
                    <a:pt x="4396997" y="669558"/>
                  </a:lnTo>
                  <a:lnTo>
                    <a:pt x="4401360" y="693399"/>
                  </a:lnTo>
                  <a:lnTo>
                    <a:pt x="4405723" y="741472"/>
                  </a:lnTo>
                  <a:lnTo>
                    <a:pt x="4410085" y="725056"/>
                  </a:lnTo>
                  <a:lnTo>
                    <a:pt x="4414448" y="703170"/>
                  </a:lnTo>
                  <a:lnTo>
                    <a:pt x="4418811" y="706297"/>
                  </a:lnTo>
                  <a:lnTo>
                    <a:pt x="4423174" y="733655"/>
                  </a:lnTo>
                  <a:lnTo>
                    <a:pt x="4427536" y="744598"/>
                  </a:lnTo>
                  <a:lnTo>
                    <a:pt x="4431899" y="776943"/>
                  </a:lnTo>
                  <a:lnTo>
                    <a:pt x="4436262" y="561952"/>
                  </a:lnTo>
                  <a:lnTo>
                    <a:pt x="4440625" y="517687"/>
                  </a:lnTo>
                  <a:lnTo>
                    <a:pt x="4444987" y="235281"/>
                  </a:lnTo>
                  <a:lnTo>
                    <a:pt x="4449350" y="264269"/>
                  </a:lnTo>
                  <a:lnTo>
                    <a:pt x="4453713" y="263595"/>
                  </a:lnTo>
                  <a:lnTo>
                    <a:pt x="4458076" y="346516"/>
                  </a:lnTo>
                  <a:lnTo>
                    <a:pt x="4462438" y="339101"/>
                  </a:lnTo>
                  <a:lnTo>
                    <a:pt x="4466801" y="286516"/>
                  </a:lnTo>
                  <a:lnTo>
                    <a:pt x="4471164" y="271685"/>
                  </a:lnTo>
                  <a:lnTo>
                    <a:pt x="4475527" y="315505"/>
                  </a:lnTo>
                  <a:lnTo>
                    <a:pt x="4479889" y="400449"/>
                  </a:lnTo>
                  <a:lnTo>
                    <a:pt x="4484252" y="529887"/>
                  </a:lnTo>
                  <a:lnTo>
                    <a:pt x="4488615" y="582472"/>
                  </a:lnTo>
                  <a:lnTo>
                    <a:pt x="4492978" y="653932"/>
                  </a:lnTo>
                  <a:lnTo>
                    <a:pt x="4497340" y="716629"/>
                  </a:lnTo>
                  <a:lnTo>
                    <a:pt x="4501703" y="759101"/>
                  </a:lnTo>
                  <a:lnTo>
                    <a:pt x="4506066" y="793482"/>
                  </a:lnTo>
                  <a:lnTo>
                    <a:pt x="4510429" y="815730"/>
                  </a:lnTo>
                  <a:lnTo>
                    <a:pt x="4514791" y="850786"/>
                  </a:lnTo>
                  <a:lnTo>
                    <a:pt x="4519154" y="1130428"/>
                  </a:lnTo>
                  <a:lnTo>
                    <a:pt x="4523517" y="1132152"/>
                  </a:lnTo>
                  <a:lnTo>
                    <a:pt x="4527880" y="1168731"/>
                  </a:lnTo>
                  <a:lnTo>
                    <a:pt x="4532242" y="1275044"/>
                  </a:lnTo>
                  <a:lnTo>
                    <a:pt x="4536605" y="1260111"/>
                  </a:lnTo>
                  <a:lnTo>
                    <a:pt x="4540968" y="1319929"/>
                  </a:lnTo>
                  <a:lnTo>
                    <a:pt x="4545331" y="1309043"/>
                  </a:lnTo>
                  <a:lnTo>
                    <a:pt x="4549693" y="1294853"/>
                  </a:lnTo>
                  <a:lnTo>
                    <a:pt x="4554056" y="1323054"/>
                  </a:lnTo>
                  <a:lnTo>
                    <a:pt x="4558419" y="1325069"/>
                  </a:lnTo>
                  <a:lnTo>
                    <a:pt x="4562782" y="1288474"/>
                  </a:lnTo>
                  <a:lnTo>
                    <a:pt x="4567144" y="1227370"/>
                  </a:lnTo>
                  <a:lnTo>
                    <a:pt x="4571507" y="1161566"/>
                  </a:lnTo>
                  <a:lnTo>
                    <a:pt x="4575870" y="1122285"/>
                  </a:lnTo>
                  <a:lnTo>
                    <a:pt x="4580233" y="1100462"/>
                  </a:lnTo>
                  <a:lnTo>
                    <a:pt x="4584595" y="1071857"/>
                  </a:lnTo>
                  <a:lnTo>
                    <a:pt x="4588958" y="1054373"/>
                  </a:lnTo>
                  <a:lnTo>
                    <a:pt x="4593321" y="903278"/>
                  </a:lnTo>
                  <a:lnTo>
                    <a:pt x="4597684" y="930779"/>
                  </a:lnTo>
                  <a:lnTo>
                    <a:pt x="4602046" y="681846"/>
                  </a:lnTo>
                  <a:lnTo>
                    <a:pt x="4606409" y="642371"/>
                  </a:lnTo>
                  <a:lnTo>
                    <a:pt x="4610772" y="598133"/>
                  </a:lnTo>
                  <a:lnTo>
                    <a:pt x="4615135" y="211011"/>
                  </a:lnTo>
                  <a:lnTo>
                    <a:pt x="4619497" y="170562"/>
                  </a:lnTo>
                  <a:lnTo>
                    <a:pt x="4623860" y="174606"/>
                  </a:lnTo>
                  <a:lnTo>
                    <a:pt x="4628223" y="221798"/>
                  </a:lnTo>
                  <a:lnTo>
                    <a:pt x="4632586" y="252809"/>
                  </a:lnTo>
                  <a:lnTo>
                    <a:pt x="4636948" y="280449"/>
                  </a:lnTo>
                  <a:lnTo>
                    <a:pt x="4641311" y="229887"/>
                  </a:lnTo>
                  <a:lnTo>
                    <a:pt x="4645674" y="150337"/>
                  </a:lnTo>
                  <a:lnTo>
                    <a:pt x="4650037" y="454066"/>
                  </a:lnTo>
                  <a:lnTo>
                    <a:pt x="4654399" y="481978"/>
                  </a:lnTo>
                  <a:lnTo>
                    <a:pt x="4658762" y="489568"/>
                  </a:lnTo>
                  <a:lnTo>
                    <a:pt x="4663125" y="533469"/>
                  </a:lnTo>
                  <a:lnTo>
                    <a:pt x="4667488" y="539852"/>
                  </a:lnTo>
                  <a:lnTo>
                    <a:pt x="4671850" y="497618"/>
                  </a:lnTo>
                  <a:lnTo>
                    <a:pt x="4676213" y="433774"/>
                  </a:lnTo>
                  <a:lnTo>
                    <a:pt x="4680576" y="406273"/>
                  </a:lnTo>
                  <a:lnTo>
                    <a:pt x="4684939" y="621174"/>
                  </a:lnTo>
                  <a:lnTo>
                    <a:pt x="4689301" y="557397"/>
                  </a:lnTo>
                  <a:lnTo>
                    <a:pt x="4693664" y="503453"/>
                  </a:lnTo>
                  <a:lnTo>
                    <a:pt x="4698027" y="535110"/>
                  </a:lnTo>
                  <a:lnTo>
                    <a:pt x="4702390" y="591391"/>
                  </a:lnTo>
                  <a:lnTo>
                    <a:pt x="4706752" y="667603"/>
                  </a:lnTo>
                  <a:lnTo>
                    <a:pt x="4711115" y="755932"/>
                  </a:lnTo>
                  <a:lnTo>
                    <a:pt x="4715478" y="850906"/>
                  </a:lnTo>
                  <a:lnTo>
                    <a:pt x="4719841" y="904496"/>
                  </a:lnTo>
                  <a:lnTo>
                    <a:pt x="4724203" y="895770"/>
                  </a:lnTo>
                  <a:lnTo>
                    <a:pt x="4728566" y="677361"/>
                  </a:lnTo>
                  <a:lnTo>
                    <a:pt x="4732929" y="697497"/>
                  </a:lnTo>
                  <a:lnTo>
                    <a:pt x="4737292" y="767233"/>
                  </a:lnTo>
                  <a:lnTo>
                    <a:pt x="4741654" y="835496"/>
                  </a:lnTo>
                  <a:lnTo>
                    <a:pt x="4746017" y="837461"/>
                  </a:lnTo>
                  <a:lnTo>
                    <a:pt x="4750380" y="902946"/>
                  </a:lnTo>
                  <a:lnTo>
                    <a:pt x="4754743" y="975806"/>
                  </a:lnTo>
                  <a:lnTo>
                    <a:pt x="4759105" y="838651"/>
                  </a:lnTo>
                  <a:lnTo>
                    <a:pt x="4763468" y="786742"/>
                  </a:lnTo>
                  <a:lnTo>
                    <a:pt x="4767831" y="684269"/>
                  </a:lnTo>
                  <a:lnTo>
                    <a:pt x="4772194" y="599325"/>
                  </a:lnTo>
                  <a:lnTo>
                    <a:pt x="4776556" y="526517"/>
                  </a:lnTo>
                  <a:lnTo>
                    <a:pt x="4780919" y="430112"/>
                  </a:lnTo>
                  <a:lnTo>
                    <a:pt x="4785282" y="361348"/>
                  </a:lnTo>
                  <a:lnTo>
                    <a:pt x="4789645" y="311461"/>
                  </a:lnTo>
                  <a:lnTo>
                    <a:pt x="4794007" y="339775"/>
                  </a:lnTo>
                  <a:lnTo>
                    <a:pt x="4798370" y="318876"/>
                  </a:lnTo>
                  <a:lnTo>
                    <a:pt x="4802733" y="272359"/>
                  </a:lnTo>
                  <a:lnTo>
                    <a:pt x="4807096" y="228540"/>
                  </a:lnTo>
                  <a:lnTo>
                    <a:pt x="4811458" y="217079"/>
                  </a:lnTo>
                  <a:lnTo>
                    <a:pt x="4815821" y="188764"/>
                  </a:lnTo>
                  <a:lnTo>
                    <a:pt x="4820184" y="116629"/>
                  </a:lnTo>
                  <a:lnTo>
                    <a:pt x="4824547" y="83595"/>
                  </a:lnTo>
                  <a:lnTo>
                    <a:pt x="4828909" y="131461"/>
                  </a:lnTo>
                  <a:lnTo>
                    <a:pt x="4833272" y="175281"/>
                  </a:lnTo>
                  <a:lnTo>
                    <a:pt x="4837635" y="134157"/>
                  </a:lnTo>
                  <a:lnTo>
                    <a:pt x="4841998" y="105168"/>
                  </a:lnTo>
                  <a:lnTo>
                    <a:pt x="4846360" y="107865"/>
                  </a:lnTo>
                  <a:lnTo>
                    <a:pt x="4850723" y="142247"/>
                  </a:lnTo>
                  <a:lnTo>
                    <a:pt x="4855086" y="215730"/>
                  </a:lnTo>
                  <a:lnTo>
                    <a:pt x="4859449" y="226516"/>
                  </a:lnTo>
                  <a:lnTo>
                    <a:pt x="4863811" y="295280"/>
                  </a:lnTo>
                  <a:lnTo>
                    <a:pt x="4868174" y="364719"/>
                  </a:lnTo>
                  <a:lnTo>
                    <a:pt x="4872537" y="424718"/>
                  </a:lnTo>
                  <a:lnTo>
                    <a:pt x="4876900" y="491461"/>
                  </a:lnTo>
                  <a:lnTo>
                    <a:pt x="4881262" y="492134"/>
                  </a:lnTo>
                  <a:lnTo>
                    <a:pt x="4885625" y="544045"/>
                  </a:lnTo>
                  <a:lnTo>
                    <a:pt x="4889988" y="602696"/>
                  </a:lnTo>
                  <a:lnTo>
                    <a:pt x="4894351" y="610112"/>
                  </a:lnTo>
                  <a:lnTo>
                    <a:pt x="4898713" y="672808"/>
                  </a:lnTo>
                  <a:lnTo>
                    <a:pt x="4903076" y="764494"/>
                  </a:lnTo>
                  <a:lnTo>
                    <a:pt x="4907439" y="765842"/>
                  </a:lnTo>
                  <a:lnTo>
                    <a:pt x="4911802" y="780000"/>
                  </a:lnTo>
                  <a:lnTo>
                    <a:pt x="4916164" y="815730"/>
                  </a:lnTo>
                  <a:lnTo>
                    <a:pt x="4920527" y="806966"/>
                  </a:lnTo>
                  <a:lnTo>
                    <a:pt x="4924890" y="808314"/>
                  </a:lnTo>
                  <a:lnTo>
                    <a:pt x="4929253" y="802247"/>
                  </a:lnTo>
                  <a:lnTo>
                    <a:pt x="4933615" y="784719"/>
                  </a:lnTo>
                  <a:lnTo>
                    <a:pt x="4937978" y="761797"/>
                  </a:lnTo>
                  <a:lnTo>
                    <a:pt x="4942341" y="734831"/>
                  </a:lnTo>
                  <a:lnTo>
                    <a:pt x="4946704" y="982384"/>
                  </a:lnTo>
                  <a:lnTo>
                    <a:pt x="4951066" y="996045"/>
                  </a:lnTo>
                  <a:lnTo>
                    <a:pt x="4955429" y="1017204"/>
                  </a:lnTo>
                  <a:lnTo>
                    <a:pt x="4959792" y="995596"/>
                  </a:lnTo>
                  <a:lnTo>
                    <a:pt x="4964155" y="970549"/>
                  </a:lnTo>
                  <a:lnTo>
                    <a:pt x="4968517" y="975952"/>
                  </a:lnTo>
                  <a:lnTo>
                    <a:pt x="4972880" y="1048144"/>
                  </a:lnTo>
                  <a:lnTo>
                    <a:pt x="4977243" y="1092343"/>
                  </a:lnTo>
                  <a:lnTo>
                    <a:pt x="4981606" y="1112478"/>
                  </a:lnTo>
                  <a:lnTo>
                    <a:pt x="4985968" y="1121809"/>
                  </a:lnTo>
                  <a:lnTo>
                    <a:pt x="4990331" y="1126229"/>
                  </a:lnTo>
                  <a:lnTo>
                    <a:pt x="4994694" y="1117389"/>
                  </a:lnTo>
                  <a:lnTo>
                    <a:pt x="4999057" y="1146364"/>
                  </a:lnTo>
                  <a:lnTo>
                    <a:pt x="5003419" y="1136051"/>
                  </a:lnTo>
                  <a:lnTo>
                    <a:pt x="5007782" y="1227685"/>
                  </a:lnTo>
                  <a:lnTo>
                    <a:pt x="5012145" y="1114442"/>
                  </a:lnTo>
                  <a:lnTo>
                    <a:pt x="5016508" y="1235747"/>
                  </a:lnTo>
                  <a:lnTo>
                    <a:pt x="5020870" y="1219126"/>
                  </a:lnTo>
                  <a:lnTo>
                    <a:pt x="5025233" y="1248386"/>
                  </a:lnTo>
                  <a:lnTo>
                    <a:pt x="5029596" y="1284734"/>
                  </a:lnTo>
                  <a:lnTo>
                    <a:pt x="5033959" y="1371721"/>
                  </a:lnTo>
                  <a:lnTo>
                    <a:pt x="5038321" y="1343351"/>
                  </a:lnTo>
                  <a:lnTo>
                    <a:pt x="5042684" y="1337083"/>
                  </a:lnTo>
                  <a:lnTo>
                    <a:pt x="5047047" y="1312647"/>
                  </a:lnTo>
                  <a:lnTo>
                    <a:pt x="5051410" y="1296531"/>
                  </a:lnTo>
                  <a:lnTo>
                    <a:pt x="5055772" y="1293174"/>
                  </a:lnTo>
                  <a:lnTo>
                    <a:pt x="5060135" y="1293510"/>
                  </a:lnTo>
                  <a:lnTo>
                    <a:pt x="5064498" y="1286459"/>
                  </a:lnTo>
                  <a:lnTo>
                    <a:pt x="5068861" y="1317683"/>
                  </a:lnTo>
                  <a:lnTo>
                    <a:pt x="5073223" y="1385576"/>
                  </a:lnTo>
                  <a:lnTo>
                    <a:pt x="5077586" y="1427142"/>
                  </a:lnTo>
                  <a:lnTo>
                    <a:pt x="5081949" y="1402726"/>
                  </a:lnTo>
                  <a:lnTo>
                    <a:pt x="5086312" y="1447176"/>
                  </a:lnTo>
                  <a:lnTo>
                    <a:pt x="5090674" y="1385040"/>
                  </a:lnTo>
                  <a:lnTo>
                    <a:pt x="5095037" y="1372762"/>
                  </a:lnTo>
                  <a:lnTo>
                    <a:pt x="5099400" y="1338588"/>
                  </a:lnTo>
                  <a:lnTo>
                    <a:pt x="5103763" y="1365911"/>
                  </a:lnTo>
                  <a:lnTo>
                    <a:pt x="5108125" y="1345645"/>
                  </a:lnTo>
                  <a:lnTo>
                    <a:pt x="5112488" y="1294382"/>
                  </a:lnTo>
                  <a:lnTo>
                    <a:pt x="5116851" y="1427561"/>
                  </a:lnTo>
                  <a:lnTo>
                    <a:pt x="5121214" y="1445349"/>
                  </a:lnTo>
                  <a:lnTo>
                    <a:pt x="5125576" y="1444843"/>
                  </a:lnTo>
                  <a:lnTo>
                    <a:pt x="5129939" y="1478929"/>
                  </a:lnTo>
                  <a:lnTo>
                    <a:pt x="5134302" y="1451814"/>
                  </a:lnTo>
                  <a:lnTo>
                    <a:pt x="5138665" y="1412146"/>
                  </a:lnTo>
                  <a:lnTo>
                    <a:pt x="5143027" y="1389478"/>
                  </a:lnTo>
                  <a:lnTo>
                    <a:pt x="5147390" y="1408338"/>
                  </a:lnTo>
                  <a:lnTo>
                    <a:pt x="5151753" y="1358526"/>
                  </a:lnTo>
                  <a:lnTo>
                    <a:pt x="5156116" y="1342099"/>
                  </a:lnTo>
                  <a:lnTo>
                    <a:pt x="5160478" y="1337522"/>
                  </a:lnTo>
                  <a:lnTo>
                    <a:pt x="5164841" y="1358620"/>
                  </a:lnTo>
                  <a:lnTo>
                    <a:pt x="5169204" y="1368975"/>
                  </a:lnTo>
                  <a:lnTo>
                    <a:pt x="5173567" y="1387219"/>
                  </a:lnTo>
                  <a:lnTo>
                    <a:pt x="5177929" y="1346758"/>
                  </a:lnTo>
                  <a:lnTo>
                    <a:pt x="5182292" y="1344779"/>
                  </a:lnTo>
                  <a:lnTo>
                    <a:pt x="5186655" y="1334135"/>
                  </a:lnTo>
                  <a:lnTo>
                    <a:pt x="5191018" y="1330232"/>
                  </a:lnTo>
                  <a:lnTo>
                    <a:pt x="5195380" y="1338289"/>
                  </a:lnTo>
                  <a:lnTo>
                    <a:pt x="5199743" y="1326878"/>
                  </a:lnTo>
                  <a:lnTo>
                    <a:pt x="5204106" y="1322082"/>
                  </a:lnTo>
                  <a:lnTo>
                    <a:pt x="5208469" y="1339211"/>
                  </a:lnTo>
                  <a:lnTo>
                    <a:pt x="5212831" y="1341346"/>
                  </a:lnTo>
                  <a:lnTo>
                    <a:pt x="5217194" y="1350191"/>
                  </a:lnTo>
                  <a:lnTo>
                    <a:pt x="5221557" y="1353393"/>
                  </a:lnTo>
                  <a:lnTo>
                    <a:pt x="5225920" y="1356443"/>
                  </a:lnTo>
                  <a:lnTo>
                    <a:pt x="5230282" y="1337628"/>
                  </a:lnTo>
                  <a:lnTo>
                    <a:pt x="5234645" y="1356316"/>
                  </a:lnTo>
                  <a:lnTo>
                    <a:pt x="5239008" y="1320652"/>
                  </a:lnTo>
                  <a:lnTo>
                    <a:pt x="5243371" y="1347263"/>
                  </a:lnTo>
                  <a:lnTo>
                    <a:pt x="5247733" y="1343098"/>
                  </a:lnTo>
                  <a:lnTo>
                    <a:pt x="5252096" y="1369793"/>
                  </a:lnTo>
                  <a:lnTo>
                    <a:pt x="5256459" y="1362165"/>
                  </a:lnTo>
                  <a:lnTo>
                    <a:pt x="5260822" y="1383098"/>
                  </a:lnTo>
                  <a:lnTo>
                    <a:pt x="5265184" y="1370457"/>
                  </a:lnTo>
                  <a:lnTo>
                    <a:pt x="5269547" y="1379898"/>
                  </a:lnTo>
                  <a:lnTo>
                    <a:pt x="5273910" y="1333922"/>
                  </a:lnTo>
                  <a:lnTo>
                    <a:pt x="5278273" y="1282527"/>
                  </a:lnTo>
                  <a:lnTo>
                    <a:pt x="5282635" y="1264226"/>
                  </a:lnTo>
                  <a:lnTo>
                    <a:pt x="5286998" y="1271691"/>
                  </a:lnTo>
                  <a:lnTo>
                    <a:pt x="5291361" y="1274581"/>
                  </a:lnTo>
                  <a:lnTo>
                    <a:pt x="5295724" y="1272654"/>
                  </a:lnTo>
                  <a:lnTo>
                    <a:pt x="5300086" y="1281082"/>
                  </a:lnTo>
                  <a:lnTo>
                    <a:pt x="5304449" y="1289269"/>
                  </a:lnTo>
                  <a:lnTo>
                    <a:pt x="5308812" y="1244041"/>
                  </a:lnTo>
                  <a:lnTo>
                    <a:pt x="5313175" y="1188603"/>
                  </a:lnTo>
                  <a:lnTo>
                    <a:pt x="5317537" y="1088376"/>
                  </a:lnTo>
                  <a:lnTo>
                    <a:pt x="5321900" y="982227"/>
                  </a:lnTo>
                  <a:lnTo>
                    <a:pt x="5326263" y="1001378"/>
                  </a:lnTo>
                  <a:lnTo>
                    <a:pt x="5330626" y="1122329"/>
                  </a:lnTo>
                  <a:lnTo>
                    <a:pt x="5334988" y="1128597"/>
                  </a:lnTo>
                  <a:lnTo>
                    <a:pt x="5339351" y="1143772"/>
                  </a:lnTo>
                  <a:lnTo>
                    <a:pt x="5343714" y="1170162"/>
                  </a:lnTo>
                  <a:lnTo>
                    <a:pt x="5348077" y="1207769"/>
                  </a:lnTo>
                  <a:lnTo>
                    <a:pt x="5352439" y="1237788"/>
                  </a:lnTo>
                  <a:lnTo>
                    <a:pt x="5356802" y="1188197"/>
                  </a:lnTo>
                  <a:lnTo>
                    <a:pt x="5361165" y="1222982"/>
                  </a:lnTo>
                  <a:lnTo>
                    <a:pt x="5365528" y="1246956"/>
                  </a:lnTo>
                  <a:lnTo>
                    <a:pt x="5369890" y="1261800"/>
                  </a:lnTo>
                  <a:lnTo>
                    <a:pt x="5374253" y="1145873"/>
                  </a:lnTo>
                  <a:lnTo>
                    <a:pt x="5378616" y="1171901"/>
                  </a:lnTo>
                  <a:lnTo>
                    <a:pt x="5382979" y="1316144"/>
                  </a:lnTo>
                  <a:lnTo>
                    <a:pt x="5387341" y="1324208"/>
                  </a:lnTo>
                  <a:lnTo>
                    <a:pt x="5391704" y="1394813"/>
                  </a:lnTo>
                  <a:lnTo>
                    <a:pt x="5396067" y="1345704"/>
                  </a:lnTo>
                  <a:lnTo>
                    <a:pt x="5400430" y="1357820"/>
                  </a:lnTo>
                  <a:lnTo>
                    <a:pt x="5404792" y="1357889"/>
                  </a:lnTo>
                  <a:lnTo>
                    <a:pt x="5409155" y="1395768"/>
                  </a:lnTo>
                  <a:lnTo>
                    <a:pt x="5413518" y="1410069"/>
                  </a:lnTo>
                  <a:lnTo>
                    <a:pt x="5417881" y="1403885"/>
                  </a:lnTo>
                  <a:lnTo>
                    <a:pt x="5422243" y="1401952"/>
                  </a:lnTo>
                  <a:lnTo>
                    <a:pt x="5426606" y="1405045"/>
                  </a:lnTo>
                  <a:lnTo>
                    <a:pt x="5430969" y="1416254"/>
                  </a:lnTo>
                  <a:lnTo>
                    <a:pt x="5435332" y="1425917"/>
                  </a:lnTo>
                  <a:lnTo>
                    <a:pt x="5439694" y="1461864"/>
                  </a:lnTo>
                  <a:lnTo>
                    <a:pt x="5444057" y="1489693"/>
                  </a:lnTo>
                  <a:lnTo>
                    <a:pt x="5448420" y="1517137"/>
                  </a:lnTo>
                  <a:lnTo>
                    <a:pt x="5452783" y="1498485"/>
                  </a:lnTo>
                  <a:lnTo>
                    <a:pt x="5457145" y="1520232"/>
                  </a:lnTo>
                  <a:lnTo>
                    <a:pt x="5461508" y="1506571"/>
                  </a:lnTo>
                  <a:lnTo>
                    <a:pt x="5465871" y="1489874"/>
                  </a:lnTo>
                  <a:lnTo>
                    <a:pt x="5470234" y="1468623"/>
                  </a:lnTo>
                  <a:lnTo>
                    <a:pt x="5474596" y="1454962"/>
                  </a:lnTo>
                  <a:lnTo>
                    <a:pt x="5478959" y="1382102"/>
                  </a:lnTo>
                  <a:lnTo>
                    <a:pt x="5483322" y="1320374"/>
                  </a:lnTo>
                  <a:lnTo>
                    <a:pt x="5487685" y="1292675"/>
                  </a:lnTo>
                  <a:lnTo>
                    <a:pt x="5492047" y="1338457"/>
                  </a:lnTo>
                  <a:lnTo>
                    <a:pt x="5496410" y="1290596"/>
                  </a:lnTo>
                  <a:lnTo>
                    <a:pt x="5500773" y="1353075"/>
                  </a:lnTo>
                  <a:lnTo>
                    <a:pt x="5505136" y="1359375"/>
                  </a:lnTo>
                  <a:lnTo>
                    <a:pt x="5509498" y="1337188"/>
                  </a:lnTo>
                  <a:lnTo>
                    <a:pt x="5513861" y="1304199"/>
                  </a:lnTo>
                  <a:lnTo>
                    <a:pt x="5518224" y="1291918"/>
                  </a:lnTo>
                  <a:lnTo>
                    <a:pt x="5522587" y="1270728"/>
                  </a:lnTo>
                  <a:lnTo>
                    <a:pt x="5526949" y="1249537"/>
                  </a:lnTo>
                  <a:lnTo>
                    <a:pt x="5531312" y="1281898"/>
                  </a:lnTo>
                  <a:lnTo>
                    <a:pt x="5535675" y="1300527"/>
                  </a:lnTo>
                  <a:lnTo>
                    <a:pt x="5540038" y="1294847"/>
                  </a:lnTo>
                  <a:lnTo>
                    <a:pt x="5544400" y="1305070"/>
                  </a:lnTo>
                  <a:lnTo>
                    <a:pt x="5548763" y="1346485"/>
                  </a:lnTo>
                  <a:lnTo>
                    <a:pt x="5553126" y="1336489"/>
                  </a:lnTo>
                  <a:lnTo>
                    <a:pt x="5557489" y="1319413"/>
                  </a:lnTo>
                  <a:lnTo>
                    <a:pt x="5561851" y="1287350"/>
                  </a:lnTo>
                  <a:lnTo>
                    <a:pt x="5566214" y="1284694"/>
                  </a:lnTo>
                  <a:lnTo>
                    <a:pt x="5570577" y="1265873"/>
                  </a:lnTo>
                  <a:lnTo>
                    <a:pt x="5574940" y="1229049"/>
                  </a:lnTo>
                  <a:lnTo>
                    <a:pt x="5579302" y="1273030"/>
                  </a:lnTo>
                  <a:lnTo>
                    <a:pt x="5583665" y="1275044"/>
                  </a:lnTo>
                  <a:lnTo>
                    <a:pt x="5588028" y="1298210"/>
                  </a:lnTo>
                  <a:lnTo>
                    <a:pt x="5592391" y="1354237"/>
                  </a:lnTo>
                  <a:lnTo>
                    <a:pt x="5596753" y="1357536"/>
                  </a:lnTo>
                  <a:lnTo>
                    <a:pt x="5601116" y="1339392"/>
                  </a:lnTo>
                  <a:lnTo>
                    <a:pt x="5605479" y="1289424"/>
                  </a:lnTo>
                  <a:lnTo>
                    <a:pt x="5609842" y="1335857"/>
                  </a:lnTo>
                  <a:lnTo>
                    <a:pt x="5614204" y="1284855"/>
                  </a:lnTo>
                  <a:lnTo>
                    <a:pt x="5618567" y="1332675"/>
                  </a:lnTo>
                  <a:lnTo>
                    <a:pt x="5622930" y="1353708"/>
                  </a:lnTo>
                  <a:lnTo>
                    <a:pt x="5627293" y="1431236"/>
                  </a:lnTo>
                  <a:lnTo>
                    <a:pt x="5631655" y="1454831"/>
                  </a:lnTo>
                  <a:lnTo>
                    <a:pt x="5636018" y="1456179"/>
                  </a:lnTo>
                  <a:lnTo>
                    <a:pt x="5640381" y="1442696"/>
                  </a:lnTo>
                  <a:lnTo>
                    <a:pt x="5644744" y="1441348"/>
                  </a:lnTo>
                  <a:lnTo>
                    <a:pt x="5649106" y="1485842"/>
                  </a:lnTo>
                  <a:lnTo>
                    <a:pt x="5653469" y="1497977"/>
                  </a:lnTo>
                  <a:lnTo>
                    <a:pt x="5657832" y="1475056"/>
                  </a:lnTo>
                  <a:lnTo>
                    <a:pt x="5662195" y="1425168"/>
                  </a:lnTo>
                  <a:lnTo>
                    <a:pt x="5666557" y="1339550"/>
                  </a:lnTo>
                  <a:lnTo>
                    <a:pt x="5670920" y="1362556"/>
                  </a:lnTo>
                  <a:lnTo>
                    <a:pt x="5675283" y="1302158"/>
                  </a:lnTo>
                  <a:lnTo>
                    <a:pt x="5679646" y="1256371"/>
                  </a:lnTo>
                  <a:lnTo>
                    <a:pt x="5684008" y="1202841"/>
                  </a:lnTo>
                  <a:lnTo>
                    <a:pt x="5688371" y="1135560"/>
                  </a:lnTo>
                  <a:lnTo>
                    <a:pt x="5692734" y="1125738"/>
                  </a:lnTo>
                  <a:lnTo>
                    <a:pt x="5697097" y="1109531"/>
                  </a:lnTo>
                  <a:lnTo>
                    <a:pt x="5701459" y="1084485"/>
                  </a:lnTo>
                  <a:lnTo>
                    <a:pt x="5705822" y="1068770"/>
                  </a:lnTo>
                  <a:lnTo>
                    <a:pt x="5710185" y="1022606"/>
                  </a:lnTo>
                  <a:lnTo>
                    <a:pt x="5714548" y="966621"/>
                  </a:lnTo>
                  <a:lnTo>
                    <a:pt x="5718910" y="1063935"/>
                  </a:lnTo>
                  <a:lnTo>
                    <a:pt x="5723273" y="1056400"/>
                  </a:lnTo>
                  <a:lnTo>
                    <a:pt x="5727636" y="1081910"/>
                  </a:lnTo>
                  <a:lnTo>
                    <a:pt x="5731999" y="1131917"/>
                  </a:lnTo>
                  <a:lnTo>
                    <a:pt x="5736361" y="1185852"/>
                  </a:lnTo>
                  <a:lnTo>
                    <a:pt x="5740724" y="1232501"/>
                  </a:lnTo>
                  <a:lnTo>
                    <a:pt x="5745087" y="1171901"/>
                  </a:lnTo>
                  <a:lnTo>
                    <a:pt x="5749450" y="1214136"/>
                  </a:lnTo>
                  <a:lnTo>
                    <a:pt x="5753812" y="1240165"/>
                  </a:lnTo>
                  <a:lnTo>
                    <a:pt x="5758175" y="1227396"/>
                  </a:lnTo>
                  <a:lnTo>
                    <a:pt x="5762538" y="1183688"/>
                  </a:lnTo>
                  <a:lnTo>
                    <a:pt x="5766901" y="1162079"/>
                  </a:lnTo>
                  <a:lnTo>
                    <a:pt x="5771263" y="1132122"/>
                  </a:lnTo>
                  <a:lnTo>
                    <a:pt x="5775626" y="1145873"/>
                  </a:lnTo>
                  <a:lnTo>
                    <a:pt x="5779989" y="1148328"/>
                  </a:lnTo>
                  <a:lnTo>
                    <a:pt x="5784352" y="1172124"/>
                  </a:lnTo>
                  <a:lnTo>
                    <a:pt x="5788714" y="1181231"/>
                  </a:lnTo>
                  <a:lnTo>
                    <a:pt x="5793077" y="1112419"/>
                  </a:lnTo>
                  <a:lnTo>
                    <a:pt x="5797440" y="854831"/>
                  </a:lnTo>
                  <a:lnTo>
                    <a:pt x="5801803" y="756404"/>
                  </a:lnTo>
                  <a:lnTo>
                    <a:pt x="5806165" y="908049"/>
                  </a:lnTo>
                  <a:lnTo>
                    <a:pt x="5810528" y="878154"/>
                  </a:lnTo>
                  <a:lnTo>
                    <a:pt x="5814891" y="816425"/>
                  </a:lnTo>
                  <a:lnTo>
                    <a:pt x="5819254" y="830585"/>
                  </a:lnTo>
                  <a:lnTo>
                    <a:pt x="5823616" y="812906"/>
                  </a:lnTo>
                  <a:lnTo>
                    <a:pt x="5827979" y="829112"/>
                  </a:lnTo>
                  <a:lnTo>
                    <a:pt x="5832342" y="817817"/>
                  </a:lnTo>
                  <a:lnTo>
                    <a:pt x="5836705" y="857105"/>
                  </a:lnTo>
                  <a:lnTo>
                    <a:pt x="5841067" y="832059"/>
                  </a:lnTo>
                  <a:lnTo>
                    <a:pt x="5845430" y="823710"/>
                  </a:lnTo>
                  <a:lnTo>
                    <a:pt x="5849793" y="770180"/>
                  </a:lnTo>
                  <a:lnTo>
                    <a:pt x="5854156" y="807995"/>
                  </a:lnTo>
                  <a:lnTo>
                    <a:pt x="5858518" y="851703"/>
                  </a:lnTo>
                  <a:lnTo>
                    <a:pt x="5862881" y="841881"/>
                  </a:lnTo>
                  <a:lnTo>
                    <a:pt x="5867244" y="894920"/>
                  </a:lnTo>
                  <a:lnTo>
                    <a:pt x="5871607" y="952942"/>
                  </a:lnTo>
                  <a:lnTo>
                    <a:pt x="5875969" y="1001611"/>
                  </a:lnTo>
                  <a:lnTo>
                    <a:pt x="5880332" y="1057355"/>
                  </a:lnTo>
                  <a:lnTo>
                    <a:pt x="5884695" y="883146"/>
                  </a:lnTo>
                  <a:lnTo>
                    <a:pt x="5889057" y="863595"/>
                  </a:lnTo>
                  <a:lnTo>
                    <a:pt x="5893420" y="801573"/>
                  </a:lnTo>
                  <a:lnTo>
                    <a:pt x="5897783" y="807640"/>
                  </a:lnTo>
                  <a:lnTo>
                    <a:pt x="5902146" y="823146"/>
                  </a:lnTo>
                  <a:lnTo>
                    <a:pt x="5906508" y="885842"/>
                  </a:lnTo>
                  <a:lnTo>
                    <a:pt x="5910871" y="926292"/>
                  </a:lnTo>
                  <a:lnTo>
                    <a:pt x="5915234" y="951236"/>
                  </a:lnTo>
                  <a:lnTo>
                    <a:pt x="5919597" y="910112"/>
                  </a:lnTo>
                  <a:lnTo>
                    <a:pt x="5923959" y="889887"/>
                  </a:lnTo>
                  <a:lnTo>
                    <a:pt x="5928322" y="823146"/>
                  </a:lnTo>
                  <a:lnTo>
                    <a:pt x="5932685" y="703820"/>
                  </a:lnTo>
                  <a:lnTo>
                    <a:pt x="5937048" y="565618"/>
                  </a:lnTo>
                  <a:lnTo>
                    <a:pt x="5941410" y="426067"/>
                  </a:lnTo>
                  <a:lnTo>
                    <a:pt x="5945773" y="359999"/>
                  </a:lnTo>
                  <a:lnTo>
                    <a:pt x="5950136" y="718773"/>
                  </a:lnTo>
                  <a:lnTo>
                    <a:pt x="5954499" y="749497"/>
                  </a:lnTo>
                  <a:lnTo>
                    <a:pt x="5958861" y="782457"/>
                  </a:lnTo>
                  <a:lnTo>
                    <a:pt x="5963224" y="763795"/>
                  </a:lnTo>
                  <a:lnTo>
                    <a:pt x="5967587" y="703390"/>
                  </a:lnTo>
                  <a:lnTo>
                    <a:pt x="5971950" y="636109"/>
                  </a:lnTo>
                  <a:lnTo>
                    <a:pt x="5976312" y="605169"/>
                  </a:lnTo>
                  <a:lnTo>
                    <a:pt x="5980675" y="636600"/>
                  </a:lnTo>
                  <a:lnTo>
                    <a:pt x="5985038" y="625305"/>
                  </a:lnTo>
                  <a:lnTo>
                    <a:pt x="5989401" y="667048"/>
                  </a:lnTo>
                  <a:lnTo>
                    <a:pt x="5993763" y="761340"/>
                  </a:lnTo>
                  <a:lnTo>
                    <a:pt x="5998126" y="849247"/>
                  </a:lnTo>
                  <a:lnTo>
                    <a:pt x="6002489" y="887553"/>
                  </a:lnTo>
                  <a:lnTo>
                    <a:pt x="6006852" y="933717"/>
                  </a:lnTo>
                  <a:lnTo>
                    <a:pt x="6011214" y="936172"/>
                  </a:lnTo>
                  <a:lnTo>
                    <a:pt x="6015577" y="891309"/>
                  </a:lnTo>
                  <a:lnTo>
                    <a:pt x="6019940" y="923047"/>
                  </a:lnTo>
                  <a:lnTo>
                    <a:pt x="6024303" y="720000"/>
                  </a:lnTo>
                  <a:lnTo>
                    <a:pt x="6028665" y="780000"/>
                  </a:lnTo>
                  <a:lnTo>
                    <a:pt x="6033028" y="818427"/>
                  </a:lnTo>
                  <a:lnTo>
                    <a:pt x="6037391" y="821123"/>
                  </a:lnTo>
                  <a:lnTo>
                    <a:pt x="6041754" y="775281"/>
                  </a:lnTo>
                  <a:lnTo>
                    <a:pt x="6046116" y="654606"/>
                  </a:lnTo>
                  <a:lnTo>
                    <a:pt x="6050479" y="668089"/>
                  </a:lnTo>
                  <a:lnTo>
                    <a:pt x="6054842" y="631011"/>
                  </a:lnTo>
                  <a:lnTo>
                    <a:pt x="6059205" y="587865"/>
                  </a:lnTo>
                  <a:lnTo>
                    <a:pt x="6063567" y="537303"/>
                  </a:lnTo>
                  <a:lnTo>
                    <a:pt x="6067930" y="529213"/>
                  </a:lnTo>
                  <a:lnTo>
                    <a:pt x="6072293" y="473933"/>
                  </a:lnTo>
                  <a:lnTo>
                    <a:pt x="6076656" y="380898"/>
                  </a:lnTo>
                  <a:lnTo>
                    <a:pt x="6081018" y="288539"/>
                  </a:lnTo>
                  <a:lnTo>
                    <a:pt x="6085381" y="528298"/>
                  </a:lnTo>
                  <a:lnTo>
                    <a:pt x="6089744" y="589013"/>
                  </a:lnTo>
                  <a:lnTo>
                    <a:pt x="6094107" y="607625"/>
                  </a:lnTo>
                  <a:lnTo>
                    <a:pt x="6098469" y="621376"/>
                  </a:lnTo>
                  <a:lnTo>
                    <a:pt x="6102832" y="643476"/>
                  </a:lnTo>
                  <a:lnTo>
                    <a:pt x="6107195" y="662137"/>
                  </a:lnTo>
                  <a:lnTo>
                    <a:pt x="6111558" y="721070"/>
                  </a:lnTo>
                  <a:lnTo>
                    <a:pt x="6115920" y="698479"/>
                  </a:lnTo>
                  <a:lnTo>
                    <a:pt x="6120283" y="693077"/>
                  </a:lnTo>
                  <a:lnTo>
                    <a:pt x="6124646" y="690621"/>
                  </a:lnTo>
                  <a:lnTo>
                    <a:pt x="6129009" y="723525"/>
                  </a:lnTo>
                  <a:lnTo>
                    <a:pt x="6133371" y="734330"/>
                  </a:lnTo>
                  <a:lnTo>
                    <a:pt x="6137734" y="780002"/>
                  </a:lnTo>
                  <a:lnTo>
                    <a:pt x="6142097" y="833532"/>
                  </a:lnTo>
                  <a:lnTo>
                    <a:pt x="6146460" y="891973"/>
                  </a:lnTo>
                  <a:lnTo>
                    <a:pt x="6150822" y="956580"/>
                  </a:lnTo>
                  <a:lnTo>
                    <a:pt x="6155185" y="976313"/>
                  </a:lnTo>
                  <a:lnTo>
                    <a:pt x="6159548" y="972771"/>
                  </a:lnTo>
                  <a:lnTo>
                    <a:pt x="6163911" y="938628"/>
                  </a:lnTo>
                  <a:lnTo>
                    <a:pt x="6168273" y="923895"/>
                  </a:lnTo>
                  <a:lnTo>
                    <a:pt x="6172636" y="945012"/>
                  </a:lnTo>
                  <a:lnTo>
                    <a:pt x="6176999" y="942066"/>
                  </a:lnTo>
                  <a:lnTo>
                    <a:pt x="6181362" y="995105"/>
                  </a:lnTo>
                  <a:lnTo>
                    <a:pt x="6185724" y="1016222"/>
                  </a:lnTo>
                  <a:lnTo>
                    <a:pt x="6190087" y="1019168"/>
                  </a:lnTo>
                  <a:lnTo>
                    <a:pt x="6194450" y="994613"/>
                  </a:lnTo>
                  <a:lnTo>
                    <a:pt x="6198813" y="1011311"/>
                  </a:lnTo>
                  <a:lnTo>
                    <a:pt x="6203175" y="961218"/>
                  </a:lnTo>
                  <a:lnTo>
                    <a:pt x="6207538" y="927824"/>
                  </a:lnTo>
                  <a:lnTo>
                    <a:pt x="6211901" y="918984"/>
                  </a:lnTo>
                  <a:lnTo>
                    <a:pt x="6216264" y="1011358"/>
                  </a:lnTo>
                  <a:lnTo>
                    <a:pt x="6220626" y="966006"/>
                  </a:lnTo>
                  <a:lnTo>
                    <a:pt x="6224989" y="977935"/>
                  </a:lnTo>
                  <a:lnTo>
                    <a:pt x="6229352" y="994942"/>
                  </a:lnTo>
                  <a:lnTo>
                    <a:pt x="6233715" y="974019"/>
                  </a:lnTo>
                  <a:lnTo>
                    <a:pt x="6238077" y="977927"/>
                  </a:lnTo>
                  <a:lnTo>
                    <a:pt x="6242440" y="954086"/>
                  </a:lnTo>
                  <a:lnTo>
                    <a:pt x="6246803" y="901324"/>
                  </a:lnTo>
                  <a:lnTo>
                    <a:pt x="6251166" y="860677"/>
                  </a:lnTo>
                  <a:lnTo>
                    <a:pt x="6255528" y="992355"/>
                  </a:lnTo>
                  <a:lnTo>
                    <a:pt x="6259891" y="955425"/>
                  </a:lnTo>
                  <a:lnTo>
                    <a:pt x="6264254" y="1007324"/>
                  </a:lnTo>
                  <a:lnTo>
                    <a:pt x="6268617" y="1084641"/>
                  </a:lnTo>
                  <a:lnTo>
                    <a:pt x="6272979" y="1085203"/>
                  </a:lnTo>
                  <a:lnTo>
                    <a:pt x="6277342" y="1105900"/>
                  </a:lnTo>
                  <a:lnTo>
                    <a:pt x="6281705" y="1106677"/>
                  </a:lnTo>
                  <a:lnTo>
                    <a:pt x="6286068" y="1113416"/>
                  </a:lnTo>
                  <a:lnTo>
                    <a:pt x="6290430" y="1111083"/>
                  </a:lnTo>
                  <a:lnTo>
                    <a:pt x="6294793" y="1096828"/>
                  </a:lnTo>
                  <a:lnTo>
                    <a:pt x="6299156" y="1070873"/>
                  </a:lnTo>
                  <a:lnTo>
                    <a:pt x="6303519" y="1081550"/>
                  </a:lnTo>
                  <a:lnTo>
                    <a:pt x="6307881" y="1113582"/>
                  </a:lnTo>
                  <a:lnTo>
                    <a:pt x="6312244" y="1134374"/>
                  </a:lnTo>
                  <a:lnTo>
                    <a:pt x="6316607" y="1138027"/>
                  </a:lnTo>
                  <a:lnTo>
                    <a:pt x="6320970" y="1131564"/>
                  </a:lnTo>
                  <a:lnTo>
                    <a:pt x="6325332" y="1100927"/>
                  </a:lnTo>
                  <a:lnTo>
                    <a:pt x="6329695" y="1069239"/>
                  </a:lnTo>
                  <a:lnTo>
                    <a:pt x="6334058" y="1076625"/>
                  </a:lnTo>
                  <a:lnTo>
                    <a:pt x="6338421" y="1126288"/>
                  </a:lnTo>
                  <a:lnTo>
                    <a:pt x="6342783" y="1183358"/>
                  </a:lnTo>
                  <a:lnTo>
                    <a:pt x="6347146" y="1123709"/>
                  </a:lnTo>
                  <a:lnTo>
                    <a:pt x="6351509" y="1150626"/>
                  </a:lnTo>
                  <a:lnTo>
                    <a:pt x="6355872" y="1039304"/>
                  </a:lnTo>
                  <a:lnTo>
                    <a:pt x="6360234" y="1112478"/>
                  </a:lnTo>
                  <a:lnTo>
                    <a:pt x="6364597" y="1126720"/>
                  </a:lnTo>
                  <a:lnTo>
                    <a:pt x="6368960" y="1129667"/>
                  </a:lnTo>
                  <a:lnTo>
                    <a:pt x="6373323" y="1131140"/>
                  </a:lnTo>
                  <a:lnTo>
                    <a:pt x="6377685" y="1136542"/>
                  </a:lnTo>
                  <a:lnTo>
                    <a:pt x="6382048" y="1285609"/>
                  </a:lnTo>
                  <a:lnTo>
                    <a:pt x="6386411" y="1296431"/>
                  </a:lnTo>
                  <a:lnTo>
                    <a:pt x="6390774" y="1274181"/>
                  </a:lnTo>
                  <a:lnTo>
                    <a:pt x="6395136" y="1225718"/>
                  </a:lnTo>
                  <a:lnTo>
                    <a:pt x="6399499" y="1199141"/>
                  </a:lnTo>
                  <a:lnTo>
                    <a:pt x="6403862" y="1262200"/>
                  </a:lnTo>
                  <a:lnTo>
                    <a:pt x="6408225" y="1256262"/>
                  </a:lnTo>
                  <a:lnTo>
                    <a:pt x="6412587" y="1249334"/>
                  </a:lnTo>
                  <a:lnTo>
                    <a:pt x="6416950" y="1220320"/>
                  </a:lnTo>
                  <a:lnTo>
                    <a:pt x="6421313" y="1197490"/>
                  </a:lnTo>
                  <a:lnTo>
                    <a:pt x="6425676" y="1154515"/>
                  </a:lnTo>
                  <a:lnTo>
                    <a:pt x="6430038" y="1125978"/>
                  </a:lnTo>
                  <a:lnTo>
                    <a:pt x="6434401" y="1102477"/>
                  </a:lnTo>
                  <a:lnTo>
                    <a:pt x="6438764" y="1077297"/>
                  </a:lnTo>
                  <a:lnTo>
                    <a:pt x="6443127" y="1068232"/>
                  </a:lnTo>
                  <a:lnTo>
                    <a:pt x="6447489" y="1063940"/>
                  </a:lnTo>
                  <a:lnTo>
                    <a:pt x="6451852" y="1051404"/>
                  </a:lnTo>
                  <a:lnTo>
                    <a:pt x="6456215" y="1065259"/>
                  </a:lnTo>
                  <a:lnTo>
                    <a:pt x="6460578" y="1076145"/>
                  </a:lnTo>
                  <a:lnTo>
                    <a:pt x="6464940" y="1088681"/>
                  </a:lnTo>
                  <a:lnTo>
                    <a:pt x="6469303" y="1125928"/>
                  </a:lnTo>
                  <a:lnTo>
                    <a:pt x="6473666" y="1036673"/>
                  </a:lnTo>
                  <a:lnTo>
                    <a:pt x="6478029" y="1076230"/>
                  </a:lnTo>
                  <a:lnTo>
                    <a:pt x="6482391" y="1052144"/>
                  </a:lnTo>
                  <a:lnTo>
                    <a:pt x="6486754" y="1052449"/>
                  </a:lnTo>
                  <a:lnTo>
                    <a:pt x="6491117" y="1086292"/>
                  </a:lnTo>
                  <a:lnTo>
                    <a:pt x="6495480" y="1110074"/>
                  </a:lnTo>
                  <a:lnTo>
                    <a:pt x="6499842" y="1124404"/>
                  </a:lnTo>
                  <a:lnTo>
                    <a:pt x="6504205" y="1129282"/>
                  </a:lnTo>
                  <a:lnTo>
                    <a:pt x="6508568" y="1141783"/>
                  </a:lnTo>
                  <a:lnTo>
                    <a:pt x="6512931" y="1174102"/>
                  </a:lnTo>
                  <a:lnTo>
                    <a:pt x="6517293" y="1212823"/>
                  </a:lnTo>
                  <a:lnTo>
                    <a:pt x="6521656" y="1205811"/>
                  </a:lnTo>
                  <a:lnTo>
                    <a:pt x="6526019" y="1149144"/>
                  </a:lnTo>
                  <a:lnTo>
                    <a:pt x="6530382" y="1142093"/>
                  </a:lnTo>
                  <a:lnTo>
                    <a:pt x="6534744" y="1056486"/>
                  </a:lnTo>
                  <a:lnTo>
                    <a:pt x="6539107" y="1103386"/>
                  </a:lnTo>
                  <a:lnTo>
                    <a:pt x="6543470" y="1124428"/>
                  </a:lnTo>
                  <a:lnTo>
                    <a:pt x="6547833" y="957781"/>
                  </a:lnTo>
                  <a:lnTo>
                    <a:pt x="6552195" y="964165"/>
                  </a:lnTo>
                  <a:lnTo>
                    <a:pt x="6556558" y="965638"/>
                  </a:lnTo>
                  <a:lnTo>
                    <a:pt x="6560921" y="950414"/>
                  </a:lnTo>
                  <a:lnTo>
                    <a:pt x="6565284" y="954834"/>
                  </a:lnTo>
                  <a:lnTo>
                    <a:pt x="6569646" y="938137"/>
                  </a:lnTo>
                  <a:lnTo>
                    <a:pt x="6574009" y="927824"/>
                  </a:lnTo>
                  <a:lnTo>
                    <a:pt x="6578372" y="886571"/>
                  </a:lnTo>
                  <a:lnTo>
                    <a:pt x="6582735" y="841880"/>
                  </a:lnTo>
                  <a:lnTo>
                    <a:pt x="6587097" y="863489"/>
                  </a:lnTo>
                  <a:lnTo>
                    <a:pt x="6591460" y="900599"/>
                  </a:lnTo>
                  <a:lnTo>
                    <a:pt x="6595823" y="922679"/>
                  </a:lnTo>
                  <a:lnTo>
                    <a:pt x="6600186" y="981372"/>
                  </a:lnTo>
                  <a:lnTo>
                    <a:pt x="6604548" y="952084"/>
                  </a:lnTo>
                  <a:lnTo>
                    <a:pt x="6608911" y="787415"/>
                  </a:lnTo>
                  <a:lnTo>
                    <a:pt x="6613274" y="850786"/>
                  </a:lnTo>
                  <a:lnTo>
                    <a:pt x="6617637" y="906741"/>
                  </a:lnTo>
                  <a:lnTo>
                    <a:pt x="6621999" y="908090"/>
                  </a:lnTo>
                  <a:lnTo>
                    <a:pt x="6626362" y="957303"/>
                  </a:lnTo>
                  <a:lnTo>
                    <a:pt x="6630725" y="996404"/>
                  </a:lnTo>
                  <a:lnTo>
                    <a:pt x="6635088" y="1057078"/>
                  </a:lnTo>
                  <a:lnTo>
                    <a:pt x="6639450" y="1022696"/>
                  </a:lnTo>
                  <a:lnTo>
                    <a:pt x="6643813" y="1049663"/>
                  </a:lnTo>
                  <a:lnTo>
                    <a:pt x="6648176" y="1069213"/>
                  </a:lnTo>
                  <a:lnTo>
                    <a:pt x="6652539" y="1097528"/>
                  </a:lnTo>
                  <a:lnTo>
                    <a:pt x="6656901" y="1128539"/>
                  </a:lnTo>
                  <a:lnTo>
                    <a:pt x="6661264" y="1179101"/>
                  </a:lnTo>
                  <a:lnTo>
                    <a:pt x="6665627" y="1170337"/>
                  </a:lnTo>
                  <a:lnTo>
                    <a:pt x="6669990" y="1118427"/>
                  </a:lnTo>
                  <a:lnTo>
                    <a:pt x="6674352" y="1080000"/>
                  </a:lnTo>
                  <a:lnTo>
                    <a:pt x="6678715" y="1046966"/>
                  </a:lnTo>
                  <a:lnTo>
                    <a:pt x="6683078" y="1161252"/>
                  </a:lnTo>
                  <a:lnTo>
                    <a:pt x="6687441" y="1163016"/>
                  </a:lnTo>
                  <a:lnTo>
                    <a:pt x="6691803" y="1146825"/>
                  </a:lnTo>
                  <a:lnTo>
                    <a:pt x="6696166" y="1143417"/>
                  </a:lnTo>
                  <a:lnTo>
                    <a:pt x="6700529" y="1135069"/>
                  </a:lnTo>
                  <a:lnTo>
                    <a:pt x="6704892" y="1155204"/>
                  </a:lnTo>
                  <a:lnTo>
                    <a:pt x="6709254" y="1166990"/>
                  </a:lnTo>
                  <a:lnTo>
                    <a:pt x="6713617" y="1145873"/>
                  </a:lnTo>
                  <a:lnTo>
                    <a:pt x="6717980" y="1224924"/>
                  </a:lnTo>
                  <a:lnTo>
                    <a:pt x="6722343" y="1200187"/>
                  </a:lnTo>
                  <a:lnTo>
                    <a:pt x="6726705" y="1156149"/>
                  </a:lnTo>
                  <a:lnTo>
                    <a:pt x="6731068" y="1124491"/>
                  </a:lnTo>
                  <a:lnTo>
                    <a:pt x="6735431" y="1147160"/>
                  </a:lnTo>
                  <a:lnTo>
                    <a:pt x="6739794" y="1145987"/>
                  </a:lnTo>
                  <a:lnTo>
                    <a:pt x="6744156" y="1169828"/>
                  </a:lnTo>
                  <a:lnTo>
                    <a:pt x="6748519" y="1215165"/>
                  </a:lnTo>
                  <a:lnTo>
                    <a:pt x="6752882" y="1247343"/>
                  </a:lnTo>
                  <a:lnTo>
                    <a:pt x="6757245" y="1208420"/>
                  </a:lnTo>
                  <a:lnTo>
                    <a:pt x="6761607" y="1083012"/>
                  </a:lnTo>
                  <a:lnTo>
                    <a:pt x="6765970" y="1203604"/>
                  </a:lnTo>
                  <a:lnTo>
                    <a:pt x="6770333" y="1248502"/>
                  </a:lnTo>
                  <a:lnTo>
                    <a:pt x="6774696" y="1257392"/>
                  </a:lnTo>
                  <a:lnTo>
                    <a:pt x="6779058" y="1269100"/>
                  </a:lnTo>
                  <a:lnTo>
                    <a:pt x="6783421" y="1278651"/>
                  </a:lnTo>
                  <a:lnTo>
                    <a:pt x="6787784" y="1244542"/>
                  </a:lnTo>
                  <a:lnTo>
                    <a:pt x="6792147" y="1150293"/>
                  </a:lnTo>
                  <a:lnTo>
                    <a:pt x="6796509" y="1183688"/>
                  </a:lnTo>
                  <a:lnTo>
                    <a:pt x="6800872" y="1182215"/>
                  </a:lnTo>
                  <a:lnTo>
                    <a:pt x="6805235" y="1166990"/>
                  </a:lnTo>
                  <a:lnTo>
                    <a:pt x="6809598" y="1122300"/>
                  </a:lnTo>
                  <a:lnTo>
                    <a:pt x="6813960" y="1087923"/>
                  </a:lnTo>
                  <a:lnTo>
                    <a:pt x="6818323" y="1029482"/>
                  </a:lnTo>
                  <a:lnTo>
                    <a:pt x="6822686" y="1037830"/>
                  </a:lnTo>
                  <a:lnTo>
                    <a:pt x="6827049" y="1044215"/>
                  </a:lnTo>
                  <a:lnTo>
                    <a:pt x="6831411" y="1042089"/>
                  </a:lnTo>
                  <a:lnTo>
                    <a:pt x="6835774" y="1026404"/>
                  </a:lnTo>
                  <a:lnTo>
                    <a:pt x="6840137" y="973578"/>
                  </a:lnTo>
                  <a:lnTo>
                    <a:pt x="6844500" y="747640"/>
                  </a:lnTo>
                  <a:lnTo>
                    <a:pt x="6848862" y="840674"/>
                  </a:lnTo>
                  <a:lnTo>
                    <a:pt x="6853225" y="910112"/>
                  </a:lnTo>
                  <a:lnTo>
                    <a:pt x="6857588" y="897303"/>
                  </a:lnTo>
                  <a:lnTo>
                    <a:pt x="6861951" y="878426"/>
                  </a:lnTo>
                  <a:lnTo>
                    <a:pt x="6866313" y="1049591"/>
                  </a:lnTo>
                  <a:lnTo>
                    <a:pt x="6870676" y="1075483"/>
                  </a:lnTo>
                  <a:lnTo>
                    <a:pt x="6875039" y="1120515"/>
                  </a:lnTo>
                  <a:lnTo>
                    <a:pt x="6879402" y="1144042"/>
                  </a:lnTo>
                  <a:lnTo>
                    <a:pt x="6883764" y="1204805"/>
                  </a:lnTo>
                  <a:lnTo>
                    <a:pt x="6888127" y="1215610"/>
                  </a:lnTo>
                  <a:lnTo>
                    <a:pt x="6892490" y="1189581"/>
                  </a:lnTo>
                  <a:lnTo>
                    <a:pt x="6896853" y="1177795"/>
                  </a:lnTo>
                  <a:lnTo>
                    <a:pt x="6901215" y="1169937"/>
                  </a:lnTo>
                  <a:lnTo>
                    <a:pt x="6905578" y="1157168"/>
                  </a:lnTo>
                  <a:lnTo>
                    <a:pt x="6909941" y="1165517"/>
                  </a:lnTo>
                  <a:lnTo>
                    <a:pt x="6914304" y="1136051"/>
                  </a:lnTo>
                  <a:lnTo>
                    <a:pt x="6918666" y="1098727"/>
                  </a:lnTo>
                  <a:lnTo>
                    <a:pt x="6923029" y="1078101"/>
                  </a:lnTo>
                  <a:lnTo>
                    <a:pt x="6927392" y="1063368"/>
                  </a:lnTo>
                  <a:lnTo>
                    <a:pt x="6931755" y="1077379"/>
                  </a:lnTo>
                  <a:lnTo>
                    <a:pt x="6936117" y="1054232"/>
                  </a:lnTo>
                  <a:lnTo>
                    <a:pt x="6940480" y="1028934"/>
                  </a:lnTo>
                  <a:lnTo>
                    <a:pt x="6944843" y="1010798"/>
                  </a:lnTo>
                  <a:lnTo>
                    <a:pt x="6949206" y="770561"/>
                  </a:lnTo>
                  <a:lnTo>
                    <a:pt x="6953568" y="755056"/>
                  </a:lnTo>
                  <a:lnTo>
                    <a:pt x="6957931" y="736854"/>
                  </a:lnTo>
                  <a:lnTo>
                    <a:pt x="6962294" y="746292"/>
                  </a:lnTo>
                  <a:lnTo>
                    <a:pt x="6966657" y="755730"/>
                  </a:lnTo>
                  <a:lnTo>
                    <a:pt x="6971019" y="775281"/>
                  </a:lnTo>
                  <a:lnTo>
                    <a:pt x="6975382" y="784045"/>
                  </a:lnTo>
                  <a:lnTo>
                    <a:pt x="6979745" y="1005955"/>
                  </a:lnTo>
                  <a:lnTo>
                    <a:pt x="6984108" y="1022862"/>
                  </a:lnTo>
                  <a:lnTo>
                    <a:pt x="6988470" y="1051701"/>
                  </a:lnTo>
                  <a:lnTo>
                    <a:pt x="6992833" y="1038322"/>
                  </a:lnTo>
                  <a:lnTo>
                    <a:pt x="6997196" y="1028008"/>
                  </a:lnTo>
                  <a:lnTo>
                    <a:pt x="7001559" y="1070243"/>
                  </a:lnTo>
                  <a:lnTo>
                    <a:pt x="7005921" y="1111987"/>
                  </a:lnTo>
                  <a:lnTo>
                    <a:pt x="7010284" y="1095781"/>
                  </a:lnTo>
                  <a:lnTo>
                    <a:pt x="7014647" y="1108549"/>
                  </a:lnTo>
                  <a:lnTo>
                    <a:pt x="7019010" y="1062386"/>
                  </a:lnTo>
                  <a:lnTo>
                    <a:pt x="7023372" y="1033902"/>
                  </a:lnTo>
                  <a:lnTo>
                    <a:pt x="7027735" y="991667"/>
                  </a:lnTo>
                  <a:lnTo>
                    <a:pt x="7032098" y="972514"/>
                  </a:lnTo>
                  <a:lnTo>
                    <a:pt x="7036461" y="960727"/>
                  </a:lnTo>
                  <a:lnTo>
                    <a:pt x="7040823" y="941574"/>
                  </a:lnTo>
                  <a:lnTo>
                    <a:pt x="7045186" y="932293"/>
                  </a:lnTo>
                  <a:lnTo>
                    <a:pt x="7049549" y="937858"/>
                  </a:lnTo>
                  <a:lnTo>
                    <a:pt x="7053912" y="919582"/>
                  </a:lnTo>
                  <a:lnTo>
                    <a:pt x="7058274" y="700449"/>
                  </a:lnTo>
                  <a:lnTo>
                    <a:pt x="7062637" y="674831"/>
                  </a:lnTo>
                  <a:lnTo>
                    <a:pt x="7067000" y="620224"/>
                  </a:lnTo>
                  <a:lnTo>
                    <a:pt x="7071363" y="604719"/>
                  </a:lnTo>
                  <a:lnTo>
                    <a:pt x="7075725" y="641123"/>
                  </a:lnTo>
                  <a:lnTo>
                    <a:pt x="7080088" y="658652"/>
                  </a:lnTo>
                  <a:lnTo>
                    <a:pt x="7084451" y="749662"/>
                  </a:lnTo>
                  <a:lnTo>
                    <a:pt x="7088814" y="865618"/>
                  </a:lnTo>
                  <a:lnTo>
                    <a:pt x="7093176" y="943146"/>
                  </a:lnTo>
                  <a:lnTo>
                    <a:pt x="7097539" y="965393"/>
                  </a:lnTo>
                  <a:lnTo>
                    <a:pt x="7101902" y="1028764"/>
                  </a:lnTo>
                  <a:lnTo>
                    <a:pt x="7106265" y="1093483"/>
                  </a:lnTo>
                  <a:lnTo>
                    <a:pt x="7110627" y="1126516"/>
                  </a:lnTo>
                  <a:lnTo>
                    <a:pt x="7114990" y="1189213"/>
                  </a:lnTo>
                  <a:lnTo>
                    <a:pt x="7119353" y="1243820"/>
                  </a:lnTo>
                  <a:lnTo>
                    <a:pt x="7123716" y="1315955"/>
                  </a:lnTo>
                  <a:lnTo>
                    <a:pt x="7128078" y="1388089"/>
                  </a:lnTo>
                  <a:lnTo>
                    <a:pt x="7132441" y="1449438"/>
                  </a:lnTo>
                  <a:lnTo>
                    <a:pt x="7136804" y="1449438"/>
                  </a:lnTo>
                  <a:lnTo>
                    <a:pt x="7141167" y="1427191"/>
                  </a:lnTo>
                  <a:lnTo>
                    <a:pt x="7145529" y="1436629"/>
                  </a:lnTo>
                  <a:lnTo>
                    <a:pt x="7149892" y="1473033"/>
                  </a:lnTo>
                  <a:lnTo>
                    <a:pt x="7154255" y="1478427"/>
                  </a:lnTo>
                  <a:lnTo>
                    <a:pt x="7158618" y="1474382"/>
                  </a:lnTo>
                  <a:lnTo>
                    <a:pt x="7162980" y="1525618"/>
                  </a:lnTo>
                  <a:lnTo>
                    <a:pt x="7167343" y="1510112"/>
                  </a:lnTo>
                  <a:lnTo>
                    <a:pt x="7171706" y="1492584"/>
                  </a:lnTo>
                  <a:lnTo>
                    <a:pt x="7176069" y="1479775"/>
                  </a:lnTo>
                  <a:lnTo>
                    <a:pt x="7180431" y="1426516"/>
                  </a:lnTo>
                  <a:lnTo>
                    <a:pt x="7184794" y="1385393"/>
                  </a:lnTo>
                  <a:lnTo>
                    <a:pt x="7189157" y="1396179"/>
                  </a:lnTo>
                  <a:lnTo>
                    <a:pt x="7193520" y="1398876"/>
                  </a:lnTo>
                  <a:lnTo>
                    <a:pt x="7197882" y="1412359"/>
                  </a:lnTo>
                  <a:lnTo>
                    <a:pt x="7202245" y="1429213"/>
                  </a:lnTo>
                  <a:lnTo>
                    <a:pt x="7206608" y="1462921"/>
                  </a:lnTo>
                  <a:lnTo>
                    <a:pt x="7210971" y="1458202"/>
                  </a:lnTo>
                  <a:lnTo>
                    <a:pt x="7215333" y="1452809"/>
                  </a:lnTo>
                  <a:lnTo>
                    <a:pt x="7219696" y="1449438"/>
                  </a:lnTo>
                  <a:lnTo>
                    <a:pt x="7224059" y="1454831"/>
                  </a:lnTo>
                  <a:lnTo>
                    <a:pt x="7228422" y="1452809"/>
                  </a:lnTo>
                  <a:lnTo>
                    <a:pt x="7232784" y="1465618"/>
                  </a:lnTo>
                  <a:lnTo>
                    <a:pt x="7237147" y="1480449"/>
                  </a:lnTo>
                  <a:lnTo>
                    <a:pt x="7241510" y="1493258"/>
                  </a:lnTo>
                  <a:lnTo>
                    <a:pt x="7245873" y="1537752"/>
                  </a:lnTo>
                  <a:lnTo>
                    <a:pt x="7250235" y="1560674"/>
                  </a:lnTo>
                  <a:lnTo>
                    <a:pt x="7254598" y="1547865"/>
                  </a:lnTo>
                  <a:lnTo>
                    <a:pt x="7258961" y="1560674"/>
                  </a:lnTo>
                  <a:lnTo>
                    <a:pt x="7263324" y="1555955"/>
                  </a:lnTo>
                  <a:lnTo>
                    <a:pt x="7267686" y="1547191"/>
                  </a:lnTo>
                  <a:lnTo>
                    <a:pt x="7272049" y="1520224"/>
                  </a:lnTo>
                  <a:lnTo>
                    <a:pt x="7276412" y="1508090"/>
                  </a:lnTo>
                  <a:lnTo>
                    <a:pt x="7280775" y="1460224"/>
                  </a:lnTo>
                  <a:lnTo>
                    <a:pt x="7285137" y="1416404"/>
                  </a:lnTo>
                  <a:lnTo>
                    <a:pt x="7289500" y="1385393"/>
                  </a:lnTo>
                  <a:lnTo>
                    <a:pt x="7293863" y="1371910"/>
                  </a:lnTo>
                  <a:lnTo>
                    <a:pt x="7298226" y="1373258"/>
                  </a:lnTo>
                  <a:lnTo>
                    <a:pt x="7302588" y="1330786"/>
                  </a:lnTo>
                  <a:lnTo>
                    <a:pt x="7306951" y="1305168"/>
                  </a:lnTo>
                  <a:lnTo>
                    <a:pt x="7311314" y="1280899"/>
                  </a:lnTo>
                  <a:lnTo>
                    <a:pt x="7315677" y="1251236"/>
                  </a:lnTo>
                  <a:lnTo>
                    <a:pt x="7320039" y="1190561"/>
                  </a:lnTo>
                  <a:lnTo>
                    <a:pt x="7324402" y="1180449"/>
                  </a:lnTo>
                  <a:lnTo>
                    <a:pt x="7328765" y="1161573"/>
                  </a:lnTo>
                  <a:lnTo>
                    <a:pt x="7333128" y="1169663"/>
                  </a:lnTo>
                  <a:lnTo>
                    <a:pt x="7337490" y="1171685"/>
                  </a:lnTo>
                  <a:lnTo>
                    <a:pt x="7341853" y="1149438"/>
                  </a:lnTo>
                  <a:lnTo>
                    <a:pt x="7346216" y="1122472"/>
                  </a:lnTo>
                  <a:lnTo>
                    <a:pt x="7350579" y="1127191"/>
                  </a:lnTo>
                  <a:lnTo>
                    <a:pt x="7354941" y="1118427"/>
                  </a:lnTo>
                  <a:lnTo>
                    <a:pt x="7359304" y="1117078"/>
                  </a:lnTo>
                  <a:lnTo>
                    <a:pt x="7363667" y="1124494"/>
                  </a:lnTo>
                  <a:lnTo>
                    <a:pt x="7368030" y="1156854"/>
                  </a:lnTo>
                  <a:lnTo>
                    <a:pt x="7372392" y="1182472"/>
                  </a:lnTo>
                  <a:lnTo>
                    <a:pt x="7376755" y="1214831"/>
                  </a:lnTo>
                  <a:lnTo>
                    <a:pt x="7381118" y="1243146"/>
                  </a:lnTo>
                  <a:lnTo>
                    <a:pt x="7385481" y="1286292"/>
                  </a:lnTo>
                  <a:lnTo>
                    <a:pt x="7389843" y="1288988"/>
                  </a:lnTo>
                  <a:lnTo>
                    <a:pt x="7394206" y="1276179"/>
                  </a:lnTo>
                  <a:lnTo>
                    <a:pt x="7398569" y="1210786"/>
                  </a:lnTo>
                  <a:lnTo>
                    <a:pt x="7402932" y="1202022"/>
                  </a:lnTo>
                  <a:lnTo>
                    <a:pt x="7407294" y="1250562"/>
                  </a:lnTo>
                  <a:lnTo>
                    <a:pt x="7411657" y="1330786"/>
                  </a:lnTo>
                  <a:lnTo>
                    <a:pt x="7416020" y="1351011"/>
                  </a:lnTo>
                  <a:lnTo>
                    <a:pt x="7420383" y="1378651"/>
                  </a:lnTo>
                  <a:lnTo>
                    <a:pt x="7424745" y="1369213"/>
                  </a:lnTo>
                  <a:lnTo>
                    <a:pt x="7429108" y="1336854"/>
                  </a:lnTo>
                  <a:lnTo>
                    <a:pt x="7433471" y="1303146"/>
                  </a:lnTo>
                  <a:lnTo>
                    <a:pt x="7437834" y="1272134"/>
                  </a:lnTo>
                  <a:lnTo>
                    <a:pt x="7442196" y="1264719"/>
                  </a:lnTo>
                  <a:lnTo>
                    <a:pt x="7446559" y="1270112"/>
                  </a:lnTo>
                  <a:lnTo>
                    <a:pt x="7450922" y="1261348"/>
                  </a:lnTo>
                  <a:lnTo>
                    <a:pt x="7455285" y="1249887"/>
                  </a:lnTo>
                  <a:lnTo>
                    <a:pt x="7459647" y="1258651"/>
                  </a:lnTo>
                  <a:lnTo>
                    <a:pt x="7464010" y="1294382"/>
                  </a:lnTo>
                  <a:lnTo>
                    <a:pt x="7468373" y="1297752"/>
                  </a:lnTo>
                  <a:lnTo>
                    <a:pt x="7472736" y="1253932"/>
                  </a:lnTo>
                  <a:lnTo>
                    <a:pt x="7477098" y="1210112"/>
                  </a:lnTo>
                  <a:lnTo>
                    <a:pt x="7481461" y="1242472"/>
                  </a:lnTo>
                  <a:lnTo>
                    <a:pt x="7485824" y="1266067"/>
                  </a:lnTo>
                  <a:lnTo>
                    <a:pt x="7490187" y="1292359"/>
                  </a:lnTo>
                  <a:lnTo>
                    <a:pt x="7494549" y="1326741"/>
                  </a:lnTo>
                  <a:lnTo>
                    <a:pt x="7498912" y="1373258"/>
                  </a:lnTo>
                  <a:lnTo>
                    <a:pt x="7503275" y="1404269"/>
                  </a:lnTo>
                  <a:lnTo>
                    <a:pt x="7507638" y="1412359"/>
                  </a:lnTo>
                  <a:lnTo>
                    <a:pt x="7512000" y="1426517"/>
                  </a:lnTo>
                  <a:lnTo>
                    <a:pt x="7516363" y="1463595"/>
                  </a:lnTo>
                  <a:lnTo>
                    <a:pt x="7520726" y="1471685"/>
                  </a:lnTo>
                  <a:lnTo>
                    <a:pt x="7525089" y="1499325"/>
                  </a:lnTo>
                  <a:lnTo>
                    <a:pt x="7529451" y="1529663"/>
                  </a:lnTo>
                  <a:lnTo>
                    <a:pt x="7533814" y="1549887"/>
                  </a:lnTo>
                  <a:lnTo>
                    <a:pt x="7538177" y="1584269"/>
                  </a:lnTo>
                  <a:lnTo>
                    <a:pt x="7542540" y="1628090"/>
                  </a:lnTo>
                  <a:lnTo>
                    <a:pt x="7546902" y="1628090"/>
                  </a:lnTo>
                  <a:lnTo>
                    <a:pt x="7551265" y="1626741"/>
                  </a:lnTo>
                  <a:lnTo>
                    <a:pt x="7555628" y="1603820"/>
                  </a:lnTo>
                  <a:lnTo>
                    <a:pt x="7559991" y="1580224"/>
                  </a:lnTo>
                  <a:lnTo>
                    <a:pt x="7564353" y="1557977"/>
                  </a:lnTo>
                  <a:lnTo>
                    <a:pt x="7568716" y="1510786"/>
                  </a:lnTo>
                  <a:lnTo>
                    <a:pt x="7573079" y="1521162"/>
                  </a:lnTo>
                  <a:lnTo>
                    <a:pt x="7577442" y="1496452"/>
                  </a:lnTo>
                  <a:lnTo>
                    <a:pt x="7581804" y="1496452"/>
                  </a:lnTo>
                  <a:lnTo>
                    <a:pt x="7586167" y="1492169"/>
                  </a:lnTo>
                  <a:lnTo>
                    <a:pt x="7590530" y="1484242"/>
                  </a:lnTo>
                  <a:lnTo>
                    <a:pt x="7594893" y="1484242"/>
                  </a:lnTo>
                  <a:lnTo>
                    <a:pt x="7599255" y="1475403"/>
                  </a:lnTo>
                  <a:lnTo>
                    <a:pt x="7603618" y="1448392"/>
                  </a:lnTo>
                  <a:lnTo>
                    <a:pt x="7607981" y="1435132"/>
                  </a:lnTo>
                  <a:lnTo>
                    <a:pt x="7612344" y="1435132"/>
                  </a:lnTo>
                  <a:lnTo>
                    <a:pt x="7616706" y="1417944"/>
                  </a:lnTo>
                  <a:lnTo>
                    <a:pt x="7621069" y="1433168"/>
                  </a:lnTo>
                  <a:lnTo>
                    <a:pt x="7625432" y="1442990"/>
                  </a:lnTo>
                  <a:lnTo>
                    <a:pt x="7629795" y="1456741"/>
                  </a:lnTo>
                  <a:lnTo>
                    <a:pt x="7634157" y="1491118"/>
                  </a:lnTo>
                  <a:lnTo>
                    <a:pt x="7638520" y="1525292"/>
                  </a:lnTo>
                  <a:lnTo>
                    <a:pt x="7642883" y="1556662"/>
                  </a:lnTo>
                  <a:lnTo>
                    <a:pt x="7647246" y="1534906"/>
                  </a:lnTo>
                  <a:lnTo>
                    <a:pt x="7651608" y="1526385"/>
                  </a:lnTo>
                  <a:lnTo>
                    <a:pt x="7655971" y="1466292"/>
                  </a:lnTo>
                  <a:lnTo>
                    <a:pt x="7660334" y="1417752"/>
                  </a:lnTo>
                  <a:lnTo>
                    <a:pt x="7664697" y="1374606"/>
                  </a:lnTo>
                  <a:lnTo>
                    <a:pt x="7669059" y="1396179"/>
                  </a:lnTo>
                  <a:lnTo>
                    <a:pt x="7673422" y="1407640"/>
                  </a:lnTo>
                  <a:lnTo>
                    <a:pt x="7677785" y="1375280"/>
                  </a:lnTo>
                  <a:lnTo>
                    <a:pt x="7682148" y="1382022"/>
                  </a:lnTo>
                  <a:lnTo>
                    <a:pt x="7686510" y="1356404"/>
                  </a:lnTo>
                  <a:lnTo>
                    <a:pt x="7690873" y="1311236"/>
                  </a:lnTo>
                  <a:lnTo>
                    <a:pt x="7695236" y="1271460"/>
                  </a:lnTo>
                  <a:lnTo>
                    <a:pt x="7699599" y="1261348"/>
                  </a:lnTo>
                  <a:lnTo>
                    <a:pt x="7703961" y="1249213"/>
                  </a:lnTo>
                  <a:lnTo>
                    <a:pt x="7708324" y="1237752"/>
                  </a:lnTo>
                  <a:lnTo>
                    <a:pt x="7712687" y="1258651"/>
                  </a:lnTo>
                  <a:lnTo>
                    <a:pt x="7717050" y="1282921"/>
                  </a:lnTo>
                  <a:lnTo>
                    <a:pt x="7721412" y="1286966"/>
                  </a:lnTo>
                  <a:lnTo>
                    <a:pt x="7725775" y="1313258"/>
                  </a:lnTo>
                  <a:lnTo>
                    <a:pt x="7730138" y="1375955"/>
                  </a:lnTo>
                  <a:lnTo>
                    <a:pt x="7734501" y="1396854"/>
                  </a:lnTo>
                  <a:lnTo>
                    <a:pt x="7738863" y="1402247"/>
                  </a:lnTo>
                  <a:lnTo>
                    <a:pt x="7743226" y="1422472"/>
                  </a:lnTo>
                  <a:lnTo>
                    <a:pt x="7747589" y="1440674"/>
                  </a:lnTo>
                  <a:lnTo>
                    <a:pt x="7751952" y="1468314"/>
                  </a:lnTo>
                  <a:lnTo>
                    <a:pt x="7756314" y="1520898"/>
                  </a:lnTo>
                  <a:lnTo>
                    <a:pt x="7760677" y="1553258"/>
                  </a:lnTo>
                  <a:lnTo>
                    <a:pt x="7765040" y="1563370"/>
                  </a:lnTo>
                  <a:lnTo>
                    <a:pt x="7769403" y="1570112"/>
                  </a:lnTo>
                  <a:lnTo>
                    <a:pt x="7773765" y="1574157"/>
                  </a:lnTo>
                  <a:lnTo>
                    <a:pt x="7778128" y="1576854"/>
                  </a:lnTo>
                  <a:lnTo>
                    <a:pt x="7782491" y="1561348"/>
                  </a:lnTo>
                  <a:lnTo>
                    <a:pt x="7786854" y="1541797"/>
                  </a:lnTo>
                  <a:lnTo>
                    <a:pt x="7791216" y="1535056"/>
                  </a:lnTo>
                  <a:lnTo>
                    <a:pt x="7795579" y="1524269"/>
                  </a:lnTo>
                  <a:lnTo>
                    <a:pt x="7799942" y="1528314"/>
                  </a:lnTo>
                  <a:lnTo>
                    <a:pt x="7804305" y="1521573"/>
                  </a:lnTo>
                  <a:lnTo>
                    <a:pt x="7808667" y="1533707"/>
                  </a:lnTo>
                  <a:lnTo>
                    <a:pt x="7813030" y="1520898"/>
                  </a:lnTo>
                  <a:lnTo>
                    <a:pt x="7817393" y="1519550"/>
                  </a:lnTo>
                  <a:lnTo>
                    <a:pt x="7821756" y="1509438"/>
                  </a:lnTo>
                  <a:lnTo>
                    <a:pt x="7826118" y="1496629"/>
                  </a:lnTo>
                  <a:lnTo>
                    <a:pt x="7830481" y="1462247"/>
                  </a:lnTo>
                  <a:lnTo>
                    <a:pt x="7834844" y="1458202"/>
                  </a:lnTo>
                  <a:lnTo>
                    <a:pt x="7839207" y="1466292"/>
                  </a:lnTo>
                  <a:lnTo>
                    <a:pt x="7843569" y="1474382"/>
                  </a:lnTo>
                  <a:lnTo>
                    <a:pt x="7847932" y="1492584"/>
                  </a:lnTo>
                  <a:lnTo>
                    <a:pt x="7852295" y="1516179"/>
                  </a:lnTo>
                  <a:lnTo>
                    <a:pt x="7856658" y="1535056"/>
                  </a:lnTo>
                  <a:lnTo>
                    <a:pt x="7861020" y="1539775"/>
                  </a:lnTo>
                  <a:lnTo>
                    <a:pt x="7865383" y="1539101"/>
                  </a:lnTo>
                  <a:lnTo>
                    <a:pt x="7869746" y="1538427"/>
                  </a:lnTo>
                  <a:lnTo>
                    <a:pt x="7874109" y="1520224"/>
                  </a:lnTo>
                  <a:lnTo>
                    <a:pt x="7878471" y="1523595"/>
                  </a:lnTo>
                  <a:lnTo>
                    <a:pt x="7882834" y="1520898"/>
                  </a:lnTo>
                  <a:lnTo>
                    <a:pt x="7887197" y="1533707"/>
                  </a:lnTo>
                  <a:lnTo>
                    <a:pt x="7891560" y="1549213"/>
                  </a:lnTo>
                  <a:lnTo>
                    <a:pt x="7895922" y="1530337"/>
                  </a:lnTo>
                  <a:lnTo>
                    <a:pt x="7900285" y="1493932"/>
                  </a:lnTo>
                  <a:lnTo>
                    <a:pt x="7904648" y="1532416"/>
                  </a:lnTo>
                  <a:lnTo>
                    <a:pt x="7909011" y="1512137"/>
                  </a:lnTo>
                  <a:lnTo>
                    <a:pt x="7913373" y="1494065"/>
                  </a:lnTo>
                  <a:lnTo>
                    <a:pt x="7917736" y="1484242"/>
                  </a:lnTo>
                  <a:lnTo>
                    <a:pt x="7922099" y="1491609"/>
                  </a:lnTo>
                  <a:lnTo>
                    <a:pt x="7926462" y="1491118"/>
                  </a:lnTo>
                  <a:lnTo>
                    <a:pt x="7930824" y="1477367"/>
                  </a:lnTo>
                  <a:lnTo>
                    <a:pt x="7935187" y="1478840"/>
                  </a:lnTo>
                  <a:lnTo>
                    <a:pt x="7939550" y="1469018"/>
                  </a:lnTo>
                  <a:lnTo>
                    <a:pt x="7943913" y="1451339"/>
                  </a:lnTo>
                  <a:lnTo>
                    <a:pt x="7948275" y="1420890"/>
                  </a:lnTo>
                  <a:lnTo>
                    <a:pt x="7952638" y="1395844"/>
                  </a:lnTo>
                  <a:lnTo>
                    <a:pt x="7957001" y="1401737"/>
                  </a:lnTo>
                  <a:lnTo>
                    <a:pt x="7961364" y="1432186"/>
                  </a:lnTo>
                  <a:lnTo>
                    <a:pt x="7965726" y="1464107"/>
                  </a:lnTo>
                  <a:lnTo>
                    <a:pt x="7970089" y="1473177"/>
                  </a:lnTo>
                  <a:lnTo>
                    <a:pt x="7974452" y="1480767"/>
                  </a:lnTo>
                  <a:lnTo>
                    <a:pt x="7978815" y="1406292"/>
                  </a:lnTo>
                  <a:lnTo>
                    <a:pt x="7983177" y="1398876"/>
                  </a:lnTo>
                  <a:lnTo>
                    <a:pt x="7987540" y="1385393"/>
                  </a:lnTo>
                  <a:lnTo>
                    <a:pt x="7991903" y="1396854"/>
                  </a:lnTo>
                  <a:lnTo>
                    <a:pt x="7996266" y="1421797"/>
                  </a:lnTo>
                  <a:lnTo>
                    <a:pt x="8000628" y="1417078"/>
                  </a:lnTo>
                  <a:lnTo>
                    <a:pt x="8004991" y="1446741"/>
                  </a:lnTo>
                  <a:lnTo>
                    <a:pt x="8009354" y="1467640"/>
                  </a:lnTo>
                  <a:lnTo>
                    <a:pt x="8013717" y="1512809"/>
                  </a:lnTo>
                  <a:lnTo>
                    <a:pt x="8018079" y="1538427"/>
                  </a:lnTo>
                  <a:lnTo>
                    <a:pt x="8022442" y="1515505"/>
                  </a:lnTo>
                  <a:lnTo>
                    <a:pt x="8026805" y="1496629"/>
                  </a:lnTo>
                  <a:lnTo>
                    <a:pt x="8031168" y="1493258"/>
                  </a:lnTo>
                  <a:lnTo>
                    <a:pt x="8035530" y="1493932"/>
                  </a:lnTo>
                  <a:lnTo>
                    <a:pt x="8039893" y="1493258"/>
                  </a:lnTo>
                  <a:lnTo>
                    <a:pt x="8044256" y="1471685"/>
                  </a:lnTo>
                  <a:lnTo>
                    <a:pt x="8048619" y="1446067"/>
                  </a:lnTo>
                  <a:lnTo>
                    <a:pt x="8052981" y="1402247"/>
                  </a:lnTo>
                  <a:lnTo>
                    <a:pt x="8057344" y="1388089"/>
                  </a:lnTo>
                  <a:lnTo>
                    <a:pt x="8061707" y="1385393"/>
                  </a:lnTo>
                  <a:lnTo>
                    <a:pt x="8066070" y="1396853"/>
                  </a:lnTo>
                  <a:lnTo>
                    <a:pt x="8070432" y="1394157"/>
                  </a:lnTo>
                  <a:lnTo>
                    <a:pt x="8074795" y="1393483"/>
                  </a:lnTo>
                  <a:lnTo>
                    <a:pt x="8079158" y="1417076"/>
                  </a:lnTo>
                  <a:lnTo>
                    <a:pt x="8083521" y="1398293"/>
                  </a:lnTo>
                  <a:lnTo>
                    <a:pt x="8087883" y="1412174"/>
                  </a:lnTo>
                  <a:lnTo>
                    <a:pt x="8092246" y="1421381"/>
                  </a:lnTo>
                  <a:lnTo>
                    <a:pt x="8096609" y="1425310"/>
                  </a:lnTo>
                  <a:lnTo>
                    <a:pt x="8100972" y="1426784"/>
                  </a:lnTo>
                  <a:lnTo>
                    <a:pt x="8105334" y="1442990"/>
                  </a:lnTo>
                  <a:lnTo>
                    <a:pt x="8109697" y="1455759"/>
                  </a:lnTo>
                  <a:lnTo>
                    <a:pt x="8114060" y="1489154"/>
                  </a:lnTo>
                  <a:lnTo>
                    <a:pt x="8118423" y="1530897"/>
                  </a:lnTo>
                  <a:lnTo>
                    <a:pt x="8122785" y="1541210"/>
                  </a:lnTo>
                  <a:lnTo>
                    <a:pt x="8127148" y="1543175"/>
                  </a:lnTo>
                  <a:lnTo>
                    <a:pt x="8131511" y="1543175"/>
                  </a:lnTo>
                  <a:lnTo>
                    <a:pt x="8135874" y="1546613"/>
                  </a:lnTo>
                  <a:lnTo>
                    <a:pt x="8140236" y="1553488"/>
                  </a:lnTo>
                  <a:lnTo>
                    <a:pt x="8144599" y="1598336"/>
                  </a:lnTo>
                  <a:lnTo>
                    <a:pt x="8148962" y="1631546"/>
                  </a:lnTo>
                  <a:lnTo>
                    <a:pt x="8153325" y="1639321"/>
                  </a:lnTo>
                  <a:lnTo>
                    <a:pt x="8157687" y="1648243"/>
                  </a:lnTo>
                  <a:lnTo>
                    <a:pt x="8162050" y="1648243"/>
                  </a:lnTo>
                  <a:lnTo>
                    <a:pt x="8166413" y="1651217"/>
                  </a:lnTo>
                  <a:lnTo>
                    <a:pt x="8170776" y="1653182"/>
                  </a:lnTo>
                  <a:lnTo>
                    <a:pt x="8175138" y="1666933"/>
                  </a:lnTo>
                  <a:lnTo>
                    <a:pt x="8179501" y="1659566"/>
                  </a:lnTo>
                  <a:lnTo>
                    <a:pt x="8183864" y="1651217"/>
                  </a:lnTo>
                  <a:lnTo>
                    <a:pt x="8188227" y="1651217"/>
                  </a:lnTo>
                  <a:lnTo>
                    <a:pt x="8192589" y="1651217"/>
                  </a:lnTo>
                  <a:lnTo>
                    <a:pt x="8196952" y="1651217"/>
                  </a:lnTo>
                  <a:lnTo>
                    <a:pt x="8201315" y="1651217"/>
                  </a:lnTo>
                  <a:lnTo>
                    <a:pt x="8205678" y="1645815"/>
                  </a:lnTo>
                  <a:lnTo>
                    <a:pt x="8210040" y="1642869"/>
                  </a:lnTo>
                  <a:lnTo>
                    <a:pt x="8214403" y="1641395"/>
                  </a:lnTo>
                  <a:lnTo>
                    <a:pt x="8218766" y="1643184"/>
                  </a:lnTo>
                  <a:lnTo>
                    <a:pt x="8223129" y="1630028"/>
                  </a:lnTo>
                  <a:lnTo>
                    <a:pt x="8227491" y="1624832"/>
                  </a:lnTo>
                  <a:lnTo>
                    <a:pt x="8231854" y="1587640"/>
                  </a:lnTo>
                  <a:lnTo>
                    <a:pt x="8236217" y="1586292"/>
                  </a:lnTo>
                  <a:lnTo>
                    <a:pt x="8240580" y="1571460"/>
                  </a:lnTo>
                  <a:lnTo>
                    <a:pt x="8244942" y="1574157"/>
                  </a:lnTo>
                  <a:lnTo>
                    <a:pt x="8249305" y="1611813"/>
                  </a:lnTo>
                  <a:lnTo>
                    <a:pt x="8253668" y="1607766"/>
                  </a:lnTo>
                  <a:lnTo>
                    <a:pt x="8258031" y="1603089"/>
                  </a:lnTo>
                  <a:lnTo>
                    <a:pt x="8262393" y="1594741"/>
                  </a:lnTo>
                  <a:lnTo>
                    <a:pt x="8266756" y="1592285"/>
                  </a:lnTo>
                  <a:lnTo>
                    <a:pt x="8271119" y="1600634"/>
                  </a:lnTo>
                  <a:lnTo>
                    <a:pt x="8275482" y="1610456"/>
                  </a:lnTo>
                  <a:lnTo>
                    <a:pt x="8279844" y="1611929"/>
                  </a:lnTo>
                  <a:lnTo>
                    <a:pt x="8284207" y="1613402"/>
                  </a:lnTo>
                  <a:lnTo>
                    <a:pt x="8288570" y="1623716"/>
                  </a:lnTo>
                  <a:lnTo>
                    <a:pt x="8292933" y="1621751"/>
                  </a:lnTo>
                  <a:lnTo>
                    <a:pt x="8297295" y="1621751"/>
                  </a:lnTo>
                  <a:lnTo>
                    <a:pt x="8301658" y="1622733"/>
                  </a:lnTo>
                  <a:lnTo>
                    <a:pt x="8306021" y="1636975"/>
                  </a:lnTo>
                  <a:lnTo>
                    <a:pt x="8310384" y="1642869"/>
                  </a:lnTo>
                  <a:lnTo>
                    <a:pt x="8314746" y="1654315"/>
                  </a:lnTo>
                  <a:lnTo>
                    <a:pt x="8319109" y="1658363"/>
                  </a:lnTo>
                  <a:lnTo>
                    <a:pt x="8323472" y="1640224"/>
                  </a:lnTo>
                  <a:lnTo>
                    <a:pt x="8327835" y="1651685"/>
                  </a:lnTo>
                  <a:lnTo>
                    <a:pt x="8332197" y="1668810"/>
                  </a:lnTo>
                  <a:lnTo>
                    <a:pt x="8336560" y="1668810"/>
                  </a:lnTo>
                  <a:lnTo>
                    <a:pt x="8340923" y="1668406"/>
                  </a:lnTo>
                  <a:lnTo>
                    <a:pt x="8345286" y="1651217"/>
                  </a:lnTo>
                  <a:lnTo>
                    <a:pt x="8349648" y="1647289"/>
                  </a:lnTo>
                  <a:lnTo>
                    <a:pt x="8354011" y="1629118"/>
                  </a:lnTo>
                  <a:lnTo>
                    <a:pt x="8358374" y="1631573"/>
                  </a:lnTo>
                  <a:lnTo>
                    <a:pt x="8362737" y="1631573"/>
                  </a:lnTo>
                  <a:lnTo>
                    <a:pt x="8367099" y="1626662"/>
                  </a:lnTo>
                  <a:lnTo>
                    <a:pt x="8371462" y="1618313"/>
                  </a:lnTo>
                  <a:lnTo>
                    <a:pt x="8375825" y="1611929"/>
                  </a:lnTo>
                  <a:lnTo>
                    <a:pt x="8375825" y="1668810"/>
                  </a:lnTo>
                  <a:lnTo>
                    <a:pt x="8371462" y="1668810"/>
                  </a:lnTo>
                  <a:lnTo>
                    <a:pt x="8367099" y="1668810"/>
                  </a:lnTo>
                  <a:lnTo>
                    <a:pt x="8362737" y="1668810"/>
                  </a:lnTo>
                  <a:lnTo>
                    <a:pt x="8358374" y="1668810"/>
                  </a:lnTo>
                  <a:lnTo>
                    <a:pt x="8354011" y="1668810"/>
                  </a:lnTo>
                  <a:lnTo>
                    <a:pt x="8349648" y="1668810"/>
                  </a:lnTo>
                  <a:lnTo>
                    <a:pt x="8345286" y="1668810"/>
                  </a:lnTo>
                  <a:lnTo>
                    <a:pt x="8340923" y="1668810"/>
                  </a:lnTo>
                  <a:lnTo>
                    <a:pt x="8336560" y="1668810"/>
                  </a:lnTo>
                  <a:lnTo>
                    <a:pt x="8332197" y="1668810"/>
                  </a:lnTo>
                  <a:lnTo>
                    <a:pt x="8327835" y="1668810"/>
                  </a:lnTo>
                  <a:lnTo>
                    <a:pt x="8323472" y="1668810"/>
                  </a:lnTo>
                  <a:lnTo>
                    <a:pt x="8319109" y="1668810"/>
                  </a:lnTo>
                  <a:lnTo>
                    <a:pt x="8314746" y="1668810"/>
                  </a:lnTo>
                  <a:lnTo>
                    <a:pt x="8310384" y="1668810"/>
                  </a:lnTo>
                  <a:lnTo>
                    <a:pt x="8306021" y="1668810"/>
                  </a:lnTo>
                  <a:lnTo>
                    <a:pt x="8301658" y="1668810"/>
                  </a:lnTo>
                  <a:lnTo>
                    <a:pt x="8297295" y="1668810"/>
                  </a:lnTo>
                  <a:lnTo>
                    <a:pt x="8292933" y="1668810"/>
                  </a:lnTo>
                  <a:lnTo>
                    <a:pt x="8288570" y="1668810"/>
                  </a:lnTo>
                  <a:lnTo>
                    <a:pt x="8284207" y="1668810"/>
                  </a:lnTo>
                  <a:lnTo>
                    <a:pt x="8279844" y="1668810"/>
                  </a:lnTo>
                  <a:lnTo>
                    <a:pt x="8275482" y="1668810"/>
                  </a:lnTo>
                  <a:lnTo>
                    <a:pt x="8271119" y="1668810"/>
                  </a:lnTo>
                  <a:lnTo>
                    <a:pt x="8266756" y="1668810"/>
                  </a:lnTo>
                  <a:lnTo>
                    <a:pt x="8262393" y="1668810"/>
                  </a:lnTo>
                  <a:lnTo>
                    <a:pt x="8258031" y="1668810"/>
                  </a:lnTo>
                  <a:lnTo>
                    <a:pt x="8253668" y="1668810"/>
                  </a:lnTo>
                  <a:lnTo>
                    <a:pt x="8249305" y="1668810"/>
                  </a:lnTo>
                  <a:lnTo>
                    <a:pt x="8244942" y="1668810"/>
                  </a:lnTo>
                  <a:lnTo>
                    <a:pt x="8240580" y="1668810"/>
                  </a:lnTo>
                  <a:lnTo>
                    <a:pt x="8236217" y="1668810"/>
                  </a:lnTo>
                  <a:lnTo>
                    <a:pt x="8231854" y="1668810"/>
                  </a:lnTo>
                  <a:lnTo>
                    <a:pt x="8227491" y="1668810"/>
                  </a:lnTo>
                  <a:lnTo>
                    <a:pt x="8223129" y="1668810"/>
                  </a:lnTo>
                  <a:lnTo>
                    <a:pt x="8218766" y="1668810"/>
                  </a:lnTo>
                  <a:lnTo>
                    <a:pt x="8214403" y="1668810"/>
                  </a:lnTo>
                  <a:lnTo>
                    <a:pt x="8210040" y="1668810"/>
                  </a:lnTo>
                  <a:lnTo>
                    <a:pt x="8205678" y="1668810"/>
                  </a:lnTo>
                  <a:lnTo>
                    <a:pt x="8201315" y="1668810"/>
                  </a:lnTo>
                  <a:lnTo>
                    <a:pt x="8196952" y="1668810"/>
                  </a:lnTo>
                  <a:lnTo>
                    <a:pt x="8192589" y="1668810"/>
                  </a:lnTo>
                  <a:lnTo>
                    <a:pt x="8188227" y="1668810"/>
                  </a:lnTo>
                  <a:lnTo>
                    <a:pt x="8183864" y="1668810"/>
                  </a:lnTo>
                  <a:lnTo>
                    <a:pt x="8179501" y="1668810"/>
                  </a:lnTo>
                  <a:lnTo>
                    <a:pt x="8175138" y="1668810"/>
                  </a:lnTo>
                  <a:lnTo>
                    <a:pt x="8170776" y="1668810"/>
                  </a:lnTo>
                  <a:lnTo>
                    <a:pt x="8166413" y="1668810"/>
                  </a:lnTo>
                  <a:lnTo>
                    <a:pt x="8162050" y="1668810"/>
                  </a:lnTo>
                  <a:lnTo>
                    <a:pt x="8157687" y="1668810"/>
                  </a:lnTo>
                  <a:lnTo>
                    <a:pt x="8153325" y="1668810"/>
                  </a:lnTo>
                  <a:lnTo>
                    <a:pt x="8148962" y="1668810"/>
                  </a:lnTo>
                  <a:lnTo>
                    <a:pt x="8144599" y="1668810"/>
                  </a:lnTo>
                  <a:lnTo>
                    <a:pt x="8140236" y="1668810"/>
                  </a:lnTo>
                  <a:lnTo>
                    <a:pt x="8135874" y="1668810"/>
                  </a:lnTo>
                  <a:lnTo>
                    <a:pt x="8131511" y="1668810"/>
                  </a:lnTo>
                  <a:lnTo>
                    <a:pt x="8127148" y="1668810"/>
                  </a:lnTo>
                  <a:lnTo>
                    <a:pt x="8122785" y="1668810"/>
                  </a:lnTo>
                  <a:lnTo>
                    <a:pt x="8118423" y="1668810"/>
                  </a:lnTo>
                  <a:lnTo>
                    <a:pt x="8114060" y="1668810"/>
                  </a:lnTo>
                  <a:lnTo>
                    <a:pt x="8109697" y="1668810"/>
                  </a:lnTo>
                  <a:lnTo>
                    <a:pt x="8105334" y="1668810"/>
                  </a:lnTo>
                  <a:lnTo>
                    <a:pt x="8100972" y="1668810"/>
                  </a:lnTo>
                  <a:lnTo>
                    <a:pt x="8096609" y="1668810"/>
                  </a:lnTo>
                  <a:lnTo>
                    <a:pt x="8092246" y="1668810"/>
                  </a:lnTo>
                  <a:lnTo>
                    <a:pt x="8087883" y="1668810"/>
                  </a:lnTo>
                  <a:lnTo>
                    <a:pt x="8083521" y="1668810"/>
                  </a:lnTo>
                  <a:lnTo>
                    <a:pt x="8079158" y="1668810"/>
                  </a:lnTo>
                  <a:lnTo>
                    <a:pt x="8074795" y="1668810"/>
                  </a:lnTo>
                  <a:lnTo>
                    <a:pt x="8070432" y="1668810"/>
                  </a:lnTo>
                  <a:lnTo>
                    <a:pt x="8066070" y="1668810"/>
                  </a:lnTo>
                  <a:lnTo>
                    <a:pt x="8061707" y="1668810"/>
                  </a:lnTo>
                  <a:lnTo>
                    <a:pt x="8057344" y="1668810"/>
                  </a:lnTo>
                  <a:lnTo>
                    <a:pt x="8052981" y="1668810"/>
                  </a:lnTo>
                  <a:lnTo>
                    <a:pt x="8048619" y="1668810"/>
                  </a:lnTo>
                  <a:lnTo>
                    <a:pt x="8044256" y="1668810"/>
                  </a:lnTo>
                  <a:lnTo>
                    <a:pt x="8039893" y="1668810"/>
                  </a:lnTo>
                  <a:lnTo>
                    <a:pt x="8035530" y="1668810"/>
                  </a:lnTo>
                  <a:lnTo>
                    <a:pt x="8031168" y="1668810"/>
                  </a:lnTo>
                  <a:lnTo>
                    <a:pt x="8026805" y="1668810"/>
                  </a:lnTo>
                  <a:lnTo>
                    <a:pt x="8022442" y="1668810"/>
                  </a:lnTo>
                  <a:lnTo>
                    <a:pt x="8018079" y="1668810"/>
                  </a:lnTo>
                  <a:lnTo>
                    <a:pt x="8013717" y="1668810"/>
                  </a:lnTo>
                  <a:lnTo>
                    <a:pt x="8009354" y="1668810"/>
                  </a:lnTo>
                  <a:lnTo>
                    <a:pt x="8004991" y="1668810"/>
                  </a:lnTo>
                  <a:lnTo>
                    <a:pt x="8000628" y="1668810"/>
                  </a:lnTo>
                  <a:lnTo>
                    <a:pt x="7996266" y="1668810"/>
                  </a:lnTo>
                  <a:lnTo>
                    <a:pt x="7991903" y="1668810"/>
                  </a:lnTo>
                  <a:lnTo>
                    <a:pt x="7987540" y="1668810"/>
                  </a:lnTo>
                  <a:lnTo>
                    <a:pt x="7983177" y="1668810"/>
                  </a:lnTo>
                  <a:lnTo>
                    <a:pt x="7978815" y="1668810"/>
                  </a:lnTo>
                  <a:lnTo>
                    <a:pt x="7974452" y="1668810"/>
                  </a:lnTo>
                  <a:lnTo>
                    <a:pt x="7970089" y="1668810"/>
                  </a:lnTo>
                  <a:lnTo>
                    <a:pt x="7965726" y="1668810"/>
                  </a:lnTo>
                  <a:lnTo>
                    <a:pt x="7961364" y="1668810"/>
                  </a:lnTo>
                  <a:lnTo>
                    <a:pt x="7957001" y="1668810"/>
                  </a:lnTo>
                  <a:lnTo>
                    <a:pt x="7952638" y="1668810"/>
                  </a:lnTo>
                  <a:lnTo>
                    <a:pt x="7948275" y="1668810"/>
                  </a:lnTo>
                  <a:lnTo>
                    <a:pt x="7943913" y="1668810"/>
                  </a:lnTo>
                  <a:lnTo>
                    <a:pt x="7939550" y="1668810"/>
                  </a:lnTo>
                  <a:lnTo>
                    <a:pt x="7935187" y="1668810"/>
                  </a:lnTo>
                  <a:lnTo>
                    <a:pt x="7930824" y="1668810"/>
                  </a:lnTo>
                  <a:lnTo>
                    <a:pt x="7926462" y="1668810"/>
                  </a:lnTo>
                  <a:lnTo>
                    <a:pt x="7922099" y="1668810"/>
                  </a:lnTo>
                  <a:lnTo>
                    <a:pt x="7917736" y="1668810"/>
                  </a:lnTo>
                  <a:lnTo>
                    <a:pt x="7913373" y="1668810"/>
                  </a:lnTo>
                  <a:lnTo>
                    <a:pt x="7909011" y="1668810"/>
                  </a:lnTo>
                  <a:lnTo>
                    <a:pt x="7904648" y="1668810"/>
                  </a:lnTo>
                  <a:lnTo>
                    <a:pt x="7900285" y="1668810"/>
                  </a:lnTo>
                  <a:lnTo>
                    <a:pt x="7895922" y="1668810"/>
                  </a:lnTo>
                  <a:lnTo>
                    <a:pt x="7891560" y="1668810"/>
                  </a:lnTo>
                  <a:lnTo>
                    <a:pt x="7887197" y="1668810"/>
                  </a:lnTo>
                  <a:lnTo>
                    <a:pt x="7882834" y="1668810"/>
                  </a:lnTo>
                  <a:lnTo>
                    <a:pt x="7878471" y="1668810"/>
                  </a:lnTo>
                  <a:lnTo>
                    <a:pt x="7874109" y="1668810"/>
                  </a:lnTo>
                  <a:lnTo>
                    <a:pt x="7869746" y="1668810"/>
                  </a:lnTo>
                  <a:lnTo>
                    <a:pt x="7865383" y="1668810"/>
                  </a:lnTo>
                  <a:lnTo>
                    <a:pt x="7861020" y="1668810"/>
                  </a:lnTo>
                  <a:lnTo>
                    <a:pt x="7856658" y="1668810"/>
                  </a:lnTo>
                  <a:lnTo>
                    <a:pt x="7852295" y="1668810"/>
                  </a:lnTo>
                  <a:lnTo>
                    <a:pt x="7847932" y="1668810"/>
                  </a:lnTo>
                  <a:lnTo>
                    <a:pt x="7843569" y="1668810"/>
                  </a:lnTo>
                  <a:lnTo>
                    <a:pt x="7839207" y="1668810"/>
                  </a:lnTo>
                  <a:lnTo>
                    <a:pt x="7834844" y="1668810"/>
                  </a:lnTo>
                  <a:lnTo>
                    <a:pt x="7830481" y="1668810"/>
                  </a:lnTo>
                  <a:lnTo>
                    <a:pt x="7826118" y="1668810"/>
                  </a:lnTo>
                  <a:lnTo>
                    <a:pt x="7821756" y="1668810"/>
                  </a:lnTo>
                  <a:lnTo>
                    <a:pt x="7817393" y="1668810"/>
                  </a:lnTo>
                  <a:lnTo>
                    <a:pt x="7813030" y="1668810"/>
                  </a:lnTo>
                  <a:lnTo>
                    <a:pt x="7808667" y="1668810"/>
                  </a:lnTo>
                  <a:lnTo>
                    <a:pt x="7804305" y="1668810"/>
                  </a:lnTo>
                  <a:lnTo>
                    <a:pt x="7799942" y="1668810"/>
                  </a:lnTo>
                  <a:lnTo>
                    <a:pt x="7795579" y="1668810"/>
                  </a:lnTo>
                  <a:lnTo>
                    <a:pt x="7791216" y="1668810"/>
                  </a:lnTo>
                  <a:lnTo>
                    <a:pt x="7786854" y="1668810"/>
                  </a:lnTo>
                  <a:lnTo>
                    <a:pt x="7782491" y="1668810"/>
                  </a:lnTo>
                  <a:lnTo>
                    <a:pt x="7778128" y="1668810"/>
                  </a:lnTo>
                  <a:lnTo>
                    <a:pt x="7773765" y="1668810"/>
                  </a:lnTo>
                  <a:lnTo>
                    <a:pt x="7769403" y="1668810"/>
                  </a:lnTo>
                  <a:lnTo>
                    <a:pt x="7765040" y="1668810"/>
                  </a:lnTo>
                  <a:lnTo>
                    <a:pt x="7760677" y="1668810"/>
                  </a:lnTo>
                  <a:lnTo>
                    <a:pt x="7756314" y="1668810"/>
                  </a:lnTo>
                  <a:lnTo>
                    <a:pt x="7751952" y="1668810"/>
                  </a:lnTo>
                  <a:lnTo>
                    <a:pt x="7747589" y="1668810"/>
                  </a:lnTo>
                  <a:lnTo>
                    <a:pt x="7743226" y="1668810"/>
                  </a:lnTo>
                  <a:lnTo>
                    <a:pt x="7738863" y="1668810"/>
                  </a:lnTo>
                  <a:lnTo>
                    <a:pt x="7734501" y="1668810"/>
                  </a:lnTo>
                  <a:lnTo>
                    <a:pt x="7730138" y="1668810"/>
                  </a:lnTo>
                  <a:lnTo>
                    <a:pt x="7725775" y="1668810"/>
                  </a:lnTo>
                  <a:lnTo>
                    <a:pt x="7721412" y="1668810"/>
                  </a:lnTo>
                  <a:lnTo>
                    <a:pt x="7717050" y="1668810"/>
                  </a:lnTo>
                  <a:lnTo>
                    <a:pt x="7712687" y="1668810"/>
                  </a:lnTo>
                  <a:lnTo>
                    <a:pt x="7708324" y="1668810"/>
                  </a:lnTo>
                  <a:lnTo>
                    <a:pt x="7703961" y="1668810"/>
                  </a:lnTo>
                  <a:lnTo>
                    <a:pt x="7699599" y="1668810"/>
                  </a:lnTo>
                  <a:lnTo>
                    <a:pt x="7695236" y="1668810"/>
                  </a:lnTo>
                  <a:lnTo>
                    <a:pt x="7690873" y="1668810"/>
                  </a:lnTo>
                  <a:lnTo>
                    <a:pt x="7686510" y="1668810"/>
                  </a:lnTo>
                  <a:lnTo>
                    <a:pt x="7682148" y="1668810"/>
                  </a:lnTo>
                  <a:lnTo>
                    <a:pt x="7677785" y="1668810"/>
                  </a:lnTo>
                  <a:lnTo>
                    <a:pt x="7673422" y="1668810"/>
                  </a:lnTo>
                  <a:lnTo>
                    <a:pt x="7669059" y="1668810"/>
                  </a:lnTo>
                  <a:lnTo>
                    <a:pt x="7664697" y="1668810"/>
                  </a:lnTo>
                  <a:lnTo>
                    <a:pt x="7660334" y="1668810"/>
                  </a:lnTo>
                  <a:lnTo>
                    <a:pt x="7655971" y="1668810"/>
                  </a:lnTo>
                  <a:lnTo>
                    <a:pt x="7651608" y="1668810"/>
                  </a:lnTo>
                  <a:lnTo>
                    <a:pt x="7647246" y="1668810"/>
                  </a:lnTo>
                  <a:lnTo>
                    <a:pt x="7642883" y="1668810"/>
                  </a:lnTo>
                  <a:lnTo>
                    <a:pt x="7638520" y="1668810"/>
                  </a:lnTo>
                  <a:lnTo>
                    <a:pt x="7634157" y="1668810"/>
                  </a:lnTo>
                  <a:lnTo>
                    <a:pt x="7629795" y="1668810"/>
                  </a:lnTo>
                  <a:lnTo>
                    <a:pt x="7625432" y="1668810"/>
                  </a:lnTo>
                  <a:lnTo>
                    <a:pt x="7621069" y="1668810"/>
                  </a:lnTo>
                  <a:lnTo>
                    <a:pt x="7616706" y="1668810"/>
                  </a:lnTo>
                  <a:lnTo>
                    <a:pt x="7612344" y="1668810"/>
                  </a:lnTo>
                  <a:lnTo>
                    <a:pt x="7607981" y="1668810"/>
                  </a:lnTo>
                  <a:lnTo>
                    <a:pt x="7603618" y="1668810"/>
                  </a:lnTo>
                  <a:lnTo>
                    <a:pt x="7599255" y="1668810"/>
                  </a:lnTo>
                  <a:lnTo>
                    <a:pt x="7594893" y="1668810"/>
                  </a:lnTo>
                  <a:lnTo>
                    <a:pt x="7590530" y="1668810"/>
                  </a:lnTo>
                  <a:lnTo>
                    <a:pt x="7586167" y="1668810"/>
                  </a:lnTo>
                  <a:lnTo>
                    <a:pt x="7581804" y="1668810"/>
                  </a:lnTo>
                  <a:lnTo>
                    <a:pt x="7577442" y="1668810"/>
                  </a:lnTo>
                  <a:lnTo>
                    <a:pt x="7573079" y="1668810"/>
                  </a:lnTo>
                  <a:lnTo>
                    <a:pt x="7568716" y="1668810"/>
                  </a:lnTo>
                  <a:lnTo>
                    <a:pt x="7564353" y="1668810"/>
                  </a:lnTo>
                  <a:lnTo>
                    <a:pt x="7559991" y="1668810"/>
                  </a:lnTo>
                  <a:lnTo>
                    <a:pt x="7555628" y="1668810"/>
                  </a:lnTo>
                  <a:lnTo>
                    <a:pt x="7551265" y="1668810"/>
                  </a:lnTo>
                  <a:lnTo>
                    <a:pt x="7546902" y="1668810"/>
                  </a:lnTo>
                  <a:lnTo>
                    <a:pt x="7542540" y="1668810"/>
                  </a:lnTo>
                  <a:lnTo>
                    <a:pt x="7538177" y="1668810"/>
                  </a:lnTo>
                  <a:lnTo>
                    <a:pt x="7533814" y="1668810"/>
                  </a:lnTo>
                  <a:lnTo>
                    <a:pt x="7529451" y="1668810"/>
                  </a:lnTo>
                  <a:lnTo>
                    <a:pt x="7525089" y="1668810"/>
                  </a:lnTo>
                  <a:lnTo>
                    <a:pt x="7520726" y="1668810"/>
                  </a:lnTo>
                  <a:lnTo>
                    <a:pt x="7516363" y="1668810"/>
                  </a:lnTo>
                  <a:lnTo>
                    <a:pt x="7512000" y="1668810"/>
                  </a:lnTo>
                  <a:lnTo>
                    <a:pt x="7507638" y="1668810"/>
                  </a:lnTo>
                  <a:lnTo>
                    <a:pt x="7503275" y="1668810"/>
                  </a:lnTo>
                  <a:lnTo>
                    <a:pt x="7498912" y="1668810"/>
                  </a:lnTo>
                  <a:lnTo>
                    <a:pt x="7494549" y="1668810"/>
                  </a:lnTo>
                  <a:lnTo>
                    <a:pt x="7490187" y="1668810"/>
                  </a:lnTo>
                  <a:lnTo>
                    <a:pt x="7485824" y="1668810"/>
                  </a:lnTo>
                  <a:lnTo>
                    <a:pt x="7481461" y="1668810"/>
                  </a:lnTo>
                  <a:lnTo>
                    <a:pt x="7477098" y="1668810"/>
                  </a:lnTo>
                  <a:lnTo>
                    <a:pt x="7472736" y="1668810"/>
                  </a:lnTo>
                  <a:lnTo>
                    <a:pt x="7468373" y="1668810"/>
                  </a:lnTo>
                  <a:lnTo>
                    <a:pt x="7464010" y="1668810"/>
                  </a:lnTo>
                  <a:lnTo>
                    <a:pt x="7459647" y="1668810"/>
                  </a:lnTo>
                  <a:lnTo>
                    <a:pt x="7455285" y="1668810"/>
                  </a:lnTo>
                  <a:lnTo>
                    <a:pt x="7450922" y="1668810"/>
                  </a:lnTo>
                  <a:lnTo>
                    <a:pt x="7446559" y="1668810"/>
                  </a:lnTo>
                  <a:lnTo>
                    <a:pt x="7442196" y="1668810"/>
                  </a:lnTo>
                  <a:lnTo>
                    <a:pt x="7437834" y="1668810"/>
                  </a:lnTo>
                  <a:lnTo>
                    <a:pt x="7433471" y="1668810"/>
                  </a:lnTo>
                  <a:lnTo>
                    <a:pt x="7429108" y="1668810"/>
                  </a:lnTo>
                  <a:lnTo>
                    <a:pt x="7424745" y="1668810"/>
                  </a:lnTo>
                  <a:lnTo>
                    <a:pt x="7420383" y="1668810"/>
                  </a:lnTo>
                  <a:lnTo>
                    <a:pt x="7416020" y="1668810"/>
                  </a:lnTo>
                  <a:lnTo>
                    <a:pt x="7411657" y="1668810"/>
                  </a:lnTo>
                  <a:lnTo>
                    <a:pt x="7407294" y="1668810"/>
                  </a:lnTo>
                  <a:lnTo>
                    <a:pt x="7402932" y="1668810"/>
                  </a:lnTo>
                  <a:lnTo>
                    <a:pt x="7398569" y="1668810"/>
                  </a:lnTo>
                  <a:lnTo>
                    <a:pt x="7394206" y="1668810"/>
                  </a:lnTo>
                  <a:lnTo>
                    <a:pt x="7389843" y="1668810"/>
                  </a:lnTo>
                  <a:lnTo>
                    <a:pt x="7385481" y="1668810"/>
                  </a:lnTo>
                  <a:lnTo>
                    <a:pt x="7381118" y="1668810"/>
                  </a:lnTo>
                  <a:lnTo>
                    <a:pt x="7376755" y="1668810"/>
                  </a:lnTo>
                  <a:lnTo>
                    <a:pt x="7372392" y="1668810"/>
                  </a:lnTo>
                  <a:lnTo>
                    <a:pt x="7368030" y="1668810"/>
                  </a:lnTo>
                  <a:lnTo>
                    <a:pt x="7363667" y="1668810"/>
                  </a:lnTo>
                  <a:lnTo>
                    <a:pt x="7359304" y="1668810"/>
                  </a:lnTo>
                  <a:lnTo>
                    <a:pt x="7354941" y="1668810"/>
                  </a:lnTo>
                  <a:lnTo>
                    <a:pt x="7350579" y="1668810"/>
                  </a:lnTo>
                  <a:lnTo>
                    <a:pt x="7346216" y="1668810"/>
                  </a:lnTo>
                  <a:lnTo>
                    <a:pt x="7341853" y="1668810"/>
                  </a:lnTo>
                  <a:lnTo>
                    <a:pt x="7337490" y="1668810"/>
                  </a:lnTo>
                  <a:lnTo>
                    <a:pt x="7333128" y="1668810"/>
                  </a:lnTo>
                  <a:lnTo>
                    <a:pt x="7328765" y="1668810"/>
                  </a:lnTo>
                  <a:lnTo>
                    <a:pt x="7324402" y="1668810"/>
                  </a:lnTo>
                  <a:lnTo>
                    <a:pt x="7320039" y="1668810"/>
                  </a:lnTo>
                  <a:lnTo>
                    <a:pt x="7315677" y="1668810"/>
                  </a:lnTo>
                  <a:lnTo>
                    <a:pt x="7311314" y="1668810"/>
                  </a:lnTo>
                  <a:lnTo>
                    <a:pt x="7306951" y="1668810"/>
                  </a:lnTo>
                  <a:lnTo>
                    <a:pt x="7302588" y="1668810"/>
                  </a:lnTo>
                  <a:lnTo>
                    <a:pt x="7298226" y="1668810"/>
                  </a:lnTo>
                  <a:lnTo>
                    <a:pt x="7293863" y="1668810"/>
                  </a:lnTo>
                  <a:lnTo>
                    <a:pt x="7289500" y="1668810"/>
                  </a:lnTo>
                  <a:lnTo>
                    <a:pt x="7285137" y="1668810"/>
                  </a:lnTo>
                  <a:lnTo>
                    <a:pt x="7280775" y="1668810"/>
                  </a:lnTo>
                  <a:lnTo>
                    <a:pt x="7276412" y="1668810"/>
                  </a:lnTo>
                  <a:lnTo>
                    <a:pt x="7272049" y="1668810"/>
                  </a:lnTo>
                  <a:lnTo>
                    <a:pt x="7267686" y="1668810"/>
                  </a:lnTo>
                  <a:lnTo>
                    <a:pt x="7263324" y="1668810"/>
                  </a:lnTo>
                  <a:lnTo>
                    <a:pt x="7258961" y="1668810"/>
                  </a:lnTo>
                  <a:lnTo>
                    <a:pt x="7254598" y="1668810"/>
                  </a:lnTo>
                  <a:lnTo>
                    <a:pt x="7250235" y="1668810"/>
                  </a:lnTo>
                  <a:lnTo>
                    <a:pt x="7245873" y="1668810"/>
                  </a:lnTo>
                  <a:lnTo>
                    <a:pt x="7241510" y="1668810"/>
                  </a:lnTo>
                  <a:lnTo>
                    <a:pt x="7237147" y="1668810"/>
                  </a:lnTo>
                  <a:lnTo>
                    <a:pt x="7232784" y="1668810"/>
                  </a:lnTo>
                  <a:lnTo>
                    <a:pt x="7228422" y="1668810"/>
                  </a:lnTo>
                  <a:lnTo>
                    <a:pt x="7224059" y="1668810"/>
                  </a:lnTo>
                  <a:lnTo>
                    <a:pt x="7219696" y="1668810"/>
                  </a:lnTo>
                  <a:lnTo>
                    <a:pt x="7215333" y="1668810"/>
                  </a:lnTo>
                  <a:lnTo>
                    <a:pt x="7210971" y="1668810"/>
                  </a:lnTo>
                  <a:lnTo>
                    <a:pt x="7206608" y="1668810"/>
                  </a:lnTo>
                  <a:lnTo>
                    <a:pt x="7202245" y="1668810"/>
                  </a:lnTo>
                  <a:lnTo>
                    <a:pt x="7197882" y="1668810"/>
                  </a:lnTo>
                  <a:lnTo>
                    <a:pt x="7193520" y="1668810"/>
                  </a:lnTo>
                  <a:lnTo>
                    <a:pt x="7189157" y="1668810"/>
                  </a:lnTo>
                  <a:lnTo>
                    <a:pt x="7184794" y="1668810"/>
                  </a:lnTo>
                  <a:lnTo>
                    <a:pt x="7180431" y="1668810"/>
                  </a:lnTo>
                  <a:lnTo>
                    <a:pt x="7176069" y="1668810"/>
                  </a:lnTo>
                  <a:lnTo>
                    <a:pt x="7171706" y="1668810"/>
                  </a:lnTo>
                  <a:lnTo>
                    <a:pt x="7167343" y="1668810"/>
                  </a:lnTo>
                  <a:lnTo>
                    <a:pt x="7162980" y="1668810"/>
                  </a:lnTo>
                  <a:lnTo>
                    <a:pt x="7158618" y="1668810"/>
                  </a:lnTo>
                  <a:lnTo>
                    <a:pt x="7154255" y="1668810"/>
                  </a:lnTo>
                  <a:lnTo>
                    <a:pt x="7149892" y="1668810"/>
                  </a:lnTo>
                  <a:lnTo>
                    <a:pt x="7145529" y="1668810"/>
                  </a:lnTo>
                  <a:lnTo>
                    <a:pt x="7141167" y="1668810"/>
                  </a:lnTo>
                  <a:lnTo>
                    <a:pt x="7136804" y="1668810"/>
                  </a:lnTo>
                  <a:lnTo>
                    <a:pt x="7132441" y="1668810"/>
                  </a:lnTo>
                  <a:lnTo>
                    <a:pt x="7128078" y="1668810"/>
                  </a:lnTo>
                  <a:lnTo>
                    <a:pt x="7123716" y="1668810"/>
                  </a:lnTo>
                  <a:lnTo>
                    <a:pt x="7119353" y="1668810"/>
                  </a:lnTo>
                  <a:lnTo>
                    <a:pt x="7114990" y="1668810"/>
                  </a:lnTo>
                  <a:lnTo>
                    <a:pt x="7110627" y="1668810"/>
                  </a:lnTo>
                  <a:lnTo>
                    <a:pt x="7106265" y="1668810"/>
                  </a:lnTo>
                  <a:lnTo>
                    <a:pt x="7101902" y="1668810"/>
                  </a:lnTo>
                  <a:lnTo>
                    <a:pt x="7097539" y="1668810"/>
                  </a:lnTo>
                  <a:lnTo>
                    <a:pt x="7093176" y="1668810"/>
                  </a:lnTo>
                  <a:lnTo>
                    <a:pt x="7088814" y="1668810"/>
                  </a:lnTo>
                  <a:lnTo>
                    <a:pt x="7084451" y="1668810"/>
                  </a:lnTo>
                  <a:lnTo>
                    <a:pt x="7080088" y="1668810"/>
                  </a:lnTo>
                  <a:lnTo>
                    <a:pt x="7075725" y="1668810"/>
                  </a:lnTo>
                  <a:lnTo>
                    <a:pt x="7071363" y="1668810"/>
                  </a:lnTo>
                  <a:lnTo>
                    <a:pt x="7067000" y="1668810"/>
                  </a:lnTo>
                  <a:lnTo>
                    <a:pt x="7062637" y="1668810"/>
                  </a:lnTo>
                  <a:lnTo>
                    <a:pt x="7058274" y="1668810"/>
                  </a:lnTo>
                  <a:lnTo>
                    <a:pt x="7053912" y="1668810"/>
                  </a:lnTo>
                  <a:lnTo>
                    <a:pt x="7049549" y="1668810"/>
                  </a:lnTo>
                  <a:lnTo>
                    <a:pt x="7045186" y="1668810"/>
                  </a:lnTo>
                  <a:lnTo>
                    <a:pt x="7040823" y="1668810"/>
                  </a:lnTo>
                  <a:lnTo>
                    <a:pt x="7036461" y="1668810"/>
                  </a:lnTo>
                  <a:lnTo>
                    <a:pt x="7032098" y="1668810"/>
                  </a:lnTo>
                  <a:lnTo>
                    <a:pt x="7027735" y="1668810"/>
                  </a:lnTo>
                  <a:lnTo>
                    <a:pt x="7023372" y="1668810"/>
                  </a:lnTo>
                  <a:lnTo>
                    <a:pt x="7019010" y="1668810"/>
                  </a:lnTo>
                  <a:lnTo>
                    <a:pt x="7014647" y="1668810"/>
                  </a:lnTo>
                  <a:lnTo>
                    <a:pt x="7010284" y="1668810"/>
                  </a:lnTo>
                  <a:lnTo>
                    <a:pt x="7005921" y="1668810"/>
                  </a:lnTo>
                  <a:lnTo>
                    <a:pt x="7001559" y="1668810"/>
                  </a:lnTo>
                  <a:lnTo>
                    <a:pt x="6997196" y="1668810"/>
                  </a:lnTo>
                  <a:lnTo>
                    <a:pt x="6992833" y="1668810"/>
                  </a:lnTo>
                  <a:lnTo>
                    <a:pt x="6988470" y="1668810"/>
                  </a:lnTo>
                  <a:lnTo>
                    <a:pt x="6984108" y="1668810"/>
                  </a:lnTo>
                  <a:lnTo>
                    <a:pt x="6979745" y="1668810"/>
                  </a:lnTo>
                  <a:lnTo>
                    <a:pt x="6975382" y="1668810"/>
                  </a:lnTo>
                  <a:lnTo>
                    <a:pt x="6971019" y="1668810"/>
                  </a:lnTo>
                  <a:lnTo>
                    <a:pt x="6966657" y="1668810"/>
                  </a:lnTo>
                  <a:lnTo>
                    <a:pt x="6962294" y="1668810"/>
                  </a:lnTo>
                  <a:lnTo>
                    <a:pt x="6957931" y="1668810"/>
                  </a:lnTo>
                  <a:lnTo>
                    <a:pt x="6953568" y="1668810"/>
                  </a:lnTo>
                  <a:lnTo>
                    <a:pt x="6949206" y="1668810"/>
                  </a:lnTo>
                  <a:lnTo>
                    <a:pt x="6944843" y="1668810"/>
                  </a:lnTo>
                  <a:lnTo>
                    <a:pt x="6940480" y="1668810"/>
                  </a:lnTo>
                  <a:lnTo>
                    <a:pt x="6936117" y="1668810"/>
                  </a:lnTo>
                  <a:lnTo>
                    <a:pt x="6931755" y="1668810"/>
                  </a:lnTo>
                  <a:lnTo>
                    <a:pt x="6927392" y="1668810"/>
                  </a:lnTo>
                  <a:lnTo>
                    <a:pt x="6923029" y="1668810"/>
                  </a:lnTo>
                  <a:lnTo>
                    <a:pt x="6918666" y="1668810"/>
                  </a:lnTo>
                  <a:lnTo>
                    <a:pt x="6914304" y="1668810"/>
                  </a:lnTo>
                  <a:lnTo>
                    <a:pt x="6909941" y="1668810"/>
                  </a:lnTo>
                  <a:lnTo>
                    <a:pt x="6905578" y="1668810"/>
                  </a:lnTo>
                  <a:lnTo>
                    <a:pt x="6901215" y="1668810"/>
                  </a:lnTo>
                  <a:lnTo>
                    <a:pt x="6896853" y="1668810"/>
                  </a:lnTo>
                  <a:lnTo>
                    <a:pt x="6892490" y="1668810"/>
                  </a:lnTo>
                  <a:lnTo>
                    <a:pt x="6888127" y="1668810"/>
                  </a:lnTo>
                  <a:lnTo>
                    <a:pt x="6883764" y="1668810"/>
                  </a:lnTo>
                  <a:lnTo>
                    <a:pt x="6879402" y="1668810"/>
                  </a:lnTo>
                  <a:lnTo>
                    <a:pt x="6875039" y="1668810"/>
                  </a:lnTo>
                  <a:lnTo>
                    <a:pt x="6870676" y="1668810"/>
                  </a:lnTo>
                  <a:lnTo>
                    <a:pt x="6866313" y="1668810"/>
                  </a:lnTo>
                  <a:lnTo>
                    <a:pt x="6861951" y="1668810"/>
                  </a:lnTo>
                  <a:lnTo>
                    <a:pt x="6857588" y="1668810"/>
                  </a:lnTo>
                  <a:lnTo>
                    <a:pt x="6853225" y="1668810"/>
                  </a:lnTo>
                  <a:lnTo>
                    <a:pt x="6848862" y="1668810"/>
                  </a:lnTo>
                  <a:lnTo>
                    <a:pt x="6844500" y="1668810"/>
                  </a:lnTo>
                  <a:lnTo>
                    <a:pt x="6840137" y="1668810"/>
                  </a:lnTo>
                  <a:lnTo>
                    <a:pt x="6835774" y="1668810"/>
                  </a:lnTo>
                  <a:lnTo>
                    <a:pt x="6831411" y="1668810"/>
                  </a:lnTo>
                  <a:lnTo>
                    <a:pt x="6827049" y="1668810"/>
                  </a:lnTo>
                  <a:lnTo>
                    <a:pt x="6822686" y="1668810"/>
                  </a:lnTo>
                  <a:lnTo>
                    <a:pt x="6818323" y="1668810"/>
                  </a:lnTo>
                  <a:lnTo>
                    <a:pt x="6813960" y="1668810"/>
                  </a:lnTo>
                  <a:lnTo>
                    <a:pt x="6809598" y="1668810"/>
                  </a:lnTo>
                  <a:lnTo>
                    <a:pt x="6805235" y="1668810"/>
                  </a:lnTo>
                  <a:lnTo>
                    <a:pt x="6800872" y="1668810"/>
                  </a:lnTo>
                  <a:lnTo>
                    <a:pt x="6796509" y="1668810"/>
                  </a:lnTo>
                  <a:lnTo>
                    <a:pt x="6792147" y="1668810"/>
                  </a:lnTo>
                  <a:lnTo>
                    <a:pt x="6787784" y="1668810"/>
                  </a:lnTo>
                  <a:lnTo>
                    <a:pt x="6783421" y="1668810"/>
                  </a:lnTo>
                  <a:lnTo>
                    <a:pt x="6779058" y="1668810"/>
                  </a:lnTo>
                  <a:lnTo>
                    <a:pt x="6774696" y="1668810"/>
                  </a:lnTo>
                  <a:lnTo>
                    <a:pt x="6770333" y="1668810"/>
                  </a:lnTo>
                  <a:lnTo>
                    <a:pt x="6765970" y="1668810"/>
                  </a:lnTo>
                  <a:lnTo>
                    <a:pt x="6761607" y="1668810"/>
                  </a:lnTo>
                  <a:lnTo>
                    <a:pt x="6757245" y="1668810"/>
                  </a:lnTo>
                  <a:lnTo>
                    <a:pt x="6752882" y="1668810"/>
                  </a:lnTo>
                  <a:lnTo>
                    <a:pt x="6748519" y="1668810"/>
                  </a:lnTo>
                  <a:lnTo>
                    <a:pt x="6744156" y="1668810"/>
                  </a:lnTo>
                  <a:lnTo>
                    <a:pt x="6739794" y="1668810"/>
                  </a:lnTo>
                  <a:lnTo>
                    <a:pt x="6735431" y="1668810"/>
                  </a:lnTo>
                  <a:lnTo>
                    <a:pt x="6731068" y="1668810"/>
                  </a:lnTo>
                  <a:lnTo>
                    <a:pt x="6726705" y="1668810"/>
                  </a:lnTo>
                  <a:lnTo>
                    <a:pt x="6722343" y="1668810"/>
                  </a:lnTo>
                  <a:lnTo>
                    <a:pt x="6717980" y="1668810"/>
                  </a:lnTo>
                  <a:lnTo>
                    <a:pt x="6713617" y="1668810"/>
                  </a:lnTo>
                  <a:lnTo>
                    <a:pt x="6709254" y="1668810"/>
                  </a:lnTo>
                  <a:lnTo>
                    <a:pt x="6704892" y="1668810"/>
                  </a:lnTo>
                  <a:lnTo>
                    <a:pt x="6700529" y="1668810"/>
                  </a:lnTo>
                  <a:lnTo>
                    <a:pt x="6696166" y="1668810"/>
                  </a:lnTo>
                  <a:lnTo>
                    <a:pt x="6691803" y="1668810"/>
                  </a:lnTo>
                  <a:lnTo>
                    <a:pt x="6687441" y="1668810"/>
                  </a:lnTo>
                  <a:lnTo>
                    <a:pt x="6683078" y="1668810"/>
                  </a:lnTo>
                  <a:lnTo>
                    <a:pt x="6678715" y="1668810"/>
                  </a:lnTo>
                  <a:lnTo>
                    <a:pt x="6674352" y="1668810"/>
                  </a:lnTo>
                  <a:lnTo>
                    <a:pt x="6669990" y="1668810"/>
                  </a:lnTo>
                  <a:lnTo>
                    <a:pt x="6665627" y="1668810"/>
                  </a:lnTo>
                  <a:lnTo>
                    <a:pt x="6661264" y="1668810"/>
                  </a:lnTo>
                  <a:lnTo>
                    <a:pt x="6656901" y="1668810"/>
                  </a:lnTo>
                  <a:lnTo>
                    <a:pt x="6652539" y="1668810"/>
                  </a:lnTo>
                  <a:lnTo>
                    <a:pt x="6648176" y="1668810"/>
                  </a:lnTo>
                  <a:lnTo>
                    <a:pt x="6643813" y="1668810"/>
                  </a:lnTo>
                  <a:lnTo>
                    <a:pt x="6639450" y="1668810"/>
                  </a:lnTo>
                  <a:lnTo>
                    <a:pt x="6635088" y="1668810"/>
                  </a:lnTo>
                  <a:lnTo>
                    <a:pt x="6630725" y="1668810"/>
                  </a:lnTo>
                  <a:lnTo>
                    <a:pt x="6626362" y="1668810"/>
                  </a:lnTo>
                  <a:lnTo>
                    <a:pt x="6621999" y="1668810"/>
                  </a:lnTo>
                  <a:lnTo>
                    <a:pt x="6617637" y="1668810"/>
                  </a:lnTo>
                  <a:lnTo>
                    <a:pt x="6613274" y="1668810"/>
                  </a:lnTo>
                  <a:lnTo>
                    <a:pt x="6608911" y="1668810"/>
                  </a:lnTo>
                  <a:lnTo>
                    <a:pt x="6604548" y="1668810"/>
                  </a:lnTo>
                  <a:lnTo>
                    <a:pt x="6600186" y="1668810"/>
                  </a:lnTo>
                  <a:lnTo>
                    <a:pt x="6595823" y="1668810"/>
                  </a:lnTo>
                  <a:lnTo>
                    <a:pt x="6591460" y="1668810"/>
                  </a:lnTo>
                  <a:lnTo>
                    <a:pt x="6587097" y="1668810"/>
                  </a:lnTo>
                  <a:lnTo>
                    <a:pt x="6582735" y="1668810"/>
                  </a:lnTo>
                  <a:lnTo>
                    <a:pt x="6578372" y="1668810"/>
                  </a:lnTo>
                  <a:lnTo>
                    <a:pt x="6574009" y="1668810"/>
                  </a:lnTo>
                  <a:lnTo>
                    <a:pt x="6569646" y="1668810"/>
                  </a:lnTo>
                  <a:lnTo>
                    <a:pt x="6565284" y="1668810"/>
                  </a:lnTo>
                  <a:lnTo>
                    <a:pt x="6560921" y="1668810"/>
                  </a:lnTo>
                  <a:lnTo>
                    <a:pt x="6556558" y="1668810"/>
                  </a:lnTo>
                  <a:lnTo>
                    <a:pt x="6552195" y="1668810"/>
                  </a:lnTo>
                  <a:lnTo>
                    <a:pt x="6547833" y="1668810"/>
                  </a:lnTo>
                  <a:lnTo>
                    <a:pt x="6543470" y="1668810"/>
                  </a:lnTo>
                  <a:lnTo>
                    <a:pt x="6539107" y="1668810"/>
                  </a:lnTo>
                  <a:lnTo>
                    <a:pt x="6534744" y="1668810"/>
                  </a:lnTo>
                  <a:lnTo>
                    <a:pt x="6530382" y="1668810"/>
                  </a:lnTo>
                  <a:lnTo>
                    <a:pt x="6526019" y="1668810"/>
                  </a:lnTo>
                  <a:lnTo>
                    <a:pt x="6521656" y="1668810"/>
                  </a:lnTo>
                  <a:lnTo>
                    <a:pt x="6517293" y="1668810"/>
                  </a:lnTo>
                  <a:lnTo>
                    <a:pt x="6512931" y="1668810"/>
                  </a:lnTo>
                  <a:lnTo>
                    <a:pt x="6508568" y="1668810"/>
                  </a:lnTo>
                  <a:lnTo>
                    <a:pt x="6504205" y="1668810"/>
                  </a:lnTo>
                  <a:lnTo>
                    <a:pt x="6499842" y="1668810"/>
                  </a:lnTo>
                  <a:lnTo>
                    <a:pt x="6495480" y="1668810"/>
                  </a:lnTo>
                  <a:lnTo>
                    <a:pt x="6491117" y="1668810"/>
                  </a:lnTo>
                  <a:lnTo>
                    <a:pt x="6486754" y="1668810"/>
                  </a:lnTo>
                  <a:lnTo>
                    <a:pt x="6482391" y="1668810"/>
                  </a:lnTo>
                  <a:lnTo>
                    <a:pt x="6478029" y="1668810"/>
                  </a:lnTo>
                  <a:lnTo>
                    <a:pt x="6473666" y="1668810"/>
                  </a:lnTo>
                  <a:lnTo>
                    <a:pt x="6469303" y="1668810"/>
                  </a:lnTo>
                  <a:lnTo>
                    <a:pt x="6464940" y="1668810"/>
                  </a:lnTo>
                  <a:lnTo>
                    <a:pt x="6460578" y="1668810"/>
                  </a:lnTo>
                  <a:lnTo>
                    <a:pt x="6456215" y="1668810"/>
                  </a:lnTo>
                  <a:lnTo>
                    <a:pt x="6451852" y="1668810"/>
                  </a:lnTo>
                  <a:lnTo>
                    <a:pt x="6447489" y="1668810"/>
                  </a:lnTo>
                  <a:lnTo>
                    <a:pt x="6443127" y="1668810"/>
                  </a:lnTo>
                  <a:lnTo>
                    <a:pt x="6438764" y="1668810"/>
                  </a:lnTo>
                  <a:lnTo>
                    <a:pt x="6434401" y="1668810"/>
                  </a:lnTo>
                  <a:lnTo>
                    <a:pt x="6430038" y="1668810"/>
                  </a:lnTo>
                  <a:lnTo>
                    <a:pt x="6425676" y="1668810"/>
                  </a:lnTo>
                  <a:lnTo>
                    <a:pt x="6421313" y="1668810"/>
                  </a:lnTo>
                  <a:lnTo>
                    <a:pt x="6416950" y="1668810"/>
                  </a:lnTo>
                  <a:lnTo>
                    <a:pt x="6412587" y="1668810"/>
                  </a:lnTo>
                  <a:lnTo>
                    <a:pt x="6408225" y="1668810"/>
                  </a:lnTo>
                  <a:lnTo>
                    <a:pt x="6403862" y="1668810"/>
                  </a:lnTo>
                  <a:lnTo>
                    <a:pt x="6399499" y="1668810"/>
                  </a:lnTo>
                  <a:lnTo>
                    <a:pt x="6395136" y="1668810"/>
                  </a:lnTo>
                  <a:lnTo>
                    <a:pt x="6390774" y="1668810"/>
                  </a:lnTo>
                  <a:lnTo>
                    <a:pt x="6386411" y="1668810"/>
                  </a:lnTo>
                  <a:lnTo>
                    <a:pt x="6382048" y="1668810"/>
                  </a:lnTo>
                  <a:lnTo>
                    <a:pt x="6377685" y="1668810"/>
                  </a:lnTo>
                  <a:lnTo>
                    <a:pt x="6373323" y="1668810"/>
                  </a:lnTo>
                  <a:lnTo>
                    <a:pt x="6368960" y="1668810"/>
                  </a:lnTo>
                  <a:lnTo>
                    <a:pt x="6364597" y="1668810"/>
                  </a:lnTo>
                  <a:lnTo>
                    <a:pt x="6360234" y="1668810"/>
                  </a:lnTo>
                  <a:lnTo>
                    <a:pt x="6355872" y="1668810"/>
                  </a:lnTo>
                  <a:lnTo>
                    <a:pt x="6351509" y="1668810"/>
                  </a:lnTo>
                  <a:lnTo>
                    <a:pt x="6347146" y="1668810"/>
                  </a:lnTo>
                  <a:lnTo>
                    <a:pt x="6342783" y="1668810"/>
                  </a:lnTo>
                  <a:lnTo>
                    <a:pt x="6338421" y="1668810"/>
                  </a:lnTo>
                  <a:lnTo>
                    <a:pt x="6334058" y="1668810"/>
                  </a:lnTo>
                  <a:lnTo>
                    <a:pt x="6329695" y="1668810"/>
                  </a:lnTo>
                  <a:lnTo>
                    <a:pt x="6325332" y="1668810"/>
                  </a:lnTo>
                  <a:lnTo>
                    <a:pt x="6320970" y="1668810"/>
                  </a:lnTo>
                  <a:lnTo>
                    <a:pt x="6316607" y="1668810"/>
                  </a:lnTo>
                  <a:lnTo>
                    <a:pt x="6312244" y="1668810"/>
                  </a:lnTo>
                  <a:lnTo>
                    <a:pt x="6307881" y="1668810"/>
                  </a:lnTo>
                  <a:lnTo>
                    <a:pt x="6303519" y="1668810"/>
                  </a:lnTo>
                  <a:lnTo>
                    <a:pt x="6299156" y="1668810"/>
                  </a:lnTo>
                  <a:lnTo>
                    <a:pt x="6294793" y="1668810"/>
                  </a:lnTo>
                  <a:lnTo>
                    <a:pt x="6290430" y="1668810"/>
                  </a:lnTo>
                  <a:lnTo>
                    <a:pt x="6286068" y="1668810"/>
                  </a:lnTo>
                  <a:lnTo>
                    <a:pt x="6281705" y="1668810"/>
                  </a:lnTo>
                  <a:lnTo>
                    <a:pt x="6277342" y="1668810"/>
                  </a:lnTo>
                  <a:lnTo>
                    <a:pt x="6272979" y="1668810"/>
                  </a:lnTo>
                  <a:lnTo>
                    <a:pt x="6268617" y="1668810"/>
                  </a:lnTo>
                  <a:lnTo>
                    <a:pt x="6264254" y="1668810"/>
                  </a:lnTo>
                  <a:lnTo>
                    <a:pt x="6259891" y="1668810"/>
                  </a:lnTo>
                  <a:lnTo>
                    <a:pt x="6255528" y="1668810"/>
                  </a:lnTo>
                  <a:lnTo>
                    <a:pt x="6251166" y="1668810"/>
                  </a:lnTo>
                  <a:lnTo>
                    <a:pt x="6246803" y="1668810"/>
                  </a:lnTo>
                  <a:lnTo>
                    <a:pt x="6242440" y="1668810"/>
                  </a:lnTo>
                  <a:lnTo>
                    <a:pt x="6238077" y="1668810"/>
                  </a:lnTo>
                  <a:lnTo>
                    <a:pt x="6233715" y="1668810"/>
                  </a:lnTo>
                  <a:lnTo>
                    <a:pt x="6229352" y="1668810"/>
                  </a:lnTo>
                  <a:lnTo>
                    <a:pt x="6224989" y="1668810"/>
                  </a:lnTo>
                  <a:lnTo>
                    <a:pt x="6220626" y="1668810"/>
                  </a:lnTo>
                  <a:lnTo>
                    <a:pt x="6216264" y="1668810"/>
                  </a:lnTo>
                  <a:lnTo>
                    <a:pt x="6211901" y="1668810"/>
                  </a:lnTo>
                  <a:lnTo>
                    <a:pt x="6207538" y="1668810"/>
                  </a:lnTo>
                  <a:lnTo>
                    <a:pt x="6203175" y="1668810"/>
                  </a:lnTo>
                  <a:lnTo>
                    <a:pt x="6198813" y="1668810"/>
                  </a:lnTo>
                  <a:lnTo>
                    <a:pt x="6194450" y="1668810"/>
                  </a:lnTo>
                  <a:lnTo>
                    <a:pt x="6190087" y="1668810"/>
                  </a:lnTo>
                  <a:lnTo>
                    <a:pt x="6185724" y="1668810"/>
                  </a:lnTo>
                  <a:lnTo>
                    <a:pt x="6181362" y="1668810"/>
                  </a:lnTo>
                  <a:lnTo>
                    <a:pt x="6176999" y="1668810"/>
                  </a:lnTo>
                  <a:lnTo>
                    <a:pt x="6172636" y="1668810"/>
                  </a:lnTo>
                  <a:lnTo>
                    <a:pt x="6168273" y="1668810"/>
                  </a:lnTo>
                  <a:lnTo>
                    <a:pt x="6163911" y="1668810"/>
                  </a:lnTo>
                  <a:lnTo>
                    <a:pt x="6159548" y="1668810"/>
                  </a:lnTo>
                  <a:lnTo>
                    <a:pt x="6155185" y="1668810"/>
                  </a:lnTo>
                  <a:lnTo>
                    <a:pt x="6150822" y="1668810"/>
                  </a:lnTo>
                  <a:lnTo>
                    <a:pt x="6146460" y="1668810"/>
                  </a:lnTo>
                  <a:lnTo>
                    <a:pt x="6142097" y="1668810"/>
                  </a:lnTo>
                  <a:lnTo>
                    <a:pt x="6137734" y="1668810"/>
                  </a:lnTo>
                  <a:lnTo>
                    <a:pt x="6133371" y="1668810"/>
                  </a:lnTo>
                  <a:lnTo>
                    <a:pt x="6129009" y="1668810"/>
                  </a:lnTo>
                  <a:lnTo>
                    <a:pt x="6124646" y="1668810"/>
                  </a:lnTo>
                  <a:lnTo>
                    <a:pt x="6120283" y="1668810"/>
                  </a:lnTo>
                  <a:lnTo>
                    <a:pt x="6115920" y="1668810"/>
                  </a:lnTo>
                  <a:lnTo>
                    <a:pt x="6111558" y="1668810"/>
                  </a:lnTo>
                  <a:lnTo>
                    <a:pt x="6107195" y="1668810"/>
                  </a:lnTo>
                  <a:lnTo>
                    <a:pt x="6102832" y="1668810"/>
                  </a:lnTo>
                  <a:lnTo>
                    <a:pt x="6098469" y="1668810"/>
                  </a:lnTo>
                  <a:lnTo>
                    <a:pt x="6094107" y="1668810"/>
                  </a:lnTo>
                  <a:lnTo>
                    <a:pt x="6089744" y="1668810"/>
                  </a:lnTo>
                  <a:lnTo>
                    <a:pt x="6085381" y="1668810"/>
                  </a:lnTo>
                  <a:lnTo>
                    <a:pt x="6081018" y="1668810"/>
                  </a:lnTo>
                  <a:lnTo>
                    <a:pt x="6076656" y="1668810"/>
                  </a:lnTo>
                  <a:lnTo>
                    <a:pt x="6072293" y="1668810"/>
                  </a:lnTo>
                  <a:lnTo>
                    <a:pt x="6067930" y="1668810"/>
                  </a:lnTo>
                  <a:lnTo>
                    <a:pt x="6063567" y="1668810"/>
                  </a:lnTo>
                  <a:lnTo>
                    <a:pt x="6059205" y="1668810"/>
                  </a:lnTo>
                  <a:lnTo>
                    <a:pt x="6054842" y="1668810"/>
                  </a:lnTo>
                  <a:lnTo>
                    <a:pt x="6050479" y="1668810"/>
                  </a:lnTo>
                  <a:lnTo>
                    <a:pt x="6046116" y="1668810"/>
                  </a:lnTo>
                  <a:lnTo>
                    <a:pt x="6041754" y="1668810"/>
                  </a:lnTo>
                  <a:lnTo>
                    <a:pt x="6037391" y="1668810"/>
                  </a:lnTo>
                  <a:lnTo>
                    <a:pt x="6033028" y="1668810"/>
                  </a:lnTo>
                  <a:lnTo>
                    <a:pt x="6028665" y="1668810"/>
                  </a:lnTo>
                  <a:lnTo>
                    <a:pt x="6024303" y="1668810"/>
                  </a:lnTo>
                  <a:lnTo>
                    <a:pt x="6019940" y="1668810"/>
                  </a:lnTo>
                  <a:lnTo>
                    <a:pt x="6015577" y="1668810"/>
                  </a:lnTo>
                  <a:lnTo>
                    <a:pt x="6011214" y="1668810"/>
                  </a:lnTo>
                  <a:lnTo>
                    <a:pt x="6006852" y="1668810"/>
                  </a:lnTo>
                  <a:lnTo>
                    <a:pt x="6002489" y="1668810"/>
                  </a:lnTo>
                  <a:lnTo>
                    <a:pt x="5998126" y="1668810"/>
                  </a:lnTo>
                  <a:lnTo>
                    <a:pt x="5993763" y="1668810"/>
                  </a:lnTo>
                  <a:lnTo>
                    <a:pt x="5989401" y="1668810"/>
                  </a:lnTo>
                  <a:lnTo>
                    <a:pt x="5985038" y="1668810"/>
                  </a:lnTo>
                  <a:lnTo>
                    <a:pt x="5980675" y="1668810"/>
                  </a:lnTo>
                  <a:lnTo>
                    <a:pt x="5976312" y="1668810"/>
                  </a:lnTo>
                  <a:lnTo>
                    <a:pt x="5971950" y="1668810"/>
                  </a:lnTo>
                  <a:lnTo>
                    <a:pt x="5967587" y="1668810"/>
                  </a:lnTo>
                  <a:lnTo>
                    <a:pt x="5963224" y="1668810"/>
                  </a:lnTo>
                  <a:lnTo>
                    <a:pt x="5958861" y="1668810"/>
                  </a:lnTo>
                  <a:lnTo>
                    <a:pt x="5954499" y="1668810"/>
                  </a:lnTo>
                  <a:lnTo>
                    <a:pt x="5950136" y="1668810"/>
                  </a:lnTo>
                  <a:lnTo>
                    <a:pt x="5945773" y="1668810"/>
                  </a:lnTo>
                  <a:lnTo>
                    <a:pt x="5941410" y="1668810"/>
                  </a:lnTo>
                  <a:lnTo>
                    <a:pt x="5937048" y="1668810"/>
                  </a:lnTo>
                  <a:lnTo>
                    <a:pt x="5932685" y="1668810"/>
                  </a:lnTo>
                  <a:lnTo>
                    <a:pt x="5928322" y="1668810"/>
                  </a:lnTo>
                  <a:lnTo>
                    <a:pt x="5923959" y="1668810"/>
                  </a:lnTo>
                  <a:lnTo>
                    <a:pt x="5919597" y="1668810"/>
                  </a:lnTo>
                  <a:lnTo>
                    <a:pt x="5915234" y="1668810"/>
                  </a:lnTo>
                  <a:lnTo>
                    <a:pt x="5910871" y="1668810"/>
                  </a:lnTo>
                  <a:lnTo>
                    <a:pt x="5906508" y="1668810"/>
                  </a:lnTo>
                  <a:lnTo>
                    <a:pt x="5902146" y="1668810"/>
                  </a:lnTo>
                  <a:lnTo>
                    <a:pt x="5897783" y="1668810"/>
                  </a:lnTo>
                  <a:lnTo>
                    <a:pt x="5893420" y="1668810"/>
                  </a:lnTo>
                  <a:lnTo>
                    <a:pt x="5889057" y="1668810"/>
                  </a:lnTo>
                  <a:lnTo>
                    <a:pt x="5884695" y="1668810"/>
                  </a:lnTo>
                  <a:lnTo>
                    <a:pt x="5880332" y="1668810"/>
                  </a:lnTo>
                  <a:lnTo>
                    <a:pt x="5875969" y="1668810"/>
                  </a:lnTo>
                  <a:lnTo>
                    <a:pt x="5871607" y="1668810"/>
                  </a:lnTo>
                  <a:lnTo>
                    <a:pt x="5867244" y="1668810"/>
                  </a:lnTo>
                  <a:lnTo>
                    <a:pt x="5862881" y="1668810"/>
                  </a:lnTo>
                  <a:lnTo>
                    <a:pt x="5858518" y="1668810"/>
                  </a:lnTo>
                  <a:lnTo>
                    <a:pt x="5854156" y="1668810"/>
                  </a:lnTo>
                  <a:lnTo>
                    <a:pt x="5849793" y="1668810"/>
                  </a:lnTo>
                  <a:lnTo>
                    <a:pt x="5845430" y="1668810"/>
                  </a:lnTo>
                  <a:lnTo>
                    <a:pt x="5841067" y="1668810"/>
                  </a:lnTo>
                  <a:lnTo>
                    <a:pt x="5836705" y="1668810"/>
                  </a:lnTo>
                  <a:lnTo>
                    <a:pt x="5832342" y="1668810"/>
                  </a:lnTo>
                  <a:lnTo>
                    <a:pt x="5827979" y="1668810"/>
                  </a:lnTo>
                  <a:lnTo>
                    <a:pt x="5823616" y="1668810"/>
                  </a:lnTo>
                  <a:lnTo>
                    <a:pt x="5819254" y="1668810"/>
                  </a:lnTo>
                  <a:lnTo>
                    <a:pt x="5814891" y="1668810"/>
                  </a:lnTo>
                  <a:lnTo>
                    <a:pt x="5810528" y="1668810"/>
                  </a:lnTo>
                  <a:lnTo>
                    <a:pt x="5806165" y="1668810"/>
                  </a:lnTo>
                  <a:lnTo>
                    <a:pt x="5801803" y="1668810"/>
                  </a:lnTo>
                  <a:lnTo>
                    <a:pt x="5797440" y="1668810"/>
                  </a:lnTo>
                  <a:lnTo>
                    <a:pt x="5793077" y="1668810"/>
                  </a:lnTo>
                  <a:lnTo>
                    <a:pt x="5788714" y="1668810"/>
                  </a:lnTo>
                  <a:lnTo>
                    <a:pt x="5784352" y="1668810"/>
                  </a:lnTo>
                  <a:lnTo>
                    <a:pt x="5779989" y="1668810"/>
                  </a:lnTo>
                  <a:lnTo>
                    <a:pt x="5775626" y="1668810"/>
                  </a:lnTo>
                  <a:lnTo>
                    <a:pt x="5771263" y="1668810"/>
                  </a:lnTo>
                  <a:lnTo>
                    <a:pt x="5766901" y="1668810"/>
                  </a:lnTo>
                  <a:lnTo>
                    <a:pt x="5762538" y="1668810"/>
                  </a:lnTo>
                  <a:lnTo>
                    <a:pt x="5758175" y="1668810"/>
                  </a:lnTo>
                  <a:lnTo>
                    <a:pt x="5753812" y="1668810"/>
                  </a:lnTo>
                  <a:lnTo>
                    <a:pt x="5749450" y="1668810"/>
                  </a:lnTo>
                  <a:lnTo>
                    <a:pt x="5745087" y="1668810"/>
                  </a:lnTo>
                  <a:lnTo>
                    <a:pt x="5740724" y="1668810"/>
                  </a:lnTo>
                  <a:lnTo>
                    <a:pt x="5736361" y="1668810"/>
                  </a:lnTo>
                  <a:lnTo>
                    <a:pt x="5731999" y="1668810"/>
                  </a:lnTo>
                  <a:lnTo>
                    <a:pt x="5727636" y="1668810"/>
                  </a:lnTo>
                  <a:lnTo>
                    <a:pt x="5723273" y="1668810"/>
                  </a:lnTo>
                  <a:lnTo>
                    <a:pt x="5718910" y="1668810"/>
                  </a:lnTo>
                  <a:lnTo>
                    <a:pt x="5714548" y="1668810"/>
                  </a:lnTo>
                  <a:lnTo>
                    <a:pt x="5710185" y="1668810"/>
                  </a:lnTo>
                  <a:lnTo>
                    <a:pt x="5705822" y="1668810"/>
                  </a:lnTo>
                  <a:lnTo>
                    <a:pt x="5701459" y="1668810"/>
                  </a:lnTo>
                  <a:lnTo>
                    <a:pt x="5697097" y="1668810"/>
                  </a:lnTo>
                  <a:lnTo>
                    <a:pt x="5692734" y="1668810"/>
                  </a:lnTo>
                  <a:lnTo>
                    <a:pt x="5688371" y="1668810"/>
                  </a:lnTo>
                  <a:lnTo>
                    <a:pt x="5684008" y="1668810"/>
                  </a:lnTo>
                  <a:lnTo>
                    <a:pt x="5679646" y="1668810"/>
                  </a:lnTo>
                  <a:lnTo>
                    <a:pt x="5675283" y="1668810"/>
                  </a:lnTo>
                  <a:lnTo>
                    <a:pt x="5670920" y="1668810"/>
                  </a:lnTo>
                  <a:lnTo>
                    <a:pt x="5666557" y="1668810"/>
                  </a:lnTo>
                  <a:lnTo>
                    <a:pt x="5662195" y="1668810"/>
                  </a:lnTo>
                  <a:lnTo>
                    <a:pt x="5657832" y="1668810"/>
                  </a:lnTo>
                  <a:lnTo>
                    <a:pt x="5653469" y="1668810"/>
                  </a:lnTo>
                  <a:lnTo>
                    <a:pt x="5649106" y="1668810"/>
                  </a:lnTo>
                  <a:lnTo>
                    <a:pt x="5644744" y="1668810"/>
                  </a:lnTo>
                  <a:lnTo>
                    <a:pt x="5640381" y="1668810"/>
                  </a:lnTo>
                  <a:lnTo>
                    <a:pt x="5636018" y="1668810"/>
                  </a:lnTo>
                  <a:lnTo>
                    <a:pt x="5631655" y="1668810"/>
                  </a:lnTo>
                  <a:lnTo>
                    <a:pt x="5627293" y="1668810"/>
                  </a:lnTo>
                  <a:lnTo>
                    <a:pt x="5622930" y="1668810"/>
                  </a:lnTo>
                  <a:lnTo>
                    <a:pt x="5618567" y="1668810"/>
                  </a:lnTo>
                  <a:lnTo>
                    <a:pt x="5614204" y="1668810"/>
                  </a:lnTo>
                  <a:lnTo>
                    <a:pt x="5609842" y="1668810"/>
                  </a:lnTo>
                  <a:lnTo>
                    <a:pt x="5605479" y="1668810"/>
                  </a:lnTo>
                  <a:lnTo>
                    <a:pt x="5601116" y="1668810"/>
                  </a:lnTo>
                  <a:lnTo>
                    <a:pt x="5596753" y="1668810"/>
                  </a:lnTo>
                  <a:lnTo>
                    <a:pt x="5592391" y="1668810"/>
                  </a:lnTo>
                  <a:lnTo>
                    <a:pt x="5588028" y="1668810"/>
                  </a:lnTo>
                  <a:lnTo>
                    <a:pt x="5583665" y="1668810"/>
                  </a:lnTo>
                  <a:lnTo>
                    <a:pt x="5579302" y="1668810"/>
                  </a:lnTo>
                  <a:lnTo>
                    <a:pt x="5574940" y="1668810"/>
                  </a:lnTo>
                  <a:lnTo>
                    <a:pt x="5570577" y="1668810"/>
                  </a:lnTo>
                  <a:lnTo>
                    <a:pt x="5566214" y="1668810"/>
                  </a:lnTo>
                  <a:lnTo>
                    <a:pt x="5561851" y="1668810"/>
                  </a:lnTo>
                  <a:lnTo>
                    <a:pt x="5557489" y="1668810"/>
                  </a:lnTo>
                  <a:lnTo>
                    <a:pt x="5553126" y="1668810"/>
                  </a:lnTo>
                  <a:lnTo>
                    <a:pt x="5548763" y="1668810"/>
                  </a:lnTo>
                  <a:lnTo>
                    <a:pt x="5544400" y="1668810"/>
                  </a:lnTo>
                  <a:lnTo>
                    <a:pt x="5540038" y="1668810"/>
                  </a:lnTo>
                  <a:lnTo>
                    <a:pt x="5535675" y="1668810"/>
                  </a:lnTo>
                  <a:lnTo>
                    <a:pt x="5531312" y="1668810"/>
                  </a:lnTo>
                  <a:lnTo>
                    <a:pt x="5526949" y="1668810"/>
                  </a:lnTo>
                  <a:lnTo>
                    <a:pt x="5522587" y="1668810"/>
                  </a:lnTo>
                  <a:lnTo>
                    <a:pt x="5518224" y="1668810"/>
                  </a:lnTo>
                  <a:lnTo>
                    <a:pt x="5513861" y="1668810"/>
                  </a:lnTo>
                  <a:lnTo>
                    <a:pt x="5509498" y="1668810"/>
                  </a:lnTo>
                  <a:lnTo>
                    <a:pt x="5505136" y="1668810"/>
                  </a:lnTo>
                  <a:lnTo>
                    <a:pt x="5500773" y="1668810"/>
                  </a:lnTo>
                  <a:lnTo>
                    <a:pt x="5496410" y="1668810"/>
                  </a:lnTo>
                  <a:lnTo>
                    <a:pt x="5492047" y="1668810"/>
                  </a:lnTo>
                  <a:lnTo>
                    <a:pt x="5487685" y="1668810"/>
                  </a:lnTo>
                  <a:lnTo>
                    <a:pt x="5483322" y="1668810"/>
                  </a:lnTo>
                  <a:lnTo>
                    <a:pt x="5478959" y="1668810"/>
                  </a:lnTo>
                  <a:lnTo>
                    <a:pt x="5474596" y="1668810"/>
                  </a:lnTo>
                  <a:lnTo>
                    <a:pt x="5470234" y="1668810"/>
                  </a:lnTo>
                  <a:lnTo>
                    <a:pt x="5465871" y="1668810"/>
                  </a:lnTo>
                  <a:lnTo>
                    <a:pt x="5461508" y="1668810"/>
                  </a:lnTo>
                  <a:lnTo>
                    <a:pt x="5457145" y="1668810"/>
                  </a:lnTo>
                  <a:lnTo>
                    <a:pt x="5452783" y="1668810"/>
                  </a:lnTo>
                  <a:lnTo>
                    <a:pt x="5448420" y="1668810"/>
                  </a:lnTo>
                  <a:lnTo>
                    <a:pt x="5444057" y="1668810"/>
                  </a:lnTo>
                  <a:lnTo>
                    <a:pt x="5439694" y="1668810"/>
                  </a:lnTo>
                  <a:lnTo>
                    <a:pt x="5435332" y="1668810"/>
                  </a:lnTo>
                  <a:lnTo>
                    <a:pt x="5430969" y="1668810"/>
                  </a:lnTo>
                  <a:lnTo>
                    <a:pt x="5426606" y="1668810"/>
                  </a:lnTo>
                  <a:lnTo>
                    <a:pt x="5422243" y="1668810"/>
                  </a:lnTo>
                  <a:lnTo>
                    <a:pt x="5417881" y="1668810"/>
                  </a:lnTo>
                  <a:lnTo>
                    <a:pt x="5413518" y="1668810"/>
                  </a:lnTo>
                  <a:lnTo>
                    <a:pt x="5409155" y="1668810"/>
                  </a:lnTo>
                  <a:lnTo>
                    <a:pt x="5404792" y="1668810"/>
                  </a:lnTo>
                  <a:lnTo>
                    <a:pt x="5400430" y="1668810"/>
                  </a:lnTo>
                  <a:lnTo>
                    <a:pt x="5396067" y="1668810"/>
                  </a:lnTo>
                  <a:lnTo>
                    <a:pt x="5391704" y="1668810"/>
                  </a:lnTo>
                  <a:lnTo>
                    <a:pt x="5387341" y="1668810"/>
                  </a:lnTo>
                  <a:lnTo>
                    <a:pt x="5382979" y="1668810"/>
                  </a:lnTo>
                  <a:lnTo>
                    <a:pt x="5378616" y="1668810"/>
                  </a:lnTo>
                  <a:lnTo>
                    <a:pt x="5374253" y="1668810"/>
                  </a:lnTo>
                  <a:lnTo>
                    <a:pt x="5369890" y="1668810"/>
                  </a:lnTo>
                  <a:lnTo>
                    <a:pt x="5365528" y="1668810"/>
                  </a:lnTo>
                  <a:lnTo>
                    <a:pt x="5361165" y="1668810"/>
                  </a:lnTo>
                  <a:lnTo>
                    <a:pt x="5356802" y="1668810"/>
                  </a:lnTo>
                  <a:lnTo>
                    <a:pt x="5352439" y="1668810"/>
                  </a:lnTo>
                  <a:lnTo>
                    <a:pt x="5348077" y="1668810"/>
                  </a:lnTo>
                  <a:lnTo>
                    <a:pt x="5343714" y="1668810"/>
                  </a:lnTo>
                  <a:lnTo>
                    <a:pt x="5339351" y="1668810"/>
                  </a:lnTo>
                  <a:lnTo>
                    <a:pt x="5334988" y="1668810"/>
                  </a:lnTo>
                  <a:lnTo>
                    <a:pt x="5330626" y="1668810"/>
                  </a:lnTo>
                  <a:lnTo>
                    <a:pt x="5326263" y="1668810"/>
                  </a:lnTo>
                  <a:lnTo>
                    <a:pt x="5321900" y="1668810"/>
                  </a:lnTo>
                  <a:lnTo>
                    <a:pt x="5317537" y="1668810"/>
                  </a:lnTo>
                  <a:lnTo>
                    <a:pt x="5313175" y="1668810"/>
                  </a:lnTo>
                  <a:lnTo>
                    <a:pt x="5308812" y="1668810"/>
                  </a:lnTo>
                  <a:lnTo>
                    <a:pt x="5304449" y="1668810"/>
                  </a:lnTo>
                  <a:lnTo>
                    <a:pt x="5300086" y="1668810"/>
                  </a:lnTo>
                  <a:lnTo>
                    <a:pt x="5295724" y="1668810"/>
                  </a:lnTo>
                  <a:lnTo>
                    <a:pt x="5291361" y="1668810"/>
                  </a:lnTo>
                  <a:lnTo>
                    <a:pt x="5286998" y="1668810"/>
                  </a:lnTo>
                  <a:lnTo>
                    <a:pt x="5282635" y="1668810"/>
                  </a:lnTo>
                  <a:lnTo>
                    <a:pt x="5278273" y="1668810"/>
                  </a:lnTo>
                  <a:lnTo>
                    <a:pt x="5273910" y="1668810"/>
                  </a:lnTo>
                  <a:lnTo>
                    <a:pt x="5269547" y="1668810"/>
                  </a:lnTo>
                  <a:lnTo>
                    <a:pt x="5265184" y="1668810"/>
                  </a:lnTo>
                  <a:lnTo>
                    <a:pt x="5260822" y="1668810"/>
                  </a:lnTo>
                  <a:lnTo>
                    <a:pt x="5256459" y="1668810"/>
                  </a:lnTo>
                  <a:lnTo>
                    <a:pt x="5252096" y="1668810"/>
                  </a:lnTo>
                  <a:lnTo>
                    <a:pt x="5247733" y="1668810"/>
                  </a:lnTo>
                  <a:lnTo>
                    <a:pt x="5243371" y="1668810"/>
                  </a:lnTo>
                  <a:lnTo>
                    <a:pt x="5239008" y="1668810"/>
                  </a:lnTo>
                  <a:lnTo>
                    <a:pt x="5234645" y="1668810"/>
                  </a:lnTo>
                  <a:lnTo>
                    <a:pt x="5230282" y="1668810"/>
                  </a:lnTo>
                  <a:lnTo>
                    <a:pt x="5225920" y="1668810"/>
                  </a:lnTo>
                  <a:lnTo>
                    <a:pt x="5221557" y="1668810"/>
                  </a:lnTo>
                  <a:lnTo>
                    <a:pt x="5217194" y="1668810"/>
                  </a:lnTo>
                  <a:lnTo>
                    <a:pt x="5212831" y="1668810"/>
                  </a:lnTo>
                  <a:lnTo>
                    <a:pt x="5208469" y="1668810"/>
                  </a:lnTo>
                  <a:lnTo>
                    <a:pt x="5204106" y="1668810"/>
                  </a:lnTo>
                  <a:lnTo>
                    <a:pt x="5199743" y="1668810"/>
                  </a:lnTo>
                  <a:lnTo>
                    <a:pt x="5195380" y="1668810"/>
                  </a:lnTo>
                  <a:lnTo>
                    <a:pt x="5191018" y="1668810"/>
                  </a:lnTo>
                  <a:lnTo>
                    <a:pt x="5186655" y="1668810"/>
                  </a:lnTo>
                  <a:lnTo>
                    <a:pt x="5182292" y="1668810"/>
                  </a:lnTo>
                  <a:lnTo>
                    <a:pt x="5177929" y="1668810"/>
                  </a:lnTo>
                  <a:lnTo>
                    <a:pt x="5173567" y="1668810"/>
                  </a:lnTo>
                  <a:lnTo>
                    <a:pt x="5169204" y="1668810"/>
                  </a:lnTo>
                  <a:lnTo>
                    <a:pt x="5164841" y="1668810"/>
                  </a:lnTo>
                  <a:lnTo>
                    <a:pt x="5160478" y="1668810"/>
                  </a:lnTo>
                  <a:lnTo>
                    <a:pt x="5156116" y="1668810"/>
                  </a:lnTo>
                  <a:lnTo>
                    <a:pt x="5151753" y="1668810"/>
                  </a:lnTo>
                  <a:lnTo>
                    <a:pt x="5147390" y="1668810"/>
                  </a:lnTo>
                  <a:lnTo>
                    <a:pt x="5143027" y="1668810"/>
                  </a:lnTo>
                  <a:lnTo>
                    <a:pt x="5138665" y="1668810"/>
                  </a:lnTo>
                  <a:lnTo>
                    <a:pt x="5134302" y="1668810"/>
                  </a:lnTo>
                  <a:lnTo>
                    <a:pt x="5129939" y="1668810"/>
                  </a:lnTo>
                  <a:lnTo>
                    <a:pt x="5125576" y="1668810"/>
                  </a:lnTo>
                  <a:lnTo>
                    <a:pt x="5121214" y="1668810"/>
                  </a:lnTo>
                  <a:lnTo>
                    <a:pt x="5116851" y="1668810"/>
                  </a:lnTo>
                  <a:lnTo>
                    <a:pt x="5112488" y="1668810"/>
                  </a:lnTo>
                  <a:lnTo>
                    <a:pt x="5108125" y="1668810"/>
                  </a:lnTo>
                  <a:lnTo>
                    <a:pt x="5103763" y="1668810"/>
                  </a:lnTo>
                  <a:lnTo>
                    <a:pt x="5099400" y="1668810"/>
                  </a:lnTo>
                  <a:lnTo>
                    <a:pt x="5095037" y="1668810"/>
                  </a:lnTo>
                  <a:lnTo>
                    <a:pt x="5090674" y="1668810"/>
                  </a:lnTo>
                  <a:lnTo>
                    <a:pt x="5086312" y="1668810"/>
                  </a:lnTo>
                  <a:lnTo>
                    <a:pt x="5081949" y="1668810"/>
                  </a:lnTo>
                  <a:lnTo>
                    <a:pt x="5077586" y="1668810"/>
                  </a:lnTo>
                  <a:lnTo>
                    <a:pt x="5073223" y="1668810"/>
                  </a:lnTo>
                  <a:lnTo>
                    <a:pt x="5068861" y="1668810"/>
                  </a:lnTo>
                  <a:lnTo>
                    <a:pt x="5064498" y="1668810"/>
                  </a:lnTo>
                  <a:lnTo>
                    <a:pt x="5060135" y="1668810"/>
                  </a:lnTo>
                  <a:lnTo>
                    <a:pt x="5055772" y="1668810"/>
                  </a:lnTo>
                  <a:lnTo>
                    <a:pt x="5051410" y="1668810"/>
                  </a:lnTo>
                  <a:lnTo>
                    <a:pt x="5047047" y="1668810"/>
                  </a:lnTo>
                  <a:lnTo>
                    <a:pt x="5042684" y="1668810"/>
                  </a:lnTo>
                  <a:lnTo>
                    <a:pt x="5038321" y="1668810"/>
                  </a:lnTo>
                  <a:lnTo>
                    <a:pt x="5033959" y="1668810"/>
                  </a:lnTo>
                  <a:lnTo>
                    <a:pt x="5029596" y="1668810"/>
                  </a:lnTo>
                  <a:lnTo>
                    <a:pt x="5025233" y="1668810"/>
                  </a:lnTo>
                  <a:lnTo>
                    <a:pt x="5020870" y="1668810"/>
                  </a:lnTo>
                  <a:lnTo>
                    <a:pt x="5016508" y="1668810"/>
                  </a:lnTo>
                  <a:lnTo>
                    <a:pt x="5012145" y="1668810"/>
                  </a:lnTo>
                  <a:lnTo>
                    <a:pt x="5007782" y="1668810"/>
                  </a:lnTo>
                  <a:lnTo>
                    <a:pt x="5003419" y="1668810"/>
                  </a:lnTo>
                  <a:lnTo>
                    <a:pt x="4999057" y="1668810"/>
                  </a:lnTo>
                  <a:lnTo>
                    <a:pt x="4994694" y="1668810"/>
                  </a:lnTo>
                  <a:lnTo>
                    <a:pt x="4990331" y="1668810"/>
                  </a:lnTo>
                  <a:lnTo>
                    <a:pt x="4985968" y="1668810"/>
                  </a:lnTo>
                  <a:lnTo>
                    <a:pt x="4981606" y="1668810"/>
                  </a:lnTo>
                  <a:lnTo>
                    <a:pt x="4977243" y="1668810"/>
                  </a:lnTo>
                  <a:lnTo>
                    <a:pt x="4972880" y="1668810"/>
                  </a:lnTo>
                  <a:lnTo>
                    <a:pt x="4968517" y="1668810"/>
                  </a:lnTo>
                  <a:lnTo>
                    <a:pt x="4964155" y="1668810"/>
                  </a:lnTo>
                  <a:lnTo>
                    <a:pt x="4959792" y="1668810"/>
                  </a:lnTo>
                  <a:lnTo>
                    <a:pt x="4955429" y="1668810"/>
                  </a:lnTo>
                  <a:lnTo>
                    <a:pt x="4951066" y="1668810"/>
                  </a:lnTo>
                  <a:lnTo>
                    <a:pt x="4946704" y="1668810"/>
                  </a:lnTo>
                  <a:lnTo>
                    <a:pt x="4942341" y="1668810"/>
                  </a:lnTo>
                  <a:lnTo>
                    <a:pt x="4937978" y="1668810"/>
                  </a:lnTo>
                  <a:lnTo>
                    <a:pt x="4933615" y="1668810"/>
                  </a:lnTo>
                  <a:lnTo>
                    <a:pt x="4929253" y="1668810"/>
                  </a:lnTo>
                  <a:lnTo>
                    <a:pt x="4924890" y="1668810"/>
                  </a:lnTo>
                  <a:lnTo>
                    <a:pt x="4920527" y="1668810"/>
                  </a:lnTo>
                  <a:lnTo>
                    <a:pt x="4916164" y="1668810"/>
                  </a:lnTo>
                  <a:lnTo>
                    <a:pt x="4911802" y="1668810"/>
                  </a:lnTo>
                  <a:lnTo>
                    <a:pt x="4907439" y="1668810"/>
                  </a:lnTo>
                  <a:lnTo>
                    <a:pt x="4903076" y="1668810"/>
                  </a:lnTo>
                  <a:lnTo>
                    <a:pt x="4898713" y="1668810"/>
                  </a:lnTo>
                  <a:lnTo>
                    <a:pt x="4894351" y="1668810"/>
                  </a:lnTo>
                  <a:lnTo>
                    <a:pt x="4889988" y="1668810"/>
                  </a:lnTo>
                  <a:lnTo>
                    <a:pt x="4885625" y="1668810"/>
                  </a:lnTo>
                  <a:lnTo>
                    <a:pt x="4881262" y="1668810"/>
                  </a:lnTo>
                  <a:lnTo>
                    <a:pt x="4876900" y="1668810"/>
                  </a:lnTo>
                  <a:lnTo>
                    <a:pt x="4872537" y="1668810"/>
                  </a:lnTo>
                  <a:lnTo>
                    <a:pt x="4868174" y="1668810"/>
                  </a:lnTo>
                  <a:lnTo>
                    <a:pt x="4863811" y="1668810"/>
                  </a:lnTo>
                  <a:lnTo>
                    <a:pt x="4859449" y="1668810"/>
                  </a:lnTo>
                  <a:lnTo>
                    <a:pt x="4855086" y="1668810"/>
                  </a:lnTo>
                  <a:lnTo>
                    <a:pt x="4850723" y="1668810"/>
                  </a:lnTo>
                  <a:lnTo>
                    <a:pt x="4846360" y="1668810"/>
                  </a:lnTo>
                  <a:lnTo>
                    <a:pt x="4841998" y="1668810"/>
                  </a:lnTo>
                  <a:lnTo>
                    <a:pt x="4837635" y="1668810"/>
                  </a:lnTo>
                  <a:lnTo>
                    <a:pt x="4833272" y="1668810"/>
                  </a:lnTo>
                  <a:lnTo>
                    <a:pt x="4828909" y="1668810"/>
                  </a:lnTo>
                  <a:lnTo>
                    <a:pt x="4824547" y="1668810"/>
                  </a:lnTo>
                  <a:lnTo>
                    <a:pt x="4820184" y="1668810"/>
                  </a:lnTo>
                  <a:lnTo>
                    <a:pt x="4815821" y="1668810"/>
                  </a:lnTo>
                  <a:lnTo>
                    <a:pt x="4811458" y="1668810"/>
                  </a:lnTo>
                  <a:lnTo>
                    <a:pt x="4807096" y="1668810"/>
                  </a:lnTo>
                  <a:lnTo>
                    <a:pt x="4802733" y="1668810"/>
                  </a:lnTo>
                  <a:lnTo>
                    <a:pt x="4798370" y="1668810"/>
                  </a:lnTo>
                  <a:lnTo>
                    <a:pt x="4794007" y="1668810"/>
                  </a:lnTo>
                  <a:lnTo>
                    <a:pt x="4789645" y="1668810"/>
                  </a:lnTo>
                  <a:lnTo>
                    <a:pt x="4785282" y="1668810"/>
                  </a:lnTo>
                  <a:lnTo>
                    <a:pt x="4780919" y="1668810"/>
                  </a:lnTo>
                  <a:lnTo>
                    <a:pt x="4776556" y="1668810"/>
                  </a:lnTo>
                  <a:lnTo>
                    <a:pt x="4772194" y="1668810"/>
                  </a:lnTo>
                  <a:lnTo>
                    <a:pt x="4767831" y="1668810"/>
                  </a:lnTo>
                  <a:lnTo>
                    <a:pt x="4763468" y="1668810"/>
                  </a:lnTo>
                  <a:lnTo>
                    <a:pt x="4759105" y="1668810"/>
                  </a:lnTo>
                  <a:lnTo>
                    <a:pt x="4754743" y="1668810"/>
                  </a:lnTo>
                  <a:lnTo>
                    <a:pt x="4750380" y="1668810"/>
                  </a:lnTo>
                  <a:lnTo>
                    <a:pt x="4746017" y="1668810"/>
                  </a:lnTo>
                  <a:lnTo>
                    <a:pt x="4741654" y="1668810"/>
                  </a:lnTo>
                  <a:lnTo>
                    <a:pt x="4737292" y="1668810"/>
                  </a:lnTo>
                  <a:lnTo>
                    <a:pt x="4732929" y="1668810"/>
                  </a:lnTo>
                  <a:lnTo>
                    <a:pt x="4728566" y="1668810"/>
                  </a:lnTo>
                  <a:lnTo>
                    <a:pt x="4724203" y="1668810"/>
                  </a:lnTo>
                  <a:lnTo>
                    <a:pt x="4719841" y="1668810"/>
                  </a:lnTo>
                  <a:lnTo>
                    <a:pt x="4715478" y="1668810"/>
                  </a:lnTo>
                  <a:lnTo>
                    <a:pt x="4711115" y="1668810"/>
                  </a:lnTo>
                  <a:lnTo>
                    <a:pt x="4706752" y="1668810"/>
                  </a:lnTo>
                  <a:lnTo>
                    <a:pt x="4702390" y="1668810"/>
                  </a:lnTo>
                  <a:lnTo>
                    <a:pt x="4698027" y="1668810"/>
                  </a:lnTo>
                  <a:lnTo>
                    <a:pt x="4693664" y="1668810"/>
                  </a:lnTo>
                  <a:lnTo>
                    <a:pt x="4689301" y="1668810"/>
                  </a:lnTo>
                  <a:lnTo>
                    <a:pt x="4684939" y="1668810"/>
                  </a:lnTo>
                  <a:lnTo>
                    <a:pt x="4680576" y="1668810"/>
                  </a:lnTo>
                  <a:lnTo>
                    <a:pt x="4676213" y="1668810"/>
                  </a:lnTo>
                  <a:lnTo>
                    <a:pt x="4671850" y="1668810"/>
                  </a:lnTo>
                  <a:lnTo>
                    <a:pt x="4667488" y="1668810"/>
                  </a:lnTo>
                  <a:lnTo>
                    <a:pt x="4663125" y="1668810"/>
                  </a:lnTo>
                  <a:lnTo>
                    <a:pt x="4658762" y="1668810"/>
                  </a:lnTo>
                  <a:lnTo>
                    <a:pt x="4654399" y="1668810"/>
                  </a:lnTo>
                  <a:lnTo>
                    <a:pt x="4650037" y="1668810"/>
                  </a:lnTo>
                  <a:lnTo>
                    <a:pt x="4645674" y="1668810"/>
                  </a:lnTo>
                  <a:lnTo>
                    <a:pt x="4641311" y="1668810"/>
                  </a:lnTo>
                  <a:lnTo>
                    <a:pt x="4636948" y="1668810"/>
                  </a:lnTo>
                  <a:lnTo>
                    <a:pt x="4632586" y="1668810"/>
                  </a:lnTo>
                  <a:lnTo>
                    <a:pt x="4628223" y="1668810"/>
                  </a:lnTo>
                  <a:lnTo>
                    <a:pt x="4623860" y="1668810"/>
                  </a:lnTo>
                  <a:lnTo>
                    <a:pt x="4619497" y="1668810"/>
                  </a:lnTo>
                  <a:lnTo>
                    <a:pt x="4615135" y="1668810"/>
                  </a:lnTo>
                  <a:lnTo>
                    <a:pt x="4610772" y="1668810"/>
                  </a:lnTo>
                  <a:lnTo>
                    <a:pt x="4606409" y="1668810"/>
                  </a:lnTo>
                  <a:lnTo>
                    <a:pt x="4602046" y="1668810"/>
                  </a:lnTo>
                  <a:lnTo>
                    <a:pt x="4597684" y="1668810"/>
                  </a:lnTo>
                  <a:lnTo>
                    <a:pt x="4593321" y="1668810"/>
                  </a:lnTo>
                  <a:lnTo>
                    <a:pt x="4588958" y="1668810"/>
                  </a:lnTo>
                  <a:lnTo>
                    <a:pt x="4584595" y="1668810"/>
                  </a:lnTo>
                  <a:lnTo>
                    <a:pt x="4580233" y="1668810"/>
                  </a:lnTo>
                  <a:lnTo>
                    <a:pt x="4575870" y="1668810"/>
                  </a:lnTo>
                  <a:lnTo>
                    <a:pt x="4571507" y="1668810"/>
                  </a:lnTo>
                  <a:lnTo>
                    <a:pt x="4567144" y="1668810"/>
                  </a:lnTo>
                  <a:lnTo>
                    <a:pt x="4562782" y="1668810"/>
                  </a:lnTo>
                  <a:lnTo>
                    <a:pt x="4558419" y="1668810"/>
                  </a:lnTo>
                  <a:lnTo>
                    <a:pt x="4554056" y="1668810"/>
                  </a:lnTo>
                  <a:lnTo>
                    <a:pt x="4549693" y="1668810"/>
                  </a:lnTo>
                  <a:lnTo>
                    <a:pt x="4545331" y="1668810"/>
                  </a:lnTo>
                  <a:lnTo>
                    <a:pt x="4540968" y="1668810"/>
                  </a:lnTo>
                  <a:lnTo>
                    <a:pt x="4536605" y="1668810"/>
                  </a:lnTo>
                  <a:lnTo>
                    <a:pt x="4532242" y="1668810"/>
                  </a:lnTo>
                  <a:lnTo>
                    <a:pt x="4527880" y="1668810"/>
                  </a:lnTo>
                  <a:lnTo>
                    <a:pt x="4523517" y="1668810"/>
                  </a:lnTo>
                  <a:lnTo>
                    <a:pt x="4519154" y="1668810"/>
                  </a:lnTo>
                  <a:lnTo>
                    <a:pt x="4514791" y="1668810"/>
                  </a:lnTo>
                  <a:lnTo>
                    <a:pt x="4510429" y="1668810"/>
                  </a:lnTo>
                  <a:lnTo>
                    <a:pt x="4506066" y="1668810"/>
                  </a:lnTo>
                  <a:lnTo>
                    <a:pt x="4501703" y="1668810"/>
                  </a:lnTo>
                  <a:lnTo>
                    <a:pt x="4497340" y="1668810"/>
                  </a:lnTo>
                  <a:lnTo>
                    <a:pt x="4492978" y="1668810"/>
                  </a:lnTo>
                  <a:lnTo>
                    <a:pt x="4488615" y="1668810"/>
                  </a:lnTo>
                  <a:lnTo>
                    <a:pt x="4484252" y="1668810"/>
                  </a:lnTo>
                  <a:lnTo>
                    <a:pt x="4479889" y="1668810"/>
                  </a:lnTo>
                  <a:lnTo>
                    <a:pt x="4475527" y="1668810"/>
                  </a:lnTo>
                  <a:lnTo>
                    <a:pt x="4471164" y="1668810"/>
                  </a:lnTo>
                  <a:lnTo>
                    <a:pt x="4466801" y="1668810"/>
                  </a:lnTo>
                  <a:lnTo>
                    <a:pt x="4462438" y="1668810"/>
                  </a:lnTo>
                  <a:lnTo>
                    <a:pt x="4458076" y="1668810"/>
                  </a:lnTo>
                  <a:lnTo>
                    <a:pt x="4453713" y="1668810"/>
                  </a:lnTo>
                  <a:lnTo>
                    <a:pt x="4449350" y="1668810"/>
                  </a:lnTo>
                  <a:lnTo>
                    <a:pt x="4444987" y="1668810"/>
                  </a:lnTo>
                  <a:lnTo>
                    <a:pt x="4440625" y="1668810"/>
                  </a:lnTo>
                  <a:lnTo>
                    <a:pt x="4436262" y="1668810"/>
                  </a:lnTo>
                  <a:lnTo>
                    <a:pt x="4431899" y="1668810"/>
                  </a:lnTo>
                  <a:lnTo>
                    <a:pt x="4427536" y="1668810"/>
                  </a:lnTo>
                  <a:lnTo>
                    <a:pt x="4423174" y="1668810"/>
                  </a:lnTo>
                  <a:lnTo>
                    <a:pt x="4418811" y="1668810"/>
                  </a:lnTo>
                  <a:lnTo>
                    <a:pt x="4414448" y="1668810"/>
                  </a:lnTo>
                  <a:lnTo>
                    <a:pt x="4410085" y="1668810"/>
                  </a:lnTo>
                  <a:lnTo>
                    <a:pt x="4405723" y="1668810"/>
                  </a:lnTo>
                  <a:lnTo>
                    <a:pt x="4401360" y="1668810"/>
                  </a:lnTo>
                  <a:lnTo>
                    <a:pt x="4396997" y="1668810"/>
                  </a:lnTo>
                  <a:lnTo>
                    <a:pt x="4392634" y="1668810"/>
                  </a:lnTo>
                  <a:lnTo>
                    <a:pt x="4388272" y="1668810"/>
                  </a:lnTo>
                  <a:lnTo>
                    <a:pt x="4383909" y="1668810"/>
                  </a:lnTo>
                  <a:lnTo>
                    <a:pt x="4379546" y="1668810"/>
                  </a:lnTo>
                  <a:lnTo>
                    <a:pt x="4375183" y="1668810"/>
                  </a:lnTo>
                  <a:lnTo>
                    <a:pt x="4370821" y="1668810"/>
                  </a:lnTo>
                  <a:lnTo>
                    <a:pt x="4366458" y="1668810"/>
                  </a:lnTo>
                  <a:lnTo>
                    <a:pt x="4362095" y="1668810"/>
                  </a:lnTo>
                  <a:lnTo>
                    <a:pt x="4357732" y="1668810"/>
                  </a:lnTo>
                  <a:lnTo>
                    <a:pt x="4353370" y="1668810"/>
                  </a:lnTo>
                  <a:lnTo>
                    <a:pt x="4349007" y="1668810"/>
                  </a:lnTo>
                  <a:lnTo>
                    <a:pt x="4344644" y="1668810"/>
                  </a:lnTo>
                  <a:lnTo>
                    <a:pt x="4340281" y="1668810"/>
                  </a:lnTo>
                  <a:lnTo>
                    <a:pt x="4335919" y="1668810"/>
                  </a:lnTo>
                  <a:lnTo>
                    <a:pt x="4331556" y="1668810"/>
                  </a:lnTo>
                  <a:lnTo>
                    <a:pt x="4327193" y="1668810"/>
                  </a:lnTo>
                  <a:lnTo>
                    <a:pt x="4322830" y="1668810"/>
                  </a:lnTo>
                  <a:lnTo>
                    <a:pt x="4318468" y="1668810"/>
                  </a:lnTo>
                  <a:lnTo>
                    <a:pt x="4314105" y="1668810"/>
                  </a:lnTo>
                  <a:lnTo>
                    <a:pt x="4309742" y="1668810"/>
                  </a:lnTo>
                  <a:lnTo>
                    <a:pt x="4305379" y="1668810"/>
                  </a:lnTo>
                  <a:lnTo>
                    <a:pt x="4301017" y="1668810"/>
                  </a:lnTo>
                  <a:lnTo>
                    <a:pt x="4296654" y="1668810"/>
                  </a:lnTo>
                  <a:lnTo>
                    <a:pt x="4292291" y="1668810"/>
                  </a:lnTo>
                  <a:lnTo>
                    <a:pt x="4287928" y="1668810"/>
                  </a:lnTo>
                  <a:lnTo>
                    <a:pt x="4283566" y="1668810"/>
                  </a:lnTo>
                  <a:lnTo>
                    <a:pt x="4279203" y="1668810"/>
                  </a:lnTo>
                  <a:lnTo>
                    <a:pt x="4274840" y="1668810"/>
                  </a:lnTo>
                  <a:lnTo>
                    <a:pt x="4270477" y="1668810"/>
                  </a:lnTo>
                  <a:lnTo>
                    <a:pt x="4266115" y="1668810"/>
                  </a:lnTo>
                  <a:lnTo>
                    <a:pt x="4261752" y="1668810"/>
                  </a:lnTo>
                  <a:lnTo>
                    <a:pt x="4257389" y="1668810"/>
                  </a:lnTo>
                  <a:lnTo>
                    <a:pt x="4253026" y="1668810"/>
                  </a:lnTo>
                  <a:lnTo>
                    <a:pt x="4248664" y="1668810"/>
                  </a:lnTo>
                  <a:lnTo>
                    <a:pt x="4244301" y="1668810"/>
                  </a:lnTo>
                  <a:lnTo>
                    <a:pt x="4239938" y="1668810"/>
                  </a:lnTo>
                  <a:lnTo>
                    <a:pt x="4235575" y="1668810"/>
                  </a:lnTo>
                  <a:lnTo>
                    <a:pt x="4231213" y="1668810"/>
                  </a:lnTo>
                  <a:lnTo>
                    <a:pt x="4226850" y="1668810"/>
                  </a:lnTo>
                  <a:lnTo>
                    <a:pt x="4222487" y="1668810"/>
                  </a:lnTo>
                  <a:lnTo>
                    <a:pt x="4218124" y="1668810"/>
                  </a:lnTo>
                  <a:lnTo>
                    <a:pt x="4213762" y="1668810"/>
                  </a:lnTo>
                  <a:lnTo>
                    <a:pt x="4209399" y="1668810"/>
                  </a:lnTo>
                  <a:lnTo>
                    <a:pt x="4205036" y="1668810"/>
                  </a:lnTo>
                  <a:lnTo>
                    <a:pt x="4200673" y="1668810"/>
                  </a:lnTo>
                  <a:lnTo>
                    <a:pt x="4196311" y="1668810"/>
                  </a:lnTo>
                  <a:lnTo>
                    <a:pt x="4191948" y="1668810"/>
                  </a:lnTo>
                  <a:lnTo>
                    <a:pt x="4187585" y="1668810"/>
                  </a:lnTo>
                  <a:lnTo>
                    <a:pt x="4183222" y="1668810"/>
                  </a:lnTo>
                  <a:lnTo>
                    <a:pt x="4178860" y="1668810"/>
                  </a:lnTo>
                  <a:lnTo>
                    <a:pt x="4174497" y="1668810"/>
                  </a:lnTo>
                  <a:lnTo>
                    <a:pt x="4170134" y="1668810"/>
                  </a:lnTo>
                  <a:lnTo>
                    <a:pt x="4165771" y="1668810"/>
                  </a:lnTo>
                  <a:lnTo>
                    <a:pt x="4161409" y="1668810"/>
                  </a:lnTo>
                  <a:lnTo>
                    <a:pt x="4157046" y="1668810"/>
                  </a:lnTo>
                  <a:lnTo>
                    <a:pt x="4152683" y="1668810"/>
                  </a:lnTo>
                  <a:lnTo>
                    <a:pt x="4148320" y="1668810"/>
                  </a:lnTo>
                  <a:lnTo>
                    <a:pt x="4143958" y="1668810"/>
                  </a:lnTo>
                  <a:lnTo>
                    <a:pt x="4139595" y="1668810"/>
                  </a:lnTo>
                  <a:lnTo>
                    <a:pt x="4135232" y="1668810"/>
                  </a:lnTo>
                  <a:lnTo>
                    <a:pt x="4130869" y="1668810"/>
                  </a:lnTo>
                  <a:lnTo>
                    <a:pt x="4126507" y="1668810"/>
                  </a:lnTo>
                  <a:lnTo>
                    <a:pt x="4122144" y="1668810"/>
                  </a:lnTo>
                  <a:lnTo>
                    <a:pt x="4117781" y="1668810"/>
                  </a:lnTo>
                  <a:lnTo>
                    <a:pt x="4113418" y="1668810"/>
                  </a:lnTo>
                  <a:lnTo>
                    <a:pt x="4109056" y="1668810"/>
                  </a:lnTo>
                  <a:lnTo>
                    <a:pt x="4104693" y="1668810"/>
                  </a:lnTo>
                  <a:lnTo>
                    <a:pt x="4100330" y="1668810"/>
                  </a:lnTo>
                  <a:lnTo>
                    <a:pt x="4095967" y="1668810"/>
                  </a:lnTo>
                  <a:lnTo>
                    <a:pt x="4091605" y="1668810"/>
                  </a:lnTo>
                  <a:lnTo>
                    <a:pt x="4087242" y="1668810"/>
                  </a:lnTo>
                  <a:lnTo>
                    <a:pt x="4082879" y="1668810"/>
                  </a:lnTo>
                  <a:lnTo>
                    <a:pt x="4078516" y="1668810"/>
                  </a:lnTo>
                  <a:lnTo>
                    <a:pt x="4074154" y="1668810"/>
                  </a:lnTo>
                  <a:lnTo>
                    <a:pt x="4069791" y="1668810"/>
                  </a:lnTo>
                  <a:lnTo>
                    <a:pt x="4065428" y="1668810"/>
                  </a:lnTo>
                  <a:lnTo>
                    <a:pt x="4061065" y="1668810"/>
                  </a:lnTo>
                  <a:lnTo>
                    <a:pt x="4056703" y="1668810"/>
                  </a:lnTo>
                  <a:lnTo>
                    <a:pt x="4052340" y="1668810"/>
                  </a:lnTo>
                  <a:lnTo>
                    <a:pt x="4047977" y="1668810"/>
                  </a:lnTo>
                  <a:lnTo>
                    <a:pt x="4043614" y="1668810"/>
                  </a:lnTo>
                  <a:lnTo>
                    <a:pt x="4039252" y="1668810"/>
                  </a:lnTo>
                  <a:lnTo>
                    <a:pt x="4034889" y="1668810"/>
                  </a:lnTo>
                  <a:lnTo>
                    <a:pt x="4030526" y="1668810"/>
                  </a:lnTo>
                  <a:lnTo>
                    <a:pt x="4026163" y="1668810"/>
                  </a:lnTo>
                  <a:lnTo>
                    <a:pt x="4021801" y="1668810"/>
                  </a:lnTo>
                  <a:lnTo>
                    <a:pt x="4017438" y="1668810"/>
                  </a:lnTo>
                  <a:lnTo>
                    <a:pt x="4013075" y="1668810"/>
                  </a:lnTo>
                  <a:lnTo>
                    <a:pt x="4008712" y="1668810"/>
                  </a:lnTo>
                  <a:lnTo>
                    <a:pt x="4004350" y="1668810"/>
                  </a:lnTo>
                  <a:lnTo>
                    <a:pt x="3999987" y="1668810"/>
                  </a:lnTo>
                  <a:lnTo>
                    <a:pt x="3995624" y="1668810"/>
                  </a:lnTo>
                  <a:lnTo>
                    <a:pt x="3991261" y="1668810"/>
                  </a:lnTo>
                  <a:lnTo>
                    <a:pt x="3986899" y="1668810"/>
                  </a:lnTo>
                  <a:lnTo>
                    <a:pt x="3982536" y="1668810"/>
                  </a:lnTo>
                  <a:lnTo>
                    <a:pt x="3978173" y="1668810"/>
                  </a:lnTo>
                  <a:lnTo>
                    <a:pt x="3973810" y="1668810"/>
                  </a:lnTo>
                  <a:lnTo>
                    <a:pt x="3969448" y="1668810"/>
                  </a:lnTo>
                  <a:lnTo>
                    <a:pt x="3965085" y="1668810"/>
                  </a:lnTo>
                  <a:lnTo>
                    <a:pt x="3960722" y="1668810"/>
                  </a:lnTo>
                  <a:lnTo>
                    <a:pt x="3956359" y="1668810"/>
                  </a:lnTo>
                  <a:lnTo>
                    <a:pt x="3951997" y="1668810"/>
                  </a:lnTo>
                  <a:lnTo>
                    <a:pt x="3947634" y="1668810"/>
                  </a:lnTo>
                  <a:lnTo>
                    <a:pt x="3943271" y="1668810"/>
                  </a:lnTo>
                  <a:lnTo>
                    <a:pt x="3938908" y="1668810"/>
                  </a:lnTo>
                  <a:lnTo>
                    <a:pt x="3934546" y="1668810"/>
                  </a:lnTo>
                  <a:lnTo>
                    <a:pt x="3930183" y="1668810"/>
                  </a:lnTo>
                  <a:lnTo>
                    <a:pt x="3925820" y="1668810"/>
                  </a:lnTo>
                  <a:lnTo>
                    <a:pt x="3921457" y="1668810"/>
                  </a:lnTo>
                  <a:lnTo>
                    <a:pt x="3917095" y="1668810"/>
                  </a:lnTo>
                  <a:lnTo>
                    <a:pt x="3912732" y="1668810"/>
                  </a:lnTo>
                  <a:lnTo>
                    <a:pt x="3908369" y="1668810"/>
                  </a:lnTo>
                  <a:lnTo>
                    <a:pt x="3904006" y="1668810"/>
                  </a:lnTo>
                  <a:lnTo>
                    <a:pt x="3899644" y="1668810"/>
                  </a:lnTo>
                  <a:lnTo>
                    <a:pt x="3895281" y="1668810"/>
                  </a:lnTo>
                  <a:lnTo>
                    <a:pt x="3890918" y="1668810"/>
                  </a:lnTo>
                  <a:lnTo>
                    <a:pt x="3886555" y="1668810"/>
                  </a:lnTo>
                  <a:lnTo>
                    <a:pt x="3882193" y="1668810"/>
                  </a:lnTo>
                  <a:lnTo>
                    <a:pt x="3877830" y="1668810"/>
                  </a:lnTo>
                  <a:lnTo>
                    <a:pt x="3873467" y="1668810"/>
                  </a:lnTo>
                  <a:lnTo>
                    <a:pt x="3869104" y="1668810"/>
                  </a:lnTo>
                  <a:lnTo>
                    <a:pt x="3864742" y="1668810"/>
                  </a:lnTo>
                  <a:lnTo>
                    <a:pt x="3860379" y="1668810"/>
                  </a:lnTo>
                  <a:lnTo>
                    <a:pt x="3856016" y="1668810"/>
                  </a:lnTo>
                  <a:lnTo>
                    <a:pt x="3851653" y="1668810"/>
                  </a:lnTo>
                  <a:lnTo>
                    <a:pt x="3847291" y="1668810"/>
                  </a:lnTo>
                  <a:lnTo>
                    <a:pt x="3842928" y="1668810"/>
                  </a:lnTo>
                  <a:lnTo>
                    <a:pt x="3838565" y="1668810"/>
                  </a:lnTo>
                  <a:lnTo>
                    <a:pt x="3834202" y="1668810"/>
                  </a:lnTo>
                  <a:lnTo>
                    <a:pt x="3829840" y="1668810"/>
                  </a:lnTo>
                  <a:lnTo>
                    <a:pt x="3825477" y="1668810"/>
                  </a:lnTo>
                  <a:lnTo>
                    <a:pt x="3821114" y="1668810"/>
                  </a:lnTo>
                  <a:lnTo>
                    <a:pt x="3816751" y="1668810"/>
                  </a:lnTo>
                  <a:lnTo>
                    <a:pt x="3812389" y="1668810"/>
                  </a:lnTo>
                  <a:lnTo>
                    <a:pt x="3808026" y="1668810"/>
                  </a:lnTo>
                  <a:lnTo>
                    <a:pt x="3803663" y="1668810"/>
                  </a:lnTo>
                  <a:lnTo>
                    <a:pt x="3799300" y="1668810"/>
                  </a:lnTo>
                  <a:lnTo>
                    <a:pt x="3794938" y="1668810"/>
                  </a:lnTo>
                  <a:lnTo>
                    <a:pt x="3790575" y="1668810"/>
                  </a:lnTo>
                  <a:lnTo>
                    <a:pt x="3786212" y="1668810"/>
                  </a:lnTo>
                  <a:lnTo>
                    <a:pt x="3781849" y="1668810"/>
                  </a:lnTo>
                  <a:lnTo>
                    <a:pt x="3777487" y="1668810"/>
                  </a:lnTo>
                  <a:lnTo>
                    <a:pt x="3773124" y="1668810"/>
                  </a:lnTo>
                  <a:lnTo>
                    <a:pt x="3768761" y="1668810"/>
                  </a:lnTo>
                  <a:lnTo>
                    <a:pt x="3764398" y="1668810"/>
                  </a:lnTo>
                  <a:lnTo>
                    <a:pt x="3760036" y="1668810"/>
                  </a:lnTo>
                  <a:lnTo>
                    <a:pt x="3755673" y="1668810"/>
                  </a:lnTo>
                  <a:lnTo>
                    <a:pt x="3751310" y="1668810"/>
                  </a:lnTo>
                  <a:lnTo>
                    <a:pt x="3746947" y="1668810"/>
                  </a:lnTo>
                  <a:lnTo>
                    <a:pt x="3742585" y="1668810"/>
                  </a:lnTo>
                  <a:lnTo>
                    <a:pt x="3738222" y="1668810"/>
                  </a:lnTo>
                  <a:lnTo>
                    <a:pt x="3733859" y="1668810"/>
                  </a:lnTo>
                  <a:lnTo>
                    <a:pt x="3729496" y="1668810"/>
                  </a:lnTo>
                  <a:lnTo>
                    <a:pt x="3725134" y="1668810"/>
                  </a:lnTo>
                  <a:lnTo>
                    <a:pt x="3720771" y="1668810"/>
                  </a:lnTo>
                  <a:lnTo>
                    <a:pt x="3716408" y="1668810"/>
                  </a:lnTo>
                  <a:lnTo>
                    <a:pt x="3712045" y="1668810"/>
                  </a:lnTo>
                  <a:lnTo>
                    <a:pt x="3707683" y="1668810"/>
                  </a:lnTo>
                  <a:lnTo>
                    <a:pt x="3703320" y="1668810"/>
                  </a:lnTo>
                  <a:lnTo>
                    <a:pt x="3698957" y="1668810"/>
                  </a:lnTo>
                  <a:lnTo>
                    <a:pt x="3694594" y="1668810"/>
                  </a:lnTo>
                  <a:lnTo>
                    <a:pt x="3690232" y="1668810"/>
                  </a:lnTo>
                  <a:lnTo>
                    <a:pt x="3685869" y="1668810"/>
                  </a:lnTo>
                  <a:lnTo>
                    <a:pt x="3681506" y="1668810"/>
                  </a:lnTo>
                  <a:lnTo>
                    <a:pt x="3677143" y="1668810"/>
                  </a:lnTo>
                  <a:lnTo>
                    <a:pt x="3672781" y="1668810"/>
                  </a:lnTo>
                  <a:lnTo>
                    <a:pt x="3668418" y="1668810"/>
                  </a:lnTo>
                  <a:lnTo>
                    <a:pt x="3664055" y="1668810"/>
                  </a:lnTo>
                  <a:lnTo>
                    <a:pt x="3659692" y="1668810"/>
                  </a:lnTo>
                  <a:lnTo>
                    <a:pt x="3655330" y="1668810"/>
                  </a:lnTo>
                  <a:lnTo>
                    <a:pt x="3650967" y="1668810"/>
                  </a:lnTo>
                  <a:lnTo>
                    <a:pt x="3646604" y="1668810"/>
                  </a:lnTo>
                  <a:lnTo>
                    <a:pt x="3642241" y="1668810"/>
                  </a:lnTo>
                  <a:lnTo>
                    <a:pt x="3637879" y="1668810"/>
                  </a:lnTo>
                  <a:lnTo>
                    <a:pt x="3633516" y="1668810"/>
                  </a:lnTo>
                  <a:lnTo>
                    <a:pt x="3629153" y="1668810"/>
                  </a:lnTo>
                  <a:lnTo>
                    <a:pt x="3624790" y="1668810"/>
                  </a:lnTo>
                  <a:lnTo>
                    <a:pt x="3620428" y="1668810"/>
                  </a:lnTo>
                  <a:lnTo>
                    <a:pt x="3616065" y="1668810"/>
                  </a:lnTo>
                  <a:lnTo>
                    <a:pt x="3611702" y="1668810"/>
                  </a:lnTo>
                  <a:lnTo>
                    <a:pt x="3607339" y="1668810"/>
                  </a:lnTo>
                  <a:lnTo>
                    <a:pt x="3602977" y="1668810"/>
                  </a:lnTo>
                  <a:lnTo>
                    <a:pt x="3598614" y="1668810"/>
                  </a:lnTo>
                  <a:lnTo>
                    <a:pt x="3594251" y="1668810"/>
                  </a:lnTo>
                  <a:lnTo>
                    <a:pt x="3589888" y="1668810"/>
                  </a:lnTo>
                  <a:lnTo>
                    <a:pt x="3585526" y="1668810"/>
                  </a:lnTo>
                  <a:lnTo>
                    <a:pt x="3581163" y="1668810"/>
                  </a:lnTo>
                  <a:lnTo>
                    <a:pt x="3576800" y="1668810"/>
                  </a:lnTo>
                  <a:lnTo>
                    <a:pt x="3572437" y="1668810"/>
                  </a:lnTo>
                  <a:lnTo>
                    <a:pt x="3568075" y="1668810"/>
                  </a:lnTo>
                  <a:lnTo>
                    <a:pt x="3563712" y="1668810"/>
                  </a:lnTo>
                  <a:lnTo>
                    <a:pt x="3559349" y="1668810"/>
                  </a:lnTo>
                  <a:lnTo>
                    <a:pt x="3554986" y="1668810"/>
                  </a:lnTo>
                  <a:lnTo>
                    <a:pt x="3550624" y="1668810"/>
                  </a:lnTo>
                  <a:lnTo>
                    <a:pt x="3546261" y="1668810"/>
                  </a:lnTo>
                  <a:lnTo>
                    <a:pt x="3541898" y="1668810"/>
                  </a:lnTo>
                  <a:lnTo>
                    <a:pt x="3537535" y="1668810"/>
                  </a:lnTo>
                  <a:lnTo>
                    <a:pt x="3533173" y="1668810"/>
                  </a:lnTo>
                  <a:lnTo>
                    <a:pt x="3528810" y="1668810"/>
                  </a:lnTo>
                  <a:lnTo>
                    <a:pt x="3524447" y="1668810"/>
                  </a:lnTo>
                  <a:lnTo>
                    <a:pt x="3520084" y="1668810"/>
                  </a:lnTo>
                  <a:lnTo>
                    <a:pt x="3515722" y="1668810"/>
                  </a:lnTo>
                  <a:lnTo>
                    <a:pt x="3511359" y="1668810"/>
                  </a:lnTo>
                  <a:lnTo>
                    <a:pt x="3506996" y="1668810"/>
                  </a:lnTo>
                  <a:lnTo>
                    <a:pt x="3502633" y="1668810"/>
                  </a:lnTo>
                  <a:lnTo>
                    <a:pt x="3498271" y="1668810"/>
                  </a:lnTo>
                  <a:lnTo>
                    <a:pt x="3493908" y="1668810"/>
                  </a:lnTo>
                  <a:lnTo>
                    <a:pt x="3489545" y="1668810"/>
                  </a:lnTo>
                  <a:lnTo>
                    <a:pt x="3485182" y="1668810"/>
                  </a:lnTo>
                  <a:lnTo>
                    <a:pt x="3480820" y="1668810"/>
                  </a:lnTo>
                  <a:lnTo>
                    <a:pt x="3476457" y="1668810"/>
                  </a:lnTo>
                  <a:lnTo>
                    <a:pt x="3472094" y="1668810"/>
                  </a:lnTo>
                  <a:lnTo>
                    <a:pt x="3467731" y="1668810"/>
                  </a:lnTo>
                  <a:lnTo>
                    <a:pt x="3463369" y="1668810"/>
                  </a:lnTo>
                  <a:lnTo>
                    <a:pt x="3459006" y="1668810"/>
                  </a:lnTo>
                  <a:lnTo>
                    <a:pt x="3454643" y="1668810"/>
                  </a:lnTo>
                  <a:lnTo>
                    <a:pt x="3450280" y="1668810"/>
                  </a:lnTo>
                  <a:lnTo>
                    <a:pt x="3445918" y="1668810"/>
                  </a:lnTo>
                  <a:lnTo>
                    <a:pt x="3441555" y="1668810"/>
                  </a:lnTo>
                  <a:lnTo>
                    <a:pt x="3437192" y="1668810"/>
                  </a:lnTo>
                  <a:lnTo>
                    <a:pt x="3432829" y="1668810"/>
                  </a:lnTo>
                  <a:lnTo>
                    <a:pt x="3428467" y="1668810"/>
                  </a:lnTo>
                  <a:lnTo>
                    <a:pt x="3424104" y="1668810"/>
                  </a:lnTo>
                  <a:lnTo>
                    <a:pt x="3419741" y="1668810"/>
                  </a:lnTo>
                  <a:lnTo>
                    <a:pt x="3415378" y="1668810"/>
                  </a:lnTo>
                  <a:lnTo>
                    <a:pt x="3411016" y="1668810"/>
                  </a:lnTo>
                  <a:lnTo>
                    <a:pt x="3406653" y="1668810"/>
                  </a:lnTo>
                  <a:lnTo>
                    <a:pt x="3402290" y="1668810"/>
                  </a:lnTo>
                  <a:lnTo>
                    <a:pt x="3397927" y="1668810"/>
                  </a:lnTo>
                  <a:lnTo>
                    <a:pt x="3393565" y="1668810"/>
                  </a:lnTo>
                  <a:lnTo>
                    <a:pt x="3389202" y="1668810"/>
                  </a:lnTo>
                  <a:lnTo>
                    <a:pt x="3384839" y="1668810"/>
                  </a:lnTo>
                  <a:lnTo>
                    <a:pt x="3380476" y="1668810"/>
                  </a:lnTo>
                  <a:lnTo>
                    <a:pt x="3376114" y="1668810"/>
                  </a:lnTo>
                  <a:lnTo>
                    <a:pt x="3371751" y="1668810"/>
                  </a:lnTo>
                  <a:lnTo>
                    <a:pt x="3367388" y="1668810"/>
                  </a:lnTo>
                  <a:lnTo>
                    <a:pt x="3363025" y="1668810"/>
                  </a:lnTo>
                  <a:lnTo>
                    <a:pt x="3358663" y="1668810"/>
                  </a:lnTo>
                  <a:lnTo>
                    <a:pt x="3354300" y="1668810"/>
                  </a:lnTo>
                  <a:lnTo>
                    <a:pt x="3349937" y="1668810"/>
                  </a:lnTo>
                  <a:lnTo>
                    <a:pt x="3345574" y="1668810"/>
                  </a:lnTo>
                  <a:lnTo>
                    <a:pt x="3341212" y="1668810"/>
                  </a:lnTo>
                  <a:lnTo>
                    <a:pt x="3336849" y="1668810"/>
                  </a:lnTo>
                  <a:lnTo>
                    <a:pt x="3332486" y="1668810"/>
                  </a:lnTo>
                  <a:lnTo>
                    <a:pt x="3328123" y="1668810"/>
                  </a:lnTo>
                  <a:lnTo>
                    <a:pt x="3323761" y="1668810"/>
                  </a:lnTo>
                  <a:lnTo>
                    <a:pt x="3319398" y="1668810"/>
                  </a:lnTo>
                  <a:lnTo>
                    <a:pt x="3315035" y="1668810"/>
                  </a:lnTo>
                  <a:lnTo>
                    <a:pt x="3310672" y="1668810"/>
                  </a:lnTo>
                  <a:lnTo>
                    <a:pt x="3306310" y="1668810"/>
                  </a:lnTo>
                  <a:lnTo>
                    <a:pt x="3301947" y="1668810"/>
                  </a:lnTo>
                  <a:lnTo>
                    <a:pt x="3297584" y="1668810"/>
                  </a:lnTo>
                  <a:lnTo>
                    <a:pt x="3293221" y="1668810"/>
                  </a:lnTo>
                  <a:lnTo>
                    <a:pt x="3288859" y="1668810"/>
                  </a:lnTo>
                  <a:lnTo>
                    <a:pt x="3284496" y="1668810"/>
                  </a:lnTo>
                  <a:lnTo>
                    <a:pt x="3280133" y="1668810"/>
                  </a:lnTo>
                  <a:lnTo>
                    <a:pt x="3275770" y="1668810"/>
                  </a:lnTo>
                  <a:lnTo>
                    <a:pt x="3271408" y="1668810"/>
                  </a:lnTo>
                  <a:lnTo>
                    <a:pt x="3267045" y="1668810"/>
                  </a:lnTo>
                  <a:lnTo>
                    <a:pt x="3262682" y="1668810"/>
                  </a:lnTo>
                  <a:lnTo>
                    <a:pt x="3258319" y="1668810"/>
                  </a:lnTo>
                  <a:lnTo>
                    <a:pt x="3253957" y="1668810"/>
                  </a:lnTo>
                  <a:lnTo>
                    <a:pt x="3249594" y="1668810"/>
                  </a:lnTo>
                  <a:lnTo>
                    <a:pt x="3245231" y="1668810"/>
                  </a:lnTo>
                  <a:lnTo>
                    <a:pt x="3240868" y="1668810"/>
                  </a:lnTo>
                  <a:lnTo>
                    <a:pt x="3236506" y="1668810"/>
                  </a:lnTo>
                  <a:lnTo>
                    <a:pt x="3232143" y="1668810"/>
                  </a:lnTo>
                  <a:lnTo>
                    <a:pt x="3227780" y="1668810"/>
                  </a:lnTo>
                  <a:lnTo>
                    <a:pt x="3223417" y="1668810"/>
                  </a:lnTo>
                  <a:lnTo>
                    <a:pt x="3219055" y="1668810"/>
                  </a:lnTo>
                  <a:lnTo>
                    <a:pt x="3214692" y="1668810"/>
                  </a:lnTo>
                  <a:lnTo>
                    <a:pt x="3210329" y="1668810"/>
                  </a:lnTo>
                  <a:lnTo>
                    <a:pt x="3205966" y="1668810"/>
                  </a:lnTo>
                  <a:lnTo>
                    <a:pt x="3201604" y="1668810"/>
                  </a:lnTo>
                  <a:lnTo>
                    <a:pt x="3197241" y="1668810"/>
                  </a:lnTo>
                  <a:lnTo>
                    <a:pt x="3192878" y="1668810"/>
                  </a:lnTo>
                  <a:lnTo>
                    <a:pt x="3188515" y="1668810"/>
                  </a:lnTo>
                  <a:lnTo>
                    <a:pt x="3184153" y="1668810"/>
                  </a:lnTo>
                  <a:lnTo>
                    <a:pt x="3179790" y="1668810"/>
                  </a:lnTo>
                  <a:lnTo>
                    <a:pt x="3175427" y="1668810"/>
                  </a:lnTo>
                  <a:lnTo>
                    <a:pt x="3171064" y="1668810"/>
                  </a:lnTo>
                  <a:lnTo>
                    <a:pt x="3166702" y="1668810"/>
                  </a:lnTo>
                  <a:lnTo>
                    <a:pt x="3162339" y="1668810"/>
                  </a:lnTo>
                  <a:lnTo>
                    <a:pt x="3157976" y="1668810"/>
                  </a:lnTo>
                  <a:lnTo>
                    <a:pt x="3153613" y="1668810"/>
                  </a:lnTo>
                  <a:lnTo>
                    <a:pt x="3149251" y="1668810"/>
                  </a:lnTo>
                  <a:lnTo>
                    <a:pt x="3144888" y="1668810"/>
                  </a:lnTo>
                  <a:lnTo>
                    <a:pt x="3140525" y="1668810"/>
                  </a:lnTo>
                  <a:lnTo>
                    <a:pt x="3136162" y="1668810"/>
                  </a:lnTo>
                  <a:lnTo>
                    <a:pt x="3131800" y="1668810"/>
                  </a:lnTo>
                  <a:lnTo>
                    <a:pt x="3127437" y="1668810"/>
                  </a:lnTo>
                  <a:lnTo>
                    <a:pt x="3123074" y="1668810"/>
                  </a:lnTo>
                  <a:lnTo>
                    <a:pt x="3118711" y="1668810"/>
                  </a:lnTo>
                  <a:lnTo>
                    <a:pt x="3114349" y="1668810"/>
                  </a:lnTo>
                  <a:lnTo>
                    <a:pt x="3109986" y="1668810"/>
                  </a:lnTo>
                  <a:lnTo>
                    <a:pt x="3105623" y="1668810"/>
                  </a:lnTo>
                  <a:lnTo>
                    <a:pt x="3101260" y="1668810"/>
                  </a:lnTo>
                  <a:lnTo>
                    <a:pt x="3096898" y="1668810"/>
                  </a:lnTo>
                  <a:lnTo>
                    <a:pt x="3092535" y="1668810"/>
                  </a:lnTo>
                  <a:lnTo>
                    <a:pt x="3088172" y="1668810"/>
                  </a:lnTo>
                  <a:lnTo>
                    <a:pt x="3083809" y="1668810"/>
                  </a:lnTo>
                  <a:lnTo>
                    <a:pt x="3079447" y="1668810"/>
                  </a:lnTo>
                  <a:lnTo>
                    <a:pt x="3075084" y="1668810"/>
                  </a:lnTo>
                  <a:lnTo>
                    <a:pt x="3070721" y="1668810"/>
                  </a:lnTo>
                  <a:lnTo>
                    <a:pt x="3066358" y="1668810"/>
                  </a:lnTo>
                  <a:lnTo>
                    <a:pt x="3061996" y="1668810"/>
                  </a:lnTo>
                  <a:lnTo>
                    <a:pt x="3057633" y="1668810"/>
                  </a:lnTo>
                  <a:lnTo>
                    <a:pt x="3053270" y="1668810"/>
                  </a:lnTo>
                  <a:lnTo>
                    <a:pt x="3048907" y="1668810"/>
                  </a:lnTo>
                  <a:lnTo>
                    <a:pt x="3044545" y="1668810"/>
                  </a:lnTo>
                  <a:lnTo>
                    <a:pt x="3040182" y="1668810"/>
                  </a:lnTo>
                  <a:lnTo>
                    <a:pt x="3035819" y="1668810"/>
                  </a:lnTo>
                  <a:lnTo>
                    <a:pt x="3031456" y="1668810"/>
                  </a:lnTo>
                  <a:lnTo>
                    <a:pt x="3027094" y="1668810"/>
                  </a:lnTo>
                  <a:lnTo>
                    <a:pt x="3022731" y="1668810"/>
                  </a:lnTo>
                  <a:lnTo>
                    <a:pt x="3018368" y="1668810"/>
                  </a:lnTo>
                  <a:lnTo>
                    <a:pt x="3014005" y="1668810"/>
                  </a:lnTo>
                  <a:lnTo>
                    <a:pt x="3009643" y="1668810"/>
                  </a:lnTo>
                  <a:lnTo>
                    <a:pt x="3005280" y="1668810"/>
                  </a:lnTo>
                  <a:lnTo>
                    <a:pt x="3000917" y="1668810"/>
                  </a:lnTo>
                  <a:lnTo>
                    <a:pt x="2996554" y="1668810"/>
                  </a:lnTo>
                  <a:lnTo>
                    <a:pt x="2992192" y="1668810"/>
                  </a:lnTo>
                  <a:lnTo>
                    <a:pt x="2987829" y="1668810"/>
                  </a:lnTo>
                  <a:lnTo>
                    <a:pt x="2983466" y="1668810"/>
                  </a:lnTo>
                  <a:lnTo>
                    <a:pt x="2979103" y="1668810"/>
                  </a:lnTo>
                  <a:lnTo>
                    <a:pt x="2974741" y="1668810"/>
                  </a:lnTo>
                  <a:lnTo>
                    <a:pt x="2970378" y="1668810"/>
                  </a:lnTo>
                  <a:lnTo>
                    <a:pt x="2966015" y="1668810"/>
                  </a:lnTo>
                  <a:lnTo>
                    <a:pt x="2961652" y="1668810"/>
                  </a:lnTo>
                  <a:lnTo>
                    <a:pt x="2957290" y="1668810"/>
                  </a:lnTo>
                  <a:lnTo>
                    <a:pt x="2952927" y="1668810"/>
                  </a:lnTo>
                  <a:lnTo>
                    <a:pt x="2948564" y="1668810"/>
                  </a:lnTo>
                  <a:lnTo>
                    <a:pt x="2944201" y="1668810"/>
                  </a:lnTo>
                  <a:lnTo>
                    <a:pt x="2939839" y="1668810"/>
                  </a:lnTo>
                  <a:lnTo>
                    <a:pt x="2935476" y="1668810"/>
                  </a:lnTo>
                  <a:lnTo>
                    <a:pt x="2931113" y="1668810"/>
                  </a:lnTo>
                  <a:lnTo>
                    <a:pt x="2926750" y="1668810"/>
                  </a:lnTo>
                  <a:lnTo>
                    <a:pt x="2922388" y="1668810"/>
                  </a:lnTo>
                  <a:lnTo>
                    <a:pt x="2918025" y="1668810"/>
                  </a:lnTo>
                  <a:lnTo>
                    <a:pt x="2913662" y="1668810"/>
                  </a:lnTo>
                  <a:lnTo>
                    <a:pt x="2909299" y="1668810"/>
                  </a:lnTo>
                  <a:lnTo>
                    <a:pt x="2904937" y="1668810"/>
                  </a:lnTo>
                  <a:lnTo>
                    <a:pt x="2900574" y="1668810"/>
                  </a:lnTo>
                  <a:lnTo>
                    <a:pt x="2896211" y="1668810"/>
                  </a:lnTo>
                  <a:lnTo>
                    <a:pt x="2891848" y="1668810"/>
                  </a:lnTo>
                  <a:lnTo>
                    <a:pt x="2887486" y="1668810"/>
                  </a:lnTo>
                  <a:lnTo>
                    <a:pt x="2883123" y="1668810"/>
                  </a:lnTo>
                  <a:lnTo>
                    <a:pt x="2878760" y="1668810"/>
                  </a:lnTo>
                  <a:lnTo>
                    <a:pt x="2874397" y="1668810"/>
                  </a:lnTo>
                  <a:lnTo>
                    <a:pt x="2870035" y="1668810"/>
                  </a:lnTo>
                  <a:lnTo>
                    <a:pt x="2865672" y="1668810"/>
                  </a:lnTo>
                  <a:lnTo>
                    <a:pt x="2861309" y="1668810"/>
                  </a:lnTo>
                  <a:lnTo>
                    <a:pt x="2856946" y="1668810"/>
                  </a:lnTo>
                  <a:lnTo>
                    <a:pt x="2852584" y="1668810"/>
                  </a:lnTo>
                  <a:lnTo>
                    <a:pt x="2848221" y="1668810"/>
                  </a:lnTo>
                  <a:lnTo>
                    <a:pt x="2843858" y="1668810"/>
                  </a:lnTo>
                  <a:lnTo>
                    <a:pt x="2839495" y="1668810"/>
                  </a:lnTo>
                  <a:lnTo>
                    <a:pt x="2835133" y="1668810"/>
                  </a:lnTo>
                  <a:lnTo>
                    <a:pt x="2830770" y="1668810"/>
                  </a:lnTo>
                  <a:lnTo>
                    <a:pt x="2826407" y="1668810"/>
                  </a:lnTo>
                  <a:lnTo>
                    <a:pt x="2822044" y="1668810"/>
                  </a:lnTo>
                  <a:lnTo>
                    <a:pt x="2817682" y="1668810"/>
                  </a:lnTo>
                  <a:lnTo>
                    <a:pt x="2813319" y="1668810"/>
                  </a:lnTo>
                  <a:lnTo>
                    <a:pt x="2808956" y="1668810"/>
                  </a:lnTo>
                  <a:lnTo>
                    <a:pt x="2804593" y="1668810"/>
                  </a:lnTo>
                  <a:lnTo>
                    <a:pt x="2800231" y="1668810"/>
                  </a:lnTo>
                  <a:lnTo>
                    <a:pt x="2795868" y="1668810"/>
                  </a:lnTo>
                  <a:lnTo>
                    <a:pt x="2791505" y="1668810"/>
                  </a:lnTo>
                  <a:lnTo>
                    <a:pt x="2787142" y="1668810"/>
                  </a:lnTo>
                  <a:lnTo>
                    <a:pt x="2782780" y="1668810"/>
                  </a:lnTo>
                  <a:lnTo>
                    <a:pt x="2778417" y="1668810"/>
                  </a:lnTo>
                  <a:lnTo>
                    <a:pt x="2774054" y="1668810"/>
                  </a:lnTo>
                  <a:lnTo>
                    <a:pt x="2769691" y="1668810"/>
                  </a:lnTo>
                  <a:lnTo>
                    <a:pt x="2765329" y="1668810"/>
                  </a:lnTo>
                  <a:lnTo>
                    <a:pt x="2760966" y="1668810"/>
                  </a:lnTo>
                  <a:lnTo>
                    <a:pt x="2756603" y="1668810"/>
                  </a:lnTo>
                  <a:lnTo>
                    <a:pt x="2752240" y="1668810"/>
                  </a:lnTo>
                  <a:lnTo>
                    <a:pt x="2747878" y="1668810"/>
                  </a:lnTo>
                  <a:lnTo>
                    <a:pt x="2743515" y="1668810"/>
                  </a:lnTo>
                  <a:lnTo>
                    <a:pt x="2739152" y="1668810"/>
                  </a:lnTo>
                  <a:lnTo>
                    <a:pt x="2734789" y="1668810"/>
                  </a:lnTo>
                  <a:lnTo>
                    <a:pt x="2730427" y="1668810"/>
                  </a:lnTo>
                  <a:lnTo>
                    <a:pt x="2726064" y="1668810"/>
                  </a:lnTo>
                  <a:lnTo>
                    <a:pt x="2721701" y="1668810"/>
                  </a:lnTo>
                  <a:lnTo>
                    <a:pt x="2717338" y="1668810"/>
                  </a:lnTo>
                  <a:lnTo>
                    <a:pt x="2712976" y="1668810"/>
                  </a:lnTo>
                  <a:lnTo>
                    <a:pt x="2708613" y="1668810"/>
                  </a:lnTo>
                  <a:lnTo>
                    <a:pt x="2704250" y="1668810"/>
                  </a:lnTo>
                  <a:lnTo>
                    <a:pt x="2699887" y="1668810"/>
                  </a:lnTo>
                  <a:lnTo>
                    <a:pt x="2695525" y="1668810"/>
                  </a:lnTo>
                  <a:lnTo>
                    <a:pt x="2691162" y="1668810"/>
                  </a:lnTo>
                  <a:lnTo>
                    <a:pt x="2686799" y="1668810"/>
                  </a:lnTo>
                  <a:lnTo>
                    <a:pt x="2682436" y="1668810"/>
                  </a:lnTo>
                  <a:lnTo>
                    <a:pt x="2678074" y="1668810"/>
                  </a:lnTo>
                  <a:lnTo>
                    <a:pt x="2673711" y="1668810"/>
                  </a:lnTo>
                  <a:lnTo>
                    <a:pt x="2669348" y="1668810"/>
                  </a:lnTo>
                  <a:lnTo>
                    <a:pt x="2664985" y="1668810"/>
                  </a:lnTo>
                  <a:lnTo>
                    <a:pt x="2660623" y="1668810"/>
                  </a:lnTo>
                  <a:lnTo>
                    <a:pt x="2656260" y="1668810"/>
                  </a:lnTo>
                  <a:lnTo>
                    <a:pt x="2651897" y="1668810"/>
                  </a:lnTo>
                  <a:lnTo>
                    <a:pt x="2647534" y="1668810"/>
                  </a:lnTo>
                  <a:lnTo>
                    <a:pt x="2643172" y="1668810"/>
                  </a:lnTo>
                  <a:lnTo>
                    <a:pt x="2638809" y="1668810"/>
                  </a:lnTo>
                  <a:lnTo>
                    <a:pt x="2634446" y="1668810"/>
                  </a:lnTo>
                  <a:lnTo>
                    <a:pt x="2630083" y="1668810"/>
                  </a:lnTo>
                  <a:lnTo>
                    <a:pt x="2625721" y="1668810"/>
                  </a:lnTo>
                  <a:lnTo>
                    <a:pt x="2621358" y="1668810"/>
                  </a:lnTo>
                  <a:lnTo>
                    <a:pt x="2616995" y="1668810"/>
                  </a:lnTo>
                  <a:lnTo>
                    <a:pt x="2612632" y="1668810"/>
                  </a:lnTo>
                  <a:lnTo>
                    <a:pt x="2608270" y="1668810"/>
                  </a:lnTo>
                  <a:lnTo>
                    <a:pt x="2603907" y="1668810"/>
                  </a:lnTo>
                  <a:lnTo>
                    <a:pt x="2599544" y="1668810"/>
                  </a:lnTo>
                  <a:lnTo>
                    <a:pt x="2595181" y="1668810"/>
                  </a:lnTo>
                  <a:lnTo>
                    <a:pt x="2590819" y="1668810"/>
                  </a:lnTo>
                  <a:lnTo>
                    <a:pt x="2586456" y="1668810"/>
                  </a:lnTo>
                  <a:lnTo>
                    <a:pt x="2582093" y="1668810"/>
                  </a:lnTo>
                  <a:lnTo>
                    <a:pt x="2577730" y="1668810"/>
                  </a:lnTo>
                  <a:lnTo>
                    <a:pt x="2573368" y="1668810"/>
                  </a:lnTo>
                  <a:lnTo>
                    <a:pt x="2569005" y="1668810"/>
                  </a:lnTo>
                  <a:lnTo>
                    <a:pt x="2564642" y="1668810"/>
                  </a:lnTo>
                  <a:lnTo>
                    <a:pt x="2560279" y="1668810"/>
                  </a:lnTo>
                  <a:lnTo>
                    <a:pt x="2555917" y="1668810"/>
                  </a:lnTo>
                  <a:lnTo>
                    <a:pt x="2551554" y="1668810"/>
                  </a:lnTo>
                  <a:lnTo>
                    <a:pt x="2547191" y="1668810"/>
                  </a:lnTo>
                  <a:lnTo>
                    <a:pt x="2542828" y="1668810"/>
                  </a:lnTo>
                  <a:lnTo>
                    <a:pt x="2538466" y="1668810"/>
                  </a:lnTo>
                  <a:lnTo>
                    <a:pt x="2534103" y="1668810"/>
                  </a:lnTo>
                  <a:lnTo>
                    <a:pt x="2529740" y="1668810"/>
                  </a:lnTo>
                  <a:lnTo>
                    <a:pt x="2525377" y="1668810"/>
                  </a:lnTo>
                  <a:lnTo>
                    <a:pt x="2521015" y="1668810"/>
                  </a:lnTo>
                  <a:lnTo>
                    <a:pt x="2516652" y="1668810"/>
                  </a:lnTo>
                  <a:lnTo>
                    <a:pt x="2512289" y="1668810"/>
                  </a:lnTo>
                  <a:lnTo>
                    <a:pt x="2507926" y="1668810"/>
                  </a:lnTo>
                  <a:lnTo>
                    <a:pt x="2503564" y="1668810"/>
                  </a:lnTo>
                  <a:lnTo>
                    <a:pt x="2499201" y="1668810"/>
                  </a:lnTo>
                  <a:lnTo>
                    <a:pt x="2494838" y="1668810"/>
                  </a:lnTo>
                  <a:lnTo>
                    <a:pt x="2490475" y="1668810"/>
                  </a:lnTo>
                  <a:lnTo>
                    <a:pt x="2486113" y="1668810"/>
                  </a:lnTo>
                  <a:lnTo>
                    <a:pt x="2481750" y="1668810"/>
                  </a:lnTo>
                  <a:lnTo>
                    <a:pt x="2477387" y="1668810"/>
                  </a:lnTo>
                  <a:lnTo>
                    <a:pt x="2473024" y="1668810"/>
                  </a:lnTo>
                  <a:lnTo>
                    <a:pt x="2468662" y="1668810"/>
                  </a:lnTo>
                  <a:lnTo>
                    <a:pt x="2464299" y="1668810"/>
                  </a:lnTo>
                  <a:lnTo>
                    <a:pt x="2459936" y="1668810"/>
                  </a:lnTo>
                  <a:lnTo>
                    <a:pt x="2455573" y="1668810"/>
                  </a:lnTo>
                  <a:lnTo>
                    <a:pt x="2451211" y="1668810"/>
                  </a:lnTo>
                  <a:lnTo>
                    <a:pt x="2446848" y="1668810"/>
                  </a:lnTo>
                  <a:lnTo>
                    <a:pt x="2442485" y="1668810"/>
                  </a:lnTo>
                  <a:lnTo>
                    <a:pt x="2438122" y="1668810"/>
                  </a:lnTo>
                  <a:lnTo>
                    <a:pt x="2433760" y="1668810"/>
                  </a:lnTo>
                  <a:lnTo>
                    <a:pt x="2429397" y="1668810"/>
                  </a:lnTo>
                  <a:lnTo>
                    <a:pt x="2425034" y="1668810"/>
                  </a:lnTo>
                  <a:lnTo>
                    <a:pt x="2420671" y="1668810"/>
                  </a:lnTo>
                  <a:lnTo>
                    <a:pt x="2416309" y="1668810"/>
                  </a:lnTo>
                  <a:lnTo>
                    <a:pt x="2411946" y="1668810"/>
                  </a:lnTo>
                  <a:lnTo>
                    <a:pt x="2407583" y="1668810"/>
                  </a:lnTo>
                  <a:lnTo>
                    <a:pt x="2403220" y="1668810"/>
                  </a:lnTo>
                  <a:lnTo>
                    <a:pt x="2398858" y="1668810"/>
                  </a:lnTo>
                  <a:lnTo>
                    <a:pt x="2394495" y="1668810"/>
                  </a:lnTo>
                  <a:lnTo>
                    <a:pt x="2390132" y="1668810"/>
                  </a:lnTo>
                  <a:lnTo>
                    <a:pt x="2385769" y="1668810"/>
                  </a:lnTo>
                  <a:lnTo>
                    <a:pt x="2381407" y="1668810"/>
                  </a:lnTo>
                  <a:lnTo>
                    <a:pt x="2377044" y="1668810"/>
                  </a:lnTo>
                  <a:lnTo>
                    <a:pt x="2372681" y="1668810"/>
                  </a:lnTo>
                  <a:lnTo>
                    <a:pt x="2368318" y="1668810"/>
                  </a:lnTo>
                  <a:lnTo>
                    <a:pt x="2363956" y="1668810"/>
                  </a:lnTo>
                  <a:lnTo>
                    <a:pt x="2359593" y="1668810"/>
                  </a:lnTo>
                  <a:lnTo>
                    <a:pt x="2355230" y="1668810"/>
                  </a:lnTo>
                  <a:lnTo>
                    <a:pt x="2350867" y="1668810"/>
                  </a:lnTo>
                  <a:lnTo>
                    <a:pt x="2346505" y="1668810"/>
                  </a:lnTo>
                  <a:lnTo>
                    <a:pt x="2342142" y="1668810"/>
                  </a:lnTo>
                  <a:lnTo>
                    <a:pt x="2337779" y="1668810"/>
                  </a:lnTo>
                  <a:lnTo>
                    <a:pt x="2333416" y="1668810"/>
                  </a:lnTo>
                  <a:lnTo>
                    <a:pt x="2329054" y="1668810"/>
                  </a:lnTo>
                  <a:lnTo>
                    <a:pt x="2324691" y="1668810"/>
                  </a:lnTo>
                  <a:lnTo>
                    <a:pt x="2320328" y="1668810"/>
                  </a:lnTo>
                  <a:lnTo>
                    <a:pt x="2315965" y="1668810"/>
                  </a:lnTo>
                  <a:lnTo>
                    <a:pt x="2311603" y="1668810"/>
                  </a:lnTo>
                  <a:lnTo>
                    <a:pt x="2307240" y="1668810"/>
                  </a:lnTo>
                  <a:lnTo>
                    <a:pt x="2302877" y="1668810"/>
                  </a:lnTo>
                  <a:lnTo>
                    <a:pt x="2298514" y="1668810"/>
                  </a:lnTo>
                  <a:lnTo>
                    <a:pt x="2294152" y="1668810"/>
                  </a:lnTo>
                  <a:lnTo>
                    <a:pt x="2289789" y="1668810"/>
                  </a:lnTo>
                  <a:lnTo>
                    <a:pt x="2285426" y="1668810"/>
                  </a:lnTo>
                  <a:lnTo>
                    <a:pt x="2281063" y="1668810"/>
                  </a:lnTo>
                  <a:lnTo>
                    <a:pt x="2276701" y="1668810"/>
                  </a:lnTo>
                  <a:lnTo>
                    <a:pt x="2272338" y="1668810"/>
                  </a:lnTo>
                  <a:lnTo>
                    <a:pt x="2267975" y="1668810"/>
                  </a:lnTo>
                  <a:lnTo>
                    <a:pt x="2263612" y="1668810"/>
                  </a:lnTo>
                  <a:lnTo>
                    <a:pt x="2259250" y="1668810"/>
                  </a:lnTo>
                  <a:lnTo>
                    <a:pt x="2254887" y="1668810"/>
                  </a:lnTo>
                  <a:lnTo>
                    <a:pt x="2250524" y="1668810"/>
                  </a:lnTo>
                  <a:lnTo>
                    <a:pt x="2246161" y="1668810"/>
                  </a:lnTo>
                  <a:lnTo>
                    <a:pt x="2241799" y="1668810"/>
                  </a:lnTo>
                  <a:lnTo>
                    <a:pt x="2237436" y="1668810"/>
                  </a:lnTo>
                  <a:lnTo>
                    <a:pt x="2233073" y="1668810"/>
                  </a:lnTo>
                  <a:lnTo>
                    <a:pt x="2228710" y="1668810"/>
                  </a:lnTo>
                  <a:lnTo>
                    <a:pt x="2224348" y="1668810"/>
                  </a:lnTo>
                  <a:lnTo>
                    <a:pt x="2219985" y="1668810"/>
                  </a:lnTo>
                  <a:lnTo>
                    <a:pt x="2215622" y="1668810"/>
                  </a:lnTo>
                  <a:lnTo>
                    <a:pt x="2211259" y="1668810"/>
                  </a:lnTo>
                  <a:lnTo>
                    <a:pt x="2206897" y="1668810"/>
                  </a:lnTo>
                  <a:lnTo>
                    <a:pt x="2202534" y="1668810"/>
                  </a:lnTo>
                  <a:lnTo>
                    <a:pt x="2198171" y="1668810"/>
                  </a:lnTo>
                  <a:lnTo>
                    <a:pt x="2193808" y="1668810"/>
                  </a:lnTo>
                  <a:lnTo>
                    <a:pt x="2189446" y="1668810"/>
                  </a:lnTo>
                  <a:lnTo>
                    <a:pt x="2185083" y="1668810"/>
                  </a:lnTo>
                  <a:lnTo>
                    <a:pt x="2180720" y="1668810"/>
                  </a:lnTo>
                  <a:lnTo>
                    <a:pt x="2176357" y="1668810"/>
                  </a:lnTo>
                  <a:lnTo>
                    <a:pt x="2171995" y="1668810"/>
                  </a:lnTo>
                  <a:lnTo>
                    <a:pt x="2167632" y="1668810"/>
                  </a:lnTo>
                  <a:lnTo>
                    <a:pt x="2163269" y="1668810"/>
                  </a:lnTo>
                  <a:lnTo>
                    <a:pt x="2158906" y="1668810"/>
                  </a:lnTo>
                  <a:lnTo>
                    <a:pt x="2154544" y="1668810"/>
                  </a:lnTo>
                  <a:lnTo>
                    <a:pt x="2150181" y="1668810"/>
                  </a:lnTo>
                  <a:lnTo>
                    <a:pt x="2145818" y="1668810"/>
                  </a:lnTo>
                  <a:lnTo>
                    <a:pt x="2141455" y="1668810"/>
                  </a:lnTo>
                  <a:lnTo>
                    <a:pt x="2137093" y="1668810"/>
                  </a:lnTo>
                  <a:lnTo>
                    <a:pt x="2132730" y="1668810"/>
                  </a:lnTo>
                  <a:lnTo>
                    <a:pt x="2128367" y="1668810"/>
                  </a:lnTo>
                  <a:lnTo>
                    <a:pt x="2124004" y="1668810"/>
                  </a:lnTo>
                  <a:lnTo>
                    <a:pt x="2119642" y="1668810"/>
                  </a:lnTo>
                  <a:lnTo>
                    <a:pt x="2115279" y="1668810"/>
                  </a:lnTo>
                  <a:lnTo>
                    <a:pt x="2110916" y="1668810"/>
                  </a:lnTo>
                  <a:lnTo>
                    <a:pt x="2106553" y="1668810"/>
                  </a:lnTo>
                  <a:lnTo>
                    <a:pt x="2102191" y="1668810"/>
                  </a:lnTo>
                  <a:lnTo>
                    <a:pt x="2097828" y="1668810"/>
                  </a:lnTo>
                  <a:lnTo>
                    <a:pt x="2093465" y="1668810"/>
                  </a:lnTo>
                  <a:lnTo>
                    <a:pt x="2089102" y="1668810"/>
                  </a:lnTo>
                  <a:lnTo>
                    <a:pt x="2084740" y="1668810"/>
                  </a:lnTo>
                  <a:lnTo>
                    <a:pt x="2080377" y="1668810"/>
                  </a:lnTo>
                  <a:lnTo>
                    <a:pt x="2076014" y="1668810"/>
                  </a:lnTo>
                  <a:lnTo>
                    <a:pt x="2071651" y="1668810"/>
                  </a:lnTo>
                  <a:lnTo>
                    <a:pt x="2067289" y="1668810"/>
                  </a:lnTo>
                  <a:lnTo>
                    <a:pt x="2062926" y="1668810"/>
                  </a:lnTo>
                  <a:lnTo>
                    <a:pt x="2058563" y="1668810"/>
                  </a:lnTo>
                  <a:lnTo>
                    <a:pt x="2054200" y="1668810"/>
                  </a:lnTo>
                  <a:lnTo>
                    <a:pt x="2049838" y="1668810"/>
                  </a:lnTo>
                  <a:lnTo>
                    <a:pt x="2045475" y="1668810"/>
                  </a:lnTo>
                  <a:lnTo>
                    <a:pt x="2041112" y="1668810"/>
                  </a:lnTo>
                  <a:lnTo>
                    <a:pt x="2036749" y="1668810"/>
                  </a:lnTo>
                  <a:lnTo>
                    <a:pt x="2032387" y="1668810"/>
                  </a:lnTo>
                  <a:lnTo>
                    <a:pt x="2028024" y="1668810"/>
                  </a:lnTo>
                  <a:lnTo>
                    <a:pt x="2023661" y="1668810"/>
                  </a:lnTo>
                  <a:lnTo>
                    <a:pt x="2019298" y="1668810"/>
                  </a:lnTo>
                  <a:lnTo>
                    <a:pt x="2014936" y="1668810"/>
                  </a:lnTo>
                  <a:lnTo>
                    <a:pt x="2010573" y="1668810"/>
                  </a:lnTo>
                  <a:lnTo>
                    <a:pt x="2006210" y="1668810"/>
                  </a:lnTo>
                  <a:lnTo>
                    <a:pt x="2001847" y="1668810"/>
                  </a:lnTo>
                  <a:lnTo>
                    <a:pt x="1997485" y="1668810"/>
                  </a:lnTo>
                  <a:lnTo>
                    <a:pt x="1993122" y="1668810"/>
                  </a:lnTo>
                  <a:lnTo>
                    <a:pt x="1988759" y="1668810"/>
                  </a:lnTo>
                  <a:lnTo>
                    <a:pt x="1984396" y="1668810"/>
                  </a:lnTo>
                  <a:lnTo>
                    <a:pt x="1980034" y="1668810"/>
                  </a:lnTo>
                  <a:lnTo>
                    <a:pt x="1975671" y="1668810"/>
                  </a:lnTo>
                  <a:lnTo>
                    <a:pt x="1971308" y="1668810"/>
                  </a:lnTo>
                  <a:lnTo>
                    <a:pt x="1966945" y="1668810"/>
                  </a:lnTo>
                  <a:lnTo>
                    <a:pt x="1962583" y="1668810"/>
                  </a:lnTo>
                  <a:lnTo>
                    <a:pt x="1958220" y="1668810"/>
                  </a:lnTo>
                  <a:lnTo>
                    <a:pt x="1953857" y="1668810"/>
                  </a:lnTo>
                  <a:lnTo>
                    <a:pt x="1949494" y="1668810"/>
                  </a:lnTo>
                  <a:lnTo>
                    <a:pt x="1945132" y="1668810"/>
                  </a:lnTo>
                  <a:lnTo>
                    <a:pt x="1940769" y="1668810"/>
                  </a:lnTo>
                  <a:lnTo>
                    <a:pt x="1936406" y="1668810"/>
                  </a:lnTo>
                  <a:lnTo>
                    <a:pt x="1932043" y="1668810"/>
                  </a:lnTo>
                  <a:lnTo>
                    <a:pt x="1927681" y="1668810"/>
                  </a:lnTo>
                  <a:lnTo>
                    <a:pt x="1923318" y="1668810"/>
                  </a:lnTo>
                  <a:lnTo>
                    <a:pt x="1918955" y="1668810"/>
                  </a:lnTo>
                  <a:lnTo>
                    <a:pt x="1914592" y="1668810"/>
                  </a:lnTo>
                  <a:lnTo>
                    <a:pt x="1910230" y="1668810"/>
                  </a:lnTo>
                  <a:lnTo>
                    <a:pt x="1905867" y="1668810"/>
                  </a:lnTo>
                  <a:lnTo>
                    <a:pt x="1901504" y="1668810"/>
                  </a:lnTo>
                  <a:lnTo>
                    <a:pt x="1897141" y="1668810"/>
                  </a:lnTo>
                  <a:lnTo>
                    <a:pt x="1892779" y="1668810"/>
                  </a:lnTo>
                  <a:lnTo>
                    <a:pt x="1888416" y="1668810"/>
                  </a:lnTo>
                  <a:lnTo>
                    <a:pt x="1884053" y="1668810"/>
                  </a:lnTo>
                  <a:lnTo>
                    <a:pt x="1879690" y="1668810"/>
                  </a:lnTo>
                  <a:lnTo>
                    <a:pt x="1875328" y="1668810"/>
                  </a:lnTo>
                  <a:lnTo>
                    <a:pt x="1870965" y="1668810"/>
                  </a:lnTo>
                  <a:lnTo>
                    <a:pt x="1866602" y="1668810"/>
                  </a:lnTo>
                  <a:lnTo>
                    <a:pt x="1862239" y="1668810"/>
                  </a:lnTo>
                  <a:lnTo>
                    <a:pt x="1857877" y="1668810"/>
                  </a:lnTo>
                  <a:lnTo>
                    <a:pt x="1853514" y="1668810"/>
                  </a:lnTo>
                  <a:lnTo>
                    <a:pt x="1849151" y="1668810"/>
                  </a:lnTo>
                  <a:lnTo>
                    <a:pt x="1844788" y="1668810"/>
                  </a:lnTo>
                  <a:lnTo>
                    <a:pt x="1840426" y="1668810"/>
                  </a:lnTo>
                  <a:lnTo>
                    <a:pt x="1836063" y="1668810"/>
                  </a:lnTo>
                  <a:lnTo>
                    <a:pt x="1831700" y="1668810"/>
                  </a:lnTo>
                  <a:lnTo>
                    <a:pt x="1827337" y="1668810"/>
                  </a:lnTo>
                  <a:lnTo>
                    <a:pt x="1822975" y="1668810"/>
                  </a:lnTo>
                  <a:lnTo>
                    <a:pt x="1818612" y="1668810"/>
                  </a:lnTo>
                  <a:lnTo>
                    <a:pt x="1814249" y="1668810"/>
                  </a:lnTo>
                  <a:lnTo>
                    <a:pt x="1809886" y="1668810"/>
                  </a:lnTo>
                  <a:lnTo>
                    <a:pt x="1805524" y="1668810"/>
                  </a:lnTo>
                  <a:lnTo>
                    <a:pt x="1801161" y="1668810"/>
                  </a:lnTo>
                  <a:lnTo>
                    <a:pt x="1796798" y="1668810"/>
                  </a:lnTo>
                  <a:lnTo>
                    <a:pt x="1792435" y="1668810"/>
                  </a:lnTo>
                  <a:lnTo>
                    <a:pt x="1788073" y="1668810"/>
                  </a:lnTo>
                  <a:lnTo>
                    <a:pt x="1783710" y="1668810"/>
                  </a:lnTo>
                  <a:lnTo>
                    <a:pt x="1779347" y="1668810"/>
                  </a:lnTo>
                  <a:lnTo>
                    <a:pt x="1774984" y="1668810"/>
                  </a:lnTo>
                  <a:lnTo>
                    <a:pt x="1770622" y="1668810"/>
                  </a:lnTo>
                  <a:lnTo>
                    <a:pt x="1766259" y="1668810"/>
                  </a:lnTo>
                  <a:lnTo>
                    <a:pt x="1761896" y="1668810"/>
                  </a:lnTo>
                  <a:lnTo>
                    <a:pt x="1757533" y="1668810"/>
                  </a:lnTo>
                  <a:lnTo>
                    <a:pt x="1753171" y="1668810"/>
                  </a:lnTo>
                  <a:lnTo>
                    <a:pt x="1748808" y="1668810"/>
                  </a:lnTo>
                  <a:lnTo>
                    <a:pt x="1744445" y="1668810"/>
                  </a:lnTo>
                  <a:lnTo>
                    <a:pt x="1740082" y="1668810"/>
                  </a:lnTo>
                  <a:lnTo>
                    <a:pt x="1735720" y="1668810"/>
                  </a:lnTo>
                  <a:lnTo>
                    <a:pt x="1731357" y="1668810"/>
                  </a:lnTo>
                  <a:lnTo>
                    <a:pt x="1726994" y="1668810"/>
                  </a:lnTo>
                  <a:lnTo>
                    <a:pt x="1722631" y="1668810"/>
                  </a:lnTo>
                  <a:lnTo>
                    <a:pt x="1718269" y="1668810"/>
                  </a:lnTo>
                  <a:lnTo>
                    <a:pt x="1713906" y="1668810"/>
                  </a:lnTo>
                  <a:lnTo>
                    <a:pt x="1709543" y="1668810"/>
                  </a:lnTo>
                  <a:lnTo>
                    <a:pt x="1705180" y="1668810"/>
                  </a:lnTo>
                  <a:lnTo>
                    <a:pt x="1700818" y="1668810"/>
                  </a:lnTo>
                  <a:lnTo>
                    <a:pt x="1696455" y="1668810"/>
                  </a:lnTo>
                  <a:lnTo>
                    <a:pt x="1692092" y="1668810"/>
                  </a:lnTo>
                  <a:lnTo>
                    <a:pt x="1687729" y="1668810"/>
                  </a:lnTo>
                  <a:lnTo>
                    <a:pt x="1683367" y="1668810"/>
                  </a:lnTo>
                  <a:lnTo>
                    <a:pt x="1679004" y="1668810"/>
                  </a:lnTo>
                  <a:lnTo>
                    <a:pt x="1674641" y="1668810"/>
                  </a:lnTo>
                  <a:lnTo>
                    <a:pt x="1670278" y="1668810"/>
                  </a:lnTo>
                  <a:lnTo>
                    <a:pt x="1665916" y="1668810"/>
                  </a:lnTo>
                  <a:lnTo>
                    <a:pt x="1661553" y="1668810"/>
                  </a:lnTo>
                  <a:lnTo>
                    <a:pt x="1657190" y="1668810"/>
                  </a:lnTo>
                  <a:lnTo>
                    <a:pt x="1652827" y="1668810"/>
                  </a:lnTo>
                  <a:lnTo>
                    <a:pt x="1648465" y="1668810"/>
                  </a:lnTo>
                  <a:lnTo>
                    <a:pt x="1644102" y="1668810"/>
                  </a:lnTo>
                  <a:lnTo>
                    <a:pt x="1639739" y="1668810"/>
                  </a:lnTo>
                  <a:lnTo>
                    <a:pt x="1635376" y="1668810"/>
                  </a:lnTo>
                  <a:lnTo>
                    <a:pt x="1631014" y="1668810"/>
                  </a:lnTo>
                  <a:lnTo>
                    <a:pt x="1626651" y="1668810"/>
                  </a:lnTo>
                  <a:lnTo>
                    <a:pt x="1622288" y="1668810"/>
                  </a:lnTo>
                  <a:lnTo>
                    <a:pt x="1617925" y="1668810"/>
                  </a:lnTo>
                  <a:lnTo>
                    <a:pt x="1613563" y="1668810"/>
                  </a:lnTo>
                  <a:lnTo>
                    <a:pt x="1609200" y="1668810"/>
                  </a:lnTo>
                  <a:lnTo>
                    <a:pt x="1604837" y="1668810"/>
                  </a:lnTo>
                  <a:lnTo>
                    <a:pt x="1600474" y="1668810"/>
                  </a:lnTo>
                  <a:lnTo>
                    <a:pt x="1596112" y="1668810"/>
                  </a:lnTo>
                  <a:lnTo>
                    <a:pt x="1591749" y="1668810"/>
                  </a:lnTo>
                  <a:lnTo>
                    <a:pt x="1587386" y="1668810"/>
                  </a:lnTo>
                  <a:lnTo>
                    <a:pt x="1583023" y="1668810"/>
                  </a:lnTo>
                  <a:lnTo>
                    <a:pt x="1578661" y="1668810"/>
                  </a:lnTo>
                  <a:lnTo>
                    <a:pt x="1574298" y="1668810"/>
                  </a:lnTo>
                  <a:lnTo>
                    <a:pt x="1569935" y="1668810"/>
                  </a:lnTo>
                  <a:lnTo>
                    <a:pt x="1565572" y="1668810"/>
                  </a:lnTo>
                  <a:lnTo>
                    <a:pt x="1561210" y="1668810"/>
                  </a:lnTo>
                  <a:lnTo>
                    <a:pt x="1556847" y="1668810"/>
                  </a:lnTo>
                  <a:lnTo>
                    <a:pt x="1552484" y="1668810"/>
                  </a:lnTo>
                  <a:lnTo>
                    <a:pt x="1548121" y="1668810"/>
                  </a:lnTo>
                  <a:lnTo>
                    <a:pt x="1543759" y="1668810"/>
                  </a:lnTo>
                  <a:lnTo>
                    <a:pt x="1539396" y="1668810"/>
                  </a:lnTo>
                  <a:lnTo>
                    <a:pt x="1535033" y="1668810"/>
                  </a:lnTo>
                  <a:lnTo>
                    <a:pt x="1530670" y="1668810"/>
                  </a:lnTo>
                  <a:lnTo>
                    <a:pt x="1526308" y="1668810"/>
                  </a:lnTo>
                  <a:lnTo>
                    <a:pt x="1521945" y="1668810"/>
                  </a:lnTo>
                  <a:lnTo>
                    <a:pt x="1517582" y="1668810"/>
                  </a:lnTo>
                  <a:lnTo>
                    <a:pt x="1513219" y="1668810"/>
                  </a:lnTo>
                  <a:lnTo>
                    <a:pt x="1508857" y="1668810"/>
                  </a:lnTo>
                  <a:lnTo>
                    <a:pt x="1504494" y="1668810"/>
                  </a:lnTo>
                  <a:lnTo>
                    <a:pt x="1500131" y="1668810"/>
                  </a:lnTo>
                  <a:lnTo>
                    <a:pt x="1495768" y="1668810"/>
                  </a:lnTo>
                  <a:lnTo>
                    <a:pt x="1491406" y="1668810"/>
                  </a:lnTo>
                  <a:lnTo>
                    <a:pt x="1487043" y="1668810"/>
                  </a:lnTo>
                  <a:lnTo>
                    <a:pt x="1482680" y="1668810"/>
                  </a:lnTo>
                  <a:lnTo>
                    <a:pt x="1478317" y="1668810"/>
                  </a:lnTo>
                  <a:lnTo>
                    <a:pt x="1473955" y="1668810"/>
                  </a:lnTo>
                  <a:lnTo>
                    <a:pt x="1469592" y="1668810"/>
                  </a:lnTo>
                  <a:lnTo>
                    <a:pt x="1465229" y="1668810"/>
                  </a:lnTo>
                  <a:lnTo>
                    <a:pt x="1460866" y="1668810"/>
                  </a:lnTo>
                  <a:lnTo>
                    <a:pt x="1456504" y="1668810"/>
                  </a:lnTo>
                  <a:lnTo>
                    <a:pt x="1452141" y="1668810"/>
                  </a:lnTo>
                  <a:lnTo>
                    <a:pt x="1447778" y="1668810"/>
                  </a:lnTo>
                  <a:lnTo>
                    <a:pt x="1443415" y="1668810"/>
                  </a:lnTo>
                  <a:lnTo>
                    <a:pt x="1439053" y="1668810"/>
                  </a:lnTo>
                  <a:lnTo>
                    <a:pt x="1434690" y="1668810"/>
                  </a:lnTo>
                  <a:lnTo>
                    <a:pt x="1430327" y="1668810"/>
                  </a:lnTo>
                  <a:lnTo>
                    <a:pt x="1425964" y="1668810"/>
                  </a:lnTo>
                  <a:lnTo>
                    <a:pt x="1421602" y="1668810"/>
                  </a:lnTo>
                  <a:lnTo>
                    <a:pt x="1417239" y="1668810"/>
                  </a:lnTo>
                  <a:lnTo>
                    <a:pt x="1412876" y="1668810"/>
                  </a:lnTo>
                  <a:lnTo>
                    <a:pt x="1408513" y="1668810"/>
                  </a:lnTo>
                  <a:lnTo>
                    <a:pt x="1404151" y="1668810"/>
                  </a:lnTo>
                  <a:lnTo>
                    <a:pt x="1399788" y="1668810"/>
                  </a:lnTo>
                  <a:lnTo>
                    <a:pt x="1395425" y="1668810"/>
                  </a:lnTo>
                  <a:lnTo>
                    <a:pt x="1391062" y="1668810"/>
                  </a:lnTo>
                  <a:lnTo>
                    <a:pt x="1386700" y="1668810"/>
                  </a:lnTo>
                  <a:lnTo>
                    <a:pt x="1382337" y="1668810"/>
                  </a:lnTo>
                  <a:lnTo>
                    <a:pt x="1377974" y="1668810"/>
                  </a:lnTo>
                  <a:lnTo>
                    <a:pt x="1373611" y="1668810"/>
                  </a:lnTo>
                  <a:lnTo>
                    <a:pt x="1369249" y="1668810"/>
                  </a:lnTo>
                  <a:lnTo>
                    <a:pt x="1364886" y="1668810"/>
                  </a:lnTo>
                  <a:lnTo>
                    <a:pt x="1360523" y="1668810"/>
                  </a:lnTo>
                  <a:lnTo>
                    <a:pt x="1356160" y="1668810"/>
                  </a:lnTo>
                  <a:lnTo>
                    <a:pt x="1351798" y="1668810"/>
                  </a:lnTo>
                  <a:lnTo>
                    <a:pt x="1347435" y="1668810"/>
                  </a:lnTo>
                  <a:lnTo>
                    <a:pt x="1343072" y="1668810"/>
                  </a:lnTo>
                  <a:lnTo>
                    <a:pt x="1338709" y="1668810"/>
                  </a:lnTo>
                  <a:lnTo>
                    <a:pt x="1334347" y="1668810"/>
                  </a:lnTo>
                  <a:lnTo>
                    <a:pt x="1329984" y="1668810"/>
                  </a:lnTo>
                  <a:lnTo>
                    <a:pt x="1325621" y="1668810"/>
                  </a:lnTo>
                  <a:lnTo>
                    <a:pt x="1321258" y="1668810"/>
                  </a:lnTo>
                  <a:lnTo>
                    <a:pt x="1316896" y="1668810"/>
                  </a:lnTo>
                  <a:lnTo>
                    <a:pt x="1312533" y="1668810"/>
                  </a:lnTo>
                  <a:lnTo>
                    <a:pt x="1308170" y="1668810"/>
                  </a:lnTo>
                  <a:lnTo>
                    <a:pt x="1303807" y="1668810"/>
                  </a:lnTo>
                  <a:lnTo>
                    <a:pt x="1299445" y="1668810"/>
                  </a:lnTo>
                  <a:lnTo>
                    <a:pt x="1295082" y="1668810"/>
                  </a:lnTo>
                  <a:lnTo>
                    <a:pt x="1290719" y="1668810"/>
                  </a:lnTo>
                  <a:lnTo>
                    <a:pt x="1286356" y="1668810"/>
                  </a:lnTo>
                  <a:lnTo>
                    <a:pt x="1281994" y="1668810"/>
                  </a:lnTo>
                  <a:lnTo>
                    <a:pt x="1277631" y="1668810"/>
                  </a:lnTo>
                  <a:lnTo>
                    <a:pt x="1273268" y="1668810"/>
                  </a:lnTo>
                  <a:lnTo>
                    <a:pt x="1268905" y="1668810"/>
                  </a:lnTo>
                  <a:lnTo>
                    <a:pt x="1264543" y="1668810"/>
                  </a:lnTo>
                  <a:lnTo>
                    <a:pt x="1260180" y="1668810"/>
                  </a:lnTo>
                  <a:lnTo>
                    <a:pt x="1255817" y="1668810"/>
                  </a:lnTo>
                  <a:lnTo>
                    <a:pt x="1251454" y="1668810"/>
                  </a:lnTo>
                  <a:lnTo>
                    <a:pt x="1247092" y="1668810"/>
                  </a:lnTo>
                  <a:lnTo>
                    <a:pt x="1242729" y="1668810"/>
                  </a:lnTo>
                  <a:lnTo>
                    <a:pt x="1238366" y="1668810"/>
                  </a:lnTo>
                  <a:lnTo>
                    <a:pt x="1234003" y="1668810"/>
                  </a:lnTo>
                  <a:lnTo>
                    <a:pt x="1229641" y="1668810"/>
                  </a:lnTo>
                  <a:lnTo>
                    <a:pt x="1225278" y="1668810"/>
                  </a:lnTo>
                  <a:lnTo>
                    <a:pt x="1220915" y="1668810"/>
                  </a:lnTo>
                  <a:lnTo>
                    <a:pt x="1216552" y="1668810"/>
                  </a:lnTo>
                  <a:lnTo>
                    <a:pt x="1212190" y="1668810"/>
                  </a:lnTo>
                  <a:lnTo>
                    <a:pt x="1207827" y="1668810"/>
                  </a:lnTo>
                  <a:lnTo>
                    <a:pt x="1203464" y="1668810"/>
                  </a:lnTo>
                  <a:lnTo>
                    <a:pt x="1199101" y="1668810"/>
                  </a:lnTo>
                  <a:lnTo>
                    <a:pt x="1194739" y="1668810"/>
                  </a:lnTo>
                  <a:lnTo>
                    <a:pt x="1190376" y="1668810"/>
                  </a:lnTo>
                  <a:lnTo>
                    <a:pt x="1186013" y="1668810"/>
                  </a:lnTo>
                  <a:lnTo>
                    <a:pt x="1181650" y="1668810"/>
                  </a:lnTo>
                  <a:lnTo>
                    <a:pt x="1177288" y="1668810"/>
                  </a:lnTo>
                  <a:lnTo>
                    <a:pt x="1172925" y="1668810"/>
                  </a:lnTo>
                  <a:lnTo>
                    <a:pt x="1168562" y="1668810"/>
                  </a:lnTo>
                  <a:lnTo>
                    <a:pt x="1164199" y="1668810"/>
                  </a:lnTo>
                  <a:lnTo>
                    <a:pt x="1159837" y="1668810"/>
                  </a:lnTo>
                  <a:lnTo>
                    <a:pt x="1155474" y="1668810"/>
                  </a:lnTo>
                  <a:lnTo>
                    <a:pt x="1151111" y="1668810"/>
                  </a:lnTo>
                  <a:lnTo>
                    <a:pt x="1146748" y="1668810"/>
                  </a:lnTo>
                  <a:lnTo>
                    <a:pt x="1142386" y="1668810"/>
                  </a:lnTo>
                  <a:lnTo>
                    <a:pt x="1138023" y="1668810"/>
                  </a:lnTo>
                  <a:lnTo>
                    <a:pt x="1133660" y="1668810"/>
                  </a:lnTo>
                  <a:lnTo>
                    <a:pt x="1129297" y="1668810"/>
                  </a:lnTo>
                  <a:lnTo>
                    <a:pt x="1124935" y="1668810"/>
                  </a:lnTo>
                  <a:lnTo>
                    <a:pt x="1120572" y="1668810"/>
                  </a:lnTo>
                  <a:lnTo>
                    <a:pt x="1116209" y="1668810"/>
                  </a:lnTo>
                  <a:lnTo>
                    <a:pt x="1111846" y="1668810"/>
                  </a:lnTo>
                  <a:lnTo>
                    <a:pt x="1107484" y="1668810"/>
                  </a:lnTo>
                  <a:lnTo>
                    <a:pt x="1103121" y="1668810"/>
                  </a:lnTo>
                  <a:lnTo>
                    <a:pt x="1098758" y="1668810"/>
                  </a:lnTo>
                  <a:lnTo>
                    <a:pt x="1094395" y="1668810"/>
                  </a:lnTo>
                  <a:lnTo>
                    <a:pt x="1090033" y="1668810"/>
                  </a:lnTo>
                  <a:lnTo>
                    <a:pt x="1085670" y="1668810"/>
                  </a:lnTo>
                  <a:lnTo>
                    <a:pt x="1081307" y="1668810"/>
                  </a:lnTo>
                  <a:lnTo>
                    <a:pt x="1076944" y="1668810"/>
                  </a:lnTo>
                  <a:lnTo>
                    <a:pt x="1072582" y="1668810"/>
                  </a:lnTo>
                  <a:lnTo>
                    <a:pt x="1068219" y="1668810"/>
                  </a:lnTo>
                  <a:lnTo>
                    <a:pt x="1063856" y="1668810"/>
                  </a:lnTo>
                  <a:lnTo>
                    <a:pt x="1059493" y="1668810"/>
                  </a:lnTo>
                  <a:lnTo>
                    <a:pt x="1055131" y="1668810"/>
                  </a:lnTo>
                  <a:lnTo>
                    <a:pt x="1050768" y="1668810"/>
                  </a:lnTo>
                  <a:lnTo>
                    <a:pt x="1046405" y="1668810"/>
                  </a:lnTo>
                  <a:lnTo>
                    <a:pt x="1042042" y="1668810"/>
                  </a:lnTo>
                  <a:lnTo>
                    <a:pt x="1037680" y="1668810"/>
                  </a:lnTo>
                  <a:lnTo>
                    <a:pt x="1033317" y="1668810"/>
                  </a:lnTo>
                  <a:lnTo>
                    <a:pt x="1028954" y="1668810"/>
                  </a:lnTo>
                  <a:lnTo>
                    <a:pt x="1024591" y="1668810"/>
                  </a:lnTo>
                  <a:lnTo>
                    <a:pt x="1020229" y="1668810"/>
                  </a:lnTo>
                  <a:lnTo>
                    <a:pt x="1015866" y="1668810"/>
                  </a:lnTo>
                  <a:lnTo>
                    <a:pt x="1011503" y="1668810"/>
                  </a:lnTo>
                  <a:lnTo>
                    <a:pt x="1007140" y="1668810"/>
                  </a:lnTo>
                  <a:lnTo>
                    <a:pt x="1002778" y="1668810"/>
                  </a:lnTo>
                  <a:lnTo>
                    <a:pt x="998415" y="1668810"/>
                  </a:lnTo>
                  <a:lnTo>
                    <a:pt x="994052" y="1668810"/>
                  </a:lnTo>
                  <a:lnTo>
                    <a:pt x="989689" y="1668810"/>
                  </a:lnTo>
                  <a:lnTo>
                    <a:pt x="985327" y="1668810"/>
                  </a:lnTo>
                  <a:lnTo>
                    <a:pt x="980964" y="1668810"/>
                  </a:lnTo>
                  <a:lnTo>
                    <a:pt x="976601" y="1668810"/>
                  </a:lnTo>
                  <a:lnTo>
                    <a:pt x="972238" y="1668810"/>
                  </a:lnTo>
                  <a:lnTo>
                    <a:pt x="967876" y="1668810"/>
                  </a:lnTo>
                  <a:lnTo>
                    <a:pt x="963513" y="1668810"/>
                  </a:lnTo>
                  <a:lnTo>
                    <a:pt x="959150" y="1668810"/>
                  </a:lnTo>
                  <a:lnTo>
                    <a:pt x="954787" y="1668810"/>
                  </a:lnTo>
                  <a:lnTo>
                    <a:pt x="950425" y="1668810"/>
                  </a:lnTo>
                  <a:lnTo>
                    <a:pt x="946062" y="1668810"/>
                  </a:lnTo>
                  <a:lnTo>
                    <a:pt x="941699" y="1668810"/>
                  </a:lnTo>
                  <a:lnTo>
                    <a:pt x="937336" y="1668810"/>
                  </a:lnTo>
                  <a:lnTo>
                    <a:pt x="932974" y="1668810"/>
                  </a:lnTo>
                  <a:lnTo>
                    <a:pt x="928611" y="1668810"/>
                  </a:lnTo>
                  <a:lnTo>
                    <a:pt x="924248" y="1668810"/>
                  </a:lnTo>
                  <a:lnTo>
                    <a:pt x="919885" y="1668810"/>
                  </a:lnTo>
                  <a:lnTo>
                    <a:pt x="915523" y="1668810"/>
                  </a:lnTo>
                  <a:lnTo>
                    <a:pt x="911160" y="1668810"/>
                  </a:lnTo>
                  <a:lnTo>
                    <a:pt x="906797" y="1668810"/>
                  </a:lnTo>
                  <a:lnTo>
                    <a:pt x="902434" y="1668810"/>
                  </a:lnTo>
                  <a:lnTo>
                    <a:pt x="898072" y="1668810"/>
                  </a:lnTo>
                  <a:lnTo>
                    <a:pt x="893709" y="1668810"/>
                  </a:lnTo>
                  <a:lnTo>
                    <a:pt x="889346" y="1668810"/>
                  </a:lnTo>
                  <a:lnTo>
                    <a:pt x="884983" y="1668810"/>
                  </a:lnTo>
                  <a:lnTo>
                    <a:pt x="880621" y="1668810"/>
                  </a:lnTo>
                  <a:lnTo>
                    <a:pt x="876258" y="1668810"/>
                  </a:lnTo>
                  <a:lnTo>
                    <a:pt x="871895" y="1668810"/>
                  </a:lnTo>
                  <a:lnTo>
                    <a:pt x="867532" y="1668810"/>
                  </a:lnTo>
                  <a:lnTo>
                    <a:pt x="863170" y="1668810"/>
                  </a:lnTo>
                  <a:lnTo>
                    <a:pt x="858807" y="1668810"/>
                  </a:lnTo>
                  <a:lnTo>
                    <a:pt x="854444" y="1668810"/>
                  </a:lnTo>
                  <a:lnTo>
                    <a:pt x="850081" y="1668810"/>
                  </a:lnTo>
                  <a:lnTo>
                    <a:pt x="845719" y="1668810"/>
                  </a:lnTo>
                  <a:lnTo>
                    <a:pt x="841356" y="1668810"/>
                  </a:lnTo>
                  <a:lnTo>
                    <a:pt x="836993" y="1668810"/>
                  </a:lnTo>
                  <a:lnTo>
                    <a:pt x="832630" y="1668810"/>
                  </a:lnTo>
                  <a:lnTo>
                    <a:pt x="828268" y="1668810"/>
                  </a:lnTo>
                  <a:lnTo>
                    <a:pt x="823905" y="1668810"/>
                  </a:lnTo>
                  <a:lnTo>
                    <a:pt x="819542" y="1668810"/>
                  </a:lnTo>
                  <a:lnTo>
                    <a:pt x="815179" y="1668810"/>
                  </a:lnTo>
                  <a:lnTo>
                    <a:pt x="810817" y="1668810"/>
                  </a:lnTo>
                  <a:lnTo>
                    <a:pt x="806454" y="1668810"/>
                  </a:lnTo>
                  <a:lnTo>
                    <a:pt x="802091" y="1668810"/>
                  </a:lnTo>
                  <a:lnTo>
                    <a:pt x="797728" y="1668810"/>
                  </a:lnTo>
                  <a:lnTo>
                    <a:pt x="793366" y="1668810"/>
                  </a:lnTo>
                  <a:lnTo>
                    <a:pt x="789003" y="1668810"/>
                  </a:lnTo>
                  <a:lnTo>
                    <a:pt x="784640" y="1668810"/>
                  </a:lnTo>
                  <a:lnTo>
                    <a:pt x="780277" y="1668810"/>
                  </a:lnTo>
                  <a:lnTo>
                    <a:pt x="775915" y="1668810"/>
                  </a:lnTo>
                  <a:lnTo>
                    <a:pt x="771552" y="1668810"/>
                  </a:lnTo>
                  <a:lnTo>
                    <a:pt x="767189" y="1668810"/>
                  </a:lnTo>
                  <a:lnTo>
                    <a:pt x="762826" y="1668810"/>
                  </a:lnTo>
                  <a:lnTo>
                    <a:pt x="758464" y="1668810"/>
                  </a:lnTo>
                  <a:lnTo>
                    <a:pt x="754101" y="1668810"/>
                  </a:lnTo>
                  <a:lnTo>
                    <a:pt x="749738" y="1668810"/>
                  </a:lnTo>
                  <a:lnTo>
                    <a:pt x="745375" y="1668810"/>
                  </a:lnTo>
                  <a:lnTo>
                    <a:pt x="741013" y="1668810"/>
                  </a:lnTo>
                  <a:lnTo>
                    <a:pt x="736650" y="1668810"/>
                  </a:lnTo>
                  <a:lnTo>
                    <a:pt x="732287" y="1668810"/>
                  </a:lnTo>
                  <a:lnTo>
                    <a:pt x="727924" y="1668810"/>
                  </a:lnTo>
                  <a:lnTo>
                    <a:pt x="723562" y="1668810"/>
                  </a:lnTo>
                  <a:lnTo>
                    <a:pt x="719199" y="1668810"/>
                  </a:lnTo>
                  <a:lnTo>
                    <a:pt x="714836" y="1668810"/>
                  </a:lnTo>
                  <a:lnTo>
                    <a:pt x="710473" y="1668810"/>
                  </a:lnTo>
                  <a:lnTo>
                    <a:pt x="706111" y="1668810"/>
                  </a:lnTo>
                  <a:lnTo>
                    <a:pt x="701748" y="1668810"/>
                  </a:lnTo>
                  <a:lnTo>
                    <a:pt x="697385" y="1668810"/>
                  </a:lnTo>
                  <a:lnTo>
                    <a:pt x="693022" y="1668810"/>
                  </a:lnTo>
                  <a:lnTo>
                    <a:pt x="688660" y="1668810"/>
                  </a:lnTo>
                  <a:lnTo>
                    <a:pt x="684297" y="1668810"/>
                  </a:lnTo>
                  <a:lnTo>
                    <a:pt x="679934" y="1668810"/>
                  </a:lnTo>
                  <a:lnTo>
                    <a:pt x="675571" y="1668810"/>
                  </a:lnTo>
                  <a:lnTo>
                    <a:pt x="671209" y="1668810"/>
                  </a:lnTo>
                  <a:lnTo>
                    <a:pt x="666846" y="1668810"/>
                  </a:lnTo>
                  <a:lnTo>
                    <a:pt x="662483" y="1668810"/>
                  </a:lnTo>
                  <a:lnTo>
                    <a:pt x="658120" y="1668810"/>
                  </a:lnTo>
                  <a:lnTo>
                    <a:pt x="653758" y="1668810"/>
                  </a:lnTo>
                  <a:lnTo>
                    <a:pt x="649395" y="1668810"/>
                  </a:lnTo>
                  <a:lnTo>
                    <a:pt x="645032" y="1668810"/>
                  </a:lnTo>
                  <a:lnTo>
                    <a:pt x="640669" y="1668810"/>
                  </a:lnTo>
                  <a:lnTo>
                    <a:pt x="636307" y="1668810"/>
                  </a:lnTo>
                  <a:lnTo>
                    <a:pt x="631944" y="1668810"/>
                  </a:lnTo>
                  <a:lnTo>
                    <a:pt x="627581" y="1668810"/>
                  </a:lnTo>
                  <a:lnTo>
                    <a:pt x="623218" y="1668810"/>
                  </a:lnTo>
                  <a:lnTo>
                    <a:pt x="618856" y="1668810"/>
                  </a:lnTo>
                  <a:lnTo>
                    <a:pt x="614493" y="1668810"/>
                  </a:lnTo>
                  <a:lnTo>
                    <a:pt x="610130" y="1668810"/>
                  </a:lnTo>
                  <a:lnTo>
                    <a:pt x="605767" y="1668810"/>
                  </a:lnTo>
                  <a:lnTo>
                    <a:pt x="601405" y="1668810"/>
                  </a:lnTo>
                  <a:lnTo>
                    <a:pt x="597042" y="1668810"/>
                  </a:lnTo>
                  <a:lnTo>
                    <a:pt x="592679" y="1668810"/>
                  </a:lnTo>
                  <a:lnTo>
                    <a:pt x="588316" y="1668810"/>
                  </a:lnTo>
                  <a:lnTo>
                    <a:pt x="583954" y="1668810"/>
                  </a:lnTo>
                  <a:lnTo>
                    <a:pt x="579591" y="1668810"/>
                  </a:lnTo>
                  <a:lnTo>
                    <a:pt x="575228" y="1668810"/>
                  </a:lnTo>
                  <a:lnTo>
                    <a:pt x="570865" y="1668810"/>
                  </a:lnTo>
                  <a:lnTo>
                    <a:pt x="566503" y="1668810"/>
                  </a:lnTo>
                  <a:lnTo>
                    <a:pt x="562140" y="1668810"/>
                  </a:lnTo>
                  <a:lnTo>
                    <a:pt x="557777" y="1668810"/>
                  </a:lnTo>
                  <a:lnTo>
                    <a:pt x="553414" y="1668810"/>
                  </a:lnTo>
                  <a:lnTo>
                    <a:pt x="549052" y="1668810"/>
                  </a:lnTo>
                  <a:lnTo>
                    <a:pt x="544689" y="1668810"/>
                  </a:lnTo>
                  <a:lnTo>
                    <a:pt x="540326" y="1668810"/>
                  </a:lnTo>
                  <a:lnTo>
                    <a:pt x="535963" y="1668810"/>
                  </a:lnTo>
                  <a:lnTo>
                    <a:pt x="531601" y="1668810"/>
                  </a:lnTo>
                  <a:lnTo>
                    <a:pt x="527238" y="1668810"/>
                  </a:lnTo>
                  <a:lnTo>
                    <a:pt x="522875" y="1668810"/>
                  </a:lnTo>
                  <a:lnTo>
                    <a:pt x="518512" y="1668810"/>
                  </a:lnTo>
                  <a:lnTo>
                    <a:pt x="514150" y="1668810"/>
                  </a:lnTo>
                  <a:lnTo>
                    <a:pt x="509787" y="1668810"/>
                  </a:lnTo>
                  <a:lnTo>
                    <a:pt x="505424" y="1668810"/>
                  </a:lnTo>
                  <a:lnTo>
                    <a:pt x="501061" y="1668810"/>
                  </a:lnTo>
                  <a:lnTo>
                    <a:pt x="496699" y="1668810"/>
                  </a:lnTo>
                  <a:lnTo>
                    <a:pt x="492336" y="1668810"/>
                  </a:lnTo>
                  <a:lnTo>
                    <a:pt x="487973" y="1668810"/>
                  </a:lnTo>
                  <a:lnTo>
                    <a:pt x="483610" y="1668810"/>
                  </a:lnTo>
                  <a:lnTo>
                    <a:pt x="479248" y="1668810"/>
                  </a:lnTo>
                  <a:lnTo>
                    <a:pt x="474885" y="1668810"/>
                  </a:lnTo>
                  <a:lnTo>
                    <a:pt x="470522" y="1668810"/>
                  </a:lnTo>
                  <a:lnTo>
                    <a:pt x="466159" y="1668810"/>
                  </a:lnTo>
                  <a:lnTo>
                    <a:pt x="461797" y="1668810"/>
                  </a:lnTo>
                  <a:lnTo>
                    <a:pt x="457434" y="1668810"/>
                  </a:lnTo>
                  <a:lnTo>
                    <a:pt x="453071" y="1668810"/>
                  </a:lnTo>
                  <a:lnTo>
                    <a:pt x="448708" y="1668810"/>
                  </a:lnTo>
                  <a:lnTo>
                    <a:pt x="444346" y="1668810"/>
                  </a:lnTo>
                  <a:lnTo>
                    <a:pt x="439983" y="1668810"/>
                  </a:lnTo>
                  <a:lnTo>
                    <a:pt x="435620" y="1668810"/>
                  </a:lnTo>
                  <a:lnTo>
                    <a:pt x="431257" y="1668810"/>
                  </a:lnTo>
                  <a:lnTo>
                    <a:pt x="426895" y="1668810"/>
                  </a:lnTo>
                  <a:lnTo>
                    <a:pt x="422532" y="1668810"/>
                  </a:lnTo>
                  <a:lnTo>
                    <a:pt x="418169" y="1668810"/>
                  </a:lnTo>
                  <a:lnTo>
                    <a:pt x="413806" y="1668810"/>
                  </a:lnTo>
                  <a:lnTo>
                    <a:pt x="409444" y="1668810"/>
                  </a:lnTo>
                  <a:lnTo>
                    <a:pt x="405081" y="1668810"/>
                  </a:lnTo>
                  <a:lnTo>
                    <a:pt x="400718" y="1668810"/>
                  </a:lnTo>
                  <a:lnTo>
                    <a:pt x="396355" y="1668810"/>
                  </a:lnTo>
                  <a:lnTo>
                    <a:pt x="391993" y="1668810"/>
                  </a:lnTo>
                  <a:lnTo>
                    <a:pt x="387630" y="1668810"/>
                  </a:lnTo>
                  <a:lnTo>
                    <a:pt x="383267" y="1668810"/>
                  </a:lnTo>
                  <a:lnTo>
                    <a:pt x="378904" y="1668810"/>
                  </a:lnTo>
                  <a:lnTo>
                    <a:pt x="374542" y="1668810"/>
                  </a:lnTo>
                  <a:lnTo>
                    <a:pt x="370179" y="1668810"/>
                  </a:lnTo>
                  <a:lnTo>
                    <a:pt x="365816" y="1668810"/>
                  </a:lnTo>
                  <a:lnTo>
                    <a:pt x="361453" y="1668810"/>
                  </a:lnTo>
                  <a:lnTo>
                    <a:pt x="357091" y="1668810"/>
                  </a:lnTo>
                  <a:lnTo>
                    <a:pt x="352728" y="1668810"/>
                  </a:lnTo>
                  <a:lnTo>
                    <a:pt x="348365" y="1668810"/>
                  </a:lnTo>
                  <a:lnTo>
                    <a:pt x="344002" y="1668810"/>
                  </a:lnTo>
                  <a:lnTo>
                    <a:pt x="339640" y="1668810"/>
                  </a:lnTo>
                  <a:lnTo>
                    <a:pt x="335277" y="1668810"/>
                  </a:lnTo>
                  <a:lnTo>
                    <a:pt x="330914" y="1668810"/>
                  </a:lnTo>
                  <a:lnTo>
                    <a:pt x="326551" y="1668810"/>
                  </a:lnTo>
                  <a:lnTo>
                    <a:pt x="322189" y="1668810"/>
                  </a:lnTo>
                  <a:lnTo>
                    <a:pt x="317826" y="1668810"/>
                  </a:lnTo>
                  <a:lnTo>
                    <a:pt x="313463" y="1668810"/>
                  </a:lnTo>
                  <a:lnTo>
                    <a:pt x="309100" y="1668810"/>
                  </a:lnTo>
                  <a:lnTo>
                    <a:pt x="304738" y="1668810"/>
                  </a:lnTo>
                  <a:lnTo>
                    <a:pt x="300375" y="1668810"/>
                  </a:lnTo>
                  <a:lnTo>
                    <a:pt x="296012" y="1668810"/>
                  </a:lnTo>
                  <a:lnTo>
                    <a:pt x="291649" y="1668810"/>
                  </a:lnTo>
                  <a:lnTo>
                    <a:pt x="287287" y="1668810"/>
                  </a:lnTo>
                  <a:lnTo>
                    <a:pt x="282924" y="1668810"/>
                  </a:lnTo>
                  <a:lnTo>
                    <a:pt x="278561" y="1668810"/>
                  </a:lnTo>
                  <a:lnTo>
                    <a:pt x="274198" y="1668810"/>
                  </a:lnTo>
                  <a:lnTo>
                    <a:pt x="269836" y="1668810"/>
                  </a:lnTo>
                  <a:lnTo>
                    <a:pt x="265473" y="1668810"/>
                  </a:lnTo>
                  <a:lnTo>
                    <a:pt x="261110" y="1668810"/>
                  </a:lnTo>
                  <a:lnTo>
                    <a:pt x="256747" y="1668810"/>
                  </a:lnTo>
                  <a:lnTo>
                    <a:pt x="252385" y="1668810"/>
                  </a:lnTo>
                  <a:lnTo>
                    <a:pt x="248022" y="1668810"/>
                  </a:lnTo>
                  <a:lnTo>
                    <a:pt x="243659" y="1668810"/>
                  </a:lnTo>
                  <a:lnTo>
                    <a:pt x="239296" y="1668810"/>
                  </a:lnTo>
                  <a:lnTo>
                    <a:pt x="234934" y="1668810"/>
                  </a:lnTo>
                  <a:lnTo>
                    <a:pt x="230571" y="1668810"/>
                  </a:lnTo>
                  <a:lnTo>
                    <a:pt x="226208" y="1668810"/>
                  </a:lnTo>
                  <a:lnTo>
                    <a:pt x="221845" y="1668810"/>
                  </a:lnTo>
                  <a:lnTo>
                    <a:pt x="217483" y="1668810"/>
                  </a:lnTo>
                  <a:lnTo>
                    <a:pt x="213120" y="1668810"/>
                  </a:lnTo>
                  <a:lnTo>
                    <a:pt x="208757" y="1668810"/>
                  </a:lnTo>
                  <a:lnTo>
                    <a:pt x="204394" y="1668810"/>
                  </a:lnTo>
                  <a:lnTo>
                    <a:pt x="200032" y="1668810"/>
                  </a:lnTo>
                  <a:lnTo>
                    <a:pt x="195669" y="1668810"/>
                  </a:lnTo>
                  <a:lnTo>
                    <a:pt x="191306" y="1668810"/>
                  </a:lnTo>
                  <a:lnTo>
                    <a:pt x="186943" y="1668810"/>
                  </a:lnTo>
                  <a:lnTo>
                    <a:pt x="182581" y="1668810"/>
                  </a:lnTo>
                  <a:lnTo>
                    <a:pt x="178218" y="1668810"/>
                  </a:lnTo>
                  <a:lnTo>
                    <a:pt x="173855" y="1668810"/>
                  </a:lnTo>
                  <a:lnTo>
                    <a:pt x="169492" y="1668810"/>
                  </a:lnTo>
                  <a:lnTo>
                    <a:pt x="165130" y="1668810"/>
                  </a:lnTo>
                  <a:lnTo>
                    <a:pt x="160767" y="1668810"/>
                  </a:lnTo>
                  <a:lnTo>
                    <a:pt x="156404" y="1668810"/>
                  </a:lnTo>
                  <a:lnTo>
                    <a:pt x="152041" y="1668810"/>
                  </a:lnTo>
                  <a:lnTo>
                    <a:pt x="147679" y="1668810"/>
                  </a:lnTo>
                  <a:lnTo>
                    <a:pt x="143316" y="1668810"/>
                  </a:lnTo>
                  <a:lnTo>
                    <a:pt x="138953" y="1668810"/>
                  </a:lnTo>
                  <a:lnTo>
                    <a:pt x="134590" y="1668810"/>
                  </a:lnTo>
                  <a:lnTo>
                    <a:pt x="130228" y="1668810"/>
                  </a:lnTo>
                  <a:lnTo>
                    <a:pt x="125865" y="1668810"/>
                  </a:lnTo>
                  <a:lnTo>
                    <a:pt x="121502" y="1668810"/>
                  </a:lnTo>
                  <a:lnTo>
                    <a:pt x="117139" y="1668810"/>
                  </a:lnTo>
                  <a:lnTo>
                    <a:pt x="112777" y="1668810"/>
                  </a:lnTo>
                  <a:lnTo>
                    <a:pt x="108414" y="1668810"/>
                  </a:lnTo>
                  <a:lnTo>
                    <a:pt x="104051" y="1668810"/>
                  </a:lnTo>
                  <a:lnTo>
                    <a:pt x="99688" y="1668810"/>
                  </a:lnTo>
                  <a:lnTo>
                    <a:pt x="95326" y="1668810"/>
                  </a:lnTo>
                  <a:lnTo>
                    <a:pt x="90963" y="1668810"/>
                  </a:lnTo>
                  <a:lnTo>
                    <a:pt x="86600" y="1668810"/>
                  </a:lnTo>
                  <a:lnTo>
                    <a:pt x="82237" y="1668810"/>
                  </a:lnTo>
                  <a:lnTo>
                    <a:pt x="77875" y="1668810"/>
                  </a:lnTo>
                  <a:lnTo>
                    <a:pt x="73512" y="1668810"/>
                  </a:lnTo>
                  <a:lnTo>
                    <a:pt x="69149" y="1668810"/>
                  </a:lnTo>
                  <a:lnTo>
                    <a:pt x="64786" y="1668810"/>
                  </a:lnTo>
                  <a:lnTo>
                    <a:pt x="60424" y="1668810"/>
                  </a:lnTo>
                  <a:lnTo>
                    <a:pt x="56061" y="1668810"/>
                  </a:lnTo>
                  <a:lnTo>
                    <a:pt x="51698" y="1668810"/>
                  </a:lnTo>
                  <a:lnTo>
                    <a:pt x="47335" y="1668810"/>
                  </a:lnTo>
                  <a:lnTo>
                    <a:pt x="42973" y="1668810"/>
                  </a:lnTo>
                  <a:lnTo>
                    <a:pt x="38610" y="1668810"/>
                  </a:lnTo>
                  <a:lnTo>
                    <a:pt x="34247" y="1668810"/>
                  </a:lnTo>
                  <a:lnTo>
                    <a:pt x="29884" y="1668810"/>
                  </a:lnTo>
                  <a:lnTo>
                    <a:pt x="25522" y="1668810"/>
                  </a:lnTo>
                  <a:lnTo>
                    <a:pt x="21159" y="1668810"/>
                  </a:lnTo>
                  <a:lnTo>
                    <a:pt x="16796" y="1668810"/>
                  </a:lnTo>
                  <a:lnTo>
                    <a:pt x="12433" y="1668810"/>
                  </a:lnTo>
                  <a:lnTo>
                    <a:pt x="8071" y="1668810"/>
                  </a:lnTo>
                  <a:lnTo>
                    <a:pt x="3708" y="1668810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985420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074638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22670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346724" y="3748843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46724" y="3436451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46724" y="3124060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46724" y="2811668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46724" y="2499277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500</a:t>
              </a:r>
            </a:p>
          </p:txBody>
        </p:sp>
        <p:sp>
          <p:nvSpPr>
            <p:cNvPr id="46" name="pl46"/>
            <p:cNvSpPr/>
            <p:nvPr/>
          </p:nvSpPr>
          <p:spPr>
            <a:xfrm>
              <a:off x="587875" y="37926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87875" y="34802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87875" y="31678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587875" y="28554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87875" y="254307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622670" y="402439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612360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793734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975109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156484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1292386" y="4083973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127000000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473761" y="4083973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127010000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5655136" y="4083973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127020000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836511" y="4083973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127030000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533911" y="4193188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61" name="tx61"/>
            <p:cNvSpPr/>
            <p:nvPr/>
          </p:nvSpPr>
          <p:spPr>
            <a:xfrm rot="-5400000">
              <a:off x="96391" y="313907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22670" y="2084226"/>
              <a:ext cx="70027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dko_k27</a:t>
              </a:r>
            </a:p>
          </p:txBody>
        </p:sp>
        <p:sp>
          <p:nvSpPr>
            <p:cNvPr id="63" name="rc63"/>
            <p:cNvSpPr/>
            <p:nvPr/>
          </p:nvSpPr>
          <p:spPr>
            <a:xfrm>
              <a:off x="622670" y="4685334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22670" y="4944000"/>
              <a:ext cx="8375825" cy="1410144"/>
            </a:xfrm>
            <a:custGeom>
              <a:avLst/>
              <a:pathLst>
                <a:path w="8375825" h="1410144">
                  <a:moveTo>
                    <a:pt x="0" y="1020755"/>
                  </a:moveTo>
                  <a:lnTo>
                    <a:pt x="3708" y="1081945"/>
                  </a:lnTo>
                  <a:lnTo>
                    <a:pt x="8071" y="1132009"/>
                  </a:lnTo>
                  <a:lnTo>
                    <a:pt x="12433" y="1132009"/>
                  </a:lnTo>
                  <a:lnTo>
                    <a:pt x="16796" y="1132009"/>
                  </a:lnTo>
                  <a:lnTo>
                    <a:pt x="21159" y="1187636"/>
                  </a:lnTo>
                  <a:lnTo>
                    <a:pt x="25522" y="1201543"/>
                  </a:lnTo>
                  <a:lnTo>
                    <a:pt x="29884" y="1243263"/>
                  </a:lnTo>
                  <a:lnTo>
                    <a:pt x="34247" y="1243263"/>
                  </a:lnTo>
                  <a:lnTo>
                    <a:pt x="38610" y="1243263"/>
                  </a:lnTo>
                  <a:lnTo>
                    <a:pt x="42973" y="1243263"/>
                  </a:lnTo>
                  <a:lnTo>
                    <a:pt x="47335" y="1243263"/>
                  </a:lnTo>
                  <a:lnTo>
                    <a:pt x="51698" y="1243263"/>
                  </a:lnTo>
                  <a:lnTo>
                    <a:pt x="56061" y="1215449"/>
                  </a:lnTo>
                  <a:lnTo>
                    <a:pt x="60424" y="1187636"/>
                  </a:lnTo>
                  <a:lnTo>
                    <a:pt x="64786" y="1187636"/>
                  </a:lnTo>
                  <a:lnTo>
                    <a:pt x="69149" y="1187636"/>
                  </a:lnTo>
                  <a:lnTo>
                    <a:pt x="73512" y="1187636"/>
                  </a:lnTo>
                  <a:lnTo>
                    <a:pt x="77875" y="1187636"/>
                  </a:lnTo>
                  <a:lnTo>
                    <a:pt x="82237" y="1187636"/>
                  </a:lnTo>
                  <a:lnTo>
                    <a:pt x="86600" y="1187636"/>
                  </a:lnTo>
                  <a:lnTo>
                    <a:pt x="90963" y="1170948"/>
                  </a:lnTo>
                  <a:lnTo>
                    <a:pt x="95326" y="1259951"/>
                  </a:lnTo>
                  <a:lnTo>
                    <a:pt x="99688" y="1298890"/>
                  </a:lnTo>
                  <a:lnTo>
                    <a:pt x="104051" y="1298890"/>
                  </a:lnTo>
                  <a:lnTo>
                    <a:pt x="108414" y="1298890"/>
                  </a:lnTo>
                  <a:lnTo>
                    <a:pt x="112777" y="1298890"/>
                  </a:lnTo>
                  <a:lnTo>
                    <a:pt x="117139" y="1298890"/>
                  </a:lnTo>
                  <a:lnTo>
                    <a:pt x="121502" y="1298890"/>
                  </a:lnTo>
                  <a:lnTo>
                    <a:pt x="125865" y="1298890"/>
                  </a:lnTo>
                  <a:lnTo>
                    <a:pt x="130228" y="1298890"/>
                  </a:lnTo>
                  <a:lnTo>
                    <a:pt x="134590" y="1298890"/>
                  </a:lnTo>
                  <a:lnTo>
                    <a:pt x="138953" y="1298890"/>
                  </a:lnTo>
                  <a:lnTo>
                    <a:pt x="143316" y="1298890"/>
                  </a:lnTo>
                  <a:lnTo>
                    <a:pt x="147679" y="1246044"/>
                  </a:lnTo>
                  <a:lnTo>
                    <a:pt x="152041" y="1201543"/>
                  </a:lnTo>
                  <a:lnTo>
                    <a:pt x="156404" y="1187636"/>
                  </a:lnTo>
                  <a:lnTo>
                    <a:pt x="160767" y="1187636"/>
                  </a:lnTo>
                  <a:lnTo>
                    <a:pt x="165130" y="1184855"/>
                  </a:lnTo>
                  <a:lnTo>
                    <a:pt x="169492" y="1132009"/>
                  </a:lnTo>
                  <a:lnTo>
                    <a:pt x="173855" y="1076382"/>
                  </a:lnTo>
                  <a:lnTo>
                    <a:pt x="178218" y="1076382"/>
                  </a:lnTo>
                  <a:lnTo>
                    <a:pt x="182581" y="1076382"/>
                  </a:lnTo>
                  <a:lnTo>
                    <a:pt x="186943" y="1070819"/>
                  </a:lnTo>
                  <a:lnTo>
                    <a:pt x="191306" y="1020755"/>
                  </a:lnTo>
                  <a:lnTo>
                    <a:pt x="195669" y="1020755"/>
                  </a:lnTo>
                  <a:lnTo>
                    <a:pt x="200032" y="1051350"/>
                  </a:lnTo>
                  <a:lnTo>
                    <a:pt x="204394" y="1076382"/>
                  </a:lnTo>
                  <a:lnTo>
                    <a:pt x="208757" y="1076382"/>
                  </a:lnTo>
                  <a:lnTo>
                    <a:pt x="213120" y="1076382"/>
                  </a:lnTo>
                  <a:lnTo>
                    <a:pt x="217483" y="1076382"/>
                  </a:lnTo>
                  <a:lnTo>
                    <a:pt x="221845" y="1076382"/>
                  </a:lnTo>
                  <a:lnTo>
                    <a:pt x="226208" y="1076382"/>
                  </a:lnTo>
                  <a:lnTo>
                    <a:pt x="230571" y="1076382"/>
                  </a:lnTo>
                  <a:lnTo>
                    <a:pt x="234934" y="1076382"/>
                  </a:lnTo>
                  <a:lnTo>
                    <a:pt x="239296" y="1076382"/>
                  </a:lnTo>
                  <a:lnTo>
                    <a:pt x="243659" y="1076382"/>
                  </a:lnTo>
                  <a:lnTo>
                    <a:pt x="248022" y="1076382"/>
                  </a:lnTo>
                  <a:lnTo>
                    <a:pt x="252385" y="1029099"/>
                  </a:lnTo>
                  <a:lnTo>
                    <a:pt x="256747" y="1015192"/>
                  </a:lnTo>
                  <a:lnTo>
                    <a:pt x="261110" y="1059694"/>
                  </a:lnTo>
                  <a:lnTo>
                    <a:pt x="265473" y="1076382"/>
                  </a:lnTo>
                  <a:lnTo>
                    <a:pt x="269836" y="1070819"/>
                  </a:lnTo>
                  <a:lnTo>
                    <a:pt x="274198" y="1045787"/>
                  </a:lnTo>
                  <a:lnTo>
                    <a:pt x="278561" y="1126446"/>
                  </a:lnTo>
                  <a:lnTo>
                    <a:pt x="282924" y="1187636"/>
                  </a:lnTo>
                  <a:lnTo>
                    <a:pt x="287287" y="1187636"/>
                  </a:lnTo>
                  <a:lnTo>
                    <a:pt x="291649" y="1187636"/>
                  </a:lnTo>
                  <a:lnTo>
                    <a:pt x="296012" y="1190417"/>
                  </a:lnTo>
                  <a:lnTo>
                    <a:pt x="300375" y="1243263"/>
                  </a:lnTo>
                  <a:lnTo>
                    <a:pt x="304738" y="1243263"/>
                  </a:lnTo>
                  <a:lnTo>
                    <a:pt x="309100" y="1243263"/>
                  </a:lnTo>
                  <a:lnTo>
                    <a:pt x="313463" y="1243263"/>
                  </a:lnTo>
                  <a:lnTo>
                    <a:pt x="317826" y="1243263"/>
                  </a:lnTo>
                  <a:lnTo>
                    <a:pt x="322189" y="1243263"/>
                  </a:lnTo>
                  <a:lnTo>
                    <a:pt x="326551" y="1212668"/>
                  </a:lnTo>
                  <a:lnTo>
                    <a:pt x="330914" y="1187636"/>
                  </a:lnTo>
                  <a:lnTo>
                    <a:pt x="335277" y="1187636"/>
                  </a:lnTo>
                  <a:lnTo>
                    <a:pt x="339640" y="1187636"/>
                  </a:lnTo>
                  <a:lnTo>
                    <a:pt x="344002" y="1187636"/>
                  </a:lnTo>
                  <a:lnTo>
                    <a:pt x="348365" y="1187636"/>
                  </a:lnTo>
                  <a:lnTo>
                    <a:pt x="352728" y="1187636"/>
                  </a:lnTo>
                  <a:lnTo>
                    <a:pt x="357091" y="1187636"/>
                  </a:lnTo>
                  <a:lnTo>
                    <a:pt x="361453" y="1223794"/>
                  </a:lnTo>
                  <a:lnTo>
                    <a:pt x="365816" y="1243263"/>
                  </a:lnTo>
                  <a:lnTo>
                    <a:pt x="370179" y="1243263"/>
                  </a:lnTo>
                  <a:lnTo>
                    <a:pt x="374542" y="1243263"/>
                  </a:lnTo>
                  <a:lnTo>
                    <a:pt x="378904" y="1246044"/>
                  </a:lnTo>
                  <a:lnTo>
                    <a:pt x="383267" y="1298890"/>
                  </a:lnTo>
                  <a:lnTo>
                    <a:pt x="387630" y="1298890"/>
                  </a:lnTo>
                  <a:lnTo>
                    <a:pt x="391993" y="1298890"/>
                  </a:lnTo>
                  <a:lnTo>
                    <a:pt x="396355" y="1298890"/>
                  </a:lnTo>
                  <a:lnTo>
                    <a:pt x="400718" y="1298890"/>
                  </a:lnTo>
                  <a:lnTo>
                    <a:pt x="405081" y="1243263"/>
                  </a:lnTo>
                  <a:lnTo>
                    <a:pt x="409444" y="1243263"/>
                  </a:lnTo>
                  <a:lnTo>
                    <a:pt x="413806" y="1243263"/>
                  </a:lnTo>
                  <a:lnTo>
                    <a:pt x="418169" y="1201543"/>
                  </a:lnTo>
                  <a:lnTo>
                    <a:pt x="422532" y="1187636"/>
                  </a:lnTo>
                  <a:lnTo>
                    <a:pt x="426895" y="1187636"/>
                  </a:lnTo>
                  <a:lnTo>
                    <a:pt x="431257" y="1187636"/>
                  </a:lnTo>
                  <a:lnTo>
                    <a:pt x="435620" y="1151478"/>
                  </a:lnTo>
                  <a:lnTo>
                    <a:pt x="439983" y="1112540"/>
                  </a:lnTo>
                  <a:lnTo>
                    <a:pt x="444346" y="1020755"/>
                  </a:lnTo>
                  <a:lnTo>
                    <a:pt x="448708" y="1020755"/>
                  </a:lnTo>
                  <a:lnTo>
                    <a:pt x="453071" y="1020755"/>
                  </a:lnTo>
                  <a:lnTo>
                    <a:pt x="457434" y="1004067"/>
                  </a:lnTo>
                  <a:lnTo>
                    <a:pt x="461797" y="937314"/>
                  </a:lnTo>
                  <a:lnTo>
                    <a:pt x="466159" y="909501"/>
                  </a:lnTo>
                  <a:lnTo>
                    <a:pt x="470522" y="912282"/>
                  </a:lnTo>
                  <a:lnTo>
                    <a:pt x="474885" y="965128"/>
                  </a:lnTo>
                  <a:lnTo>
                    <a:pt x="479248" y="954002"/>
                  </a:lnTo>
                  <a:lnTo>
                    <a:pt x="483610" y="909501"/>
                  </a:lnTo>
                  <a:lnTo>
                    <a:pt x="487973" y="909501"/>
                  </a:lnTo>
                  <a:lnTo>
                    <a:pt x="492336" y="909501"/>
                  </a:lnTo>
                  <a:lnTo>
                    <a:pt x="496699" y="909501"/>
                  </a:lnTo>
                  <a:lnTo>
                    <a:pt x="501061" y="909501"/>
                  </a:lnTo>
                  <a:lnTo>
                    <a:pt x="505424" y="909501"/>
                  </a:lnTo>
                  <a:lnTo>
                    <a:pt x="509787" y="909501"/>
                  </a:lnTo>
                  <a:lnTo>
                    <a:pt x="514150" y="962347"/>
                  </a:lnTo>
                  <a:lnTo>
                    <a:pt x="518512" y="965128"/>
                  </a:lnTo>
                  <a:lnTo>
                    <a:pt x="522875" y="965128"/>
                  </a:lnTo>
                  <a:lnTo>
                    <a:pt x="527238" y="1004067"/>
                  </a:lnTo>
                  <a:lnTo>
                    <a:pt x="531601" y="981816"/>
                  </a:lnTo>
                  <a:lnTo>
                    <a:pt x="535963" y="965128"/>
                  </a:lnTo>
                  <a:lnTo>
                    <a:pt x="540326" y="965128"/>
                  </a:lnTo>
                  <a:lnTo>
                    <a:pt x="544689" y="1023536"/>
                  </a:lnTo>
                  <a:lnTo>
                    <a:pt x="549052" y="1056913"/>
                  </a:lnTo>
                  <a:lnTo>
                    <a:pt x="553414" y="1129228"/>
                  </a:lnTo>
                  <a:lnTo>
                    <a:pt x="557777" y="1132009"/>
                  </a:lnTo>
                  <a:lnTo>
                    <a:pt x="562140" y="1132009"/>
                  </a:lnTo>
                  <a:lnTo>
                    <a:pt x="566503" y="1132009"/>
                  </a:lnTo>
                  <a:lnTo>
                    <a:pt x="570865" y="1157041"/>
                  </a:lnTo>
                  <a:lnTo>
                    <a:pt x="575228" y="1187636"/>
                  </a:lnTo>
                  <a:lnTo>
                    <a:pt x="579591" y="1187636"/>
                  </a:lnTo>
                  <a:lnTo>
                    <a:pt x="583954" y="1187636"/>
                  </a:lnTo>
                  <a:lnTo>
                    <a:pt x="588316" y="1195980"/>
                  </a:lnTo>
                  <a:lnTo>
                    <a:pt x="592679" y="1243263"/>
                  </a:lnTo>
                  <a:lnTo>
                    <a:pt x="597042" y="1243263"/>
                  </a:lnTo>
                  <a:lnTo>
                    <a:pt x="601405" y="1237700"/>
                  </a:lnTo>
                  <a:lnTo>
                    <a:pt x="605767" y="1187636"/>
                  </a:lnTo>
                  <a:lnTo>
                    <a:pt x="610130" y="1187636"/>
                  </a:lnTo>
                  <a:lnTo>
                    <a:pt x="614493" y="1187636"/>
                  </a:lnTo>
                  <a:lnTo>
                    <a:pt x="618856" y="1187636"/>
                  </a:lnTo>
                  <a:lnTo>
                    <a:pt x="623218" y="1187636"/>
                  </a:lnTo>
                  <a:lnTo>
                    <a:pt x="627581" y="1187636"/>
                  </a:lnTo>
                  <a:lnTo>
                    <a:pt x="631944" y="1140353"/>
                  </a:lnTo>
                  <a:lnTo>
                    <a:pt x="636307" y="1132009"/>
                  </a:lnTo>
                  <a:lnTo>
                    <a:pt x="640669" y="1168166"/>
                  </a:lnTo>
                  <a:lnTo>
                    <a:pt x="645032" y="1187636"/>
                  </a:lnTo>
                  <a:lnTo>
                    <a:pt x="649395" y="1159822"/>
                  </a:lnTo>
                  <a:lnTo>
                    <a:pt x="653758" y="1132009"/>
                  </a:lnTo>
                  <a:lnTo>
                    <a:pt x="658120" y="1165385"/>
                  </a:lnTo>
                  <a:lnTo>
                    <a:pt x="662483" y="1187636"/>
                  </a:lnTo>
                  <a:lnTo>
                    <a:pt x="666846" y="1187636"/>
                  </a:lnTo>
                  <a:lnTo>
                    <a:pt x="671209" y="1187636"/>
                  </a:lnTo>
                  <a:lnTo>
                    <a:pt x="675571" y="1198761"/>
                  </a:lnTo>
                  <a:lnTo>
                    <a:pt x="679934" y="1243263"/>
                  </a:lnTo>
                  <a:lnTo>
                    <a:pt x="684297" y="1243263"/>
                  </a:lnTo>
                  <a:lnTo>
                    <a:pt x="688660" y="1243263"/>
                  </a:lnTo>
                  <a:lnTo>
                    <a:pt x="693022" y="1170948"/>
                  </a:lnTo>
                  <a:lnTo>
                    <a:pt x="697385" y="1132009"/>
                  </a:lnTo>
                  <a:lnTo>
                    <a:pt x="701748" y="1132009"/>
                  </a:lnTo>
                  <a:lnTo>
                    <a:pt x="706111" y="1132009"/>
                  </a:lnTo>
                  <a:lnTo>
                    <a:pt x="710473" y="1134790"/>
                  </a:lnTo>
                  <a:lnTo>
                    <a:pt x="714836" y="1187636"/>
                  </a:lnTo>
                  <a:lnTo>
                    <a:pt x="719199" y="1187636"/>
                  </a:lnTo>
                  <a:lnTo>
                    <a:pt x="723562" y="1187636"/>
                  </a:lnTo>
                  <a:lnTo>
                    <a:pt x="727924" y="1187636"/>
                  </a:lnTo>
                  <a:lnTo>
                    <a:pt x="732287" y="1187636"/>
                  </a:lnTo>
                  <a:lnTo>
                    <a:pt x="736650" y="1187636"/>
                  </a:lnTo>
                  <a:lnTo>
                    <a:pt x="741013" y="1176511"/>
                  </a:lnTo>
                  <a:lnTo>
                    <a:pt x="745375" y="1187636"/>
                  </a:lnTo>
                  <a:lnTo>
                    <a:pt x="749738" y="1182073"/>
                  </a:lnTo>
                  <a:lnTo>
                    <a:pt x="754101" y="1132009"/>
                  </a:lnTo>
                  <a:lnTo>
                    <a:pt x="758464" y="1157041"/>
                  </a:lnTo>
                  <a:lnTo>
                    <a:pt x="762826" y="1140353"/>
                  </a:lnTo>
                  <a:lnTo>
                    <a:pt x="767189" y="1132009"/>
                  </a:lnTo>
                  <a:lnTo>
                    <a:pt x="771552" y="1104195"/>
                  </a:lnTo>
                  <a:lnTo>
                    <a:pt x="775915" y="1076382"/>
                  </a:lnTo>
                  <a:lnTo>
                    <a:pt x="780277" y="1076382"/>
                  </a:lnTo>
                  <a:lnTo>
                    <a:pt x="784640" y="1076382"/>
                  </a:lnTo>
                  <a:lnTo>
                    <a:pt x="789003" y="1076382"/>
                  </a:lnTo>
                  <a:lnTo>
                    <a:pt x="793366" y="1051350"/>
                  </a:lnTo>
                  <a:lnTo>
                    <a:pt x="797728" y="1020755"/>
                  </a:lnTo>
                  <a:lnTo>
                    <a:pt x="802091" y="1087507"/>
                  </a:lnTo>
                  <a:lnTo>
                    <a:pt x="806454" y="1132009"/>
                  </a:lnTo>
                  <a:lnTo>
                    <a:pt x="810817" y="1132009"/>
                  </a:lnTo>
                  <a:lnTo>
                    <a:pt x="815179" y="1132009"/>
                  </a:lnTo>
                  <a:lnTo>
                    <a:pt x="819542" y="1132009"/>
                  </a:lnTo>
                  <a:lnTo>
                    <a:pt x="823905" y="1132009"/>
                  </a:lnTo>
                  <a:lnTo>
                    <a:pt x="828268" y="1132009"/>
                  </a:lnTo>
                  <a:lnTo>
                    <a:pt x="832630" y="1132009"/>
                  </a:lnTo>
                  <a:lnTo>
                    <a:pt x="836993" y="1104195"/>
                  </a:lnTo>
                  <a:lnTo>
                    <a:pt x="841356" y="1065257"/>
                  </a:lnTo>
                  <a:lnTo>
                    <a:pt x="845719" y="1020755"/>
                  </a:lnTo>
                  <a:lnTo>
                    <a:pt x="850081" y="1073601"/>
                  </a:lnTo>
                  <a:lnTo>
                    <a:pt x="854444" y="1076382"/>
                  </a:lnTo>
                  <a:lnTo>
                    <a:pt x="858807" y="1079163"/>
                  </a:lnTo>
                  <a:lnTo>
                    <a:pt x="863170" y="1090289"/>
                  </a:lnTo>
                  <a:lnTo>
                    <a:pt x="867532" y="1076382"/>
                  </a:lnTo>
                  <a:lnTo>
                    <a:pt x="871895" y="1120883"/>
                  </a:lnTo>
                  <a:lnTo>
                    <a:pt x="876258" y="1132009"/>
                  </a:lnTo>
                  <a:lnTo>
                    <a:pt x="880621" y="1157041"/>
                  </a:lnTo>
                  <a:lnTo>
                    <a:pt x="884983" y="1187636"/>
                  </a:lnTo>
                  <a:lnTo>
                    <a:pt x="889346" y="1187636"/>
                  </a:lnTo>
                  <a:lnTo>
                    <a:pt x="893709" y="1187636"/>
                  </a:lnTo>
                  <a:lnTo>
                    <a:pt x="898072" y="1187636"/>
                  </a:lnTo>
                  <a:lnTo>
                    <a:pt x="902434" y="1209887"/>
                  </a:lnTo>
                  <a:lnTo>
                    <a:pt x="906797" y="1243263"/>
                  </a:lnTo>
                  <a:lnTo>
                    <a:pt x="911160" y="1243263"/>
                  </a:lnTo>
                  <a:lnTo>
                    <a:pt x="915523" y="1243263"/>
                  </a:lnTo>
                  <a:lnTo>
                    <a:pt x="919885" y="1243263"/>
                  </a:lnTo>
                  <a:lnTo>
                    <a:pt x="924248" y="1243263"/>
                  </a:lnTo>
                  <a:lnTo>
                    <a:pt x="928611" y="1243263"/>
                  </a:lnTo>
                  <a:lnTo>
                    <a:pt x="932974" y="1243263"/>
                  </a:lnTo>
                  <a:lnTo>
                    <a:pt x="937336" y="1243263"/>
                  </a:lnTo>
                  <a:lnTo>
                    <a:pt x="941699" y="1243263"/>
                  </a:lnTo>
                  <a:lnTo>
                    <a:pt x="946062" y="1268295"/>
                  </a:lnTo>
                  <a:lnTo>
                    <a:pt x="950425" y="1307234"/>
                  </a:lnTo>
                  <a:lnTo>
                    <a:pt x="954787" y="1346173"/>
                  </a:lnTo>
                  <a:lnTo>
                    <a:pt x="959150" y="1298890"/>
                  </a:lnTo>
                  <a:lnTo>
                    <a:pt x="963513" y="1284983"/>
                  </a:lnTo>
                  <a:lnTo>
                    <a:pt x="967876" y="1204324"/>
                  </a:lnTo>
                  <a:lnTo>
                    <a:pt x="972238" y="1226575"/>
                  </a:lnTo>
                  <a:lnTo>
                    <a:pt x="976601" y="1243263"/>
                  </a:lnTo>
                  <a:lnTo>
                    <a:pt x="980964" y="1243263"/>
                  </a:lnTo>
                  <a:lnTo>
                    <a:pt x="985327" y="1243263"/>
                  </a:lnTo>
                  <a:lnTo>
                    <a:pt x="989689" y="1243263"/>
                  </a:lnTo>
                  <a:lnTo>
                    <a:pt x="994052" y="1243263"/>
                  </a:lnTo>
                  <a:lnTo>
                    <a:pt x="998415" y="1243263"/>
                  </a:lnTo>
                  <a:lnTo>
                    <a:pt x="1002778" y="1207105"/>
                  </a:lnTo>
                  <a:lnTo>
                    <a:pt x="1007140" y="1187636"/>
                  </a:lnTo>
                  <a:lnTo>
                    <a:pt x="1011503" y="1187636"/>
                  </a:lnTo>
                  <a:lnTo>
                    <a:pt x="1015866" y="1187636"/>
                  </a:lnTo>
                  <a:lnTo>
                    <a:pt x="1020229" y="1187636"/>
                  </a:lnTo>
                  <a:lnTo>
                    <a:pt x="1024591" y="1187636"/>
                  </a:lnTo>
                  <a:lnTo>
                    <a:pt x="1028954" y="1187636"/>
                  </a:lnTo>
                  <a:lnTo>
                    <a:pt x="1033317" y="1154260"/>
                  </a:lnTo>
                  <a:lnTo>
                    <a:pt x="1037680" y="1076382"/>
                  </a:lnTo>
                  <a:lnTo>
                    <a:pt x="1042042" y="1076382"/>
                  </a:lnTo>
                  <a:lnTo>
                    <a:pt x="1046405" y="1076382"/>
                  </a:lnTo>
                  <a:lnTo>
                    <a:pt x="1050768" y="1076382"/>
                  </a:lnTo>
                  <a:lnTo>
                    <a:pt x="1055131" y="1076382"/>
                  </a:lnTo>
                  <a:lnTo>
                    <a:pt x="1059493" y="1076382"/>
                  </a:lnTo>
                  <a:lnTo>
                    <a:pt x="1063856" y="1026318"/>
                  </a:lnTo>
                  <a:lnTo>
                    <a:pt x="1068219" y="1076382"/>
                  </a:lnTo>
                  <a:lnTo>
                    <a:pt x="1072582" y="1087507"/>
                  </a:lnTo>
                  <a:lnTo>
                    <a:pt x="1076944" y="1168166"/>
                  </a:lnTo>
                  <a:lnTo>
                    <a:pt x="1081307" y="1187636"/>
                  </a:lnTo>
                  <a:lnTo>
                    <a:pt x="1085670" y="1187636"/>
                  </a:lnTo>
                  <a:lnTo>
                    <a:pt x="1090033" y="1187636"/>
                  </a:lnTo>
                  <a:lnTo>
                    <a:pt x="1094395" y="1187636"/>
                  </a:lnTo>
                  <a:lnTo>
                    <a:pt x="1098758" y="1187636"/>
                  </a:lnTo>
                  <a:lnTo>
                    <a:pt x="1103121" y="1187636"/>
                  </a:lnTo>
                  <a:lnTo>
                    <a:pt x="1107484" y="1184855"/>
                  </a:lnTo>
                  <a:lnTo>
                    <a:pt x="1111846" y="1165385"/>
                  </a:lnTo>
                  <a:lnTo>
                    <a:pt x="1116209" y="1187636"/>
                  </a:lnTo>
                  <a:lnTo>
                    <a:pt x="1120572" y="1187636"/>
                  </a:lnTo>
                  <a:lnTo>
                    <a:pt x="1124935" y="1187636"/>
                  </a:lnTo>
                  <a:lnTo>
                    <a:pt x="1129297" y="1151478"/>
                  </a:lnTo>
                  <a:lnTo>
                    <a:pt x="1133660" y="1132009"/>
                  </a:lnTo>
                  <a:lnTo>
                    <a:pt x="1138023" y="1132009"/>
                  </a:lnTo>
                  <a:lnTo>
                    <a:pt x="1142386" y="1159822"/>
                  </a:lnTo>
                  <a:lnTo>
                    <a:pt x="1146748" y="1243263"/>
                  </a:lnTo>
                  <a:lnTo>
                    <a:pt x="1151111" y="1243263"/>
                  </a:lnTo>
                  <a:lnTo>
                    <a:pt x="1155474" y="1243263"/>
                  </a:lnTo>
                  <a:lnTo>
                    <a:pt x="1159837" y="1243263"/>
                  </a:lnTo>
                  <a:lnTo>
                    <a:pt x="1164199" y="1243263"/>
                  </a:lnTo>
                  <a:lnTo>
                    <a:pt x="1168562" y="1243263"/>
                  </a:lnTo>
                  <a:lnTo>
                    <a:pt x="1172925" y="1246044"/>
                  </a:lnTo>
                  <a:lnTo>
                    <a:pt x="1177288" y="1243263"/>
                  </a:lnTo>
                  <a:lnTo>
                    <a:pt x="1181650" y="1243263"/>
                  </a:lnTo>
                  <a:lnTo>
                    <a:pt x="1186013" y="1243263"/>
                  </a:lnTo>
                  <a:lnTo>
                    <a:pt x="1190376" y="1190417"/>
                  </a:lnTo>
                  <a:lnTo>
                    <a:pt x="1194739" y="1170948"/>
                  </a:lnTo>
                  <a:lnTo>
                    <a:pt x="1199101" y="1132009"/>
                  </a:lnTo>
                  <a:lnTo>
                    <a:pt x="1203464" y="1132009"/>
                  </a:lnTo>
                  <a:lnTo>
                    <a:pt x="1207827" y="1132009"/>
                  </a:lnTo>
                  <a:lnTo>
                    <a:pt x="1212190" y="1084726"/>
                  </a:lnTo>
                  <a:lnTo>
                    <a:pt x="1216552" y="1076382"/>
                  </a:lnTo>
                  <a:lnTo>
                    <a:pt x="1220915" y="1132009"/>
                  </a:lnTo>
                  <a:lnTo>
                    <a:pt x="1225278" y="1132009"/>
                  </a:lnTo>
                  <a:lnTo>
                    <a:pt x="1229641" y="1132009"/>
                  </a:lnTo>
                  <a:lnTo>
                    <a:pt x="1234003" y="1132009"/>
                  </a:lnTo>
                  <a:lnTo>
                    <a:pt x="1238366" y="1165385"/>
                  </a:lnTo>
                  <a:lnTo>
                    <a:pt x="1242729" y="1187636"/>
                  </a:lnTo>
                  <a:lnTo>
                    <a:pt x="1247092" y="1187636"/>
                  </a:lnTo>
                  <a:lnTo>
                    <a:pt x="1251454" y="1187636"/>
                  </a:lnTo>
                  <a:lnTo>
                    <a:pt x="1255817" y="1187636"/>
                  </a:lnTo>
                  <a:lnTo>
                    <a:pt x="1260180" y="1187636"/>
                  </a:lnTo>
                  <a:lnTo>
                    <a:pt x="1264543" y="1187636"/>
                  </a:lnTo>
                  <a:lnTo>
                    <a:pt x="1268905" y="1187636"/>
                  </a:lnTo>
                  <a:lnTo>
                    <a:pt x="1273268" y="1187636"/>
                  </a:lnTo>
                  <a:lnTo>
                    <a:pt x="1277631" y="1187636"/>
                  </a:lnTo>
                  <a:lnTo>
                    <a:pt x="1281994" y="1234919"/>
                  </a:lnTo>
                  <a:lnTo>
                    <a:pt x="1286356" y="1243263"/>
                  </a:lnTo>
                  <a:lnTo>
                    <a:pt x="1290719" y="1243263"/>
                  </a:lnTo>
                  <a:lnTo>
                    <a:pt x="1295082" y="1243263"/>
                  </a:lnTo>
                  <a:lnTo>
                    <a:pt x="1299445" y="1254388"/>
                  </a:lnTo>
                  <a:lnTo>
                    <a:pt x="1303807" y="1257170"/>
                  </a:lnTo>
                  <a:lnTo>
                    <a:pt x="1308170" y="1298890"/>
                  </a:lnTo>
                  <a:lnTo>
                    <a:pt x="1312533" y="1298890"/>
                  </a:lnTo>
                  <a:lnTo>
                    <a:pt x="1316896" y="1298890"/>
                  </a:lnTo>
                  <a:lnTo>
                    <a:pt x="1321258" y="1343392"/>
                  </a:lnTo>
                  <a:lnTo>
                    <a:pt x="1325621" y="1354517"/>
                  </a:lnTo>
                  <a:lnTo>
                    <a:pt x="1329984" y="1354517"/>
                  </a:lnTo>
                  <a:lnTo>
                    <a:pt x="1334347" y="1354517"/>
                  </a:lnTo>
                  <a:lnTo>
                    <a:pt x="1338709" y="1354517"/>
                  </a:lnTo>
                  <a:lnTo>
                    <a:pt x="1343072" y="1354517"/>
                  </a:lnTo>
                  <a:lnTo>
                    <a:pt x="1347435" y="1354517"/>
                  </a:lnTo>
                  <a:lnTo>
                    <a:pt x="1351798" y="1354517"/>
                  </a:lnTo>
                  <a:lnTo>
                    <a:pt x="1356160" y="1354517"/>
                  </a:lnTo>
                  <a:lnTo>
                    <a:pt x="1360523" y="1354517"/>
                  </a:lnTo>
                  <a:lnTo>
                    <a:pt x="1364886" y="1354517"/>
                  </a:lnTo>
                  <a:lnTo>
                    <a:pt x="1369249" y="1354517"/>
                  </a:lnTo>
                  <a:lnTo>
                    <a:pt x="1373611" y="1354517"/>
                  </a:lnTo>
                  <a:lnTo>
                    <a:pt x="1377974" y="1354517"/>
                  </a:lnTo>
                  <a:lnTo>
                    <a:pt x="1382337" y="1354517"/>
                  </a:lnTo>
                  <a:lnTo>
                    <a:pt x="1386700" y="1354517"/>
                  </a:lnTo>
                  <a:lnTo>
                    <a:pt x="1391062" y="1354517"/>
                  </a:lnTo>
                  <a:lnTo>
                    <a:pt x="1395425" y="1354517"/>
                  </a:lnTo>
                  <a:lnTo>
                    <a:pt x="1399788" y="1354517"/>
                  </a:lnTo>
                  <a:lnTo>
                    <a:pt x="1404151" y="1354517"/>
                  </a:lnTo>
                  <a:lnTo>
                    <a:pt x="1408513" y="1390674"/>
                  </a:lnTo>
                  <a:lnTo>
                    <a:pt x="1412876" y="1410144"/>
                  </a:lnTo>
                  <a:lnTo>
                    <a:pt x="1412876" y="1410144"/>
                  </a:lnTo>
                  <a:lnTo>
                    <a:pt x="1417239" y="1410144"/>
                  </a:lnTo>
                  <a:lnTo>
                    <a:pt x="1421602" y="1410144"/>
                  </a:lnTo>
                  <a:lnTo>
                    <a:pt x="1425964" y="1410144"/>
                  </a:lnTo>
                  <a:lnTo>
                    <a:pt x="1430327" y="1410144"/>
                  </a:lnTo>
                  <a:lnTo>
                    <a:pt x="1434690" y="1410144"/>
                  </a:lnTo>
                  <a:lnTo>
                    <a:pt x="1439053" y="1410144"/>
                  </a:lnTo>
                  <a:lnTo>
                    <a:pt x="1443415" y="1410144"/>
                  </a:lnTo>
                  <a:lnTo>
                    <a:pt x="1447778" y="1410144"/>
                  </a:lnTo>
                  <a:lnTo>
                    <a:pt x="1452141" y="1410144"/>
                  </a:lnTo>
                  <a:lnTo>
                    <a:pt x="1456504" y="1354517"/>
                  </a:lnTo>
                  <a:lnTo>
                    <a:pt x="1460866" y="1354517"/>
                  </a:lnTo>
                  <a:lnTo>
                    <a:pt x="1465229" y="1354517"/>
                  </a:lnTo>
                  <a:lnTo>
                    <a:pt x="1469592" y="1354517"/>
                  </a:lnTo>
                  <a:lnTo>
                    <a:pt x="1473955" y="1354517"/>
                  </a:lnTo>
                  <a:lnTo>
                    <a:pt x="1478317" y="1354517"/>
                  </a:lnTo>
                  <a:lnTo>
                    <a:pt x="1482680" y="1354517"/>
                  </a:lnTo>
                  <a:lnTo>
                    <a:pt x="1487043" y="1354517"/>
                  </a:lnTo>
                  <a:lnTo>
                    <a:pt x="1491406" y="1354517"/>
                  </a:lnTo>
                  <a:lnTo>
                    <a:pt x="1495768" y="1354517"/>
                  </a:lnTo>
                  <a:lnTo>
                    <a:pt x="1500131" y="1354517"/>
                  </a:lnTo>
                  <a:lnTo>
                    <a:pt x="1504494" y="1354517"/>
                  </a:lnTo>
                  <a:lnTo>
                    <a:pt x="1508857" y="1354517"/>
                  </a:lnTo>
                  <a:lnTo>
                    <a:pt x="1513219" y="1354517"/>
                  </a:lnTo>
                  <a:lnTo>
                    <a:pt x="1517582" y="1354517"/>
                  </a:lnTo>
                  <a:lnTo>
                    <a:pt x="1521945" y="1354517"/>
                  </a:lnTo>
                  <a:lnTo>
                    <a:pt x="1526308" y="1354517"/>
                  </a:lnTo>
                  <a:lnTo>
                    <a:pt x="1530670" y="1354517"/>
                  </a:lnTo>
                  <a:lnTo>
                    <a:pt x="1535033" y="1354517"/>
                  </a:lnTo>
                  <a:lnTo>
                    <a:pt x="1539396" y="1354517"/>
                  </a:lnTo>
                  <a:lnTo>
                    <a:pt x="1543759" y="1354517"/>
                  </a:lnTo>
                  <a:lnTo>
                    <a:pt x="1548121" y="1354517"/>
                  </a:lnTo>
                  <a:lnTo>
                    <a:pt x="1552484" y="1354517"/>
                  </a:lnTo>
                  <a:lnTo>
                    <a:pt x="1556847" y="1354517"/>
                  </a:lnTo>
                  <a:lnTo>
                    <a:pt x="1561210" y="1354517"/>
                  </a:lnTo>
                  <a:lnTo>
                    <a:pt x="1565572" y="1354517"/>
                  </a:lnTo>
                  <a:lnTo>
                    <a:pt x="1569935" y="1354517"/>
                  </a:lnTo>
                  <a:lnTo>
                    <a:pt x="1574298" y="1354517"/>
                  </a:lnTo>
                  <a:lnTo>
                    <a:pt x="1578661" y="1354517"/>
                  </a:lnTo>
                  <a:lnTo>
                    <a:pt x="1583023" y="1354517"/>
                  </a:lnTo>
                  <a:lnTo>
                    <a:pt x="1587386" y="1354517"/>
                  </a:lnTo>
                  <a:lnTo>
                    <a:pt x="1591749" y="1354517"/>
                  </a:lnTo>
                  <a:lnTo>
                    <a:pt x="1596112" y="1354517"/>
                  </a:lnTo>
                  <a:lnTo>
                    <a:pt x="1600474" y="1354517"/>
                  </a:lnTo>
                  <a:lnTo>
                    <a:pt x="1604837" y="1354517"/>
                  </a:lnTo>
                  <a:lnTo>
                    <a:pt x="1609200" y="1354517"/>
                  </a:lnTo>
                  <a:lnTo>
                    <a:pt x="1613563" y="1354517"/>
                  </a:lnTo>
                  <a:lnTo>
                    <a:pt x="1617925" y="1321141"/>
                  </a:lnTo>
                  <a:lnTo>
                    <a:pt x="1622288" y="1298890"/>
                  </a:lnTo>
                  <a:lnTo>
                    <a:pt x="1626651" y="1298890"/>
                  </a:lnTo>
                  <a:lnTo>
                    <a:pt x="1631014" y="1298890"/>
                  </a:lnTo>
                  <a:lnTo>
                    <a:pt x="1635376" y="1298890"/>
                  </a:lnTo>
                  <a:lnTo>
                    <a:pt x="1639739" y="1298890"/>
                  </a:lnTo>
                  <a:lnTo>
                    <a:pt x="1644102" y="1298890"/>
                  </a:lnTo>
                  <a:lnTo>
                    <a:pt x="1648465" y="1298890"/>
                  </a:lnTo>
                  <a:lnTo>
                    <a:pt x="1652827" y="1298890"/>
                  </a:lnTo>
                  <a:lnTo>
                    <a:pt x="1657190" y="1298890"/>
                  </a:lnTo>
                  <a:lnTo>
                    <a:pt x="1661553" y="1298890"/>
                  </a:lnTo>
                  <a:lnTo>
                    <a:pt x="1665916" y="1298890"/>
                  </a:lnTo>
                  <a:lnTo>
                    <a:pt x="1670278" y="1298890"/>
                  </a:lnTo>
                  <a:lnTo>
                    <a:pt x="1674641" y="1348954"/>
                  </a:lnTo>
                  <a:lnTo>
                    <a:pt x="1679004" y="1354517"/>
                  </a:lnTo>
                  <a:lnTo>
                    <a:pt x="1683367" y="1354517"/>
                  </a:lnTo>
                  <a:lnTo>
                    <a:pt x="1687729" y="1354517"/>
                  </a:lnTo>
                  <a:lnTo>
                    <a:pt x="1692092" y="1354517"/>
                  </a:lnTo>
                  <a:lnTo>
                    <a:pt x="1696455" y="1354517"/>
                  </a:lnTo>
                  <a:lnTo>
                    <a:pt x="1700818" y="1354517"/>
                  </a:lnTo>
                  <a:lnTo>
                    <a:pt x="1705180" y="1354517"/>
                  </a:lnTo>
                  <a:lnTo>
                    <a:pt x="1709543" y="1354517"/>
                  </a:lnTo>
                  <a:lnTo>
                    <a:pt x="1713906" y="1354517"/>
                  </a:lnTo>
                  <a:lnTo>
                    <a:pt x="1718269" y="1354517"/>
                  </a:lnTo>
                  <a:lnTo>
                    <a:pt x="1722631" y="1354517"/>
                  </a:lnTo>
                  <a:lnTo>
                    <a:pt x="1726994" y="1385112"/>
                  </a:lnTo>
                  <a:lnTo>
                    <a:pt x="1731357" y="1410144"/>
                  </a:lnTo>
                  <a:lnTo>
                    <a:pt x="1731357" y="1410144"/>
                  </a:lnTo>
                  <a:lnTo>
                    <a:pt x="1735720" y="1410144"/>
                  </a:lnTo>
                  <a:lnTo>
                    <a:pt x="1740082" y="1410144"/>
                  </a:lnTo>
                  <a:lnTo>
                    <a:pt x="1744445" y="1382330"/>
                  </a:lnTo>
                  <a:lnTo>
                    <a:pt x="1748808" y="1354517"/>
                  </a:lnTo>
                  <a:lnTo>
                    <a:pt x="1753171" y="1354517"/>
                  </a:lnTo>
                  <a:lnTo>
                    <a:pt x="1757533" y="1354517"/>
                  </a:lnTo>
                  <a:lnTo>
                    <a:pt x="1761896" y="1354517"/>
                  </a:lnTo>
                  <a:lnTo>
                    <a:pt x="1766259" y="1354517"/>
                  </a:lnTo>
                  <a:lnTo>
                    <a:pt x="1770622" y="1354517"/>
                  </a:lnTo>
                  <a:lnTo>
                    <a:pt x="1774984" y="1354517"/>
                  </a:lnTo>
                  <a:lnTo>
                    <a:pt x="1779347" y="1354517"/>
                  </a:lnTo>
                  <a:lnTo>
                    <a:pt x="1783710" y="1354517"/>
                  </a:lnTo>
                  <a:lnTo>
                    <a:pt x="1788073" y="1354517"/>
                  </a:lnTo>
                  <a:lnTo>
                    <a:pt x="1792435" y="1354517"/>
                  </a:lnTo>
                  <a:lnTo>
                    <a:pt x="1796798" y="1354517"/>
                  </a:lnTo>
                  <a:lnTo>
                    <a:pt x="1801161" y="1354517"/>
                  </a:lnTo>
                  <a:lnTo>
                    <a:pt x="1805524" y="1354517"/>
                  </a:lnTo>
                  <a:lnTo>
                    <a:pt x="1809886" y="1354517"/>
                  </a:lnTo>
                  <a:lnTo>
                    <a:pt x="1814249" y="1354517"/>
                  </a:lnTo>
                  <a:lnTo>
                    <a:pt x="1818612" y="1354517"/>
                  </a:lnTo>
                  <a:lnTo>
                    <a:pt x="1822975" y="1354517"/>
                  </a:lnTo>
                  <a:lnTo>
                    <a:pt x="1827337" y="1354517"/>
                  </a:lnTo>
                  <a:lnTo>
                    <a:pt x="1831700" y="1354517"/>
                  </a:lnTo>
                  <a:lnTo>
                    <a:pt x="1836063" y="1354517"/>
                  </a:lnTo>
                  <a:lnTo>
                    <a:pt x="1840426" y="1354517"/>
                  </a:lnTo>
                  <a:lnTo>
                    <a:pt x="1844788" y="1354517"/>
                  </a:lnTo>
                  <a:lnTo>
                    <a:pt x="1849151" y="1354517"/>
                  </a:lnTo>
                  <a:lnTo>
                    <a:pt x="1853514" y="1379549"/>
                  </a:lnTo>
                  <a:lnTo>
                    <a:pt x="1857877" y="1410144"/>
                  </a:lnTo>
                  <a:lnTo>
                    <a:pt x="1857877" y="1410144"/>
                  </a:lnTo>
                  <a:lnTo>
                    <a:pt x="1862239" y="1410144"/>
                  </a:lnTo>
                  <a:lnTo>
                    <a:pt x="1866602" y="1410144"/>
                  </a:lnTo>
                  <a:lnTo>
                    <a:pt x="1870965" y="1410144"/>
                  </a:lnTo>
                  <a:lnTo>
                    <a:pt x="1875328" y="1410144"/>
                  </a:lnTo>
                  <a:lnTo>
                    <a:pt x="1879690" y="1410144"/>
                  </a:lnTo>
                  <a:lnTo>
                    <a:pt x="1884053" y="1410144"/>
                  </a:lnTo>
                  <a:lnTo>
                    <a:pt x="1888416" y="1410144"/>
                  </a:lnTo>
                  <a:lnTo>
                    <a:pt x="1892779" y="1410144"/>
                  </a:lnTo>
                  <a:lnTo>
                    <a:pt x="1897141" y="1410144"/>
                  </a:lnTo>
                  <a:lnTo>
                    <a:pt x="1901504" y="1410144"/>
                  </a:lnTo>
                  <a:lnTo>
                    <a:pt x="1905867" y="1410144"/>
                  </a:lnTo>
                  <a:lnTo>
                    <a:pt x="1910230" y="1410144"/>
                  </a:lnTo>
                  <a:lnTo>
                    <a:pt x="1914592" y="1379549"/>
                  </a:lnTo>
                  <a:lnTo>
                    <a:pt x="1918955" y="1354517"/>
                  </a:lnTo>
                  <a:lnTo>
                    <a:pt x="1923318" y="1354517"/>
                  </a:lnTo>
                  <a:lnTo>
                    <a:pt x="1927681" y="1354517"/>
                  </a:lnTo>
                  <a:lnTo>
                    <a:pt x="1932043" y="1354517"/>
                  </a:lnTo>
                  <a:lnTo>
                    <a:pt x="1936406" y="1354517"/>
                  </a:lnTo>
                  <a:lnTo>
                    <a:pt x="1940769" y="1354517"/>
                  </a:lnTo>
                  <a:lnTo>
                    <a:pt x="1945132" y="1354517"/>
                  </a:lnTo>
                  <a:lnTo>
                    <a:pt x="1949494" y="1354517"/>
                  </a:lnTo>
                  <a:lnTo>
                    <a:pt x="1953857" y="1354517"/>
                  </a:lnTo>
                  <a:lnTo>
                    <a:pt x="1958220" y="1354517"/>
                  </a:lnTo>
                  <a:lnTo>
                    <a:pt x="1962583" y="1354517"/>
                  </a:lnTo>
                  <a:lnTo>
                    <a:pt x="1966945" y="1354517"/>
                  </a:lnTo>
                  <a:lnTo>
                    <a:pt x="1971308" y="1323922"/>
                  </a:lnTo>
                  <a:lnTo>
                    <a:pt x="1975671" y="1298890"/>
                  </a:lnTo>
                  <a:lnTo>
                    <a:pt x="1980034" y="1298890"/>
                  </a:lnTo>
                  <a:lnTo>
                    <a:pt x="1984396" y="1298890"/>
                  </a:lnTo>
                  <a:lnTo>
                    <a:pt x="1988759" y="1298890"/>
                  </a:lnTo>
                  <a:lnTo>
                    <a:pt x="1993122" y="1298890"/>
                  </a:lnTo>
                  <a:lnTo>
                    <a:pt x="1997485" y="1298890"/>
                  </a:lnTo>
                  <a:lnTo>
                    <a:pt x="2001847" y="1298890"/>
                  </a:lnTo>
                  <a:lnTo>
                    <a:pt x="2006210" y="1298890"/>
                  </a:lnTo>
                  <a:lnTo>
                    <a:pt x="2010573" y="1298890"/>
                  </a:lnTo>
                  <a:lnTo>
                    <a:pt x="2014936" y="1298890"/>
                  </a:lnTo>
                  <a:lnTo>
                    <a:pt x="2019298" y="1298890"/>
                  </a:lnTo>
                  <a:lnTo>
                    <a:pt x="2023661" y="1326703"/>
                  </a:lnTo>
                  <a:lnTo>
                    <a:pt x="2028024" y="1354517"/>
                  </a:lnTo>
                  <a:lnTo>
                    <a:pt x="2032387" y="1354517"/>
                  </a:lnTo>
                  <a:lnTo>
                    <a:pt x="2036749" y="1354517"/>
                  </a:lnTo>
                  <a:lnTo>
                    <a:pt x="2041112" y="1346173"/>
                  </a:lnTo>
                  <a:lnTo>
                    <a:pt x="2045475" y="1298890"/>
                  </a:lnTo>
                  <a:lnTo>
                    <a:pt x="2049838" y="1298890"/>
                  </a:lnTo>
                  <a:lnTo>
                    <a:pt x="2054200" y="1298890"/>
                  </a:lnTo>
                  <a:lnTo>
                    <a:pt x="2058563" y="1298890"/>
                  </a:lnTo>
                  <a:lnTo>
                    <a:pt x="2062926" y="1298890"/>
                  </a:lnTo>
                  <a:lnTo>
                    <a:pt x="2067289" y="1298890"/>
                  </a:lnTo>
                  <a:lnTo>
                    <a:pt x="2071651" y="1298890"/>
                  </a:lnTo>
                  <a:lnTo>
                    <a:pt x="2076014" y="1298890"/>
                  </a:lnTo>
                  <a:lnTo>
                    <a:pt x="2080377" y="1326703"/>
                  </a:lnTo>
                  <a:lnTo>
                    <a:pt x="2084740" y="1312797"/>
                  </a:lnTo>
                  <a:lnTo>
                    <a:pt x="2089102" y="1298890"/>
                  </a:lnTo>
                  <a:lnTo>
                    <a:pt x="2093465" y="1298890"/>
                  </a:lnTo>
                  <a:lnTo>
                    <a:pt x="2097828" y="1271076"/>
                  </a:lnTo>
                  <a:lnTo>
                    <a:pt x="2102191" y="1243263"/>
                  </a:lnTo>
                  <a:lnTo>
                    <a:pt x="2106553" y="1243263"/>
                  </a:lnTo>
                  <a:lnTo>
                    <a:pt x="2110916" y="1243263"/>
                  </a:lnTo>
                  <a:lnTo>
                    <a:pt x="2115279" y="1243263"/>
                  </a:lnTo>
                  <a:lnTo>
                    <a:pt x="2119642" y="1243263"/>
                  </a:lnTo>
                  <a:lnTo>
                    <a:pt x="2124004" y="1190417"/>
                  </a:lnTo>
                  <a:lnTo>
                    <a:pt x="2128367" y="1187636"/>
                  </a:lnTo>
                  <a:lnTo>
                    <a:pt x="2132730" y="1187636"/>
                  </a:lnTo>
                  <a:lnTo>
                    <a:pt x="2137093" y="1173729"/>
                  </a:lnTo>
                  <a:lnTo>
                    <a:pt x="2141455" y="1132009"/>
                  </a:lnTo>
                  <a:lnTo>
                    <a:pt x="2145818" y="1132009"/>
                  </a:lnTo>
                  <a:lnTo>
                    <a:pt x="2150181" y="1137572"/>
                  </a:lnTo>
                  <a:lnTo>
                    <a:pt x="2154544" y="1187636"/>
                  </a:lnTo>
                  <a:lnTo>
                    <a:pt x="2158906" y="1187636"/>
                  </a:lnTo>
                  <a:lnTo>
                    <a:pt x="2163269" y="1187636"/>
                  </a:lnTo>
                  <a:lnTo>
                    <a:pt x="2167632" y="1159822"/>
                  </a:lnTo>
                  <a:lnTo>
                    <a:pt x="2171995" y="1106977"/>
                  </a:lnTo>
                  <a:lnTo>
                    <a:pt x="2176357" y="1076382"/>
                  </a:lnTo>
                  <a:lnTo>
                    <a:pt x="2180720" y="1076382"/>
                  </a:lnTo>
                  <a:lnTo>
                    <a:pt x="2185083" y="1076382"/>
                  </a:lnTo>
                  <a:lnTo>
                    <a:pt x="2189446" y="1076382"/>
                  </a:lnTo>
                  <a:lnTo>
                    <a:pt x="2193808" y="1115321"/>
                  </a:lnTo>
                  <a:lnTo>
                    <a:pt x="2198171" y="1132009"/>
                  </a:lnTo>
                  <a:lnTo>
                    <a:pt x="2202534" y="1132009"/>
                  </a:lnTo>
                  <a:lnTo>
                    <a:pt x="2206897" y="1157041"/>
                  </a:lnTo>
                  <a:lnTo>
                    <a:pt x="2211259" y="1187636"/>
                  </a:lnTo>
                  <a:lnTo>
                    <a:pt x="2215622" y="1159822"/>
                  </a:lnTo>
                  <a:lnTo>
                    <a:pt x="2219985" y="1132009"/>
                  </a:lnTo>
                  <a:lnTo>
                    <a:pt x="2224348" y="1132009"/>
                  </a:lnTo>
                  <a:lnTo>
                    <a:pt x="2228710" y="1132009"/>
                  </a:lnTo>
                  <a:lnTo>
                    <a:pt x="2233073" y="1182073"/>
                  </a:lnTo>
                  <a:lnTo>
                    <a:pt x="2237436" y="1187636"/>
                  </a:lnTo>
                  <a:lnTo>
                    <a:pt x="2241799" y="1187636"/>
                  </a:lnTo>
                  <a:lnTo>
                    <a:pt x="2246161" y="1198761"/>
                  </a:lnTo>
                  <a:lnTo>
                    <a:pt x="2250524" y="1243263"/>
                  </a:lnTo>
                  <a:lnTo>
                    <a:pt x="2254887" y="1243263"/>
                  </a:lnTo>
                  <a:lnTo>
                    <a:pt x="2259250" y="1243263"/>
                  </a:lnTo>
                  <a:lnTo>
                    <a:pt x="2263612" y="1223793"/>
                  </a:lnTo>
                  <a:lnTo>
                    <a:pt x="2267975" y="1173729"/>
                  </a:lnTo>
                  <a:lnTo>
                    <a:pt x="2272338" y="1132009"/>
                  </a:lnTo>
                  <a:lnTo>
                    <a:pt x="2276701" y="1157041"/>
                  </a:lnTo>
                  <a:lnTo>
                    <a:pt x="2281063" y="1209887"/>
                  </a:lnTo>
                  <a:lnTo>
                    <a:pt x="2285426" y="1243263"/>
                  </a:lnTo>
                  <a:lnTo>
                    <a:pt x="2289789" y="1243263"/>
                  </a:lnTo>
                  <a:lnTo>
                    <a:pt x="2294152" y="1204324"/>
                  </a:lnTo>
                  <a:lnTo>
                    <a:pt x="2298514" y="1157041"/>
                  </a:lnTo>
                  <a:lnTo>
                    <a:pt x="2302877" y="1132009"/>
                  </a:lnTo>
                  <a:lnTo>
                    <a:pt x="2307240" y="1132009"/>
                  </a:lnTo>
                  <a:lnTo>
                    <a:pt x="2311603" y="1132009"/>
                  </a:lnTo>
                  <a:lnTo>
                    <a:pt x="2315965" y="1132009"/>
                  </a:lnTo>
                  <a:lnTo>
                    <a:pt x="2320328" y="1118102"/>
                  </a:lnTo>
                  <a:lnTo>
                    <a:pt x="2324691" y="1101414"/>
                  </a:lnTo>
                  <a:lnTo>
                    <a:pt x="2329054" y="1132009"/>
                  </a:lnTo>
                  <a:lnTo>
                    <a:pt x="2333416" y="1132009"/>
                  </a:lnTo>
                  <a:lnTo>
                    <a:pt x="2337779" y="1132009"/>
                  </a:lnTo>
                  <a:lnTo>
                    <a:pt x="2342142" y="1132009"/>
                  </a:lnTo>
                  <a:lnTo>
                    <a:pt x="2346505" y="1132009"/>
                  </a:lnTo>
                  <a:lnTo>
                    <a:pt x="2350867" y="1120884"/>
                  </a:lnTo>
                  <a:lnTo>
                    <a:pt x="2355230" y="1076382"/>
                  </a:lnTo>
                  <a:lnTo>
                    <a:pt x="2359593" y="1031880"/>
                  </a:lnTo>
                  <a:lnTo>
                    <a:pt x="2363956" y="1020755"/>
                  </a:lnTo>
                  <a:lnTo>
                    <a:pt x="2368318" y="1020755"/>
                  </a:lnTo>
                  <a:lnTo>
                    <a:pt x="2372681" y="1037443"/>
                  </a:lnTo>
                  <a:lnTo>
                    <a:pt x="2377044" y="1087507"/>
                  </a:lnTo>
                  <a:lnTo>
                    <a:pt x="2381407" y="1132009"/>
                  </a:lnTo>
                  <a:lnTo>
                    <a:pt x="2385769" y="1095851"/>
                  </a:lnTo>
                  <a:lnTo>
                    <a:pt x="2390132" y="1076382"/>
                  </a:lnTo>
                  <a:lnTo>
                    <a:pt x="2394495" y="1076382"/>
                  </a:lnTo>
                  <a:lnTo>
                    <a:pt x="2398858" y="1076382"/>
                  </a:lnTo>
                  <a:lnTo>
                    <a:pt x="2403220" y="1112539"/>
                  </a:lnTo>
                  <a:lnTo>
                    <a:pt x="2407583" y="1159822"/>
                  </a:lnTo>
                  <a:lnTo>
                    <a:pt x="2411946" y="1187636"/>
                  </a:lnTo>
                  <a:lnTo>
                    <a:pt x="2416309" y="1151478"/>
                  </a:lnTo>
                  <a:lnTo>
                    <a:pt x="2420671" y="1132009"/>
                  </a:lnTo>
                  <a:lnTo>
                    <a:pt x="2425034" y="1132009"/>
                  </a:lnTo>
                  <a:lnTo>
                    <a:pt x="2429397" y="1143134"/>
                  </a:lnTo>
                  <a:lnTo>
                    <a:pt x="2433760" y="1187636"/>
                  </a:lnTo>
                  <a:lnTo>
                    <a:pt x="2438122" y="1187636"/>
                  </a:lnTo>
                  <a:lnTo>
                    <a:pt x="2442485" y="1187636"/>
                  </a:lnTo>
                  <a:lnTo>
                    <a:pt x="2446848" y="1173729"/>
                  </a:lnTo>
                  <a:lnTo>
                    <a:pt x="2451211" y="1118102"/>
                  </a:lnTo>
                  <a:lnTo>
                    <a:pt x="2455573" y="1059694"/>
                  </a:lnTo>
                  <a:lnTo>
                    <a:pt x="2459936" y="1029099"/>
                  </a:lnTo>
                  <a:lnTo>
                    <a:pt x="2464299" y="1076382"/>
                  </a:lnTo>
                  <a:lnTo>
                    <a:pt x="2468662" y="1109758"/>
                  </a:lnTo>
                  <a:lnTo>
                    <a:pt x="2473024" y="1045787"/>
                  </a:lnTo>
                  <a:lnTo>
                    <a:pt x="2477387" y="931752"/>
                  </a:lnTo>
                  <a:lnTo>
                    <a:pt x="2481750" y="853874"/>
                  </a:lnTo>
                  <a:lnTo>
                    <a:pt x="2486113" y="853874"/>
                  </a:lnTo>
                  <a:lnTo>
                    <a:pt x="2490475" y="759308"/>
                  </a:lnTo>
                  <a:lnTo>
                    <a:pt x="2494838" y="767652"/>
                  </a:lnTo>
                  <a:lnTo>
                    <a:pt x="2499201" y="712025"/>
                  </a:lnTo>
                  <a:lnTo>
                    <a:pt x="2503564" y="620241"/>
                  </a:lnTo>
                  <a:lnTo>
                    <a:pt x="2507926" y="575739"/>
                  </a:lnTo>
                  <a:lnTo>
                    <a:pt x="2512289" y="575739"/>
                  </a:lnTo>
                  <a:lnTo>
                    <a:pt x="2516652" y="575739"/>
                  </a:lnTo>
                  <a:lnTo>
                    <a:pt x="2521015" y="575739"/>
                  </a:lnTo>
                  <a:lnTo>
                    <a:pt x="2525377" y="592427"/>
                  </a:lnTo>
                  <a:lnTo>
                    <a:pt x="2529740" y="575739"/>
                  </a:lnTo>
                  <a:lnTo>
                    <a:pt x="2534103" y="575739"/>
                  </a:lnTo>
                  <a:lnTo>
                    <a:pt x="2538466" y="575739"/>
                  </a:lnTo>
                  <a:lnTo>
                    <a:pt x="2542828" y="575739"/>
                  </a:lnTo>
                  <a:lnTo>
                    <a:pt x="2547191" y="575739"/>
                  </a:lnTo>
                  <a:lnTo>
                    <a:pt x="2551554" y="575739"/>
                  </a:lnTo>
                  <a:lnTo>
                    <a:pt x="2555917" y="586864"/>
                  </a:lnTo>
                  <a:lnTo>
                    <a:pt x="2560279" y="642491"/>
                  </a:lnTo>
                  <a:lnTo>
                    <a:pt x="2564642" y="700900"/>
                  </a:lnTo>
                  <a:lnTo>
                    <a:pt x="2569005" y="695337"/>
                  </a:lnTo>
                  <a:lnTo>
                    <a:pt x="2573368" y="686993"/>
                  </a:lnTo>
                  <a:lnTo>
                    <a:pt x="2577730" y="692556"/>
                  </a:lnTo>
                  <a:lnTo>
                    <a:pt x="2582093" y="770433"/>
                  </a:lnTo>
                  <a:lnTo>
                    <a:pt x="2586456" y="881687"/>
                  </a:lnTo>
                  <a:lnTo>
                    <a:pt x="2590819" y="915064"/>
                  </a:lnTo>
                  <a:lnTo>
                    <a:pt x="2595181" y="909501"/>
                  </a:lnTo>
                  <a:lnTo>
                    <a:pt x="2599544" y="998504"/>
                  </a:lnTo>
                  <a:lnTo>
                    <a:pt x="2603907" y="990160"/>
                  </a:lnTo>
                  <a:lnTo>
                    <a:pt x="2608270" y="1048568"/>
                  </a:lnTo>
                  <a:lnTo>
                    <a:pt x="2612632" y="1137572"/>
                  </a:lnTo>
                  <a:lnTo>
                    <a:pt x="2616995" y="1187636"/>
                  </a:lnTo>
                  <a:lnTo>
                    <a:pt x="2621358" y="1187636"/>
                  </a:lnTo>
                  <a:lnTo>
                    <a:pt x="2625721" y="1187636"/>
                  </a:lnTo>
                  <a:lnTo>
                    <a:pt x="2630083" y="1187636"/>
                  </a:lnTo>
                  <a:lnTo>
                    <a:pt x="2634446" y="1201543"/>
                  </a:lnTo>
                  <a:lnTo>
                    <a:pt x="2638809" y="1243263"/>
                  </a:lnTo>
                  <a:lnTo>
                    <a:pt x="2643172" y="1243263"/>
                  </a:lnTo>
                  <a:lnTo>
                    <a:pt x="2647534" y="1195980"/>
                  </a:lnTo>
                  <a:lnTo>
                    <a:pt x="2651897" y="1170948"/>
                  </a:lnTo>
                  <a:lnTo>
                    <a:pt x="2656260" y="1132009"/>
                  </a:lnTo>
                  <a:lnTo>
                    <a:pt x="2660623" y="1126446"/>
                  </a:lnTo>
                  <a:lnTo>
                    <a:pt x="2664985" y="1076382"/>
                  </a:lnTo>
                  <a:lnTo>
                    <a:pt x="2669348" y="1076382"/>
                  </a:lnTo>
                  <a:lnTo>
                    <a:pt x="2673711" y="1076382"/>
                  </a:lnTo>
                  <a:lnTo>
                    <a:pt x="2678074" y="1120883"/>
                  </a:lnTo>
                  <a:lnTo>
                    <a:pt x="2682436" y="1132009"/>
                  </a:lnTo>
                  <a:lnTo>
                    <a:pt x="2686799" y="1132009"/>
                  </a:lnTo>
                  <a:lnTo>
                    <a:pt x="2691162" y="1132009"/>
                  </a:lnTo>
                  <a:lnTo>
                    <a:pt x="2695525" y="1132009"/>
                  </a:lnTo>
                  <a:lnTo>
                    <a:pt x="2699887" y="1176511"/>
                  </a:lnTo>
                  <a:lnTo>
                    <a:pt x="2704250" y="1179292"/>
                  </a:lnTo>
                  <a:lnTo>
                    <a:pt x="2708613" y="1132009"/>
                  </a:lnTo>
                  <a:lnTo>
                    <a:pt x="2712976" y="1165385"/>
                  </a:lnTo>
                  <a:lnTo>
                    <a:pt x="2717338" y="1187636"/>
                  </a:lnTo>
                  <a:lnTo>
                    <a:pt x="2721701" y="1187636"/>
                  </a:lnTo>
                  <a:lnTo>
                    <a:pt x="2726064" y="1187636"/>
                  </a:lnTo>
                  <a:lnTo>
                    <a:pt x="2730427" y="1187636"/>
                  </a:lnTo>
                  <a:lnTo>
                    <a:pt x="2734789" y="1187636"/>
                  </a:lnTo>
                  <a:lnTo>
                    <a:pt x="2739152" y="1187636"/>
                  </a:lnTo>
                  <a:lnTo>
                    <a:pt x="2743515" y="1182073"/>
                  </a:lnTo>
                  <a:lnTo>
                    <a:pt x="2747878" y="1132009"/>
                  </a:lnTo>
                  <a:lnTo>
                    <a:pt x="2752240" y="1132009"/>
                  </a:lnTo>
                  <a:lnTo>
                    <a:pt x="2756603" y="1176511"/>
                  </a:lnTo>
                  <a:lnTo>
                    <a:pt x="2760966" y="1201543"/>
                  </a:lnTo>
                  <a:lnTo>
                    <a:pt x="2765329" y="1243263"/>
                  </a:lnTo>
                  <a:lnTo>
                    <a:pt x="2769691" y="1176510"/>
                  </a:lnTo>
                  <a:lnTo>
                    <a:pt x="2774054" y="1187636"/>
                  </a:lnTo>
                  <a:lnTo>
                    <a:pt x="2778417" y="1157041"/>
                  </a:lnTo>
                  <a:lnTo>
                    <a:pt x="2782780" y="1090289"/>
                  </a:lnTo>
                  <a:lnTo>
                    <a:pt x="2787142" y="1076382"/>
                  </a:lnTo>
                  <a:lnTo>
                    <a:pt x="2791505" y="1076382"/>
                  </a:lnTo>
                  <a:lnTo>
                    <a:pt x="2795868" y="1076382"/>
                  </a:lnTo>
                  <a:lnTo>
                    <a:pt x="2800231" y="1076382"/>
                  </a:lnTo>
                  <a:lnTo>
                    <a:pt x="2804593" y="1076382"/>
                  </a:lnTo>
                  <a:lnTo>
                    <a:pt x="2808956" y="1076382"/>
                  </a:lnTo>
                  <a:lnTo>
                    <a:pt x="2813319" y="1081945"/>
                  </a:lnTo>
                  <a:lnTo>
                    <a:pt x="2817682" y="1132009"/>
                  </a:lnTo>
                  <a:lnTo>
                    <a:pt x="2822044" y="1132009"/>
                  </a:lnTo>
                  <a:lnTo>
                    <a:pt x="2826407" y="1132009"/>
                  </a:lnTo>
                  <a:lnTo>
                    <a:pt x="2830770" y="1132009"/>
                  </a:lnTo>
                  <a:lnTo>
                    <a:pt x="2835133" y="1132009"/>
                  </a:lnTo>
                  <a:lnTo>
                    <a:pt x="2839495" y="1132009"/>
                  </a:lnTo>
                  <a:lnTo>
                    <a:pt x="2843858" y="1132009"/>
                  </a:lnTo>
                  <a:lnTo>
                    <a:pt x="2848221" y="1132009"/>
                  </a:lnTo>
                  <a:lnTo>
                    <a:pt x="2852584" y="1134790"/>
                  </a:lnTo>
                  <a:lnTo>
                    <a:pt x="2856946" y="1187636"/>
                  </a:lnTo>
                  <a:lnTo>
                    <a:pt x="2861309" y="1187636"/>
                  </a:lnTo>
                  <a:lnTo>
                    <a:pt x="2865672" y="1187636"/>
                  </a:lnTo>
                  <a:lnTo>
                    <a:pt x="2870035" y="1187636"/>
                  </a:lnTo>
                  <a:lnTo>
                    <a:pt x="2874397" y="1187636"/>
                  </a:lnTo>
                  <a:lnTo>
                    <a:pt x="2878760" y="1251607"/>
                  </a:lnTo>
                  <a:lnTo>
                    <a:pt x="2883123" y="1298890"/>
                  </a:lnTo>
                  <a:lnTo>
                    <a:pt x="2887486" y="1326703"/>
                  </a:lnTo>
                  <a:lnTo>
                    <a:pt x="2891848" y="1393456"/>
                  </a:lnTo>
                  <a:lnTo>
                    <a:pt x="2896211" y="1371205"/>
                  </a:lnTo>
                  <a:lnTo>
                    <a:pt x="2900574" y="1259951"/>
                  </a:lnTo>
                  <a:lnTo>
                    <a:pt x="2904937" y="1154260"/>
                  </a:lnTo>
                  <a:lnTo>
                    <a:pt x="2909299" y="1132009"/>
                  </a:lnTo>
                  <a:lnTo>
                    <a:pt x="2913662" y="1120884"/>
                  </a:lnTo>
                  <a:lnTo>
                    <a:pt x="2918025" y="1076382"/>
                  </a:lnTo>
                  <a:lnTo>
                    <a:pt x="2922388" y="1076382"/>
                  </a:lnTo>
                  <a:lnTo>
                    <a:pt x="2926750" y="1076382"/>
                  </a:lnTo>
                  <a:lnTo>
                    <a:pt x="2931113" y="1076382"/>
                  </a:lnTo>
                  <a:lnTo>
                    <a:pt x="2935476" y="1056912"/>
                  </a:lnTo>
                  <a:lnTo>
                    <a:pt x="2939839" y="1020755"/>
                  </a:lnTo>
                  <a:lnTo>
                    <a:pt x="2944201" y="1020755"/>
                  </a:lnTo>
                  <a:lnTo>
                    <a:pt x="2948564" y="1020755"/>
                  </a:lnTo>
                  <a:lnTo>
                    <a:pt x="2952927" y="1020755"/>
                  </a:lnTo>
                  <a:lnTo>
                    <a:pt x="2957290" y="1020755"/>
                  </a:lnTo>
                  <a:lnTo>
                    <a:pt x="2961652" y="1020755"/>
                  </a:lnTo>
                  <a:lnTo>
                    <a:pt x="2966015" y="1020755"/>
                  </a:lnTo>
                  <a:lnTo>
                    <a:pt x="2970378" y="1020755"/>
                  </a:lnTo>
                  <a:lnTo>
                    <a:pt x="2974741" y="1020755"/>
                  </a:lnTo>
                  <a:lnTo>
                    <a:pt x="2979103" y="1020755"/>
                  </a:lnTo>
                  <a:lnTo>
                    <a:pt x="2983466" y="1020755"/>
                  </a:lnTo>
                  <a:lnTo>
                    <a:pt x="2987829" y="1017974"/>
                  </a:lnTo>
                  <a:lnTo>
                    <a:pt x="2992192" y="965128"/>
                  </a:lnTo>
                  <a:lnTo>
                    <a:pt x="2996554" y="965128"/>
                  </a:lnTo>
                  <a:lnTo>
                    <a:pt x="3000917" y="965128"/>
                  </a:lnTo>
                  <a:lnTo>
                    <a:pt x="3005280" y="984597"/>
                  </a:lnTo>
                  <a:lnTo>
                    <a:pt x="3009643" y="1056913"/>
                  </a:lnTo>
                  <a:lnTo>
                    <a:pt x="3014005" y="1159822"/>
                  </a:lnTo>
                  <a:lnTo>
                    <a:pt x="3018368" y="1187636"/>
                  </a:lnTo>
                  <a:lnTo>
                    <a:pt x="3022731" y="1195980"/>
                  </a:lnTo>
                  <a:lnTo>
                    <a:pt x="3027094" y="1243263"/>
                  </a:lnTo>
                  <a:lnTo>
                    <a:pt x="3031456" y="1243263"/>
                  </a:lnTo>
                  <a:lnTo>
                    <a:pt x="3035819" y="1201543"/>
                  </a:lnTo>
                  <a:lnTo>
                    <a:pt x="3040182" y="1187636"/>
                  </a:lnTo>
                  <a:lnTo>
                    <a:pt x="3044545" y="1204324"/>
                  </a:lnTo>
                  <a:lnTo>
                    <a:pt x="3048907" y="1218231"/>
                  </a:lnTo>
                  <a:lnTo>
                    <a:pt x="3053270" y="1187636"/>
                  </a:lnTo>
                  <a:lnTo>
                    <a:pt x="3057633" y="1187636"/>
                  </a:lnTo>
                  <a:lnTo>
                    <a:pt x="3061996" y="1187636"/>
                  </a:lnTo>
                  <a:lnTo>
                    <a:pt x="3066358" y="1187636"/>
                  </a:lnTo>
                  <a:lnTo>
                    <a:pt x="3070721" y="1173729"/>
                  </a:lnTo>
                  <a:lnTo>
                    <a:pt x="3075084" y="1132009"/>
                  </a:lnTo>
                  <a:lnTo>
                    <a:pt x="3079447" y="1132009"/>
                  </a:lnTo>
                  <a:lnTo>
                    <a:pt x="3083809" y="1087507"/>
                  </a:lnTo>
                  <a:lnTo>
                    <a:pt x="3088172" y="1076382"/>
                  </a:lnTo>
                  <a:lnTo>
                    <a:pt x="3092535" y="1076382"/>
                  </a:lnTo>
                  <a:lnTo>
                    <a:pt x="3096898" y="1076382"/>
                  </a:lnTo>
                  <a:lnTo>
                    <a:pt x="3101260" y="1132009"/>
                  </a:lnTo>
                  <a:lnTo>
                    <a:pt x="3105623" y="1132009"/>
                  </a:lnTo>
                  <a:lnTo>
                    <a:pt x="3109986" y="1132009"/>
                  </a:lnTo>
                  <a:lnTo>
                    <a:pt x="3114349" y="1123665"/>
                  </a:lnTo>
                  <a:lnTo>
                    <a:pt x="3118711" y="1070819"/>
                  </a:lnTo>
                  <a:lnTo>
                    <a:pt x="3123074" y="1020755"/>
                  </a:lnTo>
                  <a:lnTo>
                    <a:pt x="3127437" y="1020755"/>
                  </a:lnTo>
                  <a:lnTo>
                    <a:pt x="3131800" y="1020755"/>
                  </a:lnTo>
                  <a:lnTo>
                    <a:pt x="3136162" y="1020755"/>
                  </a:lnTo>
                  <a:lnTo>
                    <a:pt x="3140525" y="1020755"/>
                  </a:lnTo>
                  <a:lnTo>
                    <a:pt x="3144888" y="1059694"/>
                  </a:lnTo>
                  <a:lnTo>
                    <a:pt x="3149251" y="1076382"/>
                  </a:lnTo>
                  <a:lnTo>
                    <a:pt x="3153613" y="1076382"/>
                  </a:lnTo>
                  <a:lnTo>
                    <a:pt x="3157976" y="1073601"/>
                  </a:lnTo>
                  <a:lnTo>
                    <a:pt x="3162339" y="1051350"/>
                  </a:lnTo>
                  <a:lnTo>
                    <a:pt x="3166702" y="967909"/>
                  </a:lnTo>
                  <a:lnTo>
                    <a:pt x="3171064" y="878906"/>
                  </a:lnTo>
                  <a:lnTo>
                    <a:pt x="3175427" y="826060"/>
                  </a:lnTo>
                  <a:lnTo>
                    <a:pt x="3179790" y="756527"/>
                  </a:lnTo>
                  <a:lnTo>
                    <a:pt x="3184153" y="798247"/>
                  </a:lnTo>
                  <a:lnTo>
                    <a:pt x="3188515" y="798247"/>
                  </a:lnTo>
                  <a:lnTo>
                    <a:pt x="3192878" y="820498"/>
                  </a:lnTo>
                  <a:lnTo>
                    <a:pt x="3197241" y="748183"/>
                  </a:lnTo>
                  <a:lnTo>
                    <a:pt x="3201604" y="589646"/>
                  </a:lnTo>
                  <a:lnTo>
                    <a:pt x="3205966" y="575739"/>
                  </a:lnTo>
                  <a:lnTo>
                    <a:pt x="3210329" y="575739"/>
                  </a:lnTo>
                  <a:lnTo>
                    <a:pt x="3214692" y="575739"/>
                  </a:lnTo>
                  <a:lnTo>
                    <a:pt x="3219055" y="575739"/>
                  </a:lnTo>
                  <a:lnTo>
                    <a:pt x="3223417" y="547925"/>
                  </a:lnTo>
                  <a:lnTo>
                    <a:pt x="3227780" y="520112"/>
                  </a:lnTo>
                  <a:lnTo>
                    <a:pt x="3232143" y="575739"/>
                  </a:lnTo>
                  <a:lnTo>
                    <a:pt x="3236506" y="575739"/>
                  </a:lnTo>
                  <a:lnTo>
                    <a:pt x="3240868" y="575739"/>
                  </a:lnTo>
                  <a:lnTo>
                    <a:pt x="3245231" y="534019"/>
                  </a:lnTo>
                  <a:lnTo>
                    <a:pt x="3249594" y="464485"/>
                  </a:lnTo>
                  <a:lnTo>
                    <a:pt x="3253957" y="464485"/>
                  </a:lnTo>
                  <a:lnTo>
                    <a:pt x="3258319" y="464485"/>
                  </a:lnTo>
                  <a:lnTo>
                    <a:pt x="3262682" y="464485"/>
                  </a:lnTo>
                  <a:lnTo>
                    <a:pt x="3267045" y="450578"/>
                  </a:lnTo>
                  <a:lnTo>
                    <a:pt x="3271408" y="486736"/>
                  </a:lnTo>
                  <a:lnTo>
                    <a:pt x="3275770" y="570176"/>
                  </a:lnTo>
                  <a:lnTo>
                    <a:pt x="3280133" y="656398"/>
                  </a:lnTo>
                  <a:lnTo>
                    <a:pt x="3284496" y="686993"/>
                  </a:lnTo>
                  <a:lnTo>
                    <a:pt x="3288859" y="737057"/>
                  </a:lnTo>
                  <a:lnTo>
                    <a:pt x="3293221" y="742620"/>
                  </a:lnTo>
                  <a:lnTo>
                    <a:pt x="3297584" y="742620"/>
                  </a:lnTo>
                  <a:lnTo>
                    <a:pt x="3301947" y="759308"/>
                  </a:lnTo>
                  <a:lnTo>
                    <a:pt x="3306310" y="839967"/>
                  </a:lnTo>
                  <a:lnTo>
                    <a:pt x="3310672" y="1004067"/>
                  </a:lnTo>
                  <a:lnTo>
                    <a:pt x="3315035" y="1020755"/>
                  </a:lnTo>
                  <a:lnTo>
                    <a:pt x="3319398" y="1020755"/>
                  </a:lnTo>
                  <a:lnTo>
                    <a:pt x="3323761" y="1020755"/>
                  </a:lnTo>
                  <a:lnTo>
                    <a:pt x="3328123" y="1020755"/>
                  </a:lnTo>
                  <a:lnTo>
                    <a:pt x="3332486" y="1023536"/>
                  </a:lnTo>
                  <a:lnTo>
                    <a:pt x="3336849" y="1132009"/>
                  </a:lnTo>
                  <a:lnTo>
                    <a:pt x="3341212" y="1132009"/>
                  </a:lnTo>
                  <a:lnTo>
                    <a:pt x="3345574" y="1120884"/>
                  </a:lnTo>
                  <a:lnTo>
                    <a:pt x="3349937" y="1076382"/>
                  </a:lnTo>
                  <a:lnTo>
                    <a:pt x="3354300" y="1112539"/>
                  </a:lnTo>
                  <a:lnTo>
                    <a:pt x="3358663" y="1162604"/>
                  </a:lnTo>
                  <a:lnTo>
                    <a:pt x="3363025" y="1132009"/>
                  </a:lnTo>
                  <a:lnTo>
                    <a:pt x="3367388" y="1132009"/>
                  </a:lnTo>
                  <a:lnTo>
                    <a:pt x="3371751" y="1132009"/>
                  </a:lnTo>
                  <a:lnTo>
                    <a:pt x="3376114" y="1134790"/>
                  </a:lnTo>
                  <a:lnTo>
                    <a:pt x="3380476" y="1132009"/>
                  </a:lnTo>
                  <a:lnTo>
                    <a:pt x="3384839" y="1132009"/>
                  </a:lnTo>
                  <a:lnTo>
                    <a:pt x="3389202" y="1132009"/>
                  </a:lnTo>
                  <a:lnTo>
                    <a:pt x="3393565" y="1154260"/>
                  </a:lnTo>
                  <a:lnTo>
                    <a:pt x="3397927" y="1162604"/>
                  </a:lnTo>
                  <a:lnTo>
                    <a:pt x="3402290" y="1095851"/>
                  </a:lnTo>
                  <a:lnTo>
                    <a:pt x="3406653" y="1076382"/>
                  </a:lnTo>
                  <a:lnTo>
                    <a:pt x="3411016" y="1076382"/>
                  </a:lnTo>
                  <a:lnTo>
                    <a:pt x="3415378" y="1076382"/>
                  </a:lnTo>
                  <a:lnTo>
                    <a:pt x="3419741" y="1076382"/>
                  </a:lnTo>
                  <a:lnTo>
                    <a:pt x="3424104" y="1059694"/>
                  </a:lnTo>
                  <a:lnTo>
                    <a:pt x="3428467" y="979035"/>
                  </a:lnTo>
                  <a:lnTo>
                    <a:pt x="3432829" y="965128"/>
                  </a:lnTo>
                  <a:lnTo>
                    <a:pt x="3437192" y="965128"/>
                  </a:lnTo>
                  <a:lnTo>
                    <a:pt x="3441555" y="995723"/>
                  </a:lnTo>
                  <a:lnTo>
                    <a:pt x="3445918" y="984597"/>
                  </a:lnTo>
                  <a:lnTo>
                    <a:pt x="3450280" y="965128"/>
                  </a:lnTo>
                  <a:lnTo>
                    <a:pt x="3454643" y="973472"/>
                  </a:lnTo>
                  <a:lnTo>
                    <a:pt x="3459006" y="1017974"/>
                  </a:lnTo>
                  <a:lnTo>
                    <a:pt x="3463369" y="965128"/>
                  </a:lnTo>
                  <a:lnTo>
                    <a:pt x="3467731" y="987379"/>
                  </a:lnTo>
                  <a:lnTo>
                    <a:pt x="3472094" y="1017974"/>
                  </a:lnTo>
                  <a:lnTo>
                    <a:pt x="3476457" y="898375"/>
                  </a:lnTo>
                  <a:lnTo>
                    <a:pt x="3480820" y="853874"/>
                  </a:lnTo>
                  <a:lnTo>
                    <a:pt x="3485182" y="881687"/>
                  </a:lnTo>
                  <a:lnTo>
                    <a:pt x="3489545" y="867781"/>
                  </a:lnTo>
                  <a:lnTo>
                    <a:pt x="3493908" y="853874"/>
                  </a:lnTo>
                  <a:lnTo>
                    <a:pt x="3498271" y="853874"/>
                  </a:lnTo>
                  <a:lnTo>
                    <a:pt x="3502633" y="853874"/>
                  </a:lnTo>
                  <a:lnTo>
                    <a:pt x="3506996" y="845530"/>
                  </a:lnTo>
                  <a:lnTo>
                    <a:pt x="3511359" y="887250"/>
                  </a:lnTo>
                  <a:lnTo>
                    <a:pt x="3515722" y="890031"/>
                  </a:lnTo>
                  <a:lnTo>
                    <a:pt x="3520084" y="803809"/>
                  </a:lnTo>
                  <a:lnTo>
                    <a:pt x="3524447" y="798247"/>
                  </a:lnTo>
                  <a:lnTo>
                    <a:pt x="3528810" y="756527"/>
                  </a:lnTo>
                  <a:lnTo>
                    <a:pt x="3533173" y="756527"/>
                  </a:lnTo>
                  <a:lnTo>
                    <a:pt x="3537535" y="837186"/>
                  </a:lnTo>
                  <a:lnTo>
                    <a:pt x="3541898" y="853874"/>
                  </a:lnTo>
                  <a:lnTo>
                    <a:pt x="3546261" y="831623"/>
                  </a:lnTo>
                  <a:lnTo>
                    <a:pt x="3550624" y="798247"/>
                  </a:lnTo>
                  <a:lnTo>
                    <a:pt x="3554986" y="817716"/>
                  </a:lnTo>
                  <a:lnTo>
                    <a:pt x="3559349" y="798247"/>
                  </a:lnTo>
                  <a:lnTo>
                    <a:pt x="3563712" y="798247"/>
                  </a:lnTo>
                  <a:lnTo>
                    <a:pt x="3568075" y="789903"/>
                  </a:lnTo>
                  <a:lnTo>
                    <a:pt x="3572437" y="798247"/>
                  </a:lnTo>
                  <a:lnTo>
                    <a:pt x="3576800" y="798247"/>
                  </a:lnTo>
                  <a:lnTo>
                    <a:pt x="3581163" y="798247"/>
                  </a:lnTo>
                  <a:lnTo>
                    <a:pt x="3585526" y="915064"/>
                  </a:lnTo>
                  <a:lnTo>
                    <a:pt x="3589888" y="965128"/>
                  </a:lnTo>
                  <a:lnTo>
                    <a:pt x="3594251" y="962347"/>
                  </a:lnTo>
                  <a:lnTo>
                    <a:pt x="3598614" y="920626"/>
                  </a:lnTo>
                  <a:lnTo>
                    <a:pt x="3602977" y="909501"/>
                  </a:lnTo>
                  <a:lnTo>
                    <a:pt x="3607339" y="909501"/>
                  </a:lnTo>
                  <a:lnTo>
                    <a:pt x="3611702" y="909501"/>
                  </a:lnTo>
                  <a:lnTo>
                    <a:pt x="3616065" y="937314"/>
                  </a:lnTo>
                  <a:lnTo>
                    <a:pt x="3620428" y="962347"/>
                  </a:lnTo>
                  <a:lnTo>
                    <a:pt x="3624790" y="926189"/>
                  </a:lnTo>
                  <a:lnTo>
                    <a:pt x="3629153" y="992941"/>
                  </a:lnTo>
                  <a:lnTo>
                    <a:pt x="3633516" y="965128"/>
                  </a:lnTo>
                  <a:lnTo>
                    <a:pt x="3637879" y="967909"/>
                  </a:lnTo>
                  <a:lnTo>
                    <a:pt x="3642241" y="909501"/>
                  </a:lnTo>
                  <a:lnTo>
                    <a:pt x="3646604" y="884469"/>
                  </a:lnTo>
                  <a:lnTo>
                    <a:pt x="3650967" y="853874"/>
                  </a:lnTo>
                  <a:lnTo>
                    <a:pt x="3655330" y="798247"/>
                  </a:lnTo>
                  <a:lnTo>
                    <a:pt x="3659692" y="742620"/>
                  </a:lnTo>
                  <a:lnTo>
                    <a:pt x="3664055" y="753745"/>
                  </a:lnTo>
                  <a:lnTo>
                    <a:pt x="3668418" y="798247"/>
                  </a:lnTo>
                  <a:lnTo>
                    <a:pt x="3672781" y="798247"/>
                  </a:lnTo>
                  <a:lnTo>
                    <a:pt x="3677143" y="803809"/>
                  </a:lnTo>
                  <a:lnTo>
                    <a:pt x="3681506" y="853874"/>
                  </a:lnTo>
                  <a:lnTo>
                    <a:pt x="3685869" y="853874"/>
                  </a:lnTo>
                  <a:lnTo>
                    <a:pt x="3690232" y="853874"/>
                  </a:lnTo>
                  <a:lnTo>
                    <a:pt x="3694594" y="812153"/>
                  </a:lnTo>
                  <a:lnTo>
                    <a:pt x="3698957" y="742620"/>
                  </a:lnTo>
                  <a:lnTo>
                    <a:pt x="3703320" y="742620"/>
                  </a:lnTo>
                  <a:lnTo>
                    <a:pt x="3707683" y="823279"/>
                  </a:lnTo>
                  <a:lnTo>
                    <a:pt x="3712045" y="853874"/>
                  </a:lnTo>
                  <a:lnTo>
                    <a:pt x="3716408" y="853874"/>
                  </a:lnTo>
                  <a:lnTo>
                    <a:pt x="3720771" y="853874"/>
                  </a:lnTo>
                  <a:lnTo>
                    <a:pt x="3725134" y="853874"/>
                  </a:lnTo>
                  <a:lnTo>
                    <a:pt x="3729496" y="851093"/>
                  </a:lnTo>
                  <a:lnTo>
                    <a:pt x="3733859" y="812153"/>
                  </a:lnTo>
                  <a:lnTo>
                    <a:pt x="3738222" y="773215"/>
                  </a:lnTo>
                  <a:lnTo>
                    <a:pt x="3742585" y="798247"/>
                  </a:lnTo>
                  <a:lnTo>
                    <a:pt x="3746947" y="828842"/>
                  </a:lnTo>
                  <a:lnTo>
                    <a:pt x="3751310" y="909501"/>
                  </a:lnTo>
                  <a:lnTo>
                    <a:pt x="3755673" y="931752"/>
                  </a:lnTo>
                  <a:lnTo>
                    <a:pt x="3760036" y="917845"/>
                  </a:lnTo>
                  <a:lnTo>
                    <a:pt x="3764398" y="976253"/>
                  </a:lnTo>
                  <a:lnTo>
                    <a:pt x="3768761" y="1031880"/>
                  </a:lnTo>
                  <a:lnTo>
                    <a:pt x="3773124" y="965128"/>
                  </a:lnTo>
                  <a:lnTo>
                    <a:pt x="3777487" y="965128"/>
                  </a:lnTo>
                  <a:lnTo>
                    <a:pt x="3781849" y="965128"/>
                  </a:lnTo>
                  <a:lnTo>
                    <a:pt x="3786212" y="965128"/>
                  </a:lnTo>
                  <a:lnTo>
                    <a:pt x="3790575" y="965128"/>
                  </a:lnTo>
                  <a:lnTo>
                    <a:pt x="3794938" y="937314"/>
                  </a:lnTo>
                  <a:lnTo>
                    <a:pt x="3799300" y="909501"/>
                  </a:lnTo>
                  <a:lnTo>
                    <a:pt x="3803663" y="948440"/>
                  </a:lnTo>
                  <a:lnTo>
                    <a:pt x="3808026" y="1017974"/>
                  </a:lnTo>
                  <a:lnTo>
                    <a:pt x="3812389" y="1020755"/>
                  </a:lnTo>
                  <a:lnTo>
                    <a:pt x="3816751" y="1009630"/>
                  </a:lnTo>
                  <a:lnTo>
                    <a:pt x="3821114" y="965128"/>
                  </a:lnTo>
                  <a:lnTo>
                    <a:pt x="3825477" y="965128"/>
                  </a:lnTo>
                  <a:lnTo>
                    <a:pt x="3829840" y="917845"/>
                  </a:lnTo>
                  <a:lnTo>
                    <a:pt x="3834202" y="909501"/>
                  </a:lnTo>
                  <a:lnTo>
                    <a:pt x="3838565" y="909501"/>
                  </a:lnTo>
                  <a:lnTo>
                    <a:pt x="3842928" y="981816"/>
                  </a:lnTo>
                  <a:lnTo>
                    <a:pt x="3847291" y="1004067"/>
                  </a:lnTo>
                  <a:lnTo>
                    <a:pt x="3851653" y="1020755"/>
                  </a:lnTo>
                  <a:lnTo>
                    <a:pt x="3856016" y="1020755"/>
                  </a:lnTo>
                  <a:lnTo>
                    <a:pt x="3860379" y="1020755"/>
                  </a:lnTo>
                  <a:lnTo>
                    <a:pt x="3864742" y="1020755"/>
                  </a:lnTo>
                  <a:lnTo>
                    <a:pt x="3869104" y="1065257"/>
                  </a:lnTo>
                  <a:lnTo>
                    <a:pt x="3873467" y="1076382"/>
                  </a:lnTo>
                  <a:lnTo>
                    <a:pt x="3877830" y="1104195"/>
                  </a:lnTo>
                  <a:lnTo>
                    <a:pt x="3882193" y="1120884"/>
                  </a:lnTo>
                  <a:lnTo>
                    <a:pt x="3886555" y="1076382"/>
                  </a:lnTo>
                  <a:lnTo>
                    <a:pt x="3890918" y="1076382"/>
                  </a:lnTo>
                  <a:lnTo>
                    <a:pt x="3895281" y="1068038"/>
                  </a:lnTo>
                  <a:lnTo>
                    <a:pt x="3899644" y="1020755"/>
                  </a:lnTo>
                  <a:lnTo>
                    <a:pt x="3904006" y="1045787"/>
                  </a:lnTo>
                  <a:lnTo>
                    <a:pt x="3908369" y="1076382"/>
                  </a:lnTo>
                  <a:lnTo>
                    <a:pt x="3912732" y="1076382"/>
                  </a:lnTo>
                  <a:lnTo>
                    <a:pt x="3917095" y="1054131"/>
                  </a:lnTo>
                  <a:lnTo>
                    <a:pt x="3921457" y="1020755"/>
                  </a:lnTo>
                  <a:lnTo>
                    <a:pt x="3925820" y="1029099"/>
                  </a:lnTo>
                  <a:lnTo>
                    <a:pt x="3930183" y="1034662"/>
                  </a:lnTo>
                  <a:lnTo>
                    <a:pt x="3934546" y="979035"/>
                  </a:lnTo>
                  <a:lnTo>
                    <a:pt x="3938908" y="954002"/>
                  </a:lnTo>
                  <a:lnTo>
                    <a:pt x="3943271" y="931752"/>
                  </a:lnTo>
                  <a:lnTo>
                    <a:pt x="3947634" y="909501"/>
                  </a:lnTo>
                  <a:lnTo>
                    <a:pt x="3951997" y="928970"/>
                  </a:lnTo>
                  <a:lnTo>
                    <a:pt x="3956359" y="965128"/>
                  </a:lnTo>
                  <a:lnTo>
                    <a:pt x="3960722" y="965128"/>
                  </a:lnTo>
                  <a:lnTo>
                    <a:pt x="3965085" y="965128"/>
                  </a:lnTo>
                  <a:lnTo>
                    <a:pt x="3969448" y="965128"/>
                  </a:lnTo>
                  <a:lnTo>
                    <a:pt x="3973810" y="965128"/>
                  </a:lnTo>
                  <a:lnTo>
                    <a:pt x="3978173" y="965128"/>
                  </a:lnTo>
                  <a:lnTo>
                    <a:pt x="3982536" y="965128"/>
                  </a:lnTo>
                  <a:lnTo>
                    <a:pt x="3986899" y="973472"/>
                  </a:lnTo>
                  <a:lnTo>
                    <a:pt x="3991261" y="1029099"/>
                  </a:lnTo>
                  <a:lnTo>
                    <a:pt x="3995624" y="1076382"/>
                  </a:lnTo>
                  <a:lnTo>
                    <a:pt x="3999987" y="1076382"/>
                  </a:lnTo>
                  <a:lnTo>
                    <a:pt x="4004350" y="1081945"/>
                  </a:lnTo>
                  <a:lnTo>
                    <a:pt x="4008712" y="1132009"/>
                  </a:lnTo>
                  <a:lnTo>
                    <a:pt x="4013075" y="1132009"/>
                  </a:lnTo>
                  <a:lnTo>
                    <a:pt x="4017438" y="1132009"/>
                  </a:lnTo>
                  <a:lnTo>
                    <a:pt x="4021801" y="1132009"/>
                  </a:lnTo>
                  <a:lnTo>
                    <a:pt x="4026163" y="1112539"/>
                  </a:lnTo>
                  <a:lnTo>
                    <a:pt x="4030526" y="1132009"/>
                  </a:lnTo>
                  <a:lnTo>
                    <a:pt x="4034889" y="1132009"/>
                  </a:lnTo>
                  <a:lnTo>
                    <a:pt x="4039252" y="1170948"/>
                  </a:lnTo>
                  <a:lnTo>
                    <a:pt x="4043614" y="1223794"/>
                  </a:lnTo>
                  <a:lnTo>
                    <a:pt x="4047977" y="1298890"/>
                  </a:lnTo>
                  <a:lnTo>
                    <a:pt x="4052340" y="1287765"/>
                  </a:lnTo>
                  <a:lnTo>
                    <a:pt x="4056703" y="1293327"/>
                  </a:lnTo>
                  <a:lnTo>
                    <a:pt x="4061065" y="1243263"/>
                  </a:lnTo>
                  <a:lnTo>
                    <a:pt x="4065428" y="1234919"/>
                  </a:lnTo>
                  <a:lnTo>
                    <a:pt x="4069791" y="1187636"/>
                  </a:lnTo>
                  <a:lnTo>
                    <a:pt x="4074154" y="1132009"/>
                  </a:lnTo>
                  <a:lnTo>
                    <a:pt x="4078516" y="1093070"/>
                  </a:lnTo>
                  <a:lnTo>
                    <a:pt x="4082879" y="1076382"/>
                  </a:lnTo>
                  <a:lnTo>
                    <a:pt x="4087242" y="1076382"/>
                  </a:lnTo>
                  <a:lnTo>
                    <a:pt x="4091605" y="1056912"/>
                  </a:lnTo>
                  <a:lnTo>
                    <a:pt x="4095967" y="995723"/>
                  </a:lnTo>
                  <a:lnTo>
                    <a:pt x="4100330" y="965128"/>
                  </a:lnTo>
                  <a:lnTo>
                    <a:pt x="4104693" y="956784"/>
                  </a:lnTo>
                  <a:lnTo>
                    <a:pt x="4109056" y="909501"/>
                  </a:lnTo>
                  <a:lnTo>
                    <a:pt x="4113418" y="909501"/>
                  </a:lnTo>
                  <a:lnTo>
                    <a:pt x="4117781" y="909501"/>
                  </a:lnTo>
                  <a:lnTo>
                    <a:pt x="4122144" y="909501"/>
                  </a:lnTo>
                  <a:lnTo>
                    <a:pt x="4126507" y="909501"/>
                  </a:lnTo>
                  <a:lnTo>
                    <a:pt x="4130869" y="901157"/>
                  </a:lnTo>
                  <a:lnTo>
                    <a:pt x="4135232" y="890031"/>
                  </a:lnTo>
                  <a:lnTo>
                    <a:pt x="4139595" y="909501"/>
                  </a:lnTo>
                  <a:lnTo>
                    <a:pt x="4143958" y="909501"/>
                  </a:lnTo>
                  <a:lnTo>
                    <a:pt x="4148320" y="909501"/>
                  </a:lnTo>
                  <a:lnTo>
                    <a:pt x="4152683" y="909501"/>
                  </a:lnTo>
                  <a:lnTo>
                    <a:pt x="4157046" y="909501"/>
                  </a:lnTo>
                  <a:lnTo>
                    <a:pt x="4161409" y="948440"/>
                  </a:lnTo>
                  <a:lnTo>
                    <a:pt x="4165771" y="967909"/>
                  </a:lnTo>
                  <a:lnTo>
                    <a:pt x="4170134" y="954002"/>
                  </a:lnTo>
                  <a:lnTo>
                    <a:pt x="4174497" y="915064"/>
                  </a:lnTo>
                  <a:lnTo>
                    <a:pt x="4178860" y="965128"/>
                  </a:lnTo>
                  <a:lnTo>
                    <a:pt x="4183222" y="1017974"/>
                  </a:lnTo>
                  <a:lnTo>
                    <a:pt x="4187585" y="1056913"/>
                  </a:lnTo>
                  <a:lnTo>
                    <a:pt x="4191948" y="1076382"/>
                  </a:lnTo>
                  <a:lnTo>
                    <a:pt x="4196311" y="1076382"/>
                  </a:lnTo>
                  <a:lnTo>
                    <a:pt x="4200673" y="1054131"/>
                  </a:lnTo>
                  <a:lnTo>
                    <a:pt x="4205036" y="1098633"/>
                  </a:lnTo>
                  <a:lnTo>
                    <a:pt x="4209399" y="1132009"/>
                  </a:lnTo>
                  <a:lnTo>
                    <a:pt x="4213762" y="1137572"/>
                  </a:lnTo>
                  <a:lnTo>
                    <a:pt x="4218124" y="1187636"/>
                  </a:lnTo>
                  <a:lnTo>
                    <a:pt x="4222487" y="1187636"/>
                  </a:lnTo>
                  <a:lnTo>
                    <a:pt x="4226850" y="1187636"/>
                  </a:lnTo>
                  <a:lnTo>
                    <a:pt x="4231213" y="1132009"/>
                  </a:lnTo>
                  <a:lnTo>
                    <a:pt x="4235575" y="1132009"/>
                  </a:lnTo>
                  <a:lnTo>
                    <a:pt x="4239938" y="1137572"/>
                  </a:lnTo>
                  <a:lnTo>
                    <a:pt x="4244301" y="1187636"/>
                  </a:lnTo>
                  <a:lnTo>
                    <a:pt x="4248664" y="1187636"/>
                  </a:lnTo>
                  <a:lnTo>
                    <a:pt x="4253026" y="1187636"/>
                  </a:lnTo>
                  <a:lnTo>
                    <a:pt x="4257389" y="1187636"/>
                  </a:lnTo>
                  <a:lnTo>
                    <a:pt x="4261752" y="1173729"/>
                  </a:lnTo>
                  <a:lnTo>
                    <a:pt x="4266115" y="1081945"/>
                  </a:lnTo>
                  <a:lnTo>
                    <a:pt x="4270477" y="1056912"/>
                  </a:lnTo>
                  <a:lnTo>
                    <a:pt x="4274840" y="1020755"/>
                  </a:lnTo>
                  <a:lnTo>
                    <a:pt x="4279203" y="1081945"/>
                  </a:lnTo>
                  <a:lnTo>
                    <a:pt x="4283566" y="1112540"/>
                  </a:lnTo>
                  <a:lnTo>
                    <a:pt x="4287928" y="1009630"/>
                  </a:lnTo>
                  <a:lnTo>
                    <a:pt x="4292291" y="928970"/>
                  </a:lnTo>
                  <a:lnTo>
                    <a:pt x="4296654" y="909501"/>
                  </a:lnTo>
                  <a:lnTo>
                    <a:pt x="4301017" y="864999"/>
                  </a:lnTo>
                  <a:lnTo>
                    <a:pt x="4305379" y="853874"/>
                  </a:lnTo>
                  <a:lnTo>
                    <a:pt x="4309742" y="890031"/>
                  </a:lnTo>
                  <a:lnTo>
                    <a:pt x="4314105" y="890031"/>
                  </a:lnTo>
                  <a:lnTo>
                    <a:pt x="4318468" y="801028"/>
                  </a:lnTo>
                  <a:lnTo>
                    <a:pt x="4322830" y="753745"/>
                  </a:lnTo>
                  <a:lnTo>
                    <a:pt x="4327193" y="725932"/>
                  </a:lnTo>
                  <a:lnTo>
                    <a:pt x="4331556" y="686993"/>
                  </a:lnTo>
                  <a:lnTo>
                    <a:pt x="4335919" y="686993"/>
                  </a:lnTo>
                  <a:lnTo>
                    <a:pt x="4340281" y="714806"/>
                  </a:lnTo>
                  <a:lnTo>
                    <a:pt x="4344644" y="628585"/>
                  </a:lnTo>
                  <a:lnTo>
                    <a:pt x="4349007" y="545144"/>
                  </a:lnTo>
                  <a:lnTo>
                    <a:pt x="4353370" y="467266"/>
                  </a:lnTo>
                  <a:lnTo>
                    <a:pt x="4357732" y="439453"/>
                  </a:lnTo>
                  <a:lnTo>
                    <a:pt x="4362095" y="205819"/>
                  </a:lnTo>
                  <a:lnTo>
                    <a:pt x="4366458" y="130723"/>
                  </a:lnTo>
                  <a:lnTo>
                    <a:pt x="4370821" y="136286"/>
                  </a:lnTo>
                  <a:lnTo>
                    <a:pt x="4375183" y="178006"/>
                  </a:lnTo>
                  <a:lnTo>
                    <a:pt x="4379546" y="155755"/>
                  </a:lnTo>
                  <a:lnTo>
                    <a:pt x="4383909" y="136285"/>
                  </a:lnTo>
                  <a:lnTo>
                    <a:pt x="4388272" y="58408"/>
                  </a:lnTo>
                  <a:lnTo>
                    <a:pt x="4392634" y="0"/>
                  </a:lnTo>
                  <a:lnTo>
                    <a:pt x="4396997" y="80659"/>
                  </a:lnTo>
                  <a:lnTo>
                    <a:pt x="4401360" y="80659"/>
                  </a:lnTo>
                  <a:lnTo>
                    <a:pt x="4405723" y="30594"/>
                  </a:lnTo>
                  <a:lnTo>
                    <a:pt x="4410085" y="61189"/>
                  </a:lnTo>
                  <a:lnTo>
                    <a:pt x="4414448" y="75096"/>
                  </a:lnTo>
                  <a:lnTo>
                    <a:pt x="4418811" y="75096"/>
                  </a:lnTo>
                  <a:lnTo>
                    <a:pt x="4423174" y="91784"/>
                  </a:lnTo>
                  <a:lnTo>
                    <a:pt x="4427536" y="180787"/>
                  </a:lnTo>
                  <a:lnTo>
                    <a:pt x="4431899" y="228070"/>
                  </a:lnTo>
                  <a:lnTo>
                    <a:pt x="4436262" y="205819"/>
                  </a:lnTo>
                  <a:lnTo>
                    <a:pt x="4440625" y="241977"/>
                  </a:lnTo>
                  <a:lnTo>
                    <a:pt x="4444987" y="241977"/>
                  </a:lnTo>
                  <a:lnTo>
                    <a:pt x="4449350" y="264227"/>
                  </a:lnTo>
                  <a:lnTo>
                    <a:pt x="4453713" y="350450"/>
                  </a:lnTo>
                  <a:lnTo>
                    <a:pt x="4458076" y="436672"/>
                  </a:lnTo>
                  <a:lnTo>
                    <a:pt x="4462438" y="514549"/>
                  </a:lnTo>
                  <a:lnTo>
                    <a:pt x="4466801" y="539581"/>
                  </a:lnTo>
                  <a:lnTo>
                    <a:pt x="4471164" y="767652"/>
                  </a:lnTo>
                  <a:lnTo>
                    <a:pt x="4475527" y="853874"/>
                  </a:lnTo>
                  <a:lnTo>
                    <a:pt x="4479889" y="856655"/>
                  </a:lnTo>
                  <a:lnTo>
                    <a:pt x="4484252" y="909501"/>
                  </a:lnTo>
                  <a:lnTo>
                    <a:pt x="4488615" y="954002"/>
                  </a:lnTo>
                  <a:lnTo>
                    <a:pt x="4492978" y="1006848"/>
                  </a:lnTo>
                  <a:lnTo>
                    <a:pt x="4497340" y="1031880"/>
                  </a:lnTo>
                  <a:lnTo>
                    <a:pt x="4501703" y="1109758"/>
                  </a:lnTo>
                  <a:lnTo>
                    <a:pt x="4506066" y="1132009"/>
                  </a:lnTo>
                  <a:lnTo>
                    <a:pt x="4510429" y="1209887"/>
                  </a:lnTo>
                  <a:lnTo>
                    <a:pt x="4514791" y="1284983"/>
                  </a:lnTo>
                  <a:lnTo>
                    <a:pt x="4519154" y="1298890"/>
                  </a:lnTo>
                  <a:lnTo>
                    <a:pt x="4523517" y="1298890"/>
                  </a:lnTo>
                  <a:lnTo>
                    <a:pt x="4527880" y="1298890"/>
                  </a:lnTo>
                  <a:lnTo>
                    <a:pt x="4532242" y="1298890"/>
                  </a:lnTo>
                  <a:lnTo>
                    <a:pt x="4536605" y="1298890"/>
                  </a:lnTo>
                  <a:lnTo>
                    <a:pt x="4540968" y="1298890"/>
                  </a:lnTo>
                  <a:lnTo>
                    <a:pt x="4545331" y="1346173"/>
                  </a:lnTo>
                  <a:lnTo>
                    <a:pt x="4549693" y="1354517"/>
                  </a:lnTo>
                  <a:lnTo>
                    <a:pt x="4554056" y="1354517"/>
                  </a:lnTo>
                  <a:lnTo>
                    <a:pt x="4558419" y="1354517"/>
                  </a:lnTo>
                  <a:lnTo>
                    <a:pt x="4562782" y="1354517"/>
                  </a:lnTo>
                  <a:lnTo>
                    <a:pt x="4567144" y="1354517"/>
                  </a:lnTo>
                  <a:lnTo>
                    <a:pt x="4571507" y="1354517"/>
                  </a:lnTo>
                  <a:lnTo>
                    <a:pt x="4575870" y="1312797"/>
                  </a:lnTo>
                  <a:lnTo>
                    <a:pt x="4580233" y="1268295"/>
                  </a:lnTo>
                  <a:lnTo>
                    <a:pt x="4584595" y="1243263"/>
                  </a:lnTo>
                  <a:lnTo>
                    <a:pt x="4588958" y="1232138"/>
                  </a:lnTo>
                  <a:lnTo>
                    <a:pt x="4593321" y="1187636"/>
                  </a:lnTo>
                  <a:lnTo>
                    <a:pt x="4597684" y="1187636"/>
                  </a:lnTo>
                  <a:lnTo>
                    <a:pt x="4602046" y="1190417"/>
                  </a:lnTo>
                  <a:lnTo>
                    <a:pt x="4606409" y="1198761"/>
                  </a:lnTo>
                  <a:lnTo>
                    <a:pt x="4610772" y="1132009"/>
                  </a:lnTo>
                  <a:lnTo>
                    <a:pt x="4615135" y="1132009"/>
                  </a:lnTo>
                  <a:lnTo>
                    <a:pt x="4619497" y="1132009"/>
                  </a:lnTo>
                  <a:lnTo>
                    <a:pt x="4623860" y="1126446"/>
                  </a:lnTo>
                  <a:lnTo>
                    <a:pt x="4628223" y="1070819"/>
                  </a:lnTo>
                  <a:lnTo>
                    <a:pt x="4632586" y="981816"/>
                  </a:lnTo>
                  <a:lnTo>
                    <a:pt x="4636948" y="956784"/>
                  </a:lnTo>
                  <a:lnTo>
                    <a:pt x="4641311" y="909501"/>
                  </a:lnTo>
                  <a:lnTo>
                    <a:pt x="4645674" y="826060"/>
                  </a:lnTo>
                  <a:lnTo>
                    <a:pt x="4650037" y="767652"/>
                  </a:lnTo>
                  <a:lnTo>
                    <a:pt x="4654399" y="742620"/>
                  </a:lnTo>
                  <a:lnTo>
                    <a:pt x="4658762" y="742620"/>
                  </a:lnTo>
                  <a:lnTo>
                    <a:pt x="4663125" y="692556"/>
                  </a:lnTo>
                  <a:lnTo>
                    <a:pt x="4667488" y="631366"/>
                  </a:lnTo>
                  <a:lnTo>
                    <a:pt x="4671850" y="589646"/>
                  </a:lnTo>
                  <a:lnTo>
                    <a:pt x="4676213" y="575739"/>
                  </a:lnTo>
                  <a:lnTo>
                    <a:pt x="4680576" y="575739"/>
                  </a:lnTo>
                  <a:lnTo>
                    <a:pt x="4684939" y="614678"/>
                  </a:lnTo>
                  <a:lnTo>
                    <a:pt x="4689301" y="639710"/>
                  </a:lnTo>
                  <a:lnTo>
                    <a:pt x="4693664" y="631366"/>
                  </a:lnTo>
                  <a:lnTo>
                    <a:pt x="4698027" y="639710"/>
                  </a:lnTo>
                  <a:lnTo>
                    <a:pt x="4702390" y="686993"/>
                  </a:lnTo>
                  <a:lnTo>
                    <a:pt x="4706752" y="686993"/>
                  </a:lnTo>
                  <a:lnTo>
                    <a:pt x="4711115" y="661961"/>
                  </a:lnTo>
                  <a:lnTo>
                    <a:pt x="4715478" y="673086"/>
                  </a:lnTo>
                  <a:lnTo>
                    <a:pt x="4719841" y="739839"/>
                  </a:lnTo>
                  <a:lnTo>
                    <a:pt x="4724203" y="742620"/>
                  </a:lnTo>
                  <a:lnTo>
                    <a:pt x="4728566" y="742620"/>
                  </a:lnTo>
                  <a:lnTo>
                    <a:pt x="4732929" y="745401"/>
                  </a:lnTo>
                  <a:lnTo>
                    <a:pt x="4737292" y="801028"/>
                  </a:lnTo>
                  <a:lnTo>
                    <a:pt x="4741654" y="890031"/>
                  </a:lnTo>
                  <a:lnTo>
                    <a:pt x="4746017" y="915064"/>
                  </a:lnTo>
                  <a:lnTo>
                    <a:pt x="4750380" y="965128"/>
                  </a:lnTo>
                  <a:lnTo>
                    <a:pt x="4754743" y="1043006"/>
                  </a:lnTo>
                  <a:lnTo>
                    <a:pt x="4759105" y="1104195"/>
                  </a:lnTo>
                  <a:lnTo>
                    <a:pt x="4763468" y="1109758"/>
                  </a:lnTo>
                  <a:lnTo>
                    <a:pt x="4767831" y="1076382"/>
                  </a:lnTo>
                  <a:lnTo>
                    <a:pt x="4772194" y="1120883"/>
                  </a:lnTo>
                  <a:lnTo>
                    <a:pt x="4776556" y="1187636"/>
                  </a:lnTo>
                  <a:lnTo>
                    <a:pt x="4780919" y="1226575"/>
                  </a:lnTo>
                  <a:lnTo>
                    <a:pt x="4785282" y="1243263"/>
                  </a:lnTo>
                  <a:lnTo>
                    <a:pt x="4789645" y="1243263"/>
                  </a:lnTo>
                  <a:lnTo>
                    <a:pt x="4794007" y="1243263"/>
                  </a:lnTo>
                  <a:lnTo>
                    <a:pt x="4798370" y="1207105"/>
                  </a:lnTo>
                  <a:lnTo>
                    <a:pt x="4802733" y="1243263"/>
                  </a:lnTo>
                  <a:lnTo>
                    <a:pt x="4807096" y="1243263"/>
                  </a:lnTo>
                  <a:lnTo>
                    <a:pt x="4811458" y="1243263"/>
                  </a:lnTo>
                  <a:lnTo>
                    <a:pt x="4815821" y="1243263"/>
                  </a:lnTo>
                  <a:lnTo>
                    <a:pt x="4820184" y="1265514"/>
                  </a:lnTo>
                  <a:lnTo>
                    <a:pt x="4824547" y="1279421"/>
                  </a:lnTo>
                  <a:lnTo>
                    <a:pt x="4828909" y="1243263"/>
                  </a:lnTo>
                  <a:lnTo>
                    <a:pt x="4833272" y="1201543"/>
                  </a:lnTo>
                  <a:lnTo>
                    <a:pt x="4837635" y="1187636"/>
                  </a:lnTo>
                  <a:lnTo>
                    <a:pt x="4841998" y="1187636"/>
                  </a:lnTo>
                  <a:lnTo>
                    <a:pt x="4846360" y="1187636"/>
                  </a:lnTo>
                  <a:lnTo>
                    <a:pt x="4850723" y="1165385"/>
                  </a:lnTo>
                  <a:lnTo>
                    <a:pt x="4855086" y="1087507"/>
                  </a:lnTo>
                  <a:lnTo>
                    <a:pt x="4859449" y="1076382"/>
                  </a:lnTo>
                  <a:lnTo>
                    <a:pt x="4863811" y="1076382"/>
                  </a:lnTo>
                  <a:lnTo>
                    <a:pt x="4868174" y="1076382"/>
                  </a:lnTo>
                  <a:lnTo>
                    <a:pt x="4872537" y="1095851"/>
                  </a:lnTo>
                  <a:lnTo>
                    <a:pt x="4876900" y="1132009"/>
                  </a:lnTo>
                  <a:lnTo>
                    <a:pt x="4881262" y="1129228"/>
                  </a:lnTo>
                  <a:lnTo>
                    <a:pt x="4885625" y="1076382"/>
                  </a:lnTo>
                  <a:lnTo>
                    <a:pt x="4889988" y="1076382"/>
                  </a:lnTo>
                  <a:lnTo>
                    <a:pt x="4894351" y="1076382"/>
                  </a:lnTo>
                  <a:lnTo>
                    <a:pt x="4898713" y="1076382"/>
                  </a:lnTo>
                  <a:lnTo>
                    <a:pt x="4903076" y="1076382"/>
                  </a:lnTo>
                  <a:lnTo>
                    <a:pt x="4907439" y="1126446"/>
                  </a:lnTo>
                  <a:lnTo>
                    <a:pt x="4911802" y="1132009"/>
                  </a:lnTo>
                  <a:lnTo>
                    <a:pt x="4916164" y="1120884"/>
                  </a:lnTo>
                  <a:lnTo>
                    <a:pt x="4920527" y="1040224"/>
                  </a:lnTo>
                  <a:lnTo>
                    <a:pt x="4924890" y="1020755"/>
                  </a:lnTo>
                  <a:lnTo>
                    <a:pt x="4929253" y="1020755"/>
                  </a:lnTo>
                  <a:lnTo>
                    <a:pt x="4933615" y="1037443"/>
                  </a:lnTo>
                  <a:lnTo>
                    <a:pt x="4937978" y="1076382"/>
                  </a:lnTo>
                  <a:lnTo>
                    <a:pt x="4942341" y="1029099"/>
                  </a:lnTo>
                  <a:lnTo>
                    <a:pt x="4946704" y="1020755"/>
                  </a:lnTo>
                  <a:lnTo>
                    <a:pt x="4951066" y="1020755"/>
                  </a:lnTo>
                  <a:lnTo>
                    <a:pt x="4955429" y="1020755"/>
                  </a:lnTo>
                  <a:lnTo>
                    <a:pt x="4959792" y="1034662"/>
                  </a:lnTo>
                  <a:lnTo>
                    <a:pt x="4964155" y="1062475"/>
                  </a:lnTo>
                  <a:lnTo>
                    <a:pt x="4968517" y="1076382"/>
                  </a:lnTo>
                  <a:lnTo>
                    <a:pt x="4972880" y="1076382"/>
                  </a:lnTo>
                  <a:lnTo>
                    <a:pt x="4977243" y="1076382"/>
                  </a:lnTo>
                  <a:lnTo>
                    <a:pt x="4981606" y="1076382"/>
                  </a:lnTo>
                  <a:lnTo>
                    <a:pt x="4985968" y="1076382"/>
                  </a:lnTo>
                  <a:lnTo>
                    <a:pt x="4990331" y="1076382"/>
                  </a:lnTo>
                  <a:lnTo>
                    <a:pt x="4994694" y="1132009"/>
                  </a:lnTo>
                  <a:lnTo>
                    <a:pt x="4999057" y="1132009"/>
                  </a:lnTo>
                  <a:lnTo>
                    <a:pt x="5003419" y="1132009"/>
                  </a:lnTo>
                  <a:lnTo>
                    <a:pt x="5007782" y="1132009"/>
                  </a:lnTo>
                  <a:lnTo>
                    <a:pt x="5012145" y="1132009"/>
                  </a:lnTo>
                  <a:lnTo>
                    <a:pt x="5016508" y="1132009"/>
                  </a:lnTo>
                  <a:lnTo>
                    <a:pt x="5020870" y="1118102"/>
                  </a:lnTo>
                  <a:lnTo>
                    <a:pt x="5025233" y="1084726"/>
                  </a:lnTo>
                  <a:lnTo>
                    <a:pt x="5029596" y="1154260"/>
                  </a:lnTo>
                  <a:lnTo>
                    <a:pt x="5033959" y="1132009"/>
                  </a:lnTo>
                  <a:lnTo>
                    <a:pt x="5038321" y="1093070"/>
                  </a:lnTo>
                  <a:lnTo>
                    <a:pt x="5042684" y="1076382"/>
                  </a:lnTo>
                  <a:lnTo>
                    <a:pt x="5047047" y="1076382"/>
                  </a:lnTo>
                  <a:lnTo>
                    <a:pt x="5051410" y="1157041"/>
                  </a:lnTo>
                  <a:lnTo>
                    <a:pt x="5055772" y="1187636"/>
                  </a:lnTo>
                  <a:lnTo>
                    <a:pt x="5060135" y="1187636"/>
                  </a:lnTo>
                  <a:lnTo>
                    <a:pt x="5064498" y="1187636"/>
                  </a:lnTo>
                  <a:lnTo>
                    <a:pt x="5068861" y="1190417"/>
                  </a:lnTo>
                  <a:lnTo>
                    <a:pt x="5073223" y="1243263"/>
                  </a:lnTo>
                  <a:lnTo>
                    <a:pt x="5077586" y="1243263"/>
                  </a:lnTo>
                  <a:lnTo>
                    <a:pt x="5081949" y="1243263"/>
                  </a:lnTo>
                  <a:lnTo>
                    <a:pt x="5086312" y="1243263"/>
                  </a:lnTo>
                  <a:lnTo>
                    <a:pt x="5090674" y="1243263"/>
                  </a:lnTo>
                  <a:lnTo>
                    <a:pt x="5095037" y="1243263"/>
                  </a:lnTo>
                  <a:lnTo>
                    <a:pt x="5099400" y="1243263"/>
                  </a:lnTo>
                  <a:lnTo>
                    <a:pt x="5103763" y="1243263"/>
                  </a:lnTo>
                  <a:lnTo>
                    <a:pt x="5108125" y="1243263"/>
                  </a:lnTo>
                  <a:lnTo>
                    <a:pt x="5112488" y="1204324"/>
                  </a:lnTo>
                  <a:lnTo>
                    <a:pt x="5116851" y="1187636"/>
                  </a:lnTo>
                  <a:lnTo>
                    <a:pt x="5121214" y="1187636"/>
                  </a:lnTo>
                  <a:lnTo>
                    <a:pt x="5125576" y="1187636"/>
                  </a:lnTo>
                  <a:lnTo>
                    <a:pt x="5129939" y="1198761"/>
                  </a:lnTo>
                  <a:lnTo>
                    <a:pt x="5134302" y="1243263"/>
                  </a:lnTo>
                  <a:lnTo>
                    <a:pt x="5138665" y="1251607"/>
                  </a:lnTo>
                  <a:lnTo>
                    <a:pt x="5143027" y="1276639"/>
                  </a:lnTo>
                  <a:lnTo>
                    <a:pt x="5147390" y="1279420"/>
                  </a:lnTo>
                  <a:lnTo>
                    <a:pt x="5151753" y="1298890"/>
                  </a:lnTo>
                  <a:lnTo>
                    <a:pt x="5156116" y="1298890"/>
                  </a:lnTo>
                  <a:lnTo>
                    <a:pt x="5160478" y="1262732"/>
                  </a:lnTo>
                  <a:lnTo>
                    <a:pt x="5164841" y="1243263"/>
                  </a:lnTo>
                  <a:lnTo>
                    <a:pt x="5169204" y="1243263"/>
                  </a:lnTo>
                  <a:lnTo>
                    <a:pt x="5173567" y="1243263"/>
                  </a:lnTo>
                  <a:lnTo>
                    <a:pt x="5177929" y="1243263"/>
                  </a:lnTo>
                  <a:lnTo>
                    <a:pt x="5182292" y="1243263"/>
                  </a:lnTo>
                  <a:lnTo>
                    <a:pt x="5186655" y="1221012"/>
                  </a:lnTo>
                  <a:lnTo>
                    <a:pt x="5191018" y="1187636"/>
                  </a:lnTo>
                  <a:lnTo>
                    <a:pt x="5195380" y="1187636"/>
                  </a:lnTo>
                  <a:lnTo>
                    <a:pt x="5199743" y="1187636"/>
                  </a:lnTo>
                  <a:lnTo>
                    <a:pt x="5204106" y="1132009"/>
                  </a:lnTo>
                  <a:lnTo>
                    <a:pt x="5208469" y="1090289"/>
                  </a:lnTo>
                  <a:lnTo>
                    <a:pt x="5212831" y="1073601"/>
                  </a:lnTo>
                  <a:lnTo>
                    <a:pt x="5217194" y="1020755"/>
                  </a:lnTo>
                  <a:lnTo>
                    <a:pt x="5221557" y="1056913"/>
                  </a:lnTo>
                  <a:lnTo>
                    <a:pt x="5225920" y="1076382"/>
                  </a:lnTo>
                  <a:lnTo>
                    <a:pt x="5230282" y="1076382"/>
                  </a:lnTo>
                  <a:lnTo>
                    <a:pt x="5234645" y="1076382"/>
                  </a:lnTo>
                  <a:lnTo>
                    <a:pt x="5239008" y="1076382"/>
                  </a:lnTo>
                  <a:lnTo>
                    <a:pt x="5243371" y="1076382"/>
                  </a:lnTo>
                  <a:lnTo>
                    <a:pt x="5247733" y="1076382"/>
                  </a:lnTo>
                  <a:lnTo>
                    <a:pt x="5252096" y="1095851"/>
                  </a:lnTo>
                  <a:lnTo>
                    <a:pt x="5256459" y="1132009"/>
                  </a:lnTo>
                  <a:lnTo>
                    <a:pt x="5260822" y="1132009"/>
                  </a:lnTo>
                  <a:lnTo>
                    <a:pt x="5265184" y="1132009"/>
                  </a:lnTo>
                  <a:lnTo>
                    <a:pt x="5269547" y="1165385"/>
                  </a:lnTo>
                  <a:lnTo>
                    <a:pt x="5273910" y="1187636"/>
                  </a:lnTo>
                  <a:lnTo>
                    <a:pt x="5278273" y="1168166"/>
                  </a:lnTo>
                  <a:lnTo>
                    <a:pt x="5282635" y="1132009"/>
                  </a:lnTo>
                  <a:lnTo>
                    <a:pt x="5286998" y="1059694"/>
                  </a:lnTo>
                  <a:lnTo>
                    <a:pt x="5291361" y="1020755"/>
                  </a:lnTo>
                  <a:lnTo>
                    <a:pt x="5295724" y="1040224"/>
                  </a:lnTo>
                  <a:lnTo>
                    <a:pt x="5300086" y="1026318"/>
                  </a:lnTo>
                  <a:lnTo>
                    <a:pt x="5304449" y="1020755"/>
                  </a:lnTo>
                  <a:lnTo>
                    <a:pt x="5308812" y="1020755"/>
                  </a:lnTo>
                  <a:lnTo>
                    <a:pt x="5313175" y="1073601"/>
                  </a:lnTo>
                  <a:lnTo>
                    <a:pt x="5317537" y="1115321"/>
                  </a:lnTo>
                  <a:lnTo>
                    <a:pt x="5321900" y="1054131"/>
                  </a:lnTo>
                  <a:lnTo>
                    <a:pt x="5326263" y="1076382"/>
                  </a:lnTo>
                  <a:lnTo>
                    <a:pt x="5330626" y="1048568"/>
                  </a:lnTo>
                  <a:lnTo>
                    <a:pt x="5334988" y="1020755"/>
                  </a:lnTo>
                  <a:lnTo>
                    <a:pt x="5339351" y="1020755"/>
                  </a:lnTo>
                  <a:lnTo>
                    <a:pt x="5343714" y="990160"/>
                  </a:lnTo>
                  <a:lnTo>
                    <a:pt x="5348077" y="965128"/>
                  </a:lnTo>
                  <a:lnTo>
                    <a:pt x="5352439" y="909501"/>
                  </a:lnTo>
                  <a:lnTo>
                    <a:pt x="5356802" y="909501"/>
                  </a:lnTo>
                  <a:lnTo>
                    <a:pt x="5361165" y="909501"/>
                  </a:lnTo>
                  <a:lnTo>
                    <a:pt x="5365528" y="909501"/>
                  </a:lnTo>
                  <a:lnTo>
                    <a:pt x="5369890" y="909501"/>
                  </a:lnTo>
                  <a:lnTo>
                    <a:pt x="5374253" y="873343"/>
                  </a:lnTo>
                  <a:lnTo>
                    <a:pt x="5378616" y="848311"/>
                  </a:lnTo>
                  <a:lnTo>
                    <a:pt x="5382979" y="742620"/>
                  </a:lnTo>
                  <a:lnTo>
                    <a:pt x="5387341" y="759308"/>
                  </a:lnTo>
                  <a:lnTo>
                    <a:pt x="5391704" y="745401"/>
                  </a:lnTo>
                  <a:lnTo>
                    <a:pt x="5396067" y="809372"/>
                  </a:lnTo>
                  <a:lnTo>
                    <a:pt x="5400430" y="853874"/>
                  </a:lnTo>
                  <a:lnTo>
                    <a:pt x="5404792" y="853874"/>
                  </a:lnTo>
                  <a:lnTo>
                    <a:pt x="5409155" y="901157"/>
                  </a:lnTo>
                  <a:lnTo>
                    <a:pt x="5413518" y="892813"/>
                  </a:lnTo>
                  <a:lnTo>
                    <a:pt x="5417881" y="795465"/>
                  </a:lnTo>
                  <a:lnTo>
                    <a:pt x="5422243" y="742620"/>
                  </a:lnTo>
                  <a:lnTo>
                    <a:pt x="5426606" y="742620"/>
                  </a:lnTo>
                  <a:lnTo>
                    <a:pt x="5430969" y="778777"/>
                  </a:lnTo>
                  <a:lnTo>
                    <a:pt x="5435332" y="695337"/>
                  </a:lnTo>
                  <a:lnTo>
                    <a:pt x="5439694" y="600771"/>
                  </a:lnTo>
                  <a:lnTo>
                    <a:pt x="5444057" y="625803"/>
                  </a:lnTo>
                  <a:lnTo>
                    <a:pt x="5448420" y="575739"/>
                  </a:lnTo>
                  <a:lnTo>
                    <a:pt x="5452783" y="603552"/>
                  </a:lnTo>
                  <a:lnTo>
                    <a:pt x="5457145" y="631366"/>
                  </a:lnTo>
                  <a:lnTo>
                    <a:pt x="5461508" y="661961"/>
                  </a:lnTo>
                  <a:lnTo>
                    <a:pt x="5465871" y="631366"/>
                  </a:lnTo>
                  <a:lnTo>
                    <a:pt x="5470234" y="623022"/>
                  </a:lnTo>
                  <a:lnTo>
                    <a:pt x="5474596" y="559051"/>
                  </a:lnTo>
                  <a:lnTo>
                    <a:pt x="5478959" y="520112"/>
                  </a:lnTo>
                  <a:lnTo>
                    <a:pt x="5483322" y="517330"/>
                  </a:lnTo>
                  <a:lnTo>
                    <a:pt x="5487685" y="472829"/>
                  </a:lnTo>
                  <a:lnTo>
                    <a:pt x="5492047" y="559051"/>
                  </a:lnTo>
                  <a:lnTo>
                    <a:pt x="5496410" y="520112"/>
                  </a:lnTo>
                  <a:lnTo>
                    <a:pt x="5500773" y="570176"/>
                  </a:lnTo>
                  <a:lnTo>
                    <a:pt x="5505136" y="528456"/>
                  </a:lnTo>
                  <a:lnTo>
                    <a:pt x="5509498" y="520112"/>
                  </a:lnTo>
                  <a:lnTo>
                    <a:pt x="5513861" y="520112"/>
                  </a:lnTo>
                  <a:lnTo>
                    <a:pt x="5518224" y="520112"/>
                  </a:lnTo>
                  <a:lnTo>
                    <a:pt x="5522587" y="534019"/>
                  </a:lnTo>
                  <a:lnTo>
                    <a:pt x="5526949" y="606334"/>
                  </a:lnTo>
                  <a:lnTo>
                    <a:pt x="5531312" y="631366"/>
                  </a:lnTo>
                  <a:lnTo>
                    <a:pt x="5535675" y="631366"/>
                  </a:lnTo>
                  <a:lnTo>
                    <a:pt x="5540038" y="648054"/>
                  </a:lnTo>
                  <a:lnTo>
                    <a:pt x="5544400" y="717588"/>
                  </a:lnTo>
                  <a:lnTo>
                    <a:pt x="5548763" y="798247"/>
                  </a:lnTo>
                  <a:lnTo>
                    <a:pt x="5553126" y="801028"/>
                  </a:lnTo>
                  <a:lnTo>
                    <a:pt x="5557489" y="853874"/>
                  </a:lnTo>
                  <a:lnTo>
                    <a:pt x="5561851" y="853874"/>
                  </a:lnTo>
                  <a:lnTo>
                    <a:pt x="5566214" y="853874"/>
                  </a:lnTo>
                  <a:lnTo>
                    <a:pt x="5570577" y="873343"/>
                  </a:lnTo>
                  <a:lnTo>
                    <a:pt x="5574940" y="892813"/>
                  </a:lnTo>
                  <a:lnTo>
                    <a:pt x="5579302" y="859437"/>
                  </a:lnTo>
                  <a:lnTo>
                    <a:pt x="5583665" y="923408"/>
                  </a:lnTo>
                  <a:lnTo>
                    <a:pt x="5588028" y="965128"/>
                  </a:lnTo>
                  <a:lnTo>
                    <a:pt x="5592391" y="998504"/>
                  </a:lnTo>
                  <a:lnTo>
                    <a:pt x="5596753" y="1068038"/>
                  </a:lnTo>
                  <a:lnTo>
                    <a:pt x="5601116" y="1087507"/>
                  </a:lnTo>
                  <a:lnTo>
                    <a:pt x="5605479" y="1132009"/>
                  </a:lnTo>
                  <a:lnTo>
                    <a:pt x="5609842" y="1118102"/>
                  </a:lnTo>
                  <a:lnTo>
                    <a:pt x="5614204" y="1120883"/>
                  </a:lnTo>
                  <a:lnTo>
                    <a:pt x="5618567" y="1115321"/>
                  </a:lnTo>
                  <a:lnTo>
                    <a:pt x="5622930" y="1048568"/>
                  </a:lnTo>
                  <a:lnTo>
                    <a:pt x="5627293" y="987379"/>
                  </a:lnTo>
                  <a:lnTo>
                    <a:pt x="5631655" y="965128"/>
                  </a:lnTo>
                  <a:lnTo>
                    <a:pt x="5636018" y="984597"/>
                  </a:lnTo>
                  <a:lnTo>
                    <a:pt x="5640381" y="1020755"/>
                  </a:lnTo>
                  <a:lnTo>
                    <a:pt x="5644744" y="1020755"/>
                  </a:lnTo>
                  <a:lnTo>
                    <a:pt x="5649106" y="1006848"/>
                  </a:lnTo>
                  <a:lnTo>
                    <a:pt x="5653469" y="992941"/>
                  </a:lnTo>
                  <a:lnTo>
                    <a:pt x="5657832" y="1020755"/>
                  </a:lnTo>
                  <a:lnTo>
                    <a:pt x="5662195" y="981816"/>
                  </a:lnTo>
                  <a:lnTo>
                    <a:pt x="5666557" y="920626"/>
                  </a:lnTo>
                  <a:lnTo>
                    <a:pt x="5670920" y="909501"/>
                  </a:lnTo>
                  <a:lnTo>
                    <a:pt x="5675283" y="859437"/>
                  </a:lnTo>
                  <a:lnTo>
                    <a:pt x="5679646" y="853874"/>
                  </a:lnTo>
                  <a:lnTo>
                    <a:pt x="5684008" y="867781"/>
                  </a:lnTo>
                  <a:lnTo>
                    <a:pt x="5688371" y="892813"/>
                  </a:lnTo>
                  <a:lnTo>
                    <a:pt x="5692734" y="814935"/>
                  </a:lnTo>
                  <a:lnTo>
                    <a:pt x="5697097" y="756527"/>
                  </a:lnTo>
                  <a:lnTo>
                    <a:pt x="5701459" y="742620"/>
                  </a:lnTo>
                  <a:lnTo>
                    <a:pt x="5705822" y="742620"/>
                  </a:lnTo>
                  <a:lnTo>
                    <a:pt x="5710185" y="689774"/>
                  </a:lnTo>
                  <a:lnTo>
                    <a:pt x="5714548" y="686993"/>
                  </a:lnTo>
                  <a:lnTo>
                    <a:pt x="5718910" y="698118"/>
                  </a:lnTo>
                  <a:lnTo>
                    <a:pt x="5723273" y="742620"/>
                  </a:lnTo>
                  <a:lnTo>
                    <a:pt x="5727636" y="756527"/>
                  </a:lnTo>
                  <a:lnTo>
                    <a:pt x="5731999" y="823279"/>
                  </a:lnTo>
                  <a:lnTo>
                    <a:pt x="5736361" y="884469"/>
                  </a:lnTo>
                  <a:lnTo>
                    <a:pt x="5740724" y="909501"/>
                  </a:lnTo>
                  <a:lnTo>
                    <a:pt x="5745087" y="909501"/>
                  </a:lnTo>
                  <a:lnTo>
                    <a:pt x="5749450" y="898375"/>
                  </a:lnTo>
                  <a:lnTo>
                    <a:pt x="5753812" y="853874"/>
                  </a:lnTo>
                  <a:lnTo>
                    <a:pt x="5758175" y="876125"/>
                  </a:lnTo>
                  <a:lnTo>
                    <a:pt x="5762538" y="940096"/>
                  </a:lnTo>
                  <a:lnTo>
                    <a:pt x="5766901" y="965128"/>
                  </a:lnTo>
                  <a:lnTo>
                    <a:pt x="5771263" y="1001285"/>
                  </a:lnTo>
                  <a:lnTo>
                    <a:pt x="5775626" y="1062475"/>
                  </a:lnTo>
                  <a:lnTo>
                    <a:pt x="5779989" y="1059694"/>
                  </a:lnTo>
                  <a:lnTo>
                    <a:pt x="5784352" y="1068038"/>
                  </a:lnTo>
                  <a:lnTo>
                    <a:pt x="5788714" y="1029099"/>
                  </a:lnTo>
                  <a:lnTo>
                    <a:pt x="5793077" y="1020755"/>
                  </a:lnTo>
                  <a:lnTo>
                    <a:pt x="5797440" y="1034662"/>
                  </a:lnTo>
                  <a:lnTo>
                    <a:pt x="5801803" y="1112539"/>
                  </a:lnTo>
                  <a:lnTo>
                    <a:pt x="5806165" y="1120883"/>
                  </a:lnTo>
                  <a:lnTo>
                    <a:pt x="5810528" y="1132009"/>
                  </a:lnTo>
                  <a:lnTo>
                    <a:pt x="5814891" y="1132009"/>
                  </a:lnTo>
                  <a:lnTo>
                    <a:pt x="5819254" y="1182073"/>
                  </a:lnTo>
                  <a:lnTo>
                    <a:pt x="5823616" y="1187636"/>
                  </a:lnTo>
                  <a:lnTo>
                    <a:pt x="5827979" y="1170948"/>
                  </a:lnTo>
                  <a:lnTo>
                    <a:pt x="5832342" y="1132009"/>
                  </a:lnTo>
                  <a:lnTo>
                    <a:pt x="5836705" y="1087507"/>
                  </a:lnTo>
                  <a:lnTo>
                    <a:pt x="5841067" y="1034662"/>
                  </a:lnTo>
                  <a:lnTo>
                    <a:pt x="5845430" y="1020755"/>
                  </a:lnTo>
                  <a:lnTo>
                    <a:pt x="5849793" y="1020755"/>
                  </a:lnTo>
                  <a:lnTo>
                    <a:pt x="5854156" y="1006848"/>
                  </a:lnTo>
                  <a:lnTo>
                    <a:pt x="5858518" y="973472"/>
                  </a:lnTo>
                  <a:lnTo>
                    <a:pt x="5862881" y="981816"/>
                  </a:lnTo>
                  <a:lnTo>
                    <a:pt x="5867244" y="909501"/>
                  </a:lnTo>
                  <a:lnTo>
                    <a:pt x="5871607" y="909501"/>
                  </a:lnTo>
                  <a:lnTo>
                    <a:pt x="5875969" y="909501"/>
                  </a:lnTo>
                  <a:lnTo>
                    <a:pt x="5880332" y="909501"/>
                  </a:lnTo>
                  <a:lnTo>
                    <a:pt x="5884695" y="909501"/>
                  </a:lnTo>
                  <a:lnTo>
                    <a:pt x="5889057" y="923408"/>
                  </a:lnTo>
                  <a:lnTo>
                    <a:pt x="5893420" y="965128"/>
                  </a:lnTo>
                  <a:lnTo>
                    <a:pt x="5897783" y="1009630"/>
                  </a:lnTo>
                  <a:lnTo>
                    <a:pt x="5902146" y="1020755"/>
                  </a:lnTo>
                  <a:lnTo>
                    <a:pt x="5906508" y="1020755"/>
                  </a:lnTo>
                  <a:lnTo>
                    <a:pt x="5910871" y="992941"/>
                  </a:lnTo>
                  <a:lnTo>
                    <a:pt x="5915234" y="1012411"/>
                  </a:lnTo>
                  <a:lnTo>
                    <a:pt x="5919597" y="1020755"/>
                  </a:lnTo>
                  <a:lnTo>
                    <a:pt x="5923959" y="1020755"/>
                  </a:lnTo>
                  <a:lnTo>
                    <a:pt x="5928322" y="992941"/>
                  </a:lnTo>
                  <a:lnTo>
                    <a:pt x="5932685" y="965128"/>
                  </a:lnTo>
                  <a:lnTo>
                    <a:pt x="5937048" y="979035"/>
                  </a:lnTo>
                  <a:lnTo>
                    <a:pt x="5941410" y="1020755"/>
                  </a:lnTo>
                  <a:lnTo>
                    <a:pt x="5945773" y="1059694"/>
                  </a:lnTo>
                  <a:lnTo>
                    <a:pt x="5950136" y="1006848"/>
                  </a:lnTo>
                  <a:lnTo>
                    <a:pt x="5954499" y="984597"/>
                  </a:lnTo>
                  <a:lnTo>
                    <a:pt x="5958861" y="965128"/>
                  </a:lnTo>
                  <a:lnTo>
                    <a:pt x="5963224" y="976253"/>
                  </a:lnTo>
                  <a:lnTo>
                    <a:pt x="5967587" y="1020755"/>
                  </a:lnTo>
                  <a:lnTo>
                    <a:pt x="5971950" y="1054131"/>
                  </a:lnTo>
                  <a:lnTo>
                    <a:pt x="5976312" y="1132009"/>
                  </a:lnTo>
                  <a:lnTo>
                    <a:pt x="5980675" y="1132009"/>
                  </a:lnTo>
                  <a:lnTo>
                    <a:pt x="5985038" y="1132009"/>
                  </a:lnTo>
                  <a:lnTo>
                    <a:pt x="5989401" y="1132009"/>
                  </a:lnTo>
                  <a:lnTo>
                    <a:pt x="5993763" y="1132009"/>
                  </a:lnTo>
                  <a:lnTo>
                    <a:pt x="5998126" y="1132009"/>
                  </a:lnTo>
                  <a:lnTo>
                    <a:pt x="6002489" y="1132009"/>
                  </a:lnTo>
                  <a:lnTo>
                    <a:pt x="6006852" y="1132009"/>
                  </a:lnTo>
                  <a:lnTo>
                    <a:pt x="6011214" y="1093070"/>
                  </a:lnTo>
                  <a:lnTo>
                    <a:pt x="6015577" y="1051350"/>
                  </a:lnTo>
                  <a:lnTo>
                    <a:pt x="6019940" y="1045787"/>
                  </a:lnTo>
                  <a:lnTo>
                    <a:pt x="6024303" y="1076382"/>
                  </a:lnTo>
                  <a:lnTo>
                    <a:pt x="6028665" y="1076382"/>
                  </a:lnTo>
                  <a:lnTo>
                    <a:pt x="6033028" y="1076382"/>
                  </a:lnTo>
                  <a:lnTo>
                    <a:pt x="6037391" y="1101414"/>
                  </a:lnTo>
                  <a:lnTo>
                    <a:pt x="6041754" y="1109758"/>
                  </a:lnTo>
                  <a:lnTo>
                    <a:pt x="6046116" y="1076382"/>
                  </a:lnTo>
                  <a:lnTo>
                    <a:pt x="6050479" y="1076382"/>
                  </a:lnTo>
                  <a:lnTo>
                    <a:pt x="6054842" y="1070819"/>
                  </a:lnTo>
                  <a:lnTo>
                    <a:pt x="6059205" y="1106977"/>
                  </a:lnTo>
                  <a:lnTo>
                    <a:pt x="6063567" y="1098633"/>
                  </a:lnTo>
                  <a:lnTo>
                    <a:pt x="6067930" y="1076382"/>
                  </a:lnTo>
                  <a:lnTo>
                    <a:pt x="6072293" y="1076382"/>
                  </a:lnTo>
                  <a:lnTo>
                    <a:pt x="6076656" y="1023536"/>
                  </a:lnTo>
                  <a:lnTo>
                    <a:pt x="6081018" y="998504"/>
                  </a:lnTo>
                  <a:lnTo>
                    <a:pt x="6085381" y="965128"/>
                  </a:lnTo>
                  <a:lnTo>
                    <a:pt x="6089744" y="965128"/>
                  </a:lnTo>
                  <a:lnTo>
                    <a:pt x="6094107" y="965128"/>
                  </a:lnTo>
                  <a:lnTo>
                    <a:pt x="6098469" y="965128"/>
                  </a:lnTo>
                  <a:lnTo>
                    <a:pt x="6102832" y="965128"/>
                  </a:lnTo>
                  <a:lnTo>
                    <a:pt x="6107195" y="931752"/>
                  </a:lnTo>
                  <a:lnTo>
                    <a:pt x="6111558" y="909501"/>
                  </a:lnTo>
                  <a:lnTo>
                    <a:pt x="6115920" y="909501"/>
                  </a:lnTo>
                  <a:lnTo>
                    <a:pt x="6120283" y="945658"/>
                  </a:lnTo>
                  <a:lnTo>
                    <a:pt x="6124646" y="987379"/>
                  </a:lnTo>
                  <a:lnTo>
                    <a:pt x="6129009" y="1020755"/>
                  </a:lnTo>
                  <a:lnTo>
                    <a:pt x="6133371" y="1020755"/>
                  </a:lnTo>
                  <a:lnTo>
                    <a:pt x="6137734" y="1020755"/>
                  </a:lnTo>
                  <a:lnTo>
                    <a:pt x="6142097" y="1015192"/>
                  </a:lnTo>
                  <a:lnTo>
                    <a:pt x="6146460" y="965128"/>
                  </a:lnTo>
                  <a:lnTo>
                    <a:pt x="6150822" y="984597"/>
                  </a:lnTo>
                  <a:lnTo>
                    <a:pt x="6155185" y="1020755"/>
                  </a:lnTo>
                  <a:lnTo>
                    <a:pt x="6159548" y="965128"/>
                  </a:lnTo>
                  <a:lnTo>
                    <a:pt x="6163911" y="967909"/>
                  </a:lnTo>
                  <a:lnTo>
                    <a:pt x="6168273" y="931752"/>
                  </a:lnTo>
                  <a:lnTo>
                    <a:pt x="6172636" y="917845"/>
                  </a:lnTo>
                  <a:lnTo>
                    <a:pt x="6176999" y="903938"/>
                  </a:lnTo>
                  <a:lnTo>
                    <a:pt x="6181362" y="853874"/>
                  </a:lnTo>
                  <a:lnTo>
                    <a:pt x="6185724" y="903938"/>
                  </a:lnTo>
                  <a:lnTo>
                    <a:pt x="6190087" y="848311"/>
                  </a:lnTo>
                  <a:lnTo>
                    <a:pt x="6194450" y="853874"/>
                  </a:lnTo>
                  <a:lnTo>
                    <a:pt x="6198813" y="853874"/>
                  </a:lnTo>
                  <a:lnTo>
                    <a:pt x="6203175" y="853874"/>
                  </a:lnTo>
                  <a:lnTo>
                    <a:pt x="6207538" y="820498"/>
                  </a:lnTo>
                  <a:lnTo>
                    <a:pt x="6211901" y="748183"/>
                  </a:lnTo>
                  <a:lnTo>
                    <a:pt x="6216264" y="759308"/>
                  </a:lnTo>
                  <a:lnTo>
                    <a:pt x="6220626" y="720369"/>
                  </a:lnTo>
                  <a:lnTo>
                    <a:pt x="6224989" y="678649"/>
                  </a:lnTo>
                  <a:lnTo>
                    <a:pt x="6229352" y="631366"/>
                  </a:lnTo>
                  <a:lnTo>
                    <a:pt x="6233715" y="631366"/>
                  </a:lnTo>
                  <a:lnTo>
                    <a:pt x="6238077" y="614678"/>
                  </a:lnTo>
                  <a:lnTo>
                    <a:pt x="6242440" y="575739"/>
                  </a:lnTo>
                  <a:lnTo>
                    <a:pt x="6246803" y="575739"/>
                  </a:lnTo>
                  <a:lnTo>
                    <a:pt x="6251166" y="578520"/>
                  </a:lnTo>
                  <a:lnTo>
                    <a:pt x="6255528" y="631366"/>
                  </a:lnTo>
                  <a:lnTo>
                    <a:pt x="6259891" y="597990"/>
                  </a:lnTo>
                  <a:lnTo>
                    <a:pt x="6264254" y="575739"/>
                  </a:lnTo>
                  <a:lnTo>
                    <a:pt x="6268617" y="623022"/>
                  </a:lnTo>
                  <a:lnTo>
                    <a:pt x="6272979" y="575739"/>
                  </a:lnTo>
                  <a:lnTo>
                    <a:pt x="6277342" y="617459"/>
                  </a:lnTo>
                  <a:lnTo>
                    <a:pt x="6281705" y="670305"/>
                  </a:lnTo>
                  <a:lnTo>
                    <a:pt x="6286068" y="673086"/>
                  </a:lnTo>
                  <a:lnTo>
                    <a:pt x="6290430" y="634147"/>
                  </a:lnTo>
                  <a:lnTo>
                    <a:pt x="6294793" y="564613"/>
                  </a:lnTo>
                  <a:lnTo>
                    <a:pt x="6299156" y="595208"/>
                  </a:lnTo>
                  <a:lnTo>
                    <a:pt x="6303519" y="595209"/>
                  </a:lnTo>
                  <a:lnTo>
                    <a:pt x="6307881" y="575739"/>
                  </a:lnTo>
                  <a:lnTo>
                    <a:pt x="6312244" y="575739"/>
                  </a:lnTo>
                  <a:lnTo>
                    <a:pt x="6316607" y="606334"/>
                  </a:lnTo>
                  <a:lnTo>
                    <a:pt x="6320970" y="678649"/>
                  </a:lnTo>
                  <a:lnTo>
                    <a:pt x="6325332" y="698118"/>
                  </a:lnTo>
                  <a:lnTo>
                    <a:pt x="6329695" y="762089"/>
                  </a:lnTo>
                  <a:lnTo>
                    <a:pt x="6334058" y="803809"/>
                  </a:lnTo>
                  <a:lnTo>
                    <a:pt x="6338421" y="853874"/>
                  </a:lnTo>
                  <a:lnTo>
                    <a:pt x="6342783" y="853874"/>
                  </a:lnTo>
                  <a:lnTo>
                    <a:pt x="6347146" y="867781"/>
                  </a:lnTo>
                  <a:lnTo>
                    <a:pt x="6351509" y="909501"/>
                  </a:lnTo>
                  <a:lnTo>
                    <a:pt x="6355872" y="884469"/>
                  </a:lnTo>
                  <a:lnTo>
                    <a:pt x="6360234" y="853874"/>
                  </a:lnTo>
                  <a:lnTo>
                    <a:pt x="6364597" y="853874"/>
                  </a:lnTo>
                  <a:lnTo>
                    <a:pt x="6368960" y="884469"/>
                  </a:lnTo>
                  <a:lnTo>
                    <a:pt x="6373323" y="909501"/>
                  </a:lnTo>
                  <a:lnTo>
                    <a:pt x="6377685" y="912282"/>
                  </a:lnTo>
                  <a:lnTo>
                    <a:pt x="6382048" y="901157"/>
                  </a:lnTo>
                  <a:lnTo>
                    <a:pt x="6386411" y="906719"/>
                  </a:lnTo>
                  <a:lnTo>
                    <a:pt x="6390774" y="923408"/>
                  </a:lnTo>
                  <a:lnTo>
                    <a:pt x="6395136" y="976253"/>
                  </a:lnTo>
                  <a:lnTo>
                    <a:pt x="6399499" y="1070819"/>
                  </a:lnTo>
                  <a:lnTo>
                    <a:pt x="6403862" y="1137572"/>
                  </a:lnTo>
                  <a:lnTo>
                    <a:pt x="6408225" y="1187636"/>
                  </a:lnTo>
                  <a:lnTo>
                    <a:pt x="6412587" y="1170948"/>
                  </a:lnTo>
                  <a:lnTo>
                    <a:pt x="6416950" y="1179292"/>
                  </a:lnTo>
                  <a:lnTo>
                    <a:pt x="6421313" y="1112540"/>
                  </a:lnTo>
                  <a:lnTo>
                    <a:pt x="6425676" y="1068038"/>
                  </a:lnTo>
                  <a:lnTo>
                    <a:pt x="6430038" y="1020755"/>
                  </a:lnTo>
                  <a:lnTo>
                    <a:pt x="6434401" y="1020755"/>
                  </a:lnTo>
                  <a:lnTo>
                    <a:pt x="6438764" y="1020755"/>
                  </a:lnTo>
                  <a:lnTo>
                    <a:pt x="6443127" y="1020755"/>
                  </a:lnTo>
                  <a:lnTo>
                    <a:pt x="6447489" y="1020755"/>
                  </a:lnTo>
                  <a:lnTo>
                    <a:pt x="6451852" y="1020755"/>
                  </a:lnTo>
                  <a:lnTo>
                    <a:pt x="6456215" y="973472"/>
                  </a:lnTo>
                  <a:lnTo>
                    <a:pt x="6460578" y="965128"/>
                  </a:lnTo>
                  <a:lnTo>
                    <a:pt x="6464940" y="984597"/>
                  </a:lnTo>
                  <a:lnTo>
                    <a:pt x="6469303" y="965128"/>
                  </a:lnTo>
                  <a:lnTo>
                    <a:pt x="6473666" y="965128"/>
                  </a:lnTo>
                  <a:lnTo>
                    <a:pt x="6478029" y="965128"/>
                  </a:lnTo>
                  <a:lnTo>
                    <a:pt x="6482391" y="965128"/>
                  </a:lnTo>
                  <a:lnTo>
                    <a:pt x="6486754" y="934533"/>
                  </a:lnTo>
                  <a:lnTo>
                    <a:pt x="6491117" y="912282"/>
                  </a:lnTo>
                  <a:lnTo>
                    <a:pt x="6495480" y="965128"/>
                  </a:lnTo>
                  <a:lnTo>
                    <a:pt x="6499842" y="965128"/>
                  </a:lnTo>
                  <a:lnTo>
                    <a:pt x="6504205" y="965128"/>
                  </a:lnTo>
                  <a:lnTo>
                    <a:pt x="6508568" y="965128"/>
                  </a:lnTo>
                  <a:lnTo>
                    <a:pt x="6512931" y="920626"/>
                  </a:lnTo>
                  <a:lnTo>
                    <a:pt x="6517293" y="873343"/>
                  </a:lnTo>
                  <a:lnTo>
                    <a:pt x="6521656" y="901157"/>
                  </a:lnTo>
                  <a:lnTo>
                    <a:pt x="6526019" y="915064"/>
                  </a:lnTo>
                  <a:lnTo>
                    <a:pt x="6530382" y="917845"/>
                  </a:lnTo>
                  <a:lnTo>
                    <a:pt x="6534744" y="915064"/>
                  </a:lnTo>
                  <a:lnTo>
                    <a:pt x="6539107" y="965128"/>
                  </a:lnTo>
                  <a:lnTo>
                    <a:pt x="6543470" y="965128"/>
                  </a:lnTo>
                  <a:lnTo>
                    <a:pt x="6547833" y="965128"/>
                  </a:lnTo>
                  <a:lnTo>
                    <a:pt x="6552195" y="917845"/>
                  </a:lnTo>
                  <a:lnTo>
                    <a:pt x="6556558" y="909501"/>
                  </a:lnTo>
                  <a:lnTo>
                    <a:pt x="6560921" y="909501"/>
                  </a:lnTo>
                  <a:lnTo>
                    <a:pt x="6565284" y="954002"/>
                  </a:lnTo>
                  <a:lnTo>
                    <a:pt x="6569646" y="931752"/>
                  </a:lnTo>
                  <a:lnTo>
                    <a:pt x="6574009" y="909501"/>
                  </a:lnTo>
                  <a:lnTo>
                    <a:pt x="6578372" y="965128"/>
                  </a:lnTo>
                  <a:lnTo>
                    <a:pt x="6582735" y="965128"/>
                  </a:lnTo>
                  <a:lnTo>
                    <a:pt x="6587097" y="965128"/>
                  </a:lnTo>
                  <a:lnTo>
                    <a:pt x="6591460" y="965128"/>
                  </a:lnTo>
                  <a:lnTo>
                    <a:pt x="6595823" y="990160"/>
                  </a:lnTo>
                  <a:lnTo>
                    <a:pt x="6600186" y="1076382"/>
                  </a:lnTo>
                  <a:lnTo>
                    <a:pt x="6604548" y="1076382"/>
                  </a:lnTo>
                  <a:lnTo>
                    <a:pt x="6608911" y="1076382"/>
                  </a:lnTo>
                  <a:lnTo>
                    <a:pt x="6613274" y="1034662"/>
                  </a:lnTo>
                  <a:lnTo>
                    <a:pt x="6617637" y="1020755"/>
                  </a:lnTo>
                  <a:lnTo>
                    <a:pt x="6621999" y="1062475"/>
                  </a:lnTo>
                  <a:lnTo>
                    <a:pt x="6626362" y="1056913"/>
                  </a:lnTo>
                  <a:lnTo>
                    <a:pt x="6630725" y="1076382"/>
                  </a:lnTo>
                  <a:lnTo>
                    <a:pt x="6635088" y="1076382"/>
                  </a:lnTo>
                  <a:lnTo>
                    <a:pt x="6639450" y="1134790"/>
                  </a:lnTo>
                  <a:lnTo>
                    <a:pt x="6643813" y="1187636"/>
                  </a:lnTo>
                  <a:lnTo>
                    <a:pt x="6648176" y="1187636"/>
                  </a:lnTo>
                  <a:lnTo>
                    <a:pt x="6652539" y="1187636"/>
                  </a:lnTo>
                  <a:lnTo>
                    <a:pt x="6656901" y="1187636"/>
                  </a:lnTo>
                  <a:lnTo>
                    <a:pt x="6661264" y="1232138"/>
                  </a:lnTo>
                  <a:lnTo>
                    <a:pt x="6665627" y="1243263"/>
                  </a:lnTo>
                  <a:lnTo>
                    <a:pt x="6669990" y="1243263"/>
                  </a:lnTo>
                  <a:lnTo>
                    <a:pt x="6674352" y="1229356"/>
                  </a:lnTo>
                  <a:lnTo>
                    <a:pt x="6678715" y="1190417"/>
                  </a:lnTo>
                  <a:lnTo>
                    <a:pt x="6683078" y="1148697"/>
                  </a:lnTo>
                  <a:lnTo>
                    <a:pt x="6687441" y="1093070"/>
                  </a:lnTo>
                  <a:lnTo>
                    <a:pt x="6691803" y="1034662"/>
                  </a:lnTo>
                  <a:lnTo>
                    <a:pt x="6696166" y="1020755"/>
                  </a:lnTo>
                  <a:lnTo>
                    <a:pt x="6700529" y="970691"/>
                  </a:lnTo>
                  <a:lnTo>
                    <a:pt x="6704892" y="965128"/>
                  </a:lnTo>
                  <a:lnTo>
                    <a:pt x="6709254" y="965128"/>
                  </a:lnTo>
                  <a:lnTo>
                    <a:pt x="6713617" y="965128"/>
                  </a:lnTo>
                  <a:lnTo>
                    <a:pt x="6717980" y="965128"/>
                  </a:lnTo>
                  <a:lnTo>
                    <a:pt x="6722343" y="1004067"/>
                  </a:lnTo>
                  <a:lnTo>
                    <a:pt x="6726705" y="1020755"/>
                  </a:lnTo>
                  <a:lnTo>
                    <a:pt x="6731068" y="1020755"/>
                  </a:lnTo>
                  <a:lnTo>
                    <a:pt x="6735431" y="1070819"/>
                  </a:lnTo>
                  <a:lnTo>
                    <a:pt x="6739794" y="1076382"/>
                  </a:lnTo>
                  <a:lnTo>
                    <a:pt x="6744156" y="1076382"/>
                  </a:lnTo>
                  <a:lnTo>
                    <a:pt x="6748519" y="1051350"/>
                  </a:lnTo>
                  <a:lnTo>
                    <a:pt x="6752882" y="1020755"/>
                  </a:lnTo>
                  <a:lnTo>
                    <a:pt x="6757245" y="1020755"/>
                  </a:lnTo>
                  <a:lnTo>
                    <a:pt x="6761607" y="1020755"/>
                  </a:lnTo>
                  <a:lnTo>
                    <a:pt x="6765970" y="1020755"/>
                  </a:lnTo>
                  <a:lnTo>
                    <a:pt x="6770333" y="979035"/>
                  </a:lnTo>
                  <a:lnTo>
                    <a:pt x="6774696" y="956784"/>
                  </a:lnTo>
                  <a:lnTo>
                    <a:pt x="6779058" y="853874"/>
                  </a:lnTo>
                  <a:lnTo>
                    <a:pt x="6783421" y="809372"/>
                  </a:lnTo>
                  <a:lnTo>
                    <a:pt x="6787784" y="831623"/>
                  </a:lnTo>
                  <a:lnTo>
                    <a:pt x="6792147" y="890031"/>
                  </a:lnTo>
                  <a:lnTo>
                    <a:pt x="6796509" y="945658"/>
                  </a:lnTo>
                  <a:lnTo>
                    <a:pt x="6800872" y="1004067"/>
                  </a:lnTo>
                  <a:lnTo>
                    <a:pt x="6805235" y="1020755"/>
                  </a:lnTo>
                  <a:lnTo>
                    <a:pt x="6809598" y="1068038"/>
                  </a:lnTo>
                  <a:lnTo>
                    <a:pt x="6813960" y="1076382"/>
                  </a:lnTo>
                  <a:lnTo>
                    <a:pt x="6818323" y="1076382"/>
                  </a:lnTo>
                  <a:lnTo>
                    <a:pt x="6822686" y="1031880"/>
                  </a:lnTo>
                  <a:lnTo>
                    <a:pt x="6827049" y="973472"/>
                  </a:lnTo>
                  <a:lnTo>
                    <a:pt x="6831411" y="920626"/>
                  </a:lnTo>
                  <a:lnTo>
                    <a:pt x="6835774" y="909501"/>
                  </a:lnTo>
                  <a:lnTo>
                    <a:pt x="6840137" y="909501"/>
                  </a:lnTo>
                  <a:lnTo>
                    <a:pt x="6844500" y="909501"/>
                  </a:lnTo>
                  <a:lnTo>
                    <a:pt x="6848862" y="909501"/>
                  </a:lnTo>
                  <a:lnTo>
                    <a:pt x="6853225" y="881687"/>
                  </a:lnTo>
                  <a:lnTo>
                    <a:pt x="6857588" y="876125"/>
                  </a:lnTo>
                  <a:lnTo>
                    <a:pt x="6861951" y="876125"/>
                  </a:lnTo>
                  <a:lnTo>
                    <a:pt x="6866313" y="853874"/>
                  </a:lnTo>
                  <a:lnTo>
                    <a:pt x="6870676" y="853874"/>
                  </a:lnTo>
                  <a:lnTo>
                    <a:pt x="6875039" y="853874"/>
                  </a:lnTo>
                  <a:lnTo>
                    <a:pt x="6879402" y="892813"/>
                  </a:lnTo>
                  <a:lnTo>
                    <a:pt x="6883764" y="915064"/>
                  </a:lnTo>
                  <a:lnTo>
                    <a:pt x="6888127" y="1015192"/>
                  </a:lnTo>
                  <a:lnTo>
                    <a:pt x="6892490" y="1026318"/>
                  </a:lnTo>
                  <a:lnTo>
                    <a:pt x="6896853" y="1065257"/>
                  </a:lnTo>
                  <a:lnTo>
                    <a:pt x="6901215" y="1076382"/>
                  </a:lnTo>
                  <a:lnTo>
                    <a:pt x="6905578" y="1076382"/>
                  </a:lnTo>
                  <a:lnTo>
                    <a:pt x="6909941" y="1076382"/>
                  </a:lnTo>
                  <a:lnTo>
                    <a:pt x="6914304" y="1037443"/>
                  </a:lnTo>
                  <a:lnTo>
                    <a:pt x="6918666" y="1020755"/>
                  </a:lnTo>
                  <a:lnTo>
                    <a:pt x="6923029" y="1012411"/>
                  </a:lnTo>
                  <a:lnTo>
                    <a:pt x="6927392" y="959565"/>
                  </a:lnTo>
                  <a:lnTo>
                    <a:pt x="6931755" y="951221"/>
                  </a:lnTo>
                  <a:lnTo>
                    <a:pt x="6936117" y="1009630"/>
                  </a:lnTo>
                  <a:lnTo>
                    <a:pt x="6940480" y="1023536"/>
                  </a:lnTo>
                  <a:lnTo>
                    <a:pt x="6944843" y="995723"/>
                  </a:lnTo>
                  <a:lnTo>
                    <a:pt x="6949206" y="965128"/>
                  </a:lnTo>
                  <a:lnTo>
                    <a:pt x="6953568" y="965128"/>
                  </a:lnTo>
                  <a:lnTo>
                    <a:pt x="6957931" y="965128"/>
                  </a:lnTo>
                  <a:lnTo>
                    <a:pt x="6962294" y="990160"/>
                  </a:lnTo>
                  <a:lnTo>
                    <a:pt x="6966657" y="1020755"/>
                  </a:lnTo>
                  <a:lnTo>
                    <a:pt x="6971019" y="1051350"/>
                  </a:lnTo>
                  <a:lnTo>
                    <a:pt x="6975382" y="1076382"/>
                  </a:lnTo>
                  <a:lnTo>
                    <a:pt x="6979745" y="1076382"/>
                  </a:lnTo>
                  <a:lnTo>
                    <a:pt x="6984108" y="1076382"/>
                  </a:lnTo>
                  <a:lnTo>
                    <a:pt x="6988470" y="1076382"/>
                  </a:lnTo>
                  <a:lnTo>
                    <a:pt x="6992833" y="1076382"/>
                  </a:lnTo>
                  <a:lnTo>
                    <a:pt x="6997196" y="1076382"/>
                  </a:lnTo>
                  <a:lnTo>
                    <a:pt x="7001559" y="1059694"/>
                  </a:lnTo>
                  <a:lnTo>
                    <a:pt x="7005921" y="965128"/>
                  </a:lnTo>
                  <a:lnTo>
                    <a:pt x="7010284" y="965128"/>
                  </a:lnTo>
                  <a:lnTo>
                    <a:pt x="7014647" y="965128"/>
                  </a:lnTo>
                  <a:lnTo>
                    <a:pt x="7019010" y="965128"/>
                  </a:lnTo>
                  <a:lnTo>
                    <a:pt x="7023372" y="1001285"/>
                  </a:lnTo>
                  <a:lnTo>
                    <a:pt x="7027735" y="1020755"/>
                  </a:lnTo>
                  <a:lnTo>
                    <a:pt x="7032098" y="1017974"/>
                  </a:lnTo>
                  <a:lnTo>
                    <a:pt x="7036461" y="1023536"/>
                  </a:lnTo>
                  <a:lnTo>
                    <a:pt x="7040823" y="1031880"/>
                  </a:lnTo>
                  <a:lnTo>
                    <a:pt x="7045186" y="965128"/>
                  </a:lnTo>
                  <a:lnTo>
                    <a:pt x="7049549" y="1001285"/>
                  </a:lnTo>
                  <a:lnTo>
                    <a:pt x="7053912" y="1043006"/>
                  </a:lnTo>
                  <a:lnTo>
                    <a:pt x="7058274" y="1076382"/>
                  </a:lnTo>
                  <a:lnTo>
                    <a:pt x="7062637" y="1076382"/>
                  </a:lnTo>
                  <a:lnTo>
                    <a:pt x="7067000" y="1076382"/>
                  </a:lnTo>
                  <a:lnTo>
                    <a:pt x="7071363" y="1037443"/>
                  </a:lnTo>
                  <a:lnTo>
                    <a:pt x="7075725" y="990160"/>
                  </a:lnTo>
                  <a:lnTo>
                    <a:pt x="7080088" y="965128"/>
                  </a:lnTo>
                  <a:lnTo>
                    <a:pt x="7084451" y="965128"/>
                  </a:lnTo>
                  <a:lnTo>
                    <a:pt x="7088814" y="965128"/>
                  </a:lnTo>
                  <a:lnTo>
                    <a:pt x="7093176" y="965128"/>
                  </a:lnTo>
                  <a:lnTo>
                    <a:pt x="7097539" y="965128"/>
                  </a:lnTo>
                  <a:lnTo>
                    <a:pt x="7101902" y="965128"/>
                  </a:lnTo>
                  <a:lnTo>
                    <a:pt x="7106265" y="965128"/>
                  </a:lnTo>
                  <a:lnTo>
                    <a:pt x="7110627" y="1020755"/>
                  </a:lnTo>
                  <a:lnTo>
                    <a:pt x="7114990" y="1132009"/>
                  </a:lnTo>
                  <a:lnTo>
                    <a:pt x="7119353" y="1132009"/>
                  </a:lnTo>
                  <a:lnTo>
                    <a:pt x="7123716" y="1132009"/>
                  </a:lnTo>
                  <a:lnTo>
                    <a:pt x="7128078" y="1132009"/>
                  </a:lnTo>
                  <a:lnTo>
                    <a:pt x="7132441" y="1132009"/>
                  </a:lnTo>
                  <a:lnTo>
                    <a:pt x="7136804" y="1132009"/>
                  </a:lnTo>
                  <a:lnTo>
                    <a:pt x="7141167" y="1137572"/>
                  </a:lnTo>
                  <a:lnTo>
                    <a:pt x="7145529" y="1187636"/>
                  </a:lnTo>
                  <a:lnTo>
                    <a:pt x="7149892" y="1226575"/>
                  </a:lnTo>
                  <a:lnTo>
                    <a:pt x="7154255" y="1298890"/>
                  </a:lnTo>
                  <a:lnTo>
                    <a:pt x="7158618" y="1298890"/>
                  </a:lnTo>
                  <a:lnTo>
                    <a:pt x="7162980" y="1259951"/>
                  </a:lnTo>
                  <a:lnTo>
                    <a:pt x="7167343" y="1243263"/>
                  </a:lnTo>
                  <a:lnTo>
                    <a:pt x="7171706" y="1243263"/>
                  </a:lnTo>
                  <a:lnTo>
                    <a:pt x="7176069" y="1243263"/>
                  </a:lnTo>
                  <a:lnTo>
                    <a:pt x="7180431" y="1279420"/>
                  </a:lnTo>
                  <a:lnTo>
                    <a:pt x="7184794" y="1326703"/>
                  </a:lnTo>
                  <a:lnTo>
                    <a:pt x="7189157" y="1354517"/>
                  </a:lnTo>
                  <a:lnTo>
                    <a:pt x="7193520" y="1354517"/>
                  </a:lnTo>
                  <a:lnTo>
                    <a:pt x="7197882" y="1354517"/>
                  </a:lnTo>
                  <a:lnTo>
                    <a:pt x="7202245" y="1354517"/>
                  </a:lnTo>
                  <a:lnTo>
                    <a:pt x="7206608" y="1354517"/>
                  </a:lnTo>
                  <a:lnTo>
                    <a:pt x="7210971" y="1354517"/>
                  </a:lnTo>
                  <a:lnTo>
                    <a:pt x="7215333" y="1354517"/>
                  </a:lnTo>
                  <a:lnTo>
                    <a:pt x="7219696" y="1354517"/>
                  </a:lnTo>
                  <a:lnTo>
                    <a:pt x="7224059" y="1354517"/>
                  </a:lnTo>
                  <a:lnTo>
                    <a:pt x="7228422" y="1354517"/>
                  </a:lnTo>
                  <a:lnTo>
                    <a:pt x="7232784" y="1354517"/>
                  </a:lnTo>
                  <a:lnTo>
                    <a:pt x="7237147" y="1354517"/>
                  </a:lnTo>
                  <a:lnTo>
                    <a:pt x="7241510" y="1354517"/>
                  </a:lnTo>
                  <a:lnTo>
                    <a:pt x="7245873" y="1354517"/>
                  </a:lnTo>
                  <a:lnTo>
                    <a:pt x="7250235" y="1315578"/>
                  </a:lnTo>
                  <a:lnTo>
                    <a:pt x="7254598" y="1262732"/>
                  </a:lnTo>
                  <a:lnTo>
                    <a:pt x="7258961" y="1243263"/>
                  </a:lnTo>
                  <a:lnTo>
                    <a:pt x="7263324" y="1209887"/>
                  </a:lnTo>
                  <a:lnTo>
                    <a:pt x="7267686" y="1187636"/>
                  </a:lnTo>
                  <a:lnTo>
                    <a:pt x="7272049" y="1223794"/>
                  </a:lnTo>
                  <a:lnTo>
                    <a:pt x="7276412" y="1243263"/>
                  </a:lnTo>
                  <a:lnTo>
                    <a:pt x="7280775" y="1243263"/>
                  </a:lnTo>
                  <a:lnTo>
                    <a:pt x="7285137" y="1243263"/>
                  </a:lnTo>
                  <a:lnTo>
                    <a:pt x="7289500" y="1243263"/>
                  </a:lnTo>
                  <a:lnTo>
                    <a:pt x="7293863" y="1243263"/>
                  </a:lnTo>
                  <a:lnTo>
                    <a:pt x="7298226" y="1243263"/>
                  </a:lnTo>
                  <a:lnTo>
                    <a:pt x="7302588" y="1243263"/>
                  </a:lnTo>
                  <a:lnTo>
                    <a:pt x="7306951" y="1243263"/>
                  </a:lnTo>
                  <a:lnTo>
                    <a:pt x="7311314" y="1243263"/>
                  </a:lnTo>
                  <a:lnTo>
                    <a:pt x="7315677" y="1237700"/>
                  </a:lnTo>
                  <a:lnTo>
                    <a:pt x="7320039" y="1187636"/>
                  </a:lnTo>
                  <a:lnTo>
                    <a:pt x="7324402" y="1187636"/>
                  </a:lnTo>
                  <a:lnTo>
                    <a:pt x="7328765" y="1187636"/>
                  </a:lnTo>
                  <a:lnTo>
                    <a:pt x="7333128" y="1187636"/>
                  </a:lnTo>
                  <a:lnTo>
                    <a:pt x="7337490" y="1187636"/>
                  </a:lnTo>
                  <a:lnTo>
                    <a:pt x="7341853" y="1187636"/>
                  </a:lnTo>
                  <a:lnTo>
                    <a:pt x="7346216" y="1187636"/>
                  </a:lnTo>
                  <a:lnTo>
                    <a:pt x="7350579" y="1187636"/>
                  </a:lnTo>
                  <a:lnTo>
                    <a:pt x="7354941" y="1187636"/>
                  </a:lnTo>
                  <a:lnTo>
                    <a:pt x="7359304" y="1223794"/>
                  </a:lnTo>
                  <a:lnTo>
                    <a:pt x="7363667" y="1276639"/>
                  </a:lnTo>
                  <a:lnTo>
                    <a:pt x="7368030" y="1298890"/>
                  </a:lnTo>
                  <a:lnTo>
                    <a:pt x="7372392" y="1329485"/>
                  </a:lnTo>
                  <a:lnTo>
                    <a:pt x="7376755" y="1354517"/>
                  </a:lnTo>
                  <a:lnTo>
                    <a:pt x="7381118" y="1354517"/>
                  </a:lnTo>
                  <a:lnTo>
                    <a:pt x="7385481" y="1354517"/>
                  </a:lnTo>
                  <a:lnTo>
                    <a:pt x="7389843" y="1354517"/>
                  </a:lnTo>
                  <a:lnTo>
                    <a:pt x="7394206" y="1354517"/>
                  </a:lnTo>
                  <a:lnTo>
                    <a:pt x="7398569" y="1354517"/>
                  </a:lnTo>
                  <a:lnTo>
                    <a:pt x="7402932" y="1354517"/>
                  </a:lnTo>
                  <a:lnTo>
                    <a:pt x="7407294" y="1354517"/>
                  </a:lnTo>
                  <a:lnTo>
                    <a:pt x="7411657" y="1348954"/>
                  </a:lnTo>
                  <a:lnTo>
                    <a:pt x="7416020" y="1298890"/>
                  </a:lnTo>
                  <a:lnTo>
                    <a:pt x="7420383" y="1298890"/>
                  </a:lnTo>
                  <a:lnTo>
                    <a:pt x="7424745" y="1301671"/>
                  </a:lnTo>
                  <a:lnTo>
                    <a:pt x="7429108" y="1354517"/>
                  </a:lnTo>
                  <a:lnTo>
                    <a:pt x="7433471" y="1354517"/>
                  </a:lnTo>
                  <a:lnTo>
                    <a:pt x="7437834" y="1354517"/>
                  </a:lnTo>
                  <a:lnTo>
                    <a:pt x="7442196" y="1354517"/>
                  </a:lnTo>
                  <a:lnTo>
                    <a:pt x="7446559" y="1354517"/>
                  </a:lnTo>
                  <a:lnTo>
                    <a:pt x="7450922" y="1354517"/>
                  </a:lnTo>
                  <a:lnTo>
                    <a:pt x="7455285" y="1354517"/>
                  </a:lnTo>
                  <a:lnTo>
                    <a:pt x="7459647" y="1354517"/>
                  </a:lnTo>
                  <a:lnTo>
                    <a:pt x="7464010" y="1354517"/>
                  </a:lnTo>
                  <a:lnTo>
                    <a:pt x="7468373" y="1354517"/>
                  </a:lnTo>
                  <a:lnTo>
                    <a:pt x="7472736" y="1354517"/>
                  </a:lnTo>
                  <a:lnTo>
                    <a:pt x="7477098" y="1354517"/>
                  </a:lnTo>
                  <a:lnTo>
                    <a:pt x="7481461" y="1354517"/>
                  </a:lnTo>
                  <a:lnTo>
                    <a:pt x="7485824" y="1354517"/>
                  </a:lnTo>
                  <a:lnTo>
                    <a:pt x="7490187" y="1354517"/>
                  </a:lnTo>
                  <a:lnTo>
                    <a:pt x="7494549" y="1354517"/>
                  </a:lnTo>
                  <a:lnTo>
                    <a:pt x="7498912" y="1354517"/>
                  </a:lnTo>
                  <a:lnTo>
                    <a:pt x="7503275" y="1354517"/>
                  </a:lnTo>
                  <a:lnTo>
                    <a:pt x="7507638" y="1354517"/>
                  </a:lnTo>
                  <a:lnTo>
                    <a:pt x="7512000" y="1354517"/>
                  </a:lnTo>
                  <a:lnTo>
                    <a:pt x="7516363" y="1335047"/>
                  </a:lnTo>
                  <a:lnTo>
                    <a:pt x="7520726" y="1246044"/>
                  </a:lnTo>
                  <a:lnTo>
                    <a:pt x="7525089" y="1293327"/>
                  </a:lnTo>
                  <a:lnTo>
                    <a:pt x="7529451" y="1243263"/>
                  </a:lnTo>
                  <a:lnTo>
                    <a:pt x="7533814" y="1243263"/>
                  </a:lnTo>
                  <a:lnTo>
                    <a:pt x="7538177" y="1243263"/>
                  </a:lnTo>
                  <a:lnTo>
                    <a:pt x="7542540" y="1243263"/>
                  </a:lnTo>
                  <a:lnTo>
                    <a:pt x="7546902" y="1243263"/>
                  </a:lnTo>
                  <a:lnTo>
                    <a:pt x="7551265" y="1243263"/>
                  </a:lnTo>
                  <a:lnTo>
                    <a:pt x="7555628" y="1237700"/>
                  </a:lnTo>
                  <a:lnTo>
                    <a:pt x="7559991" y="1187636"/>
                  </a:lnTo>
                  <a:lnTo>
                    <a:pt x="7564353" y="1187636"/>
                  </a:lnTo>
                  <a:lnTo>
                    <a:pt x="7568716" y="1187636"/>
                  </a:lnTo>
                  <a:lnTo>
                    <a:pt x="7573079" y="1187636"/>
                  </a:lnTo>
                  <a:lnTo>
                    <a:pt x="7577442" y="1187636"/>
                  </a:lnTo>
                  <a:lnTo>
                    <a:pt x="7581804" y="1134790"/>
                  </a:lnTo>
                  <a:lnTo>
                    <a:pt x="7586167" y="1132009"/>
                  </a:lnTo>
                  <a:lnTo>
                    <a:pt x="7590530" y="1132009"/>
                  </a:lnTo>
                  <a:lnTo>
                    <a:pt x="7594893" y="1132009"/>
                  </a:lnTo>
                  <a:lnTo>
                    <a:pt x="7599255" y="1132009"/>
                  </a:lnTo>
                  <a:lnTo>
                    <a:pt x="7603618" y="1132009"/>
                  </a:lnTo>
                  <a:lnTo>
                    <a:pt x="7607981" y="1132009"/>
                  </a:lnTo>
                  <a:lnTo>
                    <a:pt x="7612344" y="1132009"/>
                  </a:lnTo>
                  <a:lnTo>
                    <a:pt x="7616706" y="1132009"/>
                  </a:lnTo>
                  <a:lnTo>
                    <a:pt x="7621069" y="1132009"/>
                  </a:lnTo>
                  <a:lnTo>
                    <a:pt x="7625432" y="1145916"/>
                  </a:lnTo>
                  <a:lnTo>
                    <a:pt x="7629795" y="1243263"/>
                  </a:lnTo>
                  <a:lnTo>
                    <a:pt x="7634157" y="1246044"/>
                  </a:lnTo>
                  <a:lnTo>
                    <a:pt x="7638520" y="1298890"/>
                  </a:lnTo>
                  <a:lnTo>
                    <a:pt x="7642883" y="1298890"/>
                  </a:lnTo>
                  <a:lnTo>
                    <a:pt x="7647246" y="1298890"/>
                  </a:lnTo>
                  <a:lnTo>
                    <a:pt x="7651608" y="1298890"/>
                  </a:lnTo>
                  <a:lnTo>
                    <a:pt x="7655971" y="1298890"/>
                  </a:lnTo>
                  <a:lnTo>
                    <a:pt x="7660334" y="1298890"/>
                  </a:lnTo>
                  <a:lnTo>
                    <a:pt x="7664697" y="1262732"/>
                  </a:lnTo>
                  <a:lnTo>
                    <a:pt x="7669059" y="1282202"/>
                  </a:lnTo>
                  <a:lnTo>
                    <a:pt x="7673422" y="1240482"/>
                  </a:lnTo>
                  <a:lnTo>
                    <a:pt x="7677785" y="1187636"/>
                  </a:lnTo>
                  <a:lnTo>
                    <a:pt x="7682148" y="1187636"/>
                  </a:lnTo>
                  <a:lnTo>
                    <a:pt x="7686510" y="1187636"/>
                  </a:lnTo>
                  <a:lnTo>
                    <a:pt x="7690873" y="1237700"/>
                  </a:lnTo>
                  <a:lnTo>
                    <a:pt x="7695236" y="1243263"/>
                  </a:lnTo>
                  <a:lnTo>
                    <a:pt x="7699599" y="1243263"/>
                  </a:lnTo>
                  <a:lnTo>
                    <a:pt x="7703961" y="1243263"/>
                  </a:lnTo>
                  <a:lnTo>
                    <a:pt x="7708324" y="1243263"/>
                  </a:lnTo>
                  <a:lnTo>
                    <a:pt x="7712687" y="1243263"/>
                  </a:lnTo>
                  <a:lnTo>
                    <a:pt x="7717050" y="1243263"/>
                  </a:lnTo>
                  <a:lnTo>
                    <a:pt x="7721412" y="1243263"/>
                  </a:lnTo>
                  <a:lnTo>
                    <a:pt x="7725775" y="1243263"/>
                  </a:lnTo>
                  <a:lnTo>
                    <a:pt x="7730138" y="1243263"/>
                  </a:lnTo>
                  <a:lnTo>
                    <a:pt x="7734501" y="1243263"/>
                  </a:lnTo>
                  <a:lnTo>
                    <a:pt x="7738863" y="1243263"/>
                  </a:lnTo>
                  <a:lnTo>
                    <a:pt x="7743226" y="1243263"/>
                  </a:lnTo>
                  <a:lnTo>
                    <a:pt x="7747589" y="1243263"/>
                  </a:lnTo>
                  <a:lnTo>
                    <a:pt x="7751952" y="1243263"/>
                  </a:lnTo>
                  <a:lnTo>
                    <a:pt x="7756314" y="1243263"/>
                  </a:lnTo>
                  <a:lnTo>
                    <a:pt x="7760677" y="1243263"/>
                  </a:lnTo>
                  <a:lnTo>
                    <a:pt x="7765040" y="1243263"/>
                  </a:lnTo>
                  <a:lnTo>
                    <a:pt x="7769403" y="1243263"/>
                  </a:lnTo>
                  <a:lnTo>
                    <a:pt x="7773765" y="1279420"/>
                  </a:lnTo>
                  <a:lnTo>
                    <a:pt x="7778128" y="1312797"/>
                  </a:lnTo>
                  <a:lnTo>
                    <a:pt x="7782491" y="1354517"/>
                  </a:lnTo>
                  <a:lnTo>
                    <a:pt x="7786854" y="1410144"/>
                  </a:lnTo>
                  <a:lnTo>
                    <a:pt x="7786854" y="1410144"/>
                  </a:lnTo>
                  <a:lnTo>
                    <a:pt x="7791216" y="1410144"/>
                  </a:lnTo>
                  <a:lnTo>
                    <a:pt x="7795579" y="1368424"/>
                  </a:lnTo>
                  <a:lnTo>
                    <a:pt x="7799942" y="1354517"/>
                  </a:lnTo>
                  <a:lnTo>
                    <a:pt x="7804305" y="1354517"/>
                  </a:lnTo>
                  <a:lnTo>
                    <a:pt x="7808667" y="1354517"/>
                  </a:lnTo>
                  <a:lnTo>
                    <a:pt x="7813030" y="1354517"/>
                  </a:lnTo>
                  <a:lnTo>
                    <a:pt x="7817393" y="1354517"/>
                  </a:lnTo>
                  <a:lnTo>
                    <a:pt x="7821756" y="1354517"/>
                  </a:lnTo>
                  <a:lnTo>
                    <a:pt x="7826118" y="1354517"/>
                  </a:lnTo>
                  <a:lnTo>
                    <a:pt x="7830481" y="1354517"/>
                  </a:lnTo>
                  <a:lnTo>
                    <a:pt x="7834844" y="1354517"/>
                  </a:lnTo>
                  <a:lnTo>
                    <a:pt x="7839207" y="1354517"/>
                  </a:lnTo>
                  <a:lnTo>
                    <a:pt x="7843569" y="1354517"/>
                  </a:lnTo>
                  <a:lnTo>
                    <a:pt x="7847932" y="1354517"/>
                  </a:lnTo>
                  <a:lnTo>
                    <a:pt x="7852295" y="1354517"/>
                  </a:lnTo>
                  <a:lnTo>
                    <a:pt x="7856658" y="1354517"/>
                  </a:lnTo>
                  <a:lnTo>
                    <a:pt x="7861020" y="1354517"/>
                  </a:lnTo>
                  <a:lnTo>
                    <a:pt x="7865383" y="1354517"/>
                  </a:lnTo>
                  <a:lnTo>
                    <a:pt x="7869746" y="1354517"/>
                  </a:lnTo>
                  <a:lnTo>
                    <a:pt x="7874109" y="1354517"/>
                  </a:lnTo>
                  <a:lnTo>
                    <a:pt x="7878471" y="1354517"/>
                  </a:lnTo>
                  <a:lnTo>
                    <a:pt x="7882834" y="1354517"/>
                  </a:lnTo>
                  <a:lnTo>
                    <a:pt x="7887197" y="1354517"/>
                  </a:lnTo>
                  <a:lnTo>
                    <a:pt x="7891560" y="1354517"/>
                  </a:lnTo>
                  <a:lnTo>
                    <a:pt x="7895922" y="1354517"/>
                  </a:lnTo>
                  <a:lnTo>
                    <a:pt x="7900285" y="1354517"/>
                  </a:lnTo>
                  <a:lnTo>
                    <a:pt x="7904648" y="1393456"/>
                  </a:lnTo>
                  <a:lnTo>
                    <a:pt x="7909011" y="1410144"/>
                  </a:lnTo>
                  <a:lnTo>
                    <a:pt x="7909011" y="1410144"/>
                  </a:lnTo>
                  <a:lnTo>
                    <a:pt x="7913373" y="1410144"/>
                  </a:lnTo>
                  <a:lnTo>
                    <a:pt x="7917736" y="1410144"/>
                  </a:lnTo>
                  <a:lnTo>
                    <a:pt x="7922099" y="1410144"/>
                  </a:lnTo>
                  <a:lnTo>
                    <a:pt x="7926462" y="1410144"/>
                  </a:lnTo>
                  <a:lnTo>
                    <a:pt x="7930824" y="1410144"/>
                  </a:lnTo>
                  <a:lnTo>
                    <a:pt x="7935187" y="1357298"/>
                  </a:lnTo>
                  <a:lnTo>
                    <a:pt x="7939550" y="1354517"/>
                  </a:lnTo>
                  <a:lnTo>
                    <a:pt x="7943913" y="1354517"/>
                  </a:lnTo>
                  <a:lnTo>
                    <a:pt x="7948275" y="1354517"/>
                  </a:lnTo>
                  <a:lnTo>
                    <a:pt x="7952638" y="1354517"/>
                  </a:lnTo>
                  <a:lnTo>
                    <a:pt x="7957001" y="1354517"/>
                  </a:lnTo>
                  <a:lnTo>
                    <a:pt x="7961364" y="1354517"/>
                  </a:lnTo>
                  <a:lnTo>
                    <a:pt x="7965726" y="1354517"/>
                  </a:lnTo>
                  <a:lnTo>
                    <a:pt x="7970089" y="1354517"/>
                  </a:lnTo>
                  <a:lnTo>
                    <a:pt x="7974452" y="1354517"/>
                  </a:lnTo>
                  <a:lnTo>
                    <a:pt x="7978815" y="1354517"/>
                  </a:lnTo>
                  <a:lnTo>
                    <a:pt x="7983177" y="1354517"/>
                  </a:lnTo>
                  <a:lnTo>
                    <a:pt x="7987540" y="1354517"/>
                  </a:lnTo>
                  <a:lnTo>
                    <a:pt x="7991903" y="1354517"/>
                  </a:lnTo>
                  <a:lnTo>
                    <a:pt x="7996266" y="1354517"/>
                  </a:lnTo>
                  <a:lnTo>
                    <a:pt x="8000628" y="1354517"/>
                  </a:lnTo>
                  <a:lnTo>
                    <a:pt x="8004991" y="1354517"/>
                  </a:lnTo>
                  <a:lnTo>
                    <a:pt x="8009354" y="1307234"/>
                  </a:lnTo>
                  <a:lnTo>
                    <a:pt x="8013717" y="1298890"/>
                  </a:lnTo>
                  <a:lnTo>
                    <a:pt x="8018079" y="1243263"/>
                  </a:lnTo>
                  <a:lnTo>
                    <a:pt x="8022442" y="1243263"/>
                  </a:lnTo>
                  <a:lnTo>
                    <a:pt x="8026805" y="1243263"/>
                  </a:lnTo>
                  <a:lnTo>
                    <a:pt x="8031168" y="1243263"/>
                  </a:lnTo>
                  <a:lnTo>
                    <a:pt x="8035530" y="1223793"/>
                  </a:lnTo>
                  <a:lnTo>
                    <a:pt x="8039893" y="1187636"/>
                  </a:lnTo>
                  <a:lnTo>
                    <a:pt x="8044256" y="1237700"/>
                  </a:lnTo>
                  <a:lnTo>
                    <a:pt x="8048619" y="1215449"/>
                  </a:lnTo>
                  <a:lnTo>
                    <a:pt x="8052981" y="1187636"/>
                  </a:lnTo>
                  <a:lnTo>
                    <a:pt x="8057344" y="1187636"/>
                  </a:lnTo>
                  <a:lnTo>
                    <a:pt x="8061707" y="1187636"/>
                  </a:lnTo>
                  <a:lnTo>
                    <a:pt x="8066070" y="1187636"/>
                  </a:lnTo>
                  <a:lnTo>
                    <a:pt x="8070432" y="1154260"/>
                  </a:lnTo>
                  <a:lnTo>
                    <a:pt x="8074795" y="1132009"/>
                  </a:lnTo>
                  <a:lnTo>
                    <a:pt x="8079158" y="1132009"/>
                  </a:lnTo>
                  <a:lnTo>
                    <a:pt x="8083521" y="1132009"/>
                  </a:lnTo>
                  <a:lnTo>
                    <a:pt x="8087883" y="1132009"/>
                  </a:lnTo>
                  <a:lnTo>
                    <a:pt x="8092246" y="1132009"/>
                  </a:lnTo>
                  <a:lnTo>
                    <a:pt x="8096609" y="1132009"/>
                  </a:lnTo>
                  <a:lnTo>
                    <a:pt x="8100972" y="1132009"/>
                  </a:lnTo>
                  <a:lnTo>
                    <a:pt x="8105334" y="1132009"/>
                  </a:lnTo>
                  <a:lnTo>
                    <a:pt x="8109697" y="1132009"/>
                  </a:lnTo>
                  <a:lnTo>
                    <a:pt x="8114060" y="1132009"/>
                  </a:lnTo>
                  <a:lnTo>
                    <a:pt x="8118423" y="1176511"/>
                  </a:lnTo>
                  <a:lnTo>
                    <a:pt x="8122785" y="1187636"/>
                  </a:lnTo>
                  <a:lnTo>
                    <a:pt x="8127148" y="1240482"/>
                  </a:lnTo>
                  <a:lnTo>
                    <a:pt x="8131511" y="1243263"/>
                  </a:lnTo>
                  <a:lnTo>
                    <a:pt x="8135874" y="1243263"/>
                  </a:lnTo>
                  <a:lnTo>
                    <a:pt x="8140236" y="1243263"/>
                  </a:lnTo>
                  <a:lnTo>
                    <a:pt x="8144599" y="1259951"/>
                  </a:lnTo>
                  <a:lnTo>
                    <a:pt x="8148962" y="1298890"/>
                  </a:lnTo>
                  <a:lnTo>
                    <a:pt x="8153325" y="1298890"/>
                  </a:lnTo>
                  <a:lnTo>
                    <a:pt x="8157687" y="1323922"/>
                  </a:lnTo>
                  <a:lnTo>
                    <a:pt x="8162050" y="1354517"/>
                  </a:lnTo>
                  <a:lnTo>
                    <a:pt x="8166413" y="1354517"/>
                  </a:lnTo>
                  <a:lnTo>
                    <a:pt x="8170776" y="1335047"/>
                  </a:lnTo>
                  <a:lnTo>
                    <a:pt x="8175138" y="1298890"/>
                  </a:lnTo>
                  <a:lnTo>
                    <a:pt x="8179501" y="1329485"/>
                  </a:lnTo>
                  <a:lnTo>
                    <a:pt x="8183864" y="1354517"/>
                  </a:lnTo>
                  <a:lnTo>
                    <a:pt x="8188227" y="1354517"/>
                  </a:lnTo>
                  <a:lnTo>
                    <a:pt x="8192589" y="1301671"/>
                  </a:lnTo>
                  <a:lnTo>
                    <a:pt x="8196952" y="1298890"/>
                  </a:lnTo>
                  <a:lnTo>
                    <a:pt x="8201315" y="1298890"/>
                  </a:lnTo>
                  <a:lnTo>
                    <a:pt x="8205678" y="1254388"/>
                  </a:lnTo>
                  <a:lnTo>
                    <a:pt x="8210040" y="1243263"/>
                  </a:lnTo>
                  <a:lnTo>
                    <a:pt x="8214403" y="1243263"/>
                  </a:lnTo>
                  <a:lnTo>
                    <a:pt x="8218766" y="1243263"/>
                  </a:lnTo>
                  <a:lnTo>
                    <a:pt x="8223129" y="1243263"/>
                  </a:lnTo>
                  <a:lnTo>
                    <a:pt x="8227491" y="1243263"/>
                  </a:lnTo>
                  <a:lnTo>
                    <a:pt x="8231854" y="1243263"/>
                  </a:lnTo>
                  <a:lnTo>
                    <a:pt x="8236217" y="1201543"/>
                  </a:lnTo>
                  <a:lnTo>
                    <a:pt x="8240580" y="1187636"/>
                  </a:lnTo>
                  <a:lnTo>
                    <a:pt x="8244942" y="1187636"/>
                  </a:lnTo>
                  <a:lnTo>
                    <a:pt x="8249305" y="1187636"/>
                  </a:lnTo>
                  <a:lnTo>
                    <a:pt x="8253668" y="1187636"/>
                  </a:lnTo>
                  <a:lnTo>
                    <a:pt x="8258031" y="1187636"/>
                  </a:lnTo>
                  <a:lnTo>
                    <a:pt x="8262393" y="1187636"/>
                  </a:lnTo>
                  <a:lnTo>
                    <a:pt x="8266756" y="1151478"/>
                  </a:lnTo>
                  <a:lnTo>
                    <a:pt x="8271119" y="1132009"/>
                  </a:lnTo>
                  <a:lnTo>
                    <a:pt x="8275482" y="1132009"/>
                  </a:lnTo>
                  <a:lnTo>
                    <a:pt x="8279844" y="1148697"/>
                  </a:lnTo>
                  <a:lnTo>
                    <a:pt x="8284207" y="1187636"/>
                  </a:lnTo>
                  <a:lnTo>
                    <a:pt x="8288570" y="1187636"/>
                  </a:lnTo>
                  <a:lnTo>
                    <a:pt x="8292933" y="1187636"/>
                  </a:lnTo>
                  <a:lnTo>
                    <a:pt x="8297295" y="1187636"/>
                  </a:lnTo>
                  <a:lnTo>
                    <a:pt x="8301658" y="1237700"/>
                  </a:lnTo>
                  <a:lnTo>
                    <a:pt x="8306021" y="1243263"/>
                  </a:lnTo>
                  <a:lnTo>
                    <a:pt x="8310384" y="1243263"/>
                  </a:lnTo>
                  <a:lnTo>
                    <a:pt x="8314746" y="1223793"/>
                  </a:lnTo>
                  <a:lnTo>
                    <a:pt x="8319109" y="1182073"/>
                  </a:lnTo>
                  <a:lnTo>
                    <a:pt x="8323472" y="1132009"/>
                  </a:lnTo>
                  <a:lnTo>
                    <a:pt x="8327835" y="1132009"/>
                  </a:lnTo>
                  <a:lnTo>
                    <a:pt x="8332197" y="1132009"/>
                  </a:lnTo>
                  <a:lnTo>
                    <a:pt x="8336560" y="1112540"/>
                  </a:lnTo>
                  <a:lnTo>
                    <a:pt x="8340923" y="1076382"/>
                  </a:lnTo>
                  <a:lnTo>
                    <a:pt x="8345286" y="1115321"/>
                  </a:lnTo>
                  <a:lnTo>
                    <a:pt x="8349648" y="1132009"/>
                  </a:lnTo>
                  <a:lnTo>
                    <a:pt x="8354011" y="1132009"/>
                  </a:lnTo>
                  <a:lnTo>
                    <a:pt x="8358374" y="1104195"/>
                  </a:lnTo>
                  <a:lnTo>
                    <a:pt x="8362737" y="1076382"/>
                  </a:lnTo>
                  <a:lnTo>
                    <a:pt x="8367099" y="1076382"/>
                  </a:lnTo>
                  <a:lnTo>
                    <a:pt x="8371462" y="1076382"/>
                  </a:lnTo>
                  <a:lnTo>
                    <a:pt x="8375825" y="1094924"/>
                  </a:lnTo>
                  <a:lnTo>
                    <a:pt x="8375825" y="1094924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4985420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074638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22670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311199" y="631035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11199" y="603221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0.01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311199" y="575408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0.02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311199" y="547594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0.03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311199" y="519781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0.04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311199" y="491967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0.05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11199" y="464154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0.06</a:t>
              </a:r>
            </a:p>
          </p:txBody>
        </p:sp>
        <p:sp>
          <p:nvSpPr>
            <p:cNvPr id="75" name="pl75"/>
            <p:cNvSpPr/>
            <p:nvPr/>
          </p:nvSpPr>
          <p:spPr>
            <a:xfrm>
              <a:off x="587875" y="63541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87875" y="60760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87875" y="57978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87875" y="55197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87875" y="52416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87875" y="49634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87875" y="46853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622670" y="6354144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1612360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793734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975109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8156484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tx87"/>
            <p:cNvSpPr/>
            <p:nvPr/>
          </p:nvSpPr>
          <p:spPr>
            <a:xfrm>
              <a:off x="1292386" y="6413719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127000000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473761" y="6413719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127010000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5655136" y="6413719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127020000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7836511" y="6413719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127030000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4533911" y="6522933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96391" y="5468818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622670" y="4416918"/>
              <a:ext cx="1990479" cy="1639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seq.CG_500_mean_new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2026-03-10T15:34:46Z</dcterms:modified>
  <cp:category/>
</cp:coreProperties>
</file>