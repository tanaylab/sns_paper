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20593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2128919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9589" y="4458665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622670" y="39747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22670" y="1194024"/>
              <a:ext cx="1626658" cy="872264"/>
            </a:xfrm>
            <a:custGeom>
              <a:avLst/>
              <a:pathLst>
                <a:path w="1626658" h="872264">
                  <a:moveTo>
                    <a:pt x="0" y="609634"/>
                  </a:moveTo>
                  <a:lnTo>
                    <a:pt x="3708" y="617655"/>
                  </a:lnTo>
                  <a:lnTo>
                    <a:pt x="8071" y="557119"/>
                  </a:lnTo>
                  <a:lnTo>
                    <a:pt x="12433" y="519276"/>
                  </a:lnTo>
                  <a:lnTo>
                    <a:pt x="16796" y="536615"/>
                  </a:lnTo>
                  <a:lnTo>
                    <a:pt x="21159" y="536615"/>
                  </a:lnTo>
                  <a:lnTo>
                    <a:pt x="25522" y="474781"/>
                  </a:lnTo>
                  <a:lnTo>
                    <a:pt x="29884" y="459249"/>
                  </a:lnTo>
                  <a:lnTo>
                    <a:pt x="34247" y="488449"/>
                  </a:lnTo>
                  <a:lnTo>
                    <a:pt x="38610" y="465852"/>
                  </a:lnTo>
                  <a:lnTo>
                    <a:pt x="42973" y="457065"/>
                  </a:lnTo>
                  <a:lnTo>
                    <a:pt x="47335" y="421204"/>
                  </a:lnTo>
                  <a:lnTo>
                    <a:pt x="51698" y="339680"/>
                  </a:lnTo>
                  <a:lnTo>
                    <a:pt x="56061" y="329202"/>
                  </a:lnTo>
                  <a:lnTo>
                    <a:pt x="60424" y="329202"/>
                  </a:lnTo>
                  <a:lnTo>
                    <a:pt x="64786" y="404415"/>
                  </a:lnTo>
                  <a:lnTo>
                    <a:pt x="69149" y="343559"/>
                  </a:lnTo>
                  <a:lnTo>
                    <a:pt x="73512" y="324780"/>
                  </a:lnTo>
                  <a:lnTo>
                    <a:pt x="77875" y="395562"/>
                  </a:lnTo>
                  <a:lnTo>
                    <a:pt x="82237" y="415931"/>
                  </a:lnTo>
                  <a:lnTo>
                    <a:pt x="86600" y="420092"/>
                  </a:lnTo>
                  <a:lnTo>
                    <a:pt x="90963" y="430384"/>
                  </a:lnTo>
                  <a:lnTo>
                    <a:pt x="95326" y="433360"/>
                  </a:lnTo>
                  <a:lnTo>
                    <a:pt x="99688" y="450021"/>
                  </a:lnTo>
                  <a:lnTo>
                    <a:pt x="104051" y="465615"/>
                  </a:lnTo>
                  <a:lnTo>
                    <a:pt x="108414" y="481661"/>
                  </a:lnTo>
                  <a:lnTo>
                    <a:pt x="112777" y="534584"/>
                  </a:lnTo>
                  <a:lnTo>
                    <a:pt x="117139" y="617531"/>
                  </a:lnTo>
                  <a:lnTo>
                    <a:pt x="121502" y="630160"/>
                  </a:lnTo>
                  <a:lnTo>
                    <a:pt x="125865" y="630160"/>
                  </a:lnTo>
                  <a:lnTo>
                    <a:pt x="130228" y="641107"/>
                  </a:lnTo>
                  <a:lnTo>
                    <a:pt x="134590" y="731198"/>
                  </a:lnTo>
                  <a:lnTo>
                    <a:pt x="138953" y="710088"/>
                  </a:lnTo>
                  <a:lnTo>
                    <a:pt x="143316" y="728772"/>
                  </a:lnTo>
                  <a:lnTo>
                    <a:pt x="147679" y="722518"/>
                  </a:lnTo>
                  <a:lnTo>
                    <a:pt x="152041" y="647697"/>
                  </a:lnTo>
                  <a:lnTo>
                    <a:pt x="156404" y="709447"/>
                  </a:lnTo>
                  <a:lnTo>
                    <a:pt x="160767" y="730471"/>
                  </a:lnTo>
                  <a:lnTo>
                    <a:pt x="165130" y="609096"/>
                  </a:lnTo>
                  <a:lnTo>
                    <a:pt x="169492" y="541670"/>
                  </a:lnTo>
                  <a:lnTo>
                    <a:pt x="173855" y="472535"/>
                  </a:lnTo>
                  <a:lnTo>
                    <a:pt x="178218" y="425304"/>
                  </a:lnTo>
                  <a:lnTo>
                    <a:pt x="182581" y="403119"/>
                  </a:lnTo>
                  <a:lnTo>
                    <a:pt x="186943" y="403119"/>
                  </a:lnTo>
                  <a:lnTo>
                    <a:pt x="191306" y="370491"/>
                  </a:lnTo>
                  <a:lnTo>
                    <a:pt x="195669" y="364928"/>
                  </a:lnTo>
                  <a:lnTo>
                    <a:pt x="200032" y="364928"/>
                  </a:lnTo>
                  <a:lnTo>
                    <a:pt x="204394" y="391382"/>
                  </a:lnTo>
                  <a:lnTo>
                    <a:pt x="208757" y="350360"/>
                  </a:lnTo>
                  <a:lnTo>
                    <a:pt x="213120" y="289169"/>
                  </a:lnTo>
                  <a:lnTo>
                    <a:pt x="217483" y="209847"/>
                  </a:lnTo>
                  <a:lnTo>
                    <a:pt x="221845" y="152921"/>
                  </a:lnTo>
                  <a:lnTo>
                    <a:pt x="226208" y="166935"/>
                  </a:lnTo>
                  <a:lnTo>
                    <a:pt x="230571" y="156708"/>
                  </a:lnTo>
                  <a:lnTo>
                    <a:pt x="234934" y="121141"/>
                  </a:lnTo>
                  <a:lnTo>
                    <a:pt x="239296" y="136803"/>
                  </a:lnTo>
                  <a:lnTo>
                    <a:pt x="243659" y="164361"/>
                  </a:lnTo>
                  <a:lnTo>
                    <a:pt x="248022" y="178672"/>
                  </a:lnTo>
                  <a:lnTo>
                    <a:pt x="252385" y="163078"/>
                  </a:lnTo>
                  <a:lnTo>
                    <a:pt x="256747" y="174732"/>
                  </a:lnTo>
                  <a:lnTo>
                    <a:pt x="261110" y="168227"/>
                  </a:lnTo>
                  <a:lnTo>
                    <a:pt x="265473" y="139252"/>
                  </a:lnTo>
                  <a:lnTo>
                    <a:pt x="269836" y="118770"/>
                  </a:lnTo>
                  <a:lnTo>
                    <a:pt x="274198" y="212847"/>
                  </a:lnTo>
                  <a:lnTo>
                    <a:pt x="278561" y="254127"/>
                  </a:lnTo>
                  <a:lnTo>
                    <a:pt x="282924" y="305468"/>
                  </a:lnTo>
                  <a:lnTo>
                    <a:pt x="287287" y="367667"/>
                  </a:lnTo>
                  <a:lnTo>
                    <a:pt x="291649" y="373533"/>
                  </a:lnTo>
                  <a:lnTo>
                    <a:pt x="296012" y="456307"/>
                  </a:lnTo>
                  <a:lnTo>
                    <a:pt x="300375" y="524640"/>
                  </a:lnTo>
                  <a:lnTo>
                    <a:pt x="304738" y="547321"/>
                  </a:lnTo>
                  <a:lnTo>
                    <a:pt x="309100" y="491318"/>
                  </a:lnTo>
                  <a:lnTo>
                    <a:pt x="313463" y="474457"/>
                  </a:lnTo>
                  <a:lnTo>
                    <a:pt x="317826" y="497055"/>
                  </a:lnTo>
                  <a:lnTo>
                    <a:pt x="322189" y="512649"/>
                  </a:lnTo>
                  <a:lnTo>
                    <a:pt x="326551" y="528695"/>
                  </a:lnTo>
                  <a:lnTo>
                    <a:pt x="330914" y="577601"/>
                  </a:lnTo>
                  <a:lnTo>
                    <a:pt x="335277" y="616746"/>
                  </a:lnTo>
                  <a:lnTo>
                    <a:pt x="339640" y="640279"/>
                  </a:lnTo>
                  <a:lnTo>
                    <a:pt x="344002" y="657523"/>
                  </a:lnTo>
                  <a:lnTo>
                    <a:pt x="348365" y="699163"/>
                  </a:lnTo>
                  <a:lnTo>
                    <a:pt x="352728" y="725819"/>
                  </a:lnTo>
                  <a:lnTo>
                    <a:pt x="357091" y="647697"/>
                  </a:lnTo>
                  <a:lnTo>
                    <a:pt x="361453" y="647697"/>
                  </a:lnTo>
                  <a:lnTo>
                    <a:pt x="365816" y="706020"/>
                  </a:lnTo>
                  <a:lnTo>
                    <a:pt x="370179" y="723374"/>
                  </a:lnTo>
                  <a:lnTo>
                    <a:pt x="374542" y="832110"/>
                  </a:lnTo>
                  <a:lnTo>
                    <a:pt x="378904" y="872144"/>
                  </a:lnTo>
                  <a:lnTo>
                    <a:pt x="383267" y="872144"/>
                  </a:lnTo>
                  <a:lnTo>
                    <a:pt x="387630" y="872144"/>
                  </a:lnTo>
                  <a:lnTo>
                    <a:pt x="391993" y="872144"/>
                  </a:lnTo>
                  <a:lnTo>
                    <a:pt x="396355" y="872144"/>
                  </a:lnTo>
                  <a:lnTo>
                    <a:pt x="400718" y="872144"/>
                  </a:lnTo>
                  <a:lnTo>
                    <a:pt x="405081" y="872144"/>
                  </a:lnTo>
                  <a:lnTo>
                    <a:pt x="409444" y="872144"/>
                  </a:lnTo>
                  <a:lnTo>
                    <a:pt x="413806" y="872144"/>
                  </a:lnTo>
                  <a:lnTo>
                    <a:pt x="418169" y="872144"/>
                  </a:lnTo>
                  <a:lnTo>
                    <a:pt x="422532" y="872144"/>
                  </a:lnTo>
                  <a:lnTo>
                    <a:pt x="426895" y="872144"/>
                  </a:lnTo>
                  <a:lnTo>
                    <a:pt x="431257" y="872144"/>
                  </a:lnTo>
                  <a:lnTo>
                    <a:pt x="435620" y="872144"/>
                  </a:lnTo>
                  <a:lnTo>
                    <a:pt x="439983" y="872144"/>
                  </a:lnTo>
                  <a:lnTo>
                    <a:pt x="444346" y="872144"/>
                  </a:lnTo>
                  <a:lnTo>
                    <a:pt x="448708" y="872144"/>
                  </a:lnTo>
                  <a:lnTo>
                    <a:pt x="453071" y="872144"/>
                  </a:lnTo>
                  <a:lnTo>
                    <a:pt x="457434" y="853993"/>
                  </a:lnTo>
                  <a:lnTo>
                    <a:pt x="461797" y="786813"/>
                  </a:lnTo>
                  <a:lnTo>
                    <a:pt x="466159" y="741290"/>
                  </a:lnTo>
                  <a:lnTo>
                    <a:pt x="470522" y="732003"/>
                  </a:lnTo>
                  <a:lnTo>
                    <a:pt x="474885" y="639113"/>
                  </a:lnTo>
                  <a:lnTo>
                    <a:pt x="479248" y="597980"/>
                  </a:lnTo>
                  <a:lnTo>
                    <a:pt x="483610" y="512649"/>
                  </a:lnTo>
                  <a:lnTo>
                    <a:pt x="487973" y="461690"/>
                  </a:lnTo>
                  <a:lnTo>
                    <a:pt x="492336" y="408439"/>
                  </a:lnTo>
                  <a:lnTo>
                    <a:pt x="496699" y="337807"/>
                  </a:lnTo>
                  <a:lnTo>
                    <a:pt x="501061" y="293499"/>
                  </a:lnTo>
                  <a:lnTo>
                    <a:pt x="505424" y="262451"/>
                  </a:lnTo>
                  <a:lnTo>
                    <a:pt x="509787" y="262451"/>
                  </a:lnTo>
                  <a:lnTo>
                    <a:pt x="514150" y="237844"/>
                  </a:lnTo>
                  <a:lnTo>
                    <a:pt x="518512" y="175326"/>
                  </a:lnTo>
                  <a:lnTo>
                    <a:pt x="522875" y="124034"/>
                  </a:lnTo>
                  <a:lnTo>
                    <a:pt x="527238" y="105725"/>
                  </a:lnTo>
                  <a:lnTo>
                    <a:pt x="531601" y="85255"/>
                  </a:lnTo>
                  <a:lnTo>
                    <a:pt x="535963" y="69431"/>
                  </a:lnTo>
                  <a:lnTo>
                    <a:pt x="540326" y="56766"/>
                  </a:lnTo>
                  <a:lnTo>
                    <a:pt x="544689" y="0"/>
                  </a:lnTo>
                  <a:lnTo>
                    <a:pt x="549052" y="39556"/>
                  </a:lnTo>
                  <a:lnTo>
                    <a:pt x="553414" y="67949"/>
                  </a:lnTo>
                  <a:lnTo>
                    <a:pt x="557777" y="91086"/>
                  </a:lnTo>
                  <a:lnTo>
                    <a:pt x="562140" y="133149"/>
                  </a:lnTo>
                  <a:lnTo>
                    <a:pt x="566503" y="161798"/>
                  </a:lnTo>
                  <a:lnTo>
                    <a:pt x="570865" y="178672"/>
                  </a:lnTo>
                  <a:lnTo>
                    <a:pt x="575228" y="248246"/>
                  </a:lnTo>
                  <a:lnTo>
                    <a:pt x="579591" y="265863"/>
                  </a:lnTo>
                  <a:lnTo>
                    <a:pt x="583954" y="327123"/>
                  </a:lnTo>
                  <a:lnTo>
                    <a:pt x="588316" y="420023"/>
                  </a:lnTo>
                  <a:lnTo>
                    <a:pt x="592679" y="467126"/>
                  </a:lnTo>
                  <a:lnTo>
                    <a:pt x="597042" y="470779"/>
                  </a:lnTo>
                  <a:lnTo>
                    <a:pt x="601405" y="543127"/>
                  </a:lnTo>
                  <a:lnTo>
                    <a:pt x="605767" y="591103"/>
                  </a:lnTo>
                  <a:lnTo>
                    <a:pt x="610130" y="553672"/>
                  </a:lnTo>
                  <a:lnTo>
                    <a:pt x="614493" y="553672"/>
                  </a:lnTo>
                  <a:lnTo>
                    <a:pt x="618856" y="563991"/>
                  </a:lnTo>
                  <a:lnTo>
                    <a:pt x="623218" y="525074"/>
                  </a:lnTo>
                  <a:lnTo>
                    <a:pt x="627581" y="466219"/>
                  </a:lnTo>
                  <a:lnTo>
                    <a:pt x="631944" y="508877"/>
                  </a:lnTo>
                  <a:lnTo>
                    <a:pt x="636307" y="490676"/>
                  </a:lnTo>
                  <a:lnTo>
                    <a:pt x="640669" y="432666"/>
                  </a:lnTo>
                  <a:lnTo>
                    <a:pt x="645032" y="422006"/>
                  </a:lnTo>
                  <a:lnTo>
                    <a:pt x="649395" y="354246"/>
                  </a:lnTo>
                  <a:lnTo>
                    <a:pt x="653758" y="364690"/>
                  </a:lnTo>
                  <a:lnTo>
                    <a:pt x="658120" y="375336"/>
                  </a:lnTo>
                  <a:lnTo>
                    <a:pt x="662483" y="420092"/>
                  </a:lnTo>
                  <a:lnTo>
                    <a:pt x="666846" y="420092"/>
                  </a:lnTo>
                  <a:lnTo>
                    <a:pt x="671209" y="424479"/>
                  </a:lnTo>
                  <a:lnTo>
                    <a:pt x="675571" y="450021"/>
                  </a:lnTo>
                  <a:lnTo>
                    <a:pt x="679934" y="450021"/>
                  </a:lnTo>
                  <a:lnTo>
                    <a:pt x="684297" y="484051"/>
                  </a:lnTo>
                  <a:lnTo>
                    <a:pt x="688660" y="550487"/>
                  </a:lnTo>
                  <a:lnTo>
                    <a:pt x="693022" y="627973"/>
                  </a:lnTo>
                  <a:lnTo>
                    <a:pt x="697385" y="594407"/>
                  </a:lnTo>
                  <a:lnTo>
                    <a:pt x="701748" y="639829"/>
                  </a:lnTo>
                  <a:lnTo>
                    <a:pt x="706111" y="702613"/>
                  </a:lnTo>
                  <a:lnTo>
                    <a:pt x="710473" y="786813"/>
                  </a:lnTo>
                  <a:lnTo>
                    <a:pt x="714836" y="840760"/>
                  </a:lnTo>
                  <a:lnTo>
                    <a:pt x="719199" y="786813"/>
                  </a:lnTo>
                  <a:lnTo>
                    <a:pt x="723562" y="730471"/>
                  </a:lnTo>
                  <a:lnTo>
                    <a:pt x="727924" y="712896"/>
                  </a:lnTo>
                  <a:lnTo>
                    <a:pt x="732287" y="712896"/>
                  </a:lnTo>
                  <a:lnTo>
                    <a:pt x="736650" y="712896"/>
                  </a:lnTo>
                  <a:lnTo>
                    <a:pt x="741013" y="712896"/>
                  </a:lnTo>
                  <a:lnTo>
                    <a:pt x="745375" y="712896"/>
                  </a:lnTo>
                  <a:lnTo>
                    <a:pt x="749738" y="712896"/>
                  </a:lnTo>
                  <a:lnTo>
                    <a:pt x="754101" y="712896"/>
                  </a:lnTo>
                  <a:lnTo>
                    <a:pt x="758464" y="712896"/>
                  </a:lnTo>
                  <a:lnTo>
                    <a:pt x="762826" y="712896"/>
                  </a:lnTo>
                  <a:lnTo>
                    <a:pt x="767189" y="712896"/>
                  </a:lnTo>
                  <a:lnTo>
                    <a:pt x="771552" y="712896"/>
                  </a:lnTo>
                  <a:lnTo>
                    <a:pt x="775915" y="712896"/>
                  </a:lnTo>
                  <a:lnTo>
                    <a:pt x="780277" y="734054"/>
                  </a:lnTo>
                  <a:lnTo>
                    <a:pt x="784640" y="786813"/>
                  </a:lnTo>
                  <a:lnTo>
                    <a:pt x="789003" y="794778"/>
                  </a:lnTo>
                  <a:lnTo>
                    <a:pt x="793366" y="786813"/>
                  </a:lnTo>
                  <a:lnTo>
                    <a:pt x="797728" y="737660"/>
                  </a:lnTo>
                  <a:lnTo>
                    <a:pt x="802091" y="712896"/>
                  </a:lnTo>
                  <a:lnTo>
                    <a:pt x="806454" y="712896"/>
                  </a:lnTo>
                  <a:lnTo>
                    <a:pt x="810817" y="712896"/>
                  </a:lnTo>
                  <a:lnTo>
                    <a:pt x="815179" y="712896"/>
                  </a:lnTo>
                  <a:lnTo>
                    <a:pt x="819542" y="712896"/>
                  </a:lnTo>
                  <a:lnTo>
                    <a:pt x="823905" y="712896"/>
                  </a:lnTo>
                  <a:lnTo>
                    <a:pt x="828268" y="712896"/>
                  </a:lnTo>
                  <a:lnTo>
                    <a:pt x="832630" y="712896"/>
                  </a:lnTo>
                  <a:lnTo>
                    <a:pt x="836993" y="712896"/>
                  </a:lnTo>
                  <a:lnTo>
                    <a:pt x="841356" y="712896"/>
                  </a:lnTo>
                  <a:lnTo>
                    <a:pt x="845719" y="695863"/>
                  </a:lnTo>
                  <a:lnTo>
                    <a:pt x="850081" y="647697"/>
                  </a:lnTo>
                  <a:lnTo>
                    <a:pt x="854444" y="650781"/>
                  </a:lnTo>
                  <a:lnTo>
                    <a:pt x="858807" y="647697"/>
                  </a:lnTo>
                  <a:lnTo>
                    <a:pt x="863170" y="689193"/>
                  </a:lnTo>
                  <a:lnTo>
                    <a:pt x="867532" y="712896"/>
                  </a:lnTo>
                  <a:lnTo>
                    <a:pt x="871895" y="712896"/>
                  </a:lnTo>
                  <a:lnTo>
                    <a:pt x="876258" y="712896"/>
                  </a:lnTo>
                  <a:lnTo>
                    <a:pt x="880621" y="712896"/>
                  </a:lnTo>
                  <a:lnTo>
                    <a:pt x="884983" y="712896"/>
                  </a:lnTo>
                  <a:lnTo>
                    <a:pt x="889346" y="712896"/>
                  </a:lnTo>
                  <a:lnTo>
                    <a:pt x="893709" y="712896"/>
                  </a:lnTo>
                  <a:lnTo>
                    <a:pt x="898072" y="712896"/>
                  </a:lnTo>
                  <a:lnTo>
                    <a:pt x="902434" y="712896"/>
                  </a:lnTo>
                  <a:lnTo>
                    <a:pt x="906797" y="712896"/>
                  </a:lnTo>
                  <a:lnTo>
                    <a:pt x="911160" y="730471"/>
                  </a:lnTo>
                  <a:lnTo>
                    <a:pt x="915523" y="786813"/>
                  </a:lnTo>
                  <a:lnTo>
                    <a:pt x="919885" y="836418"/>
                  </a:lnTo>
                  <a:lnTo>
                    <a:pt x="924248" y="872144"/>
                  </a:lnTo>
                  <a:lnTo>
                    <a:pt x="928611" y="802859"/>
                  </a:lnTo>
                  <a:lnTo>
                    <a:pt x="932974" y="775077"/>
                  </a:lnTo>
                  <a:lnTo>
                    <a:pt x="937336" y="712896"/>
                  </a:lnTo>
                  <a:lnTo>
                    <a:pt x="941699" y="712896"/>
                  </a:lnTo>
                  <a:lnTo>
                    <a:pt x="946062" y="712896"/>
                  </a:lnTo>
                  <a:lnTo>
                    <a:pt x="950425" y="712896"/>
                  </a:lnTo>
                  <a:lnTo>
                    <a:pt x="954787" y="712896"/>
                  </a:lnTo>
                  <a:lnTo>
                    <a:pt x="959150" y="712896"/>
                  </a:lnTo>
                  <a:lnTo>
                    <a:pt x="963513" y="712896"/>
                  </a:lnTo>
                  <a:lnTo>
                    <a:pt x="967876" y="712896"/>
                  </a:lnTo>
                  <a:lnTo>
                    <a:pt x="972238" y="712896"/>
                  </a:lnTo>
                  <a:lnTo>
                    <a:pt x="976601" y="712896"/>
                  </a:lnTo>
                  <a:lnTo>
                    <a:pt x="980964" y="712896"/>
                  </a:lnTo>
                  <a:lnTo>
                    <a:pt x="985327" y="712896"/>
                  </a:lnTo>
                  <a:lnTo>
                    <a:pt x="989689" y="712896"/>
                  </a:lnTo>
                  <a:lnTo>
                    <a:pt x="994052" y="771219"/>
                  </a:lnTo>
                  <a:lnTo>
                    <a:pt x="998415" y="798804"/>
                  </a:lnTo>
                  <a:lnTo>
                    <a:pt x="1002778" y="872144"/>
                  </a:lnTo>
                  <a:lnTo>
                    <a:pt x="1007140" y="872144"/>
                  </a:lnTo>
                  <a:lnTo>
                    <a:pt x="1011503" y="872144"/>
                  </a:lnTo>
                  <a:lnTo>
                    <a:pt x="1015866" y="872144"/>
                  </a:lnTo>
                  <a:lnTo>
                    <a:pt x="1020229" y="872144"/>
                  </a:lnTo>
                  <a:lnTo>
                    <a:pt x="1024591" y="872144"/>
                  </a:lnTo>
                  <a:lnTo>
                    <a:pt x="1028954" y="872144"/>
                  </a:lnTo>
                  <a:lnTo>
                    <a:pt x="1033317" y="872144"/>
                  </a:lnTo>
                  <a:lnTo>
                    <a:pt x="1037680" y="872144"/>
                  </a:lnTo>
                  <a:lnTo>
                    <a:pt x="1042042" y="872144"/>
                  </a:lnTo>
                  <a:lnTo>
                    <a:pt x="1046405" y="872144"/>
                  </a:lnTo>
                  <a:lnTo>
                    <a:pt x="1050768" y="872144"/>
                  </a:lnTo>
                  <a:lnTo>
                    <a:pt x="1055131" y="819385"/>
                  </a:lnTo>
                  <a:lnTo>
                    <a:pt x="1059493" y="716367"/>
                  </a:lnTo>
                  <a:lnTo>
                    <a:pt x="1063856" y="712896"/>
                  </a:lnTo>
                  <a:lnTo>
                    <a:pt x="1068219" y="653882"/>
                  </a:lnTo>
                  <a:lnTo>
                    <a:pt x="1072582" y="647697"/>
                  </a:lnTo>
                  <a:lnTo>
                    <a:pt x="1076944" y="603389"/>
                  </a:lnTo>
                  <a:lnTo>
                    <a:pt x="1081307" y="589374"/>
                  </a:lnTo>
                  <a:lnTo>
                    <a:pt x="1085670" y="578412"/>
                  </a:lnTo>
                  <a:lnTo>
                    <a:pt x="1090033" y="611436"/>
                  </a:lnTo>
                  <a:lnTo>
                    <a:pt x="1094395" y="592114"/>
                  </a:lnTo>
                  <a:lnTo>
                    <a:pt x="1098758" y="597980"/>
                  </a:lnTo>
                  <a:lnTo>
                    <a:pt x="1103121" y="652580"/>
                  </a:lnTo>
                  <a:lnTo>
                    <a:pt x="1107484" y="567463"/>
                  </a:lnTo>
                  <a:lnTo>
                    <a:pt x="1111846" y="546785"/>
                  </a:lnTo>
                  <a:lnTo>
                    <a:pt x="1116209" y="546785"/>
                  </a:lnTo>
                  <a:lnTo>
                    <a:pt x="1120572" y="573543"/>
                  </a:lnTo>
                  <a:lnTo>
                    <a:pt x="1124935" y="628035"/>
                  </a:lnTo>
                  <a:lnTo>
                    <a:pt x="1129297" y="581285"/>
                  </a:lnTo>
                  <a:lnTo>
                    <a:pt x="1133660" y="585197"/>
                  </a:lnTo>
                  <a:lnTo>
                    <a:pt x="1138023" y="577400"/>
                  </a:lnTo>
                  <a:lnTo>
                    <a:pt x="1142386" y="510055"/>
                  </a:lnTo>
                  <a:lnTo>
                    <a:pt x="1146748" y="515220"/>
                  </a:lnTo>
                  <a:lnTo>
                    <a:pt x="1151111" y="522183"/>
                  </a:lnTo>
                  <a:lnTo>
                    <a:pt x="1155474" y="528634"/>
                  </a:lnTo>
                  <a:lnTo>
                    <a:pt x="1159837" y="504889"/>
                  </a:lnTo>
                  <a:lnTo>
                    <a:pt x="1164199" y="438732"/>
                  </a:lnTo>
                  <a:lnTo>
                    <a:pt x="1168562" y="396015"/>
                  </a:lnTo>
                  <a:lnTo>
                    <a:pt x="1172925" y="468980"/>
                  </a:lnTo>
                  <a:lnTo>
                    <a:pt x="1177288" y="490310"/>
                  </a:lnTo>
                  <a:lnTo>
                    <a:pt x="1181650" y="477940"/>
                  </a:lnTo>
                  <a:lnTo>
                    <a:pt x="1186013" y="403119"/>
                  </a:lnTo>
                  <a:lnTo>
                    <a:pt x="1190376" y="403119"/>
                  </a:lnTo>
                  <a:lnTo>
                    <a:pt x="1194739" y="452724"/>
                  </a:lnTo>
                  <a:lnTo>
                    <a:pt x="1199101" y="488449"/>
                  </a:lnTo>
                  <a:lnTo>
                    <a:pt x="1203464" y="493082"/>
                  </a:lnTo>
                  <a:lnTo>
                    <a:pt x="1207827" y="534105"/>
                  </a:lnTo>
                  <a:lnTo>
                    <a:pt x="1212190" y="536615"/>
                  </a:lnTo>
                  <a:lnTo>
                    <a:pt x="1216552" y="495413"/>
                  </a:lnTo>
                  <a:lnTo>
                    <a:pt x="1220915" y="465852"/>
                  </a:lnTo>
                  <a:lnTo>
                    <a:pt x="1225278" y="526641"/>
                  </a:lnTo>
                  <a:lnTo>
                    <a:pt x="1229641" y="536615"/>
                  </a:lnTo>
                  <a:lnTo>
                    <a:pt x="1234003" y="526641"/>
                  </a:lnTo>
                  <a:lnTo>
                    <a:pt x="1238366" y="536615"/>
                  </a:lnTo>
                  <a:lnTo>
                    <a:pt x="1242729" y="536615"/>
                  </a:lnTo>
                  <a:lnTo>
                    <a:pt x="1247092" y="536615"/>
                  </a:lnTo>
                  <a:lnTo>
                    <a:pt x="1251454" y="497753"/>
                  </a:lnTo>
                  <a:lnTo>
                    <a:pt x="1255817" y="488449"/>
                  </a:lnTo>
                  <a:lnTo>
                    <a:pt x="1260180" y="488449"/>
                  </a:lnTo>
                  <a:lnTo>
                    <a:pt x="1264543" y="488449"/>
                  </a:lnTo>
                  <a:lnTo>
                    <a:pt x="1268905" y="497753"/>
                  </a:lnTo>
                  <a:lnTo>
                    <a:pt x="1273268" y="586613"/>
                  </a:lnTo>
                  <a:lnTo>
                    <a:pt x="1277631" y="589374"/>
                  </a:lnTo>
                  <a:lnTo>
                    <a:pt x="1281994" y="638547"/>
                  </a:lnTo>
                  <a:lnTo>
                    <a:pt x="1286356" y="647697"/>
                  </a:lnTo>
                  <a:lnTo>
                    <a:pt x="1290719" y="647697"/>
                  </a:lnTo>
                  <a:lnTo>
                    <a:pt x="1295082" y="647697"/>
                  </a:lnTo>
                  <a:lnTo>
                    <a:pt x="1299445" y="706020"/>
                  </a:lnTo>
                  <a:lnTo>
                    <a:pt x="1303807" y="635531"/>
                  </a:lnTo>
                  <a:lnTo>
                    <a:pt x="1308170" y="589374"/>
                  </a:lnTo>
                  <a:lnTo>
                    <a:pt x="1312533" y="529118"/>
                  </a:lnTo>
                  <a:lnTo>
                    <a:pt x="1316896" y="370491"/>
                  </a:lnTo>
                  <a:lnTo>
                    <a:pt x="1321258" y="330935"/>
                  </a:lnTo>
                  <a:lnTo>
                    <a:pt x="1325621" y="295643"/>
                  </a:lnTo>
                  <a:lnTo>
                    <a:pt x="1329984" y="260936"/>
                  </a:lnTo>
                  <a:lnTo>
                    <a:pt x="1334347" y="221116"/>
                  </a:lnTo>
                  <a:lnTo>
                    <a:pt x="1338709" y="204298"/>
                  </a:lnTo>
                  <a:lnTo>
                    <a:pt x="1343072" y="178672"/>
                  </a:lnTo>
                  <a:lnTo>
                    <a:pt x="1347435" y="178672"/>
                  </a:lnTo>
                  <a:lnTo>
                    <a:pt x="1351798" y="169522"/>
                  </a:lnTo>
                  <a:lnTo>
                    <a:pt x="1356160" y="124716"/>
                  </a:lnTo>
                  <a:lnTo>
                    <a:pt x="1360523" y="91086"/>
                  </a:lnTo>
                  <a:lnTo>
                    <a:pt x="1364886" y="82158"/>
                  </a:lnTo>
                  <a:lnTo>
                    <a:pt x="1369249" y="96741"/>
                  </a:lnTo>
                  <a:lnTo>
                    <a:pt x="1373611" y="104755"/>
                  </a:lnTo>
                  <a:lnTo>
                    <a:pt x="1377974" y="131936"/>
                  </a:lnTo>
                  <a:lnTo>
                    <a:pt x="1382337" y="253343"/>
                  </a:lnTo>
                  <a:lnTo>
                    <a:pt x="1386700" y="294017"/>
                  </a:lnTo>
                  <a:lnTo>
                    <a:pt x="1391062" y="410242"/>
                  </a:lnTo>
                  <a:lnTo>
                    <a:pt x="1395425" y="455822"/>
                  </a:lnTo>
                  <a:lnTo>
                    <a:pt x="1399788" y="512649"/>
                  </a:lnTo>
                  <a:lnTo>
                    <a:pt x="1404151" y="456307"/>
                  </a:lnTo>
                  <a:lnTo>
                    <a:pt x="1408513" y="421698"/>
                  </a:lnTo>
                  <a:lnTo>
                    <a:pt x="1412876" y="385973"/>
                  </a:lnTo>
                  <a:lnTo>
                    <a:pt x="1417239" y="389127"/>
                  </a:lnTo>
                  <a:lnTo>
                    <a:pt x="1421602" y="443946"/>
                  </a:lnTo>
                  <a:lnTo>
                    <a:pt x="1425964" y="497055"/>
                  </a:lnTo>
                  <a:lnTo>
                    <a:pt x="1430327" y="512649"/>
                  </a:lnTo>
                  <a:lnTo>
                    <a:pt x="1434690" y="534834"/>
                  </a:lnTo>
                  <a:lnTo>
                    <a:pt x="1439053" y="553672"/>
                  </a:lnTo>
                  <a:lnTo>
                    <a:pt x="1443415" y="553672"/>
                  </a:lnTo>
                  <a:lnTo>
                    <a:pt x="1447778" y="553672"/>
                  </a:lnTo>
                  <a:lnTo>
                    <a:pt x="1452141" y="553672"/>
                  </a:lnTo>
                  <a:lnTo>
                    <a:pt x="1456504" y="531333"/>
                  </a:lnTo>
                  <a:lnTo>
                    <a:pt x="1460866" y="522263"/>
                  </a:lnTo>
                  <a:lnTo>
                    <a:pt x="1465229" y="463643"/>
                  </a:lnTo>
                  <a:lnTo>
                    <a:pt x="1469592" y="565009"/>
                  </a:lnTo>
                  <a:lnTo>
                    <a:pt x="1473955" y="679337"/>
                  </a:lnTo>
                  <a:lnTo>
                    <a:pt x="1478317" y="756052"/>
                  </a:lnTo>
                  <a:lnTo>
                    <a:pt x="1482680" y="858475"/>
                  </a:lnTo>
                  <a:lnTo>
                    <a:pt x="1487043" y="872144"/>
                  </a:lnTo>
                  <a:lnTo>
                    <a:pt x="1491406" y="872144"/>
                  </a:lnTo>
                  <a:lnTo>
                    <a:pt x="1495768" y="872144"/>
                  </a:lnTo>
                  <a:lnTo>
                    <a:pt x="1500131" y="872144"/>
                  </a:lnTo>
                  <a:lnTo>
                    <a:pt x="1504494" y="872144"/>
                  </a:lnTo>
                  <a:lnTo>
                    <a:pt x="1508857" y="872144"/>
                  </a:lnTo>
                  <a:lnTo>
                    <a:pt x="1513219" y="872144"/>
                  </a:lnTo>
                  <a:lnTo>
                    <a:pt x="1517582" y="872144"/>
                  </a:lnTo>
                  <a:lnTo>
                    <a:pt x="1521945" y="872144"/>
                  </a:lnTo>
                  <a:lnTo>
                    <a:pt x="1526308" y="872144"/>
                  </a:lnTo>
                  <a:lnTo>
                    <a:pt x="1530670" y="872144"/>
                  </a:lnTo>
                  <a:lnTo>
                    <a:pt x="1535033" y="872144"/>
                  </a:lnTo>
                  <a:lnTo>
                    <a:pt x="1539396" y="872144"/>
                  </a:lnTo>
                  <a:lnTo>
                    <a:pt x="1543759" y="872144"/>
                  </a:lnTo>
                  <a:lnTo>
                    <a:pt x="1548121" y="872144"/>
                  </a:lnTo>
                  <a:lnTo>
                    <a:pt x="1552484" y="872144"/>
                  </a:lnTo>
                  <a:lnTo>
                    <a:pt x="1556847" y="872144"/>
                  </a:lnTo>
                  <a:lnTo>
                    <a:pt x="1561210" y="872144"/>
                  </a:lnTo>
                  <a:lnTo>
                    <a:pt x="1565572" y="872144"/>
                  </a:lnTo>
                  <a:lnTo>
                    <a:pt x="1569935" y="872144"/>
                  </a:lnTo>
                  <a:lnTo>
                    <a:pt x="1574298" y="872144"/>
                  </a:lnTo>
                  <a:lnTo>
                    <a:pt x="1578661" y="872144"/>
                  </a:lnTo>
                  <a:lnTo>
                    <a:pt x="1583023" y="872144"/>
                  </a:lnTo>
                  <a:lnTo>
                    <a:pt x="1587386" y="872144"/>
                  </a:lnTo>
                  <a:lnTo>
                    <a:pt x="1591749" y="872144"/>
                  </a:lnTo>
                  <a:lnTo>
                    <a:pt x="1596112" y="872144"/>
                  </a:lnTo>
                  <a:lnTo>
                    <a:pt x="1600474" y="872144"/>
                  </a:lnTo>
                  <a:lnTo>
                    <a:pt x="1604837" y="872144"/>
                  </a:lnTo>
                  <a:lnTo>
                    <a:pt x="1609200" y="872144"/>
                  </a:lnTo>
                  <a:lnTo>
                    <a:pt x="1613563" y="872144"/>
                  </a:lnTo>
                  <a:lnTo>
                    <a:pt x="1617925" y="872144"/>
                  </a:lnTo>
                  <a:lnTo>
                    <a:pt x="1622288" y="872144"/>
                  </a:lnTo>
                  <a:lnTo>
                    <a:pt x="1626651" y="872144"/>
                  </a:lnTo>
                  <a:lnTo>
                    <a:pt x="1626658" y="87226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343564" y="1557110"/>
              <a:ext cx="492108" cy="509178"/>
            </a:xfrm>
            <a:custGeom>
              <a:avLst/>
              <a:pathLst>
                <a:path w="492108" h="509178">
                  <a:moveTo>
                    <a:pt x="0" y="509178"/>
                  </a:moveTo>
                  <a:lnTo>
                    <a:pt x="1737" y="454576"/>
                  </a:lnTo>
                  <a:lnTo>
                    <a:pt x="6100" y="437002"/>
                  </a:lnTo>
                  <a:lnTo>
                    <a:pt x="10463" y="387608"/>
                  </a:lnTo>
                  <a:lnTo>
                    <a:pt x="14826" y="284611"/>
                  </a:lnTo>
                  <a:lnTo>
                    <a:pt x="19188" y="336077"/>
                  </a:lnTo>
                  <a:lnTo>
                    <a:pt x="23551" y="373286"/>
                  </a:lnTo>
                  <a:lnTo>
                    <a:pt x="27914" y="327767"/>
                  </a:lnTo>
                  <a:lnTo>
                    <a:pt x="32277" y="311382"/>
                  </a:lnTo>
                  <a:lnTo>
                    <a:pt x="36639" y="267074"/>
                  </a:lnTo>
                  <a:lnTo>
                    <a:pt x="41002" y="267074"/>
                  </a:lnTo>
                  <a:lnTo>
                    <a:pt x="45365" y="324390"/>
                  </a:lnTo>
                  <a:lnTo>
                    <a:pt x="49728" y="324390"/>
                  </a:lnTo>
                  <a:lnTo>
                    <a:pt x="54090" y="311040"/>
                  </a:lnTo>
                  <a:lnTo>
                    <a:pt x="58453" y="284724"/>
                  </a:lnTo>
                  <a:lnTo>
                    <a:pt x="62816" y="286704"/>
                  </a:lnTo>
                  <a:lnTo>
                    <a:pt x="67179" y="358640"/>
                  </a:lnTo>
                  <a:lnTo>
                    <a:pt x="71541" y="370054"/>
                  </a:lnTo>
                  <a:lnTo>
                    <a:pt x="75904" y="381709"/>
                  </a:lnTo>
                  <a:lnTo>
                    <a:pt x="80267" y="343046"/>
                  </a:lnTo>
                  <a:lnTo>
                    <a:pt x="84630" y="350547"/>
                  </a:lnTo>
                  <a:lnTo>
                    <a:pt x="88992" y="324915"/>
                  </a:lnTo>
                  <a:lnTo>
                    <a:pt x="93355" y="316776"/>
                  </a:lnTo>
                  <a:lnTo>
                    <a:pt x="97718" y="335819"/>
                  </a:lnTo>
                  <a:lnTo>
                    <a:pt x="102081" y="355540"/>
                  </a:lnTo>
                  <a:lnTo>
                    <a:pt x="106443" y="327192"/>
                  </a:lnTo>
                  <a:lnTo>
                    <a:pt x="110806" y="236114"/>
                  </a:lnTo>
                  <a:lnTo>
                    <a:pt x="115169" y="125042"/>
                  </a:lnTo>
                  <a:lnTo>
                    <a:pt x="119532" y="0"/>
                  </a:lnTo>
                  <a:lnTo>
                    <a:pt x="123894" y="1842"/>
                  </a:lnTo>
                  <a:lnTo>
                    <a:pt x="128257" y="1842"/>
                  </a:lnTo>
                  <a:lnTo>
                    <a:pt x="132620" y="1842"/>
                  </a:lnTo>
                  <a:lnTo>
                    <a:pt x="136983" y="1842"/>
                  </a:lnTo>
                  <a:lnTo>
                    <a:pt x="141345" y="16803"/>
                  </a:lnTo>
                  <a:lnTo>
                    <a:pt x="145708" y="64280"/>
                  </a:lnTo>
                  <a:lnTo>
                    <a:pt x="150071" y="81056"/>
                  </a:lnTo>
                  <a:lnTo>
                    <a:pt x="154434" y="81056"/>
                  </a:lnTo>
                  <a:lnTo>
                    <a:pt x="158796" y="81056"/>
                  </a:lnTo>
                  <a:lnTo>
                    <a:pt x="163159" y="81056"/>
                  </a:lnTo>
                  <a:lnTo>
                    <a:pt x="167522" y="109449"/>
                  </a:lnTo>
                  <a:lnTo>
                    <a:pt x="171885" y="127675"/>
                  </a:lnTo>
                  <a:lnTo>
                    <a:pt x="176247" y="199281"/>
                  </a:lnTo>
                  <a:lnTo>
                    <a:pt x="180610" y="342934"/>
                  </a:lnTo>
                  <a:lnTo>
                    <a:pt x="184973" y="456299"/>
                  </a:lnTo>
                  <a:lnTo>
                    <a:pt x="189336" y="509058"/>
                  </a:lnTo>
                  <a:lnTo>
                    <a:pt x="193698" y="509058"/>
                  </a:lnTo>
                  <a:lnTo>
                    <a:pt x="198061" y="509058"/>
                  </a:lnTo>
                  <a:lnTo>
                    <a:pt x="202424" y="509058"/>
                  </a:lnTo>
                  <a:lnTo>
                    <a:pt x="206787" y="509058"/>
                  </a:lnTo>
                  <a:lnTo>
                    <a:pt x="211149" y="509058"/>
                  </a:lnTo>
                  <a:lnTo>
                    <a:pt x="215512" y="509058"/>
                  </a:lnTo>
                  <a:lnTo>
                    <a:pt x="219875" y="509058"/>
                  </a:lnTo>
                  <a:lnTo>
                    <a:pt x="224238" y="509058"/>
                  </a:lnTo>
                  <a:lnTo>
                    <a:pt x="228600" y="509058"/>
                  </a:lnTo>
                  <a:lnTo>
                    <a:pt x="232963" y="509058"/>
                  </a:lnTo>
                  <a:lnTo>
                    <a:pt x="237326" y="509058"/>
                  </a:lnTo>
                  <a:lnTo>
                    <a:pt x="241689" y="509058"/>
                  </a:lnTo>
                  <a:lnTo>
                    <a:pt x="246051" y="509058"/>
                  </a:lnTo>
                  <a:lnTo>
                    <a:pt x="250414" y="427696"/>
                  </a:lnTo>
                  <a:lnTo>
                    <a:pt x="254777" y="423727"/>
                  </a:lnTo>
                  <a:lnTo>
                    <a:pt x="259140" y="423727"/>
                  </a:lnTo>
                  <a:lnTo>
                    <a:pt x="263502" y="423727"/>
                  </a:lnTo>
                  <a:lnTo>
                    <a:pt x="267865" y="423727"/>
                  </a:lnTo>
                  <a:lnTo>
                    <a:pt x="272228" y="423727"/>
                  </a:lnTo>
                  <a:lnTo>
                    <a:pt x="276591" y="423727"/>
                  </a:lnTo>
                  <a:lnTo>
                    <a:pt x="280953" y="381858"/>
                  </a:lnTo>
                  <a:lnTo>
                    <a:pt x="285316" y="349810"/>
                  </a:lnTo>
                  <a:lnTo>
                    <a:pt x="289679" y="349810"/>
                  </a:lnTo>
                  <a:lnTo>
                    <a:pt x="294042" y="349810"/>
                  </a:lnTo>
                  <a:lnTo>
                    <a:pt x="298404" y="349810"/>
                  </a:lnTo>
                  <a:lnTo>
                    <a:pt x="302767" y="313005"/>
                  </a:lnTo>
                  <a:lnTo>
                    <a:pt x="307130" y="284611"/>
                  </a:lnTo>
                  <a:lnTo>
                    <a:pt x="311493" y="234655"/>
                  </a:lnTo>
                  <a:lnTo>
                    <a:pt x="315855" y="281545"/>
                  </a:lnTo>
                  <a:lnTo>
                    <a:pt x="320218" y="284611"/>
                  </a:lnTo>
                  <a:lnTo>
                    <a:pt x="324581" y="284611"/>
                  </a:lnTo>
                  <a:lnTo>
                    <a:pt x="328944" y="284611"/>
                  </a:lnTo>
                  <a:lnTo>
                    <a:pt x="333306" y="284611"/>
                  </a:lnTo>
                  <a:lnTo>
                    <a:pt x="337669" y="251776"/>
                  </a:lnTo>
                  <a:lnTo>
                    <a:pt x="342032" y="218047"/>
                  </a:lnTo>
                  <a:lnTo>
                    <a:pt x="346395" y="201923"/>
                  </a:lnTo>
                  <a:lnTo>
                    <a:pt x="350757" y="301109"/>
                  </a:lnTo>
                  <a:lnTo>
                    <a:pt x="355120" y="258210"/>
                  </a:lnTo>
                  <a:lnTo>
                    <a:pt x="359483" y="174671"/>
                  </a:lnTo>
                  <a:lnTo>
                    <a:pt x="363846" y="190586"/>
                  </a:lnTo>
                  <a:lnTo>
                    <a:pt x="368208" y="186344"/>
                  </a:lnTo>
                  <a:lnTo>
                    <a:pt x="372571" y="190586"/>
                  </a:lnTo>
                  <a:lnTo>
                    <a:pt x="376934" y="228017"/>
                  </a:lnTo>
                  <a:lnTo>
                    <a:pt x="381297" y="293552"/>
                  </a:lnTo>
                  <a:lnTo>
                    <a:pt x="385659" y="227853"/>
                  </a:lnTo>
                  <a:lnTo>
                    <a:pt x="390022" y="214038"/>
                  </a:lnTo>
                  <a:lnTo>
                    <a:pt x="394385" y="187860"/>
                  </a:lnTo>
                  <a:lnTo>
                    <a:pt x="398748" y="187860"/>
                  </a:lnTo>
                  <a:lnTo>
                    <a:pt x="403110" y="208538"/>
                  </a:lnTo>
                  <a:lnTo>
                    <a:pt x="407473" y="232014"/>
                  </a:lnTo>
                  <a:lnTo>
                    <a:pt x="411836" y="267074"/>
                  </a:lnTo>
                  <a:lnTo>
                    <a:pt x="416199" y="262913"/>
                  </a:lnTo>
                  <a:lnTo>
                    <a:pt x="420561" y="280213"/>
                  </a:lnTo>
                  <a:lnTo>
                    <a:pt x="424924" y="334756"/>
                  </a:lnTo>
                  <a:lnTo>
                    <a:pt x="429287" y="283059"/>
                  </a:lnTo>
                  <a:lnTo>
                    <a:pt x="433650" y="316776"/>
                  </a:lnTo>
                  <a:lnTo>
                    <a:pt x="438012" y="335819"/>
                  </a:lnTo>
                  <a:lnTo>
                    <a:pt x="442375" y="335819"/>
                  </a:lnTo>
                  <a:lnTo>
                    <a:pt x="446738" y="330341"/>
                  </a:lnTo>
                  <a:lnTo>
                    <a:pt x="451101" y="426719"/>
                  </a:lnTo>
                  <a:lnTo>
                    <a:pt x="455463" y="441947"/>
                  </a:lnTo>
                  <a:lnTo>
                    <a:pt x="459826" y="423727"/>
                  </a:lnTo>
                  <a:lnTo>
                    <a:pt x="464189" y="423727"/>
                  </a:lnTo>
                  <a:lnTo>
                    <a:pt x="468552" y="504768"/>
                  </a:lnTo>
                  <a:lnTo>
                    <a:pt x="472914" y="451017"/>
                  </a:lnTo>
                  <a:lnTo>
                    <a:pt x="477277" y="403870"/>
                  </a:lnTo>
                  <a:lnTo>
                    <a:pt x="481640" y="394141"/>
                  </a:lnTo>
                  <a:lnTo>
                    <a:pt x="486003" y="507965"/>
                  </a:lnTo>
                  <a:lnTo>
                    <a:pt x="490365" y="495796"/>
                  </a:lnTo>
                  <a:lnTo>
                    <a:pt x="492108" y="50917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877096" y="2061504"/>
              <a:ext cx="1102" cy="4784"/>
            </a:xfrm>
            <a:custGeom>
              <a:avLst/>
              <a:pathLst>
                <a:path w="1102" h="4784">
                  <a:moveTo>
                    <a:pt x="0" y="4784"/>
                  </a:moveTo>
                  <a:lnTo>
                    <a:pt x="461" y="0"/>
                  </a:lnTo>
                  <a:lnTo>
                    <a:pt x="1102" y="478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897531" y="473415"/>
              <a:ext cx="6100964" cy="1592874"/>
            </a:xfrm>
            <a:custGeom>
              <a:avLst/>
              <a:pathLst>
                <a:path w="6100964" h="1592874">
                  <a:moveTo>
                    <a:pt x="0" y="1592874"/>
                  </a:moveTo>
                  <a:lnTo>
                    <a:pt x="1839" y="1550609"/>
                  </a:lnTo>
                  <a:lnTo>
                    <a:pt x="6202" y="1530766"/>
                  </a:lnTo>
                  <a:lnTo>
                    <a:pt x="10565" y="1454418"/>
                  </a:lnTo>
                  <a:lnTo>
                    <a:pt x="14928" y="1424723"/>
                  </a:lnTo>
                  <a:lnTo>
                    <a:pt x="19290" y="1299863"/>
                  </a:lnTo>
                  <a:lnTo>
                    <a:pt x="23653" y="1247461"/>
                  </a:lnTo>
                  <a:lnTo>
                    <a:pt x="28016" y="1172728"/>
                  </a:lnTo>
                  <a:lnTo>
                    <a:pt x="32379" y="1085537"/>
                  </a:lnTo>
                  <a:lnTo>
                    <a:pt x="36741" y="1092967"/>
                  </a:lnTo>
                  <a:lnTo>
                    <a:pt x="41104" y="1113931"/>
                  </a:lnTo>
                  <a:lnTo>
                    <a:pt x="45467" y="1085537"/>
                  </a:lnTo>
                  <a:lnTo>
                    <a:pt x="49830" y="1085537"/>
                  </a:lnTo>
                  <a:lnTo>
                    <a:pt x="54192" y="1085537"/>
                  </a:lnTo>
                  <a:lnTo>
                    <a:pt x="58555" y="1058529"/>
                  </a:lnTo>
                  <a:lnTo>
                    <a:pt x="62918" y="1067386"/>
                  </a:lnTo>
                  <a:lnTo>
                    <a:pt x="67281" y="1135719"/>
                  </a:lnTo>
                  <a:lnTo>
                    <a:pt x="71643" y="1173333"/>
                  </a:lnTo>
                  <a:lnTo>
                    <a:pt x="76006" y="1288273"/>
                  </a:lnTo>
                  <a:lnTo>
                    <a:pt x="80369" y="1315547"/>
                  </a:lnTo>
                  <a:lnTo>
                    <a:pt x="84732" y="1430057"/>
                  </a:lnTo>
                  <a:lnTo>
                    <a:pt x="89094" y="1433506"/>
                  </a:lnTo>
                  <a:lnTo>
                    <a:pt x="93457" y="1433506"/>
                  </a:lnTo>
                  <a:lnTo>
                    <a:pt x="97820" y="1433506"/>
                  </a:lnTo>
                  <a:lnTo>
                    <a:pt x="102183" y="1368307"/>
                  </a:lnTo>
                  <a:lnTo>
                    <a:pt x="106545" y="1380747"/>
                  </a:lnTo>
                  <a:lnTo>
                    <a:pt x="110908" y="1368307"/>
                  </a:lnTo>
                  <a:lnTo>
                    <a:pt x="115271" y="1368307"/>
                  </a:lnTo>
                  <a:lnTo>
                    <a:pt x="119634" y="1359157"/>
                  </a:lnTo>
                  <a:lnTo>
                    <a:pt x="123996" y="1304476"/>
                  </a:lnTo>
                  <a:lnTo>
                    <a:pt x="128359" y="1223074"/>
                  </a:lnTo>
                  <a:lnTo>
                    <a:pt x="132722" y="1209059"/>
                  </a:lnTo>
                  <a:lnTo>
                    <a:pt x="137085" y="1115876"/>
                  </a:lnTo>
                  <a:lnTo>
                    <a:pt x="141447" y="1154850"/>
                  </a:lnTo>
                  <a:lnTo>
                    <a:pt x="145810" y="1137003"/>
                  </a:lnTo>
                  <a:lnTo>
                    <a:pt x="150173" y="1128118"/>
                  </a:lnTo>
                  <a:lnTo>
                    <a:pt x="154536" y="1125783"/>
                  </a:lnTo>
                  <a:lnTo>
                    <a:pt x="158898" y="1125783"/>
                  </a:lnTo>
                  <a:lnTo>
                    <a:pt x="163261" y="1077481"/>
                  </a:lnTo>
                  <a:lnTo>
                    <a:pt x="167624" y="1051256"/>
                  </a:lnTo>
                  <a:lnTo>
                    <a:pt x="171987" y="1052877"/>
                  </a:lnTo>
                  <a:lnTo>
                    <a:pt x="176349" y="1035616"/>
                  </a:lnTo>
                  <a:lnTo>
                    <a:pt x="180712" y="1009533"/>
                  </a:lnTo>
                  <a:lnTo>
                    <a:pt x="185075" y="1007934"/>
                  </a:lnTo>
                  <a:lnTo>
                    <a:pt x="189438" y="994349"/>
                  </a:lnTo>
                  <a:lnTo>
                    <a:pt x="193800" y="989894"/>
                  </a:lnTo>
                  <a:lnTo>
                    <a:pt x="198163" y="987680"/>
                  </a:lnTo>
                  <a:lnTo>
                    <a:pt x="202526" y="1012537"/>
                  </a:lnTo>
                  <a:lnTo>
                    <a:pt x="206889" y="1004920"/>
                  </a:lnTo>
                  <a:lnTo>
                    <a:pt x="211251" y="991308"/>
                  </a:lnTo>
                  <a:lnTo>
                    <a:pt x="215614" y="881088"/>
                  </a:lnTo>
                  <a:lnTo>
                    <a:pt x="219977" y="849564"/>
                  </a:lnTo>
                  <a:lnTo>
                    <a:pt x="224340" y="898961"/>
                  </a:lnTo>
                  <a:lnTo>
                    <a:pt x="228702" y="913066"/>
                  </a:lnTo>
                  <a:lnTo>
                    <a:pt x="233065" y="944137"/>
                  </a:lnTo>
                  <a:lnTo>
                    <a:pt x="237428" y="950285"/>
                  </a:lnTo>
                  <a:lnTo>
                    <a:pt x="241791" y="980214"/>
                  </a:lnTo>
                  <a:lnTo>
                    <a:pt x="246153" y="989495"/>
                  </a:lnTo>
                  <a:lnTo>
                    <a:pt x="250516" y="991308"/>
                  </a:lnTo>
                  <a:lnTo>
                    <a:pt x="254879" y="1031986"/>
                  </a:lnTo>
                  <a:lnTo>
                    <a:pt x="259242" y="1110610"/>
                  </a:lnTo>
                  <a:lnTo>
                    <a:pt x="263604" y="1115608"/>
                  </a:lnTo>
                  <a:lnTo>
                    <a:pt x="267967" y="1100882"/>
                  </a:lnTo>
                  <a:lnTo>
                    <a:pt x="272330" y="1124547"/>
                  </a:lnTo>
                  <a:lnTo>
                    <a:pt x="276693" y="1162738"/>
                  </a:lnTo>
                  <a:lnTo>
                    <a:pt x="281055" y="1235488"/>
                  </a:lnTo>
                  <a:lnTo>
                    <a:pt x="285418" y="1294502"/>
                  </a:lnTo>
                  <a:lnTo>
                    <a:pt x="289781" y="1310721"/>
                  </a:lnTo>
                  <a:lnTo>
                    <a:pt x="294144" y="1309747"/>
                  </a:lnTo>
                  <a:lnTo>
                    <a:pt x="298506" y="1331932"/>
                  </a:lnTo>
                  <a:lnTo>
                    <a:pt x="302869" y="1430803"/>
                  </a:lnTo>
                  <a:lnTo>
                    <a:pt x="307232" y="1443243"/>
                  </a:lnTo>
                  <a:lnTo>
                    <a:pt x="311595" y="1448298"/>
                  </a:lnTo>
                  <a:lnTo>
                    <a:pt x="315957" y="1491841"/>
                  </a:lnTo>
                  <a:lnTo>
                    <a:pt x="320320" y="1523156"/>
                  </a:lnTo>
                  <a:lnTo>
                    <a:pt x="324683" y="1513821"/>
                  </a:lnTo>
                  <a:lnTo>
                    <a:pt x="329046" y="1527660"/>
                  </a:lnTo>
                  <a:lnTo>
                    <a:pt x="333408" y="1579085"/>
                  </a:lnTo>
                  <a:lnTo>
                    <a:pt x="337771" y="1592753"/>
                  </a:lnTo>
                  <a:lnTo>
                    <a:pt x="342134" y="1592753"/>
                  </a:lnTo>
                  <a:lnTo>
                    <a:pt x="346497" y="1592753"/>
                  </a:lnTo>
                  <a:lnTo>
                    <a:pt x="350859" y="1592753"/>
                  </a:lnTo>
                  <a:lnTo>
                    <a:pt x="355222" y="1592753"/>
                  </a:lnTo>
                  <a:lnTo>
                    <a:pt x="359585" y="1592753"/>
                  </a:lnTo>
                  <a:lnTo>
                    <a:pt x="363948" y="1592753"/>
                  </a:lnTo>
                  <a:lnTo>
                    <a:pt x="368310" y="1592753"/>
                  </a:lnTo>
                  <a:lnTo>
                    <a:pt x="372673" y="1592753"/>
                  </a:lnTo>
                  <a:lnTo>
                    <a:pt x="377036" y="1592753"/>
                  </a:lnTo>
                  <a:lnTo>
                    <a:pt x="381399" y="1592753"/>
                  </a:lnTo>
                  <a:lnTo>
                    <a:pt x="385761" y="1592753"/>
                  </a:lnTo>
                  <a:lnTo>
                    <a:pt x="390124" y="1592753"/>
                  </a:lnTo>
                  <a:lnTo>
                    <a:pt x="394487" y="1592753"/>
                  </a:lnTo>
                  <a:lnTo>
                    <a:pt x="398850" y="1592753"/>
                  </a:lnTo>
                  <a:lnTo>
                    <a:pt x="403212" y="1592753"/>
                  </a:lnTo>
                  <a:lnTo>
                    <a:pt x="407575" y="1592753"/>
                  </a:lnTo>
                  <a:lnTo>
                    <a:pt x="411938" y="1592753"/>
                  </a:lnTo>
                  <a:lnTo>
                    <a:pt x="416301" y="1592753"/>
                  </a:lnTo>
                  <a:lnTo>
                    <a:pt x="420663" y="1592753"/>
                  </a:lnTo>
                  <a:lnTo>
                    <a:pt x="425026" y="1592753"/>
                  </a:lnTo>
                  <a:lnTo>
                    <a:pt x="429389" y="1592753"/>
                  </a:lnTo>
                  <a:lnTo>
                    <a:pt x="433752" y="1592753"/>
                  </a:lnTo>
                  <a:lnTo>
                    <a:pt x="438114" y="1592753"/>
                  </a:lnTo>
                  <a:lnTo>
                    <a:pt x="442477" y="1592753"/>
                  </a:lnTo>
                  <a:lnTo>
                    <a:pt x="446840" y="1592753"/>
                  </a:lnTo>
                  <a:lnTo>
                    <a:pt x="451203" y="1592753"/>
                  </a:lnTo>
                  <a:lnTo>
                    <a:pt x="455565" y="1592753"/>
                  </a:lnTo>
                  <a:lnTo>
                    <a:pt x="459928" y="1592753"/>
                  </a:lnTo>
                  <a:lnTo>
                    <a:pt x="464291" y="1592753"/>
                  </a:lnTo>
                  <a:lnTo>
                    <a:pt x="468654" y="1592753"/>
                  </a:lnTo>
                  <a:lnTo>
                    <a:pt x="473016" y="1523469"/>
                  </a:lnTo>
                  <a:lnTo>
                    <a:pt x="477379" y="1503483"/>
                  </a:lnTo>
                  <a:lnTo>
                    <a:pt x="481742" y="1299022"/>
                  </a:lnTo>
                  <a:lnTo>
                    <a:pt x="486105" y="1206757"/>
                  </a:lnTo>
                  <a:lnTo>
                    <a:pt x="490467" y="1098606"/>
                  </a:lnTo>
                  <a:lnTo>
                    <a:pt x="494830" y="1070969"/>
                  </a:lnTo>
                  <a:lnTo>
                    <a:pt x="499193" y="1021159"/>
                  </a:lnTo>
                  <a:lnTo>
                    <a:pt x="503556" y="1016253"/>
                  </a:lnTo>
                  <a:lnTo>
                    <a:pt x="507918" y="1016253"/>
                  </a:lnTo>
                  <a:lnTo>
                    <a:pt x="512281" y="1074956"/>
                  </a:lnTo>
                  <a:lnTo>
                    <a:pt x="516644" y="1047732"/>
                  </a:lnTo>
                  <a:lnTo>
                    <a:pt x="521007" y="1020803"/>
                  </a:lnTo>
                  <a:lnTo>
                    <a:pt x="525369" y="1008812"/>
                  </a:lnTo>
                  <a:lnTo>
                    <a:pt x="529732" y="968166"/>
                  </a:lnTo>
                  <a:lnTo>
                    <a:pt x="534095" y="938365"/>
                  </a:lnTo>
                  <a:lnTo>
                    <a:pt x="538458" y="932593"/>
                  </a:lnTo>
                  <a:lnTo>
                    <a:pt x="542820" y="936049"/>
                  </a:lnTo>
                  <a:lnTo>
                    <a:pt x="547183" y="1004872"/>
                  </a:lnTo>
                  <a:lnTo>
                    <a:pt x="551546" y="1037205"/>
                  </a:lnTo>
                  <a:lnTo>
                    <a:pt x="555909" y="1114502"/>
                  </a:lnTo>
                  <a:lnTo>
                    <a:pt x="560271" y="1138963"/>
                  </a:lnTo>
                  <a:lnTo>
                    <a:pt x="564634" y="1189559"/>
                  </a:lnTo>
                  <a:lnTo>
                    <a:pt x="568997" y="1195067"/>
                  </a:lnTo>
                  <a:lnTo>
                    <a:pt x="573360" y="1162812"/>
                  </a:lnTo>
                  <a:lnTo>
                    <a:pt x="577722" y="1161767"/>
                  </a:lnTo>
                  <a:lnTo>
                    <a:pt x="582085" y="1196917"/>
                  </a:lnTo>
                  <a:lnTo>
                    <a:pt x="586448" y="1188681"/>
                  </a:lnTo>
                  <a:lnTo>
                    <a:pt x="590811" y="1209059"/>
                  </a:lnTo>
                  <a:lnTo>
                    <a:pt x="595173" y="1288273"/>
                  </a:lnTo>
                  <a:lnTo>
                    <a:pt x="599536" y="1359157"/>
                  </a:lnTo>
                  <a:lnTo>
                    <a:pt x="603899" y="1426629"/>
                  </a:lnTo>
                  <a:lnTo>
                    <a:pt x="608262" y="1371391"/>
                  </a:lnTo>
                  <a:lnTo>
                    <a:pt x="612624" y="1350156"/>
                  </a:lnTo>
                  <a:lnTo>
                    <a:pt x="616987" y="1368307"/>
                  </a:lnTo>
                  <a:lnTo>
                    <a:pt x="621350" y="1368307"/>
                  </a:lnTo>
                  <a:lnTo>
                    <a:pt x="625713" y="1368307"/>
                  </a:lnTo>
                  <a:lnTo>
                    <a:pt x="630075" y="1368307"/>
                  </a:lnTo>
                  <a:lnTo>
                    <a:pt x="634438" y="1368307"/>
                  </a:lnTo>
                  <a:lnTo>
                    <a:pt x="638801" y="1387073"/>
                  </a:lnTo>
                  <a:lnTo>
                    <a:pt x="643164" y="1404526"/>
                  </a:lnTo>
                  <a:lnTo>
                    <a:pt x="647526" y="1282582"/>
                  </a:lnTo>
                  <a:lnTo>
                    <a:pt x="651889" y="1208253"/>
                  </a:lnTo>
                  <a:lnTo>
                    <a:pt x="656252" y="1123583"/>
                  </a:lnTo>
                  <a:lnTo>
                    <a:pt x="660615" y="1065875"/>
                  </a:lnTo>
                  <a:lnTo>
                    <a:pt x="664977" y="1059549"/>
                  </a:lnTo>
                  <a:lnTo>
                    <a:pt x="669340" y="984375"/>
                  </a:lnTo>
                  <a:lnTo>
                    <a:pt x="673703" y="966012"/>
                  </a:lnTo>
                  <a:lnTo>
                    <a:pt x="678066" y="964950"/>
                  </a:lnTo>
                  <a:lnTo>
                    <a:pt x="682428" y="920153"/>
                  </a:lnTo>
                  <a:lnTo>
                    <a:pt x="686791" y="857350"/>
                  </a:lnTo>
                  <a:lnTo>
                    <a:pt x="691154" y="835102"/>
                  </a:lnTo>
                  <a:lnTo>
                    <a:pt x="695517" y="830924"/>
                  </a:lnTo>
                  <a:lnTo>
                    <a:pt x="699879" y="818577"/>
                  </a:lnTo>
                  <a:lnTo>
                    <a:pt x="704242" y="828432"/>
                  </a:lnTo>
                  <a:lnTo>
                    <a:pt x="708605" y="841953"/>
                  </a:lnTo>
                  <a:lnTo>
                    <a:pt x="712968" y="876131"/>
                  </a:lnTo>
                  <a:lnTo>
                    <a:pt x="717330" y="867945"/>
                  </a:lnTo>
                  <a:lnTo>
                    <a:pt x="721693" y="890944"/>
                  </a:lnTo>
                  <a:lnTo>
                    <a:pt x="726056" y="867275"/>
                  </a:lnTo>
                  <a:lnTo>
                    <a:pt x="730419" y="873530"/>
                  </a:lnTo>
                  <a:lnTo>
                    <a:pt x="734781" y="960541"/>
                  </a:lnTo>
                  <a:lnTo>
                    <a:pt x="739144" y="1016252"/>
                  </a:lnTo>
                  <a:lnTo>
                    <a:pt x="743507" y="1041229"/>
                  </a:lnTo>
                  <a:lnTo>
                    <a:pt x="747870" y="1135719"/>
                  </a:lnTo>
                  <a:lnTo>
                    <a:pt x="752232" y="1244785"/>
                  </a:lnTo>
                  <a:lnTo>
                    <a:pt x="756595" y="1259746"/>
                  </a:lnTo>
                  <a:lnTo>
                    <a:pt x="760958" y="1269950"/>
                  </a:lnTo>
                  <a:lnTo>
                    <a:pt x="765321" y="1309984"/>
                  </a:lnTo>
                  <a:lnTo>
                    <a:pt x="769683" y="1309984"/>
                  </a:lnTo>
                  <a:lnTo>
                    <a:pt x="774046" y="1309984"/>
                  </a:lnTo>
                  <a:lnTo>
                    <a:pt x="778409" y="1309984"/>
                  </a:lnTo>
                  <a:lnTo>
                    <a:pt x="782772" y="1374492"/>
                  </a:lnTo>
                  <a:lnTo>
                    <a:pt x="787134" y="1433506"/>
                  </a:lnTo>
                  <a:lnTo>
                    <a:pt x="791497" y="1433506"/>
                  </a:lnTo>
                  <a:lnTo>
                    <a:pt x="795860" y="1433506"/>
                  </a:lnTo>
                  <a:lnTo>
                    <a:pt x="800223" y="1406498"/>
                  </a:lnTo>
                  <a:lnTo>
                    <a:pt x="804585" y="1368307"/>
                  </a:lnTo>
                  <a:lnTo>
                    <a:pt x="808948" y="1323999"/>
                  </a:lnTo>
                  <a:lnTo>
                    <a:pt x="813311" y="1156300"/>
                  </a:lnTo>
                  <a:lnTo>
                    <a:pt x="817674" y="1127697"/>
                  </a:lnTo>
                  <a:lnTo>
                    <a:pt x="822036" y="1108134"/>
                  </a:lnTo>
                  <a:lnTo>
                    <a:pt x="826399" y="1056775"/>
                  </a:lnTo>
                  <a:lnTo>
                    <a:pt x="830762" y="1049812"/>
                  </a:lnTo>
                  <a:lnTo>
                    <a:pt x="835125" y="998627"/>
                  </a:lnTo>
                  <a:lnTo>
                    <a:pt x="839487" y="941725"/>
                  </a:lnTo>
                  <a:lnTo>
                    <a:pt x="843850" y="901924"/>
                  </a:lnTo>
                  <a:lnTo>
                    <a:pt x="848213" y="882408"/>
                  </a:lnTo>
                  <a:lnTo>
                    <a:pt x="852576" y="800558"/>
                  </a:lnTo>
                  <a:lnTo>
                    <a:pt x="856938" y="754049"/>
                  </a:lnTo>
                  <a:lnTo>
                    <a:pt x="861301" y="728297"/>
                  </a:lnTo>
                  <a:lnTo>
                    <a:pt x="865664" y="682800"/>
                  </a:lnTo>
                  <a:lnTo>
                    <a:pt x="870027" y="648245"/>
                  </a:lnTo>
                  <a:lnTo>
                    <a:pt x="874389" y="613358"/>
                  </a:lnTo>
                  <a:lnTo>
                    <a:pt x="878752" y="635824"/>
                  </a:lnTo>
                  <a:lnTo>
                    <a:pt x="883115" y="568083"/>
                  </a:lnTo>
                  <a:lnTo>
                    <a:pt x="887478" y="537773"/>
                  </a:lnTo>
                  <a:lnTo>
                    <a:pt x="891840" y="582618"/>
                  </a:lnTo>
                  <a:lnTo>
                    <a:pt x="896203" y="554833"/>
                  </a:lnTo>
                  <a:lnTo>
                    <a:pt x="900566" y="561678"/>
                  </a:lnTo>
                  <a:lnTo>
                    <a:pt x="904929" y="529157"/>
                  </a:lnTo>
                  <a:lnTo>
                    <a:pt x="909291" y="488570"/>
                  </a:lnTo>
                  <a:lnTo>
                    <a:pt x="913654" y="458018"/>
                  </a:lnTo>
                  <a:lnTo>
                    <a:pt x="918017" y="445015"/>
                  </a:lnTo>
                  <a:lnTo>
                    <a:pt x="922380" y="458993"/>
                  </a:lnTo>
                  <a:lnTo>
                    <a:pt x="926742" y="450276"/>
                  </a:lnTo>
                  <a:lnTo>
                    <a:pt x="931105" y="509470"/>
                  </a:lnTo>
                  <a:lnTo>
                    <a:pt x="935468" y="529858"/>
                  </a:lnTo>
                  <a:lnTo>
                    <a:pt x="939831" y="518295"/>
                  </a:lnTo>
                  <a:lnTo>
                    <a:pt x="944193" y="484678"/>
                  </a:lnTo>
                  <a:lnTo>
                    <a:pt x="948556" y="497746"/>
                  </a:lnTo>
                  <a:lnTo>
                    <a:pt x="952919" y="502325"/>
                  </a:lnTo>
                  <a:lnTo>
                    <a:pt x="957282" y="514494"/>
                  </a:lnTo>
                  <a:lnTo>
                    <a:pt x="961644" y="491505"/>
                  </a:lnTo>
                  <a:lnTo>
                    <a:pt x="966007" y="443114"/>
                  </a:lnTo>
                  <a:lnTo>
                    <a:pt x="970370" y="483444"/>
                  </a:lnTo>
                  <a:lnTo>
                    <a:pt x="974733" y="530266"/>
                  </a:lnTo>
                  <a:lnTo>
                    <a:pt x="979095" y="594480"/>
                  </a:lnTo>
                  <a:lnTo>
                    <a:pt x="983458" y="638727"/>
                  </a:lnTo>
                  <a:lnTo>
                    <a:pt x="987821" y="627112"/>
                  </a:lnTo>
                  <a:lnTo>
                    <a:pt x="992184" y="686737"/>
                  </a:lnTo>
                  <a:lnTo>
                    <a:pt x="996546" y="627112"/>
                  </a:lnTo>
                  <a:lnTo>
                    <a:pt x="1000909" y="660198"/>
                  </a:lnTo>
                  <a:lnTo>
                    <a:pt x="1005272" y="630579"/>
                  </a:lnTo>
                  <a:lnTo>
                    <a:pt x="1009635" y="703586"/>
                  </a:lnTo>
                  <a:lnTo>
                    <a:pt x="1013997" y="759928"/>
                  </a:lnTo>
                  <a:lnTo>
                    <a:pt x="1018360" y="785401"/>
                  </a:lnTo>
                  <a:lnTo>
                    <a:pt x="1022723" y="819391"/>
                  </a:lnTo>
                  <a:lnTo>
                    <a:pt x="1027086" y="875093"/>
                  </a:lnTo>
                  <a:lnTo>
                    <a:pt x="1031448" y="905674"/>
                  </a:lnTo>
                  <a:lnTo>
                    <a:pt x="1035811" y="891564"/>
                  </a:lnTo>
                  <a:lnTo>
                    <a:pt x="1040174" y="897165"/>
                  </a:lnTo>
                  <a:lnTo>
                    <a:pt x="1044537" y="959730"/>
                  </a:lnTo>
                  <a:lnTo>
                    <a:pt x="1048899" y="971497"/>
                  </a:lnTo>
                  <a:lnTo>
                    <a:pt x="1053262" y="920102"/>
                  </a:lnTo>
                  <a:lnTo>
                    <a:pt x="1057625" y="937320"/>
                  </a:lnTo>
                  <a:lnTo>
                    <a:pt x="1061988" y="999812"/>
                  </a:lnTo>
                  <a:lnTo>
                    <a:pt x="1066350" y="1011390"/>
                  </a:lnTo>
                  <a:lnTo>
                    <a:pt x="1070713" y="1041229"/>
                  </a:lnTo>
                  <a:lnTo>
                    <a:pt x="1075076" y="993916"/>
                  </a:lnTo>
                  <a:lnTo>
                    <a:pt x="1079439" y="909927"/>
                  </a:lnTo>
                  <a:lnTo>
                    <a:pt x="1083801" y="873530"/>
                  </a:lnTo>
                  <a:lnTo>
                    <a:pt x="1088164" y="819628"/>
                  </a:lnTo>
                  <a:lnTo>
                    <a:pt x="1092527" y="727331"/>
                  </a:lnTo>
                  <a:lnTo>
                    <a:pt x="1096890" y="689075"/>
                  </a:lnTo>
                  <a:lnTo>
                    <a:pt x="1101252" y="692693"/>
                  </a:lnTo>
                  <a:lnTo>
                    <a:pt x="1105615" y="697249"/>
                  </a:lnTo>
                  <a:lnTo>
                    <a:pt x="1109978" y="642414"/>
                  </a:lnTo>
                  <a:lnTo>
                    <a:pt x="1114341" y="612572"/>
                  </a:lnTo>
                  <a:lnTo>
                    <a:pt x="1118703" y="618890"/>
                  </a:lnTo>
                  <a:lnTo>
                    <a:pt x="1123066" y="650944"/>
                  </a:lnTo>
                  <a:lnTo>
                    <a:pt x="1127429" y="684971"/>
                  </a:lnTo>
                  <a:lnTo>
                    <a:pt x="1131792" y="647052"/>
                  </a:lnTo>
                  <a:lnTo>
                    <a:pt x="1136154" y="642053"/>
                  </a:lnTo>
                  <a:lnTo>
                    <a:pt x="1140517" y="603011"/>
                  </a:lnTo>
                  <a:lnTo>
                    <a:pt x="1144880" y="660505"/>
                  </a:lnTo>
                  <a:lnTo>
                    <a:pt x="1149243" y="676158"/>
                  </a:lnTo>
                  <a:lnTo>
                    <a:pt x="1153605" y="667755"/>
                  </a:lnTo>
                  <a:lnTo>
                    <a:pt x="1157968" y="671416"/>
                  </a:lnTo>
                  <a:lnTo>
                    <a:pt x="1162331" y="629981"/>
                  </a:lnTo>
                  <a:lnTo>
                    <a:pt x="1166694" y="539045"/>
                  </a:lnTo>
                  <a:lnTo>
                    <a:pt x="1171056" y="499138"/>
                  </a:lnTo>
                  <a:lnTo>
                    <a:pt x="1175419" y="471234"/>
                  </a:lnTo>
                  <a:lnTo>
                    <a:pt x="1179782" y="540444"/>
                  </a:lnTo>
                  <a:lnTo>
                    <a:pt x="1184145" y="524526"/>
                  </a:lnTo>
                  <a:lnTo>
                    <a:pt x="1188507" y="541132"/>
                  </a:lnTo>
                  <a:lnTo>
                    <a:pt x="1192870" y="569363"/>
                  </a:lnTo>
                  <a:lnTo>
                    <a:pt x="1197233" y="570191"/>
                  </a:lnTo>
                  <a:lnTo>
                    <a:pt x="1201596" y="588590"/>
                  </a:lnTo>
                  <a:lnTo>
                    <a:pt x="1205958" y="637530"/>
                  </a:lnTo>
                  <a:lnTo>
                    <a:pt x="1210321" y="651187"/>
                  </a:lnTo>
                  <a:lnTo>
                    <a:pt x="1214684" y="631444"/>
                  </a:lnTo>
                  <a:lnTo>
                    <a:pt x="1219047" y="658964"/>
                  </a:lnTo>
                  <a:lnTo>
                    <a:pt x="1223409" y="713711"/>
                  </a:lnTo>
                  <a:lnTo>
                    <a:pt x="1227772" y="713711"/>
                  </a:lnTo>
                  <a:lnTo>
                    <a:pt x="1232135" y="768074"/>
                  </a:lnTo>
                  <a:lnTo>
                    <a:pt x="1236498" y="812936"/>
                  </a:lnTo>
                  <a:lnTo>
                    <a:pt x="1240860" y="856623"/>
                  </a:lnTo>
                  <a:lnTo>
                    <a:pt x="1245223" y="835102"/>
                  </a:lnTo>
                  <a:lnTo>
                    <a:pt x="1249586" y="774770"/>
                  </a:lnTo>
                  <a:lnTo>
                    <a:pt x="1253949" y="714094"/>
                  </a:lnTo>
                  <a:lnTo>
                    <a:pt x="1258311" y="594980"/>
                  </a:lnTo>
                  <a:lnTo>
                    <a:pt x="1262674" y="554091"/>
                  </a:lnTo>
                  <a:lnTo>
                    <a:pt x="1267037" y="503179"/>
                  </a:lnTo>
                  <a:lnTo>
                    <a:pt x="1271400" y="556282"/>
                  </a:lnTo>
                  <a:lnTo>
                    <a:pt x="1275762" y="545661"/>
                  </a:lnTo>
                  <a:lnTo>
                    <a:pt x="1280125" y="599674"/>
                  </a:lnTo>
                  <a:lnTo>
                    <a:pt x="1284488" y="603145"/>
                  </a:lnTo>
                  <a:lnTo>
                    <a:pt x="1288851" y="626509"/>
                  </a:lnTo>
                  <a:lnTo>
                    <a:pt x="1293213" y="683853"/>
                  </a:lnTo>
                  <a:lnTo>
                    <a:pt x="1297576" y="677114"/>
                  </a:lnTo>
                  <a:lnTo>
                    <a:pt x="1301939" y="721737"/>
                  </a:lnTo>
                  <a:lnTo>
                    <a:pt x="1306302" y="777031"/>
                  </a:lnTo>
                  <a:lnTo>
                    <a:pt x="1310664" y="859056"/>
                  </a:lnTo>
                  <a:lnTo>
                    <a:pt x="1315027" y="913793"/>
                  </a:lnTo>
                  <a:lnTo>
                    <a:pt x="1319390" y="999754"/>
                  </a:lnTo>
                  <a:lnTo>
                    <a:pt x="1323753" y="1102103"/>
                  </a:lnTo>
                  <a:lnTo>
                    <a:pt x="1328115" y="1192138"/>
                  </a:lnTo>
                  <a:lnTo>
                    <a:pt x="1332478" y="1303220"/>
                  </a:lnTo>
                  <a:lnTo>
                    <a:pt x="1336841" y="1254469"/>
                  </a:lnTo>
                  <a:lnTo>
                    <a:pt x="1341204" y="1224709"/>
                  </a:lnTo>
                  <a:lnTo>
                    <a:pt x="1345566" y="1227947"/>
                  </a:lnTo>
                  <a:lnTo>
                    <a:pt x="1349929" y="1227947"/>
                  </a:lnTo>
                  <a:lnTo>
                    <a:pt x="1354292" y="1189397"/>
                  </a:lnTo>
                  <a:lnTo>
                    <a:pt x="1358655" y="1203901"/>
                  </a:lnTo>
                  <a:lnTo>
                    <a:pt x="1363017" y="1203901"/>
                  </a:lnTo>
                  <a:lnTo>
                    <a:pt x="1367380" y="1190990"/>
                  </a:lnTo>
                  <a:lnTo>
                    <a:pt x="1371743" y="1149512"/>
                  </a:lnTo>
                  <a:lnTo>
                    <a:pt x="1376106" y="1127868"/>
                  </a:lnTo>
                  <a:lnTo>
                    <a:pt x="1380468" y="1081345"/>
                  </a:lnTo>
                  <a:lnTo>
                    <a:pt x="1384831" y="952469"/>
                  </a:lnTo>
                  <a:lnTo>
                    <a:pt x="1389194" y="885290"/>
                  </a:lnTo>
                  <a:lnTo>
                    <a:pt x="1393557" y="862566"/>
                  </a:lnTo>
                  <a:lnTo>
                    <a:pt x="1397919" y="849411"/>
                  </a:lnTo>
                  <a:lnTo>
                    <a:pt x="1402282" y="912556"/>
                  </a:lnTo>
                  <a:lnTo>
                    <a:pt x="1406645" y="906957"/>
                  </a:lnTo>
                  <a:lnTo>
                    <a:pt x="1411008" y="760166"/>
                  </a:lnTo>
                  <a:lnTo>
                    <a:pt x="1415370" y="726365"/>
                  </a:lnTo>
                  <a:lnTo>
                    <a:pt x="1419733" y="720609"/>
                  </a:lnTo>
                  <a:lnTo>
                    <a:pt x="1424096" y="730236"/>
                  </a:lnTo>
                  <a:lnTo>
                    <a:pt x="1428459" y="776815"/>
                  </a:lnTo>
                  <a:lnTo>
                    <a:pt x="1432821" y="788559"/>
                  </a:lnTo>
                  <a:lnTo>
                    <a:pt x="1437184" y="821916"/>
                  </a:lnTo>
                  <a:lnTo>
                    <a:pt x="1441547" y="840564"/>
                  </a:lnTo>
                  <a:lnTo>
                    <a:pt x="1445910" y="851336"/>
                  </a:lnTo>
                  <a:lnTo>
                    <a:pt x="1450272" y="905911"/>
                  </a:lnTo>
                  <a:lnTo>
                    <a:pt x="1454635" y="992354"/>
                  </a:lnTo>
                  <a:lnTo>
                    <a:pt x="1458998" y="1027768"/>
                  </a:lnTo>
                  <a:lnTo>
                    <a:pt x="1463361" y="1049812"/>
                  </a:lnTo>
                  <a:lnTo>
                    <a:pt x="1467723" y="1039529"/>
                  </a:lnTo>
                  <a:lnTo>
                    <a:pt x="1472086" y="1048084"/>
                  </a:lnTo>
                  <a:lnTo>
                    <a:pt x="1476449" y="1069175"/>
                  </a:lnTo>
                  <a:lnTo>
                    <a:pt x="1480812" y="1024453"/>
                  </a:lnTo>
                  <a:lnTo>
                    <a:pt x="1485174" y="954683"/>
                  </a:lnTo>
                  <a:lnTo>
                    <a:pt x="1489537" y="954683"/>
                  </a:lnTo>
                  <a:lnTo>
                    <a:pt x="1493900" y="940304"/>
                  </a:lnTo>
                  <a:lnTo>
                    <a:pt x="1498263" y="926290"/>
                  </a:lnTo>
                  <a:lnTo>
                    <a:pt x="1502625" y="922153"/>
                  </a:lnTo>
                  <a:lnTo>
                    <a:pt x="1506988" y="905911"/>
                  </a:lnTo>
                  <a:lnTo>
                    <a:pt x="1511351" y="868521"/>
                  </a:lnTo>
                  <a:lnTo>
                    <a:pt x="1515714" y="929964"/>
                  </a:lnTo>
                  <a:lnTo>
                    <a:pt x="1520076" y="924210"/>
                  </a:lnTo>
                  <a:lnTo>
                    <a:pt x="1524439" y="842255"/>
                  </a:lnTo>
                  <a:lnTo>
                    <a:pt x="1528802" y="768771"/>
                  </a:lnTo>
                  <a:lnTo>
                    <a:pt x="1533165" y="716633"/>
                  </a:lnTo>
                  <a:lnTo>
                    <a:pt x="1537527" y="702813"/>
                  </a:lnTo>
                  <a:lnTo>
                    <a:pt x="1541890" y="694534"/>
                  </a:lnTo>
                  <a:lnTo>
                    <a:pt x="1546253" y="710448"/>
                  </a:lnTo>
                  <a:lnTo>
                    <a:pt x="1550616" y="676889"/>
                  </a:lnTo>
                  <a:lnTo>
                    <a:pt x="1554978" y="611449"/>
                  </a:lnTo>
                  <a:lnTo>
                    <a:pt x="1559341" y="542050"/>
                  </a:lnTo>
                  <a:lnTo>
                    <a:pt x="1563704" y="494263"/>
                  </a:lnTo>
                  <a:lnTo>
                    <a:pt x="1568067" y="469838"/>
                  </a:lnTo>
                  <a:lnTo>
                    <a:pt x="1572429" y="468346"/>
                  </a:lnTo>
                  <a:lnTo>
                    <a:pt x="1576792" y="470336"/>
                  </a:lnTo>
                  <a:lnTo>
                    <a:pt x="1581155" y="430345"/>
                  </a:lnTo>
                  <a:lnTo>
                    <a:pt x="1585518" y="410903"/>
                  </a:lnTo>
                  <a:lnTo>
                    <a:pt x="1589880" y="423711"/>
                  </a:lnTo>
                  <a:lnTo>
                    <a:pt x="1594243" y="366314"/>
                  </a:lnTo>
                  <a:lnTo>
                    <a:pt x="1598606" y="394708"/>
                  </a:lnTo>
                  <a:lnTo>
                    <a:pt x="1602969" y="400030"/>
                  </a:lnTo>
                  <a:lnTo>
                    <a:pt x="1607331" y="435934"/>
                  </a:lnTo>
                  <a:lnTo>
                    <a:pt x="1611694" y="454504"/>
                  </a:lnTo>
                  <a:lnTo>
                    <a:pt x="1616057" y="505790"/>
                  </a:lnTo>
                  <a:lnTo>
                    <a:pt x="1620420" y="571718"/>
                  </a:lnTo>
                  <a:lnTo>
                    <a:pt x="1624782" y="660952"/>
                  </a:lnTo>
                  <a:lnTo>
                    <a:pt x="1629145" y="710209"/>
                  </a:lnTo>
                  <a:lnTo>
                    <a:pt x="1633508" y="700921"/>
                  </a:lnTo>
                  <a:lnTo>
                    <a:pt x="1637871" y="687275"/>
                  </a:lnTo>
                  <a:lnTo>
                    <a:pt x="1642233" y="723480"/>
                  </a:lnTo>
                  <a:lnTo>
                    <a:pt x="1646596" y="782122"/>
                  </a:lnTo>
                  <a:lnTo>
                    <a:pt x="1650959" y="821916"/>
                  </a:lnTo>
                  <a:lnTo>
                    <a:pt x="1655322" y="798357"/>
                  </a:lnTo>
                  <a:lnTo>
                    <a:pt x="1659684" y="764281"/>
                  </a:lnTo>
                  <a:lnTo>
                    <a:pt x="1664047" y="637464"/>
                  </a:lnTo>
                  <a:lnTo>
                    <a:pt x="1668410" y="597851"/>
                  </a:lnTo>
                  <a:lnTo>
                    <a:pt x="1672773" y="654950"/>
                  </a:lnTo>
                  <a:lnTo>
                    <a:pt x="1677135" y="640264"/>
                  </a:lnTo>
                  <a:lnTo>
                    <a:pt x="1681498" y="611412"/>
                  </a:lnTo>
                  <a:lnTo>
                    <a:pt x="1685861" y="567586"/>
                  </a:lnTo>
                  <a:lnTo>
                    <a:pt x="1690224" y="552355"/>
                  </a:lnTo>
                  <a:lnTo>
                    <a:pt x="1694586" y="518184"/>
                  </a:lnTo>
                  <a:lnTo>
                    <a:pt x="1698949" y="497394"/>
                  </a:lnTo>
                  <a:lnTo>
                    <a:pt x="1703312" y="479378"/>
                  </a:lnTo>
                  <a:lnTo>
                    <a:pt x="1707675" y="452683"/>
                  </a:lnTo>
                  <a:lnTo>
                    <a:pt x="1712037" y="447878"/>
                  </a:lnTo>
                  <a:lnTo>
                    <a:pt x="1716400" y="445491"/>
                  </a:lnTo>
                  <a:lnTo>
                    <a:pt x="1720763" y="455102"/>
                  </a:lnTo>
                  <a:lnTo>
                    <a:pt x="1725126" y="488055"/>
                  </a:lnTo>
                  <a:lnTo>
                    <a:pt x="1729488" y="577776"/>
                  </a:lnTo>
                  <a:lnTo>
                    <a:pt x="1733851" y="635092"/>
                  </a:lnTo>
                  <a:lnTo>
                    <a:pt x="1738214" y="633257"/>
                  </a:lnTo>
                  <a:lnTo>
                    <a:pt x="1742577" y="622910"/>
                  </a:lnTo>
                  <a:lnTo>
                    <a:pt x="1746939" y="642641"/>
                  </a:lnTo>
                  <a:lnTo>
                    <a:pt x="1751302" y="626084"/>
                  </a:lnTo>
                  <a:lnTo>
                    <a:pt x="1755665" y="630121"/>
                  </a:lnTo>
                  <a:lnTo>
                    <a:pt x="1760028" y="714912"/>
                  </a:lnTo>
                  <a:lnTo>
                    <a:pt x="1764390" y="796165"/>
                  </a:lnTo>
                  <a:lnTo>
                    <a:pt x="1768753" y="861090"/>
                  </a:lnTo>
                  <a:lnTo>
                    <a:pt x="1773116" y="844131"/>
                  </a:lnTo>
                  <a:lnTo>
                    <a:pt x="1777479" y="803876"/>
                  </a:lnTo>
                  <a:lnTo>
                    <a:pt x="1781841" y="778932"/>
                  </a:lnTo>
                  <a:lnTo>
                    <a:pt x="1786204" y="779993"/>
                  </a:lnTo>
                  <a:lnTo>
                    <a:pt x="1790567" y="802768"/>
                  </a:lnTo>
                  <a:lnTo>
                    <a:pt x="1794930" y="783190"/>
                  </a:lnTo>
                  <a:lnTo>
                    <a:pt x="1799292" y="859178"/>
                  </a:lnTo>
                  <a:lnTo>
                    <a:pt x="1803655" y="853542"/>
                  </a:lnTo>
                  <a:lnTo>
                    <a:pt x="1808018" y="900251"/>
                  </a:lnTo>
                  <a:lnTo>
                    <a:pt x="1812381" y="887402"/>
                  </a:lnTo>
                  <a:lnTo>
                    <a:pt x="1816743" y="890587"/>
                  </a:lnTo>
                  <a:lnTo>
                    <a:pt x="1821106" y="857529"/>
                  </a:lnTo>
                  <a:lnTo>
                    <a:pt x="1825469" y="793222"/>
                  </a:lnTo>
                  <a:lnTo>
                    <a:pt x="1829832" y="763669"/>
                  </a:lnTo>
                  <a:lnTo>
                    <a:pt x="1834194" y="763669"/>
                  </a:lnTo>
                  <a:lnTo>
                    <a:pt x="1838557" y="821615"/>
                  </a:lnTo>
                  <a:lnTo>
                    <a:pt x="1842920" y="868671"/>
                  </a:lnTo>
                  <a:lnTo>
                    <a:pt x="1847283" y="895935"/>
                  </a:lnTo>
                  <a:lnTo>
                    <a:pt x="1851645" y="934895"/>
                  </a:lnTo>
                  <a:lnTo>
                    <a:pt x="1856008" y="934895"/>
                  </a:lnTo>
                  <a:lnTo>
                    <a:pt x="1860371" y="941858"/>
                  </a:lnTo>
                  <a:lnTo>
                    <a:pt x="1864734" y="831193"/>
                  </a:lnTo>
                  <a:lnTo>
                    <a:pt x="1869096" y="794597"/>
                  </a:lnTo>
                  <a:lnTo>
                    <a:pt x="1873459" y="665253"/>
                  </a:lnTo>
                  <a:lnTo>
                    <a:pt x="1877822" y="637464"/>
                  </a:lnTo>
                  <a:lnTo>
                    <a:pt x="1882185" y="597087"/>
                  </a:lnTo>
                  <a:lnTo>
                    <a:pt x="1886547" y="611004"/>
                  </a:lnTo>
                  <a:lnTo>
                    <a:pt x="1890910" y="666117"/>
                  </a:lnTo>
                  <a:lnTo>
                    <a:pt x="1895273" y="689075"/>
                  </a:lnTo>
                  <a:lnTo>
                    <a:pt x="1899636" y="626084"/>
                  </a:lnTo>
                  <a:lnTo>
                    <a:pt x="1903998" y="580539"/>
                  </a:lnTo>
                  <a:lnTo>
                    <a:pt x="1908361" y="615894"/>
                  </a:lnTo>
                  <a:lnTo>
                    <a:pt x="1912724" y="586623"/>
                  </a:lnTo>
                  <a:lnTo>
                    <a:pt x="1917087" y="631660"/>
                  </a:lnTo>
                  <a:lnTo>
                    <a:pt x="1921449" y="602039"/>
                  </a:lnTo>
                  <a:lnTo>
                    <a:pt x="1925812" y="550693"/>
                  </a:lnTo>
                  <a:lnTo>
                    <a:pt x="1930175" y="537703"/>
                  </a:lnTo>
                  <a:lnTo>
                    <a:pt x="1934538" y="502780"/>
                  </a:lnTo>
                  <a:lnTo>
                    <a:pt x="1938900" y="500929"/>
                  </a:lnTo>
                  <a:lnTo>
                    <a:pt x="1943263" y="495412"/>
                  </a:lnTo>
                  <a:lnTo>
                    <a:pt x="1947626" y="536270"/>
                  </a:lnTo>
                  <a:lnTo>
                    <a:pt x="1951989" y="532327"/>
                  </a:lnTo>
                  <a:lnTo>
                    <a:pt x="1956351" y="501342"/>
                  </a:lnTo>
                  <a:lnTo>
                    <a:pt x="1960714" y="495373"/>
                  </a:lnTo>
                  <a:lnTo>
                    <a:pt x="1965077" y="506946"/>
                  </a:lnTo>
                  <a:lnTo>
                    <a:pt x="1969440" y="476607"/>
                  </a:lnTo>
                  <a:lnTo>
                    <a:pt x="1973802" y="442614"/>
                  </a:lnTo>
                  <a:lnTo>
                    <a:pt x="1978165" y="387229"/>
                  </a:lnTo>
                  <a:lnTo>
                    <a:pt x="1982528" y="359313"/>
                  </a:lnTo>
                  <a:lnTo>
                    <a:pt x="1986891" y="357714"/>
                  </a:lnTo>
                  <a:lnTo>
                    <a:pt x="1991253" y="363490"/>
                  </a:lnTo>
                  <a:lnTo>
                    <a:pt x="1995616" y="337959"/>
                  </a:lnTo>
                  <a:lnTo>
                    <a:pt x="1999979" y="337651"/>
                  </a:lnTo>
                  <a:lnTo>
                    <a:pt x="2004342" y="308857"/>
                  </a:lnTo>
                  <a:lnTo>
                    <a:pt x="2008704" y="294719"/>
                  </a:lnTo>
                  <a:lnTo>
                    <a:pt x="2013067" y="227291"/>
                  </a:lnTo>
                  <a:lnTo>
                    <a:pt x="2017430" y="198193"/>
                  </a:lnTo>
                  <a:lnTo>
                    <a:pt x="2021793" y="183417"/>
                  </a:lnTo>
                  <a:lnTo>
                    <a:pt x="2026155" y="177886"/>
                  </a:lnTo>
                  <a:lnTo>
                    <a:pt x="2030518" y="232026"/>
                  </a:lnTo>
                  <a:lnTo>
                    <a:pt x="2034881" y="272966"/>
                  </a:lnTo>
                  <a:lnTo>
                    <a:pt x="2039244" y="328695"/>
                  </a:lnTo>
                  <a:lnTo>
                    <a:pt x="2043606" y="345519"/>
                  </a:lnTo>
                  <a:lnTo>
                    <a:pt x="2047969" y="331916"/>
                  </a:lnTo>
                  <a:lnTo>
                    <a:pt x="2052332" y="317029"/>
                  </a:lnTo>
                  <a:lnTo>
                    <a:pt x="2056695" y="314054"/>
                  </a:lnTo>
                  <a:lnTo>
                    <a:pt x="2061057" y="347941"/>
                  </a:lnTo>
                  <a:lnTo>
                    <a:pt x="2065420" y="360955"/>
                  </a:lnTo>
                  <a:lnTo>
                    <a:pt x="2069783" y="396614"/>
                  </a:lnTo>
                  <a:lnTo>
                    <a:pt x="2074146" y="410839"/>
                  </a:lnTo>
                  <a:lnTo>
                    <a:pt x="2078508" y="417954"/>
                  </a:lnTo>
                  <a:lnTo>
                    <a:pt x="2082871" y="392391"/>
                  </a:lnTo>
                  <a:lnTo>
                    <a:pt x="2087234" y="381197"/>
                  </a:lnTo>
                  <a:lnTo>
                    <a:pt x="2091597" y="396002"/>
                  </a:lnTo>
                  <a:lnTo>
                    <a:pt x="2095959" y="369720"/>
                  </a:lnTo>
                  <a:lnTo>
                    <a:pt x="2100322" y="377345"/>
                  </a:lnTo>
                  <a:lnTo>
                    <a:pt x="2104685" y="289824"/>
                  </a:lnTo>
                  <a:lnTo>
                    <a:pt x="2109048" y="326569"/>
                  </a:lnTo>
                  <a:lnTo>
                    <a:pt x="2113410" y="337080"/>
                  </a:lnTo>
                  <a:lnTo>
                    <a:pt x="2117773" y="306718"/>
                  </a:lnTo>
                  <a:lnTo>
                    <a:pt x="2122136" y="335077"/>
                  </a:lnTo>
                  <a:lnTo>
                    <a:pt x="2126499" y="316529"/>
                  </a:lnTo>
                  <a:lnTo>
                    <a:pt x="2130861" y="322922"/>
                  </a:lnTo>
                  <a:lnTo>
                    <a:pt x="2135224" y="304772"/>
                  </a:lnTo>
                  <a:lnTo>
                    <a:pt x="2139587" y="322593"/>
                  </a:lnTo>
                  <a:lnTo>
                    <a:pt x="2143950" y="318396"/>
                  </a:lnTo>
                  <a:lnTo>
                    <a:pt x="2148312" y="360747"/>
                  </a:lnTo>
                  <a:lnTo>
                    <a:pt x="2152675" y="342267"/>
                  </a:lnTo>
                  <a:lnTo>
                    <a:pt x="2157038" y="311677"/>
                  </a:lnTo>
                  <a:lnTo>
                    <a:pt x="2161401" y="307689"/>
                  </a:lnTo>
                  <a:lnTo>
                    <a:pt x="2165763" y="257123"/>
                  </a:lnTo>
                  <a:lnTo>
                    <a:pt x="2170126" y="284663"/>
                  </a:lnTo>
                  <a:lnTo>
                    <a:pt x="2174489" y="294682"/>
                  </a:lnTo>
                  <a:lnTo>
                    <a:pt x="2178852" y="315282"/>
                  </a:lnTo>
                  <a:lnTo>
                    <a:pt x="2183214" y="323724"/>
                  </a:lnTo>
                  <a:lnTo>
                    <a:pt x="2187577" y="321091"/>
                  </a:lnTo>
                  <a:lnTo>
                    <a:pt x="2191940" y="330400"/>
                  </a:lnTo>
                  <a:lnTo>
                    <a:pt x="2196303" y="340412"/>
                  </a:lnTo>
                  <a:lnTo>
                    <a:pt x="2200665" y="361067"/>
                  </a:lnTo>
                  <a:lnTo>
                    <a:pt x="2205028" y="379815"/>
                  </a:lnTo>
                  <a:lnTo>
                    <a:pt x="2209391" y="407505"/>
                  </a:lnTo>
                  <a:lnTo>
                    <a:pt x="2213754" y="441406"/>
                  </a:lnTo>
                  <a:lnTo>
                    <a:pt x="2218116" y="475640"/>
                  </a:lnTo>
                  <a:lnTo>
                    <a:pt x="2222479" y="514494"/>
                  </a:lnTo>
                  <a:lnTo>
                    <a:pt x="2226842" y="574450"/>
                  </a:lnTo>
                  <a:lnTo>
                    <a:pt x="2231205" y="607613"/>
                  </a:lnTo>
                  <a:lnTo>
                    <a:pt x="2235567" y="609297"/>
                  </a:lnTo>
                  <a:lnTo>
                    <a:pt x="2239930" y="628742"/>
                  </a:lnTo>
                  <a:lnTo>
                    <a:pt x="2244293" y="671693"/>
                  </a:lnTo>
                  <a:lnTo>
                    <a:pt x="2248656" y="676748"/>
                  </a:lnTo>
                  <a:lnTo>
                    <a:pt x="2253018" y="674847"/>
                  </a:lnTo>
                  <a:lnTo>
                    <a:pt x="2257381" y="643666"/>
                  </a:lnTo>
                  <a:lnTo>
                    <a:pt x="2261744" y="605229"/>
                  </a:lnTo>
                  <a:lnTo>
                    <a:pt x="2266107" y="503179"/>
                  </a:lnTo>
                  <a:lnTo>
                    <a:pt x="2270469" y="487027"/>
                  </a:lnTo>
                  <a:lnTo>
                    <a:pt x="2274832" y="454594"/>
                  </a:lnTo>
                  <a:lnTo>
                    <a:pt x="2279195" y="456533"/>
                  </a:lnTo>
                  <a:lnTo>
                    <a:pt x="2283558" y="464688"/>
                  </a:lnTo>
                  <a:lnTo>
                    <a:pt x="2287920" y="458053"/>
                  </a:lnTo>
                  <a:lnTo>
                    <a:pt x="2292283" y="383629"/>
                  </a:lnTo>
                  <a:lnTo>
                    <a:pt x="2296646" y="325572"/>
                  </a:lnTo>
                  <a:lnTo>
                    <a:pt x="2301009" y="324774"/>
                  </a:lnTo>
                  <a:lnTo>
                    <a:pt x="2305371" y="314501"/>
                  </a:lnTo>
                  <a:lnTo>
                    <a:pt x="2309734" y="315676"/>
                  </a:lnTo>
                  <a:lnTo>
                    <a:pt x="2314097" y="290746"/>
                  </a:lnTo>
                  <a:lnTo>
                    <a:pt x="2318460" y="282187"/>
                  </a:lnTo>
                  <a:lnTo>
                    <a:pt x="2322822" y="275756"/>
                  </a:lnTo>
                  <a:lnTo>
                    <a:pt x="2327185" y="201683"/>
                  </a:lnTo>
                  <a:lnTo>
                    <a:pt x="2331548" y="219921"/>
                  </a:lnTo>
                  <a:lnTo>
                    <a:pt x="2335911" y="226136"/>
                  </a:lnTo>
                  <a:lnTo>
                    <a:pt x="2340273" y="231633"/>
                  </a:lnTo>
                  <a:lnTo>
                    <a:pt x="2344636" y="226918"/>
                  </a:lnTo>
                  <a:lnTo>
                    <a:pt x="2348999" y="227701"/>
                  </a:lnTo>
                  <a:lnTo>
                    <a:pt x="2353362" y="287330"/>
                  </a:lnTo>
                  <a:lnTo>
                    <a:pt x="2357724" y="292625"/>
                  </a:lnTo>
                  <a:lnTo>
                    <a:pt x="2362087" y="279240"/>
                  </a:lnTo>
                  <a:lnTo>
                    <a:pt x="2366450" y="338103"/>
                  </a:lnTo>
                  <a:lnTo>
                    <a:pt x="2370813" y="299439"/>
                  </a:lnTo>
                  <a:lnTo>
                    <a:pt x="2375175" y="246796"/>
                  </a:lnTo>
                  <a:lnTo>
                    <a:pt x="2379538" y="242724"/>
                  </a:lnTo>
                  <a:lnTo>
                    <a:pt x="2383901" y="254766"/>
                  </a:lnTo>
                  <a:lnTo>
                    <a:pt x="2388264" y="261569"/>
                  </a:lnTo>
                  <a:lnTo>
                    <a:pt x="2392626" y="256238"/>
                  </a:lnTo>
                  <a:lnTo>
                    <a:pt x="2396989" y="228360"/>
                  </a:lnTo>
                  <a:lnTo>
                    <a:pt x="2401352" y="194653"/>
                  </a:lnTo>
                  <a:lnTo>
                    <a:pt x="2405715" y="163628"/>
                  </a:lnTo>
                  <a:lnTo>
                    <a:pt x="2410077" y="133305"/>
                  </a:lnTo>
                  <a:lnTo>
                    <a:pt x="2414440" y="109284"/>
                  </a:lnTo>
                  <a:lnTo>
                    <a:pt x="2418803" y="102642"/>
                  </a:lnTo>
                  <a:lnTo>
                    <a:pt x="2423166" y="125849"/>
                  </a:lnTo>
                  <a:lnTo>
                    <a:pt x="2427528" y="154625"/>
                  </a:lnTo>
                  <a:lnTo>
                    <a:pt x="2431891" y="118131"/>
                  </a:lnTo>
                  <a:lnTo>
                    <a:pt x="2436254" y="161553"/>
                  </a:lnTo>
                  <a:lnTo>
                    <a:pt x="2440617" y="215144"/>
                  </a:lnTo>
                  <a:lnTo>
                    <a:pt x="2444979" y="247500"/>
                  </a:lnTo>
                  <a:lnTo>
                    <a:pt x="2449342" y="180058"/>
                  </a:lnTo>
                  <a:lnTo>
                    <a:pt x="2453705" y="183303"/>
                  </a:lnTo>
                  <a:lnTo>
                    <a:pt x="2458068" y="291276"/>
                  </a:lnTo>
                  <a:lnTo>
                    <a:pt x="2462430" y="347571"/>
                  </a:lnTo>
                  <a:lnTo>
                    <a:pt x="2466793" y="405801"/>
                  </a:lnTo>
                  <a:lnTo>
                    <a:pt x="2471156" y="442640"/>
                  </a:lnTo>
                  <a:lnTo>
                    <a:pt x="2475519" y="488570"/>
                  </a:lnTo>
                  <a:lnTo>
                    <a:pt x="2479881" y="547179"/>
                  </a:lnTo>
                  <a:lnTo>
                    <a:pt x="2484244" y="594980"/>
                  </a:lnTo>
                  <a:lnTo>
                    <a:pt x="2488607" y="596230"/>
                  </a:lnTo>
                  <a:lnTo>
                    <a:pt x="2492970" y="552933"/>
                  </a:lnTo>
                  <a:lnTo>
                    <a:pt x="2497332" y="500016"/>
                  </a:lnTo>
                  <a:lnTo>
                    <a:pt x="2501695" y="451719"/>
                  </a:lnTo>
                  <a:lnTo>
                    <a:pt x="2506058" y="396295"/>
                  </a:lnTo>
                  <a:lnTo>
                    <a:pt x="2510421" y="344328"/>
                  </a:lnTo>
                  <a:lnTo>
                    <a:pt x="2514783" y="323305"/>
                  </a:lnTo>
                  <a:lnTo>
                    <a:pt x="2519146" y="310839"/>
                  </a:lnTo>
                  <a:lnTo>
                    <a:pt x="2523509" y="275162"/>
                  </a:lnTo>
                  <a:lnTo>
                    <a:pt x="2527872" y="226381"/>
                  </a:lnTo>
                  <a:lnTo>
                    <a:pt x="2532234" y="201842"/>
                  </a:lnTo>
                  <a:lnTo>
                    <a:pt x="2536597" y="126320"/>
                  </a:lnTo>
                  <a:lnTo>
                    <a:pt x="2540960" y="93394"/>
                  </a:lnTo>
                  <a:lnTo>
                    <a:pt x="2545323" y="66401"/>
                  </a:lnTo>
                  <a:lnTo>
                    <a:pt x="2549685" y="52525"/>
                  </a:lnTo>
                  <a:lnTo>
                    <a:pt x="2554048" y="70514"/>
                  </a:lnTo>
                  <a:lnTo>
                    <a:pt x="2558411" y="86066"/>
                  </a:lnTo>
                  <a:lnTo>
                    <a:pt x="2562774" y="90941"/>
                  </a:lnTo>
                  <a:lnTo>
                    <a:pt x="2567136" y="95241"/>
                  </a:lnTo>
                  <a:lnTo>
                    <a:pt x="2571499" y="102380"/>
                  </a:lnTo>
                  <a:lnTo>
                    <a:pt x="2575862" y="105827"/>
                  </a:lnTo>
                  <a:lnTo>
                    <a:pt x="2580225" y="125668"/>
                  </a:lnTo>
                  <a:lnTo>
                    <a:pt x="2584587" y="145908"/>
                  </a:lnTo>
                  <a:lnTo>
                    <a:pt x="2588950" y="192416"/>
                  </a:lnTo>
                  <a:lnTo>
                    <a:pt x="2593313" y="256239"/>
                  </a:lnTo>
                  <a:lnTo>
                    <a:pt x="2597676" y="284589"/>
                  </a:lnTo>
                  <a:lnTo>
                    <a:pt x="2602038" y="395348"/>
                  </a:lnTo>
                  <a:lnTo>
                    <a:pt x="2606401" y="464969"/>
                  </a:lnTo>
                  <a:lnTo>
                    <a:pt x="2610764" y="479378"/>
                  </a:lnTo>
                  <a:lnTo>
                    <a:pt x="2615127" y="477861"/>
                  </a:lnTo>
                  <a:lnTo>
                    <a:pt x="2619489" y="507904"/>
                  </a:lnTo>
                  <a:lnTo>
                    <a:pt x="2623852" y="503245"/>
                  </a:lnTo>
                  <a:lnTo>
                    <a:pt x="2628215" y="549170"/>
                  </a:lnTo>
                  <a:lnTo>
                    <a:pt x="2632578" y="538473"/>
                  </a:lnTo>
                  <a:lnTo>
                    <a:pt x="2636940" y="622841"/>
                  </a:lnTo>
                  <a:lnTo>
                    <a:pt x="2641303" y="661777"/>
                  </a:lnTo>
                  <a:lnTo>
                    <a:pt x="2645666" y="653097"/>
                  </a:lnTo>
                  <a:lnTo>
                    <a:pt x="2650029" y="664182"/>
                  </a:lnTo>
                  <a:lnTo>
                    <a:pt x="2654391" y="664642"/>
                  </a:lnTo>
                  <a:lnTo>
                    <a:pt x="2658754" y="624736"/>
                  </a:lnTo>
                  <a:lnTo>
                    <a:pt x="2663117" y="625593"/>
                  </a:lnTo>
                  <a:lnTo>
                    <a:pt x="2667480" y="616246"/>
                  </a:lnTo>
                  <a:lnTo>
                    <a:pt x="2671842" y="577211"/>
                  </a:lnTo>
                  <a:lnTo>
                    <a:pt x="2676205" y="618779"/>
                  </a:lnTo>
                  <a:lnTo>
                    <a:pt x="2680568" y="633821"/>
                  </a:lnTo>
                  <a:lnTo>
                    <a:pt x="2684931" y="621936"/>
                  </a:lnTo>
                  <a:lnTo>
                    <a:pt x="2689293" y="595078"/>
                  </a:lnTo>
                  <a:lnTo>
                    <a:pt x="2693656" y="597090"/>
                  </a:lnTo>
                  <a:lnTo>
                    <a:pt x="2698019" y="651446"/>
                  </a:lnTo>
                  <a:lnTo>
                    <a:pt x="2702382" y="637542"/>
                  </a:lnTo>
                  <a:lnTo>
                    <a:pt x="2706744" y="642891"/>
                  </a:lnTo>
                  <a:lnTo>
                    <a:pt x="2711107" y="601739"/>
                  </a:lnTo>
                  <a:lnTo>
                    <a:pt x="2715470" y="618825"/>
                  </a:lnTo>
                  <a:lnTo>
                    <a:pt x="2719833" y="606747"/>
                  </a:lnTo>
                  <a:lnTo>
                    <a:pt x="2724195" y="669958"/>
                  </a:lnTo>
                  <a:lnTo>
                    <a:pt x="2728558" y="694294"/>
                  </a:lnTo>
                  <a:lnTo>
                    <a:pt x="2732921" y="691967"/>
                  </a:lnTo>
                  <a:lnTo>
                    <a:pt x="2737284" y="687341"/>
                  </a:lnTo>
                  <a:lnTo>
                    <a:pt x="2741646" y="631172"/>
                  </a:lnTo>
                  <a:lnTo>
                    <a:pt x="2746009" y="589769"/>
                  </a:lnTo>
                  <a:lnTo>
                    <a:pt x="2750372" y="570989"/>
                  </a:lnTo>
                  <a:lnTo>
                    <a:pt x="2754735" y="580539"/>
                  </a:lnTo>
                  <a:lnTo>
                    <a:pt x="2759097" y="550961"/>
                  </a:lnTo>
                  <a:lnTo>
                    <a:pt x="2763460" y="492990"/>
                  </a:lnTo>
                  <a:lnTo>
                    <a:pt x="2767823" y="540881"/>
                  </a:lnTo>
                  <a:lnTo>
                    <a:pt x="2772186" y="539222"/>
                  </a:lnTo>
                  <a:lnTo>
                    <a:pt x="2776548" y="500016"/>
                  </a:lnTo>
                  <a:lnTo>
                    <a:pt x="2780911" y="475341"/>
                  </a:lnTo>
                  <a:lnTo>
                    <a:pt x="2785274" y="439804"/>
                  </a:lnTo>
                  <a:lnTo>
                    <a:pt x="2789637" y="406855"/>
                  </a:lnTo>
                  <a:lnTo>
                    <a:pt x="2793999" y="402872"/>
                  </a:lnTo>
                  <a:lnTo>
                    <a:pt x="2798362" y="442167"/>
                  </a:lnTo>
                  <a:lnTo>
                    <a:pt x="2802725" y="480899"/>
                  </a:lnTo>
                  <a:lnTo>
                    <a:pt x="2807088" y="518184"/>
                  </a:lnTo>
                  <a:lnTo>
                    <a:pt x="2811450" y="585084"/>
                  </a:lnTo>
                  <a:lnTo>
                    <a:pt x="2815813" y="616616"/>
                  </a:lnTo>
                  <a:lnTo>
                    <a:pt x="2820176" y="637108"/>
                  </a:lnTo>
                  <a:lnTo>
                    <a:pt x="2824539" y="645249"/>
                  </a:lnTo>
                  <a:lnTo>
                    <a:pt x="2828901" y="679791"/>
                  </a:lnTo>
                  <a:lnTo>
                    <a:pt x="2833264" y="644511"/>
                  </a:lnTo>
                  <a:lnTo>
                    <a:pt x="2837627" y="594041"/>
                  </a:lnTo>
                  <a:lnTo>
                    <a:pt x="2841990" y="613358"/>
                  </a:lnTo>
                  <a:lnTo>
                    <a:pt x="2846352" y="604002"/>
                  </a:lnTo>
                  <a:lnTo>
                    <a:pt x="2850715" y="614145"/>
                  </a:lnTo>
                  <a:lnTo>
                    <a:pt x="2855078" y="602458"/>
                  </a:lnTo>
                  <a:lnTo>
                    <a:pt x="2859441" y="657151"/>
                  </a:lnTo>
                  <a:lnTo>
                    <a:pt x="2863803" y="625881"/>
                  </a:lnTo>
                  <a:lnTo>
                    <a:pt x="2868166" y="580201"/>
                  </a:lnTo>
                  <a:lnTo>
                    <a:pt x="2872529" y="603518"/>
                  </a:lnTo>
                  <a:lnTo>
                    <a:pt x="2876892" y="609648"/>
                  </a:lnTo>
                  <a:lnTo>
                    <a:pt x="2881254" y="595014"/>
                  </a:lnTo>
                  <a:lnTo>
                    <a:pt x="2885617" y="615079"/>
                  </a:lnTo>
                  <a:lnTo>
                    <a:pt x="2889980" y="708914"/>
                  </a:lnTo>
                  <a:lnTo>
                    <a:pt x="2894343" y="774829"/>
                  </a:lnTo>
                  <a:lnTo>
                    <a:pt x="2898705" y="787085"/>
                  </a:lnTo>
                  <a:lnTo>
                    <a:pt x="2903068" y="792136"/>
                  </a:lnTo>
                  <a:lnTo>
                    <a:pt x="2907431" y="786660"/>
                  </a:lnTo>
                  <a:lnTo>
                    <a:pt x="2911794" y="820462"/>
                  </a:lnTo>
                  <a:lnTo>
                    <a:pt x="2916156" y="820462"/>
                  </a:lnTo>
                  <a:lnTo>
                    <a:pt x="2920519" y="794349"/>
                  </a:lnTo>
                  <a:lnTo>
                    <a:pt x="2924882" y="776511"/>
                  </a:lnTo>
                  <a:lnTo>
                    <a:pt x="2929245" y="808985"/>
                  </a:lnTo>
                  <a:lnTo>
                    <a:pt x="2933607" y="791815"/>
                  </a:lnTo>
                  <a:lnTo>
                    <a:pt x="2937970" y="823919"/>
                  </a:lnTo>
                  <a:lnTo>
                    <a:pt x="2942333" y="827977"/>
                  </a:lnTo>
                  <a:lnTo>
                    <a:pt x="2946696" y="833372"/>
                  </a:lnTo>
                  <a:lnTo>
                    <a:pt x="2951058" y="847190"/>
                  </a:lnTo>
                  <a:lnTo>
                    <a:pt x="2955421" y="795054"/>
                  </a:lnTo>
                  <a:lnTo>
                    <a:pt x="2959784" y="801589"/>
                  </a:lnTo>
                  <a:lnTo>
                    <a:pt x="2964147" y="771431"/>
                  </a:lnTo>
                  <a:lnTo>
                    <a:pt x="2968509" y="752079"/>
                  </a:lnTo>
                  <a:lnTo>
                    <a:pt x="2972872" y="810975"/>
                  </a:lnTo>
                  <a:lnTo>
                    <a:pt x="2977235" y="762928"/>
                  </a:lnTo>
                  <a:lnTo>
                    <a:pt x="2981598" y="750319"/>
                  </a:lnTo>
                  <a:lnTo>
                    <a:pt x="2985960" y="720878"/>
                  </a:lnTo>
                  <a:lnTo>
                    <a:pt x="2990323" y="734893"/>
                  </a:lnTo>
                  <a:lnTo>
                    <a:pt x="2994686" y="690645"/>
                  </a:lnTo>
                  <a:lnTo>
                    <a:pt x="2999049" y="657335"/>
                  </a:lnTo>
                  <a:lnTo>
                    <a:pt x="3003411" y="569046"/>
                  </a:lnTo>
                  <a:lnTo>
                    <a:pt x="3007774" y="551408"/>
                  </a:lnTo>
                  <a:lnTo>
                    <a:pt x="3012137" y="505023"/>
                  </a:lnTo>
                  <a:lnTo>
                    <a:pt x="3016500" y="454994"/>
                  </a:lnTo>
                  <a:lnTo>
                    <a:pt x="3020862" y="495823"/>
                  </a:lnTo>
                  <a:lnTo>
                    <a:pt x="3025225" y="486780"/>
                  </a:lnTo>
                  <a:lnTo>
                    <a:pt x="3029588" y="471099"/>
                  </a:lnTo>
                  <a:lnTo>
                    <a:pt x="3033951" y="466274"/>
                  </a:lnTo>
                  <a:lnTo>
                    <a:pt x="3038313" y="442300"/>
                  </a:lnTo>
                  <a:lnTo>
                    <a:pt x="3042676" y="400603"/>
                  </a:lnTo>
                  <a:lnTo>
                    <a:pt x="3047039" y="440393"/>
                  </a:lnTo>
                  <a:lnTo>
                    <a:pt x="3051402" y="450269"/>
                  </a:lnTo>
                  <a:lnTo>
                    <a:pt x="3055764" y="449163"/>
                  </a:lnTo>
                  <a:lnTo>
                    <a:pt x="3060127" y="486289"/>
                  </a:lnTo>
                  <a:lnTo>
                    <a:pt x="3064490" y="548308"/>
                  </a:lnTo>
                  <a:lnTo>
                    <a:pt x="3068853" y="541700"/>
                  </a:lnTo>
                  <a:lnTo>
                    <a:pt x="3073215" y="563625"/>
                  </a:lnTo>
                  <a:lnTo>
                    <a:pt x="3077578" y="648816"/>
                  </a:lnTo>
                  <a:lnTo>
                    <a:pt x="3081941" y="665767"/>
                  </a:lnTo>
                  <a:lnTo>
                    <a:pt x="3086304" y="626036"/>
                  </a:lnTo>
                  <a:lnTo>
                    <a:pt x="3090666" y="650200"/>
                  </a:lnTo>
                  <a:lnTo>
                    <a:pt x="3095029" y="629046"/>
                  </a:lnTo>
                  <a:lnTo>
                    <a:pt x="3099392" y="653271"/>
                  </a:lnTo>
                  <a:lnTo>
                    <a:pt x="3103755" y="682379"/>
                  </a:lnTo>
                  <a:lnTo>
                    <a:pt x="3108117" y="757261"/>
                  </a:lnTo>
                  <a:lnTo>
                    <a:pt x="3112480" y="696017"/>
                  </a:lnTo>
                  <a:lnTo>
                    <a:pt x="3116843" y="691291"/>
                  </a:lnTo>
                  <a:lnTo>
                    <a:pt x="3121206" y="721172"/>
                  </a:lnTo>
                  <a:lnTo>
                    <a:pt x="3125568" y="701654"/>
                  </a:lnTo>
                  <a:lnTo>
                    <a:pt x="3129931" y="703838"/>
                  </a:lnTo>
                  <a:lnTo>
                    <a:pt x="3134294" y="728489"/>
                  </a:lnTo>
                  <a:lnTo>
                    <a:pt x="3138657" y="733589"/>
                  </a:lnTo>
                  <a:lnTo>
                    <a:pt x="3143019" y="704185"/>
                  </a:lnTo>
                  <a:lnTo>
                    <a:pt x="3147382" y="744441"/>
                  </a:lnTo>
                  <a:lnTo>
                    <a:pt x="3151745" y="768074"/>
                  </a:lnTo>
                  <a:lnTo>
                    <a:pt x="3156108" y="787246"/>
                  </a:lnTo>
                  <a:lnTo>
                    <a:pt x="3160470" y="813462"/>
                  </a:lnTo>
                  <a:lnTo>
                    <a:pt x="3164833" y="832240"/>
                  </a:lnTo>
                  <a:lnTo>
                    <a:pt x="3169196" y="890640"/>
                  </a:lnTo>
                  <a:lnTo>
                    <a:pt x="3173559" y="943335"/>
                  </a:lnTo>
                  <a:lnTo>
                    <a:pt x="3177921" y="1020687"/>
                  </a:lnTo>
                  <a:lnTo>
                    <a:pt x="3182284" y="1113710"/>
                  </a:lnTo>
                  <a:lnTo>
                    <a:pt x="3186647" y="1119330"/>
                  </a:lnTo>
                  <a:lnTo>
                    <a:pt x="3191010" y="1104066"/>
                  </a:lnTo>
                  <a:lnTo>
                    <a:pt x="3195372" y="1127306"/>
                  </a:lnTo>
                  <a:lnTo>
                    <a:pt x="3199735" y="1133335"/>
                  </a:lnTo>
                  <a:lnTo>
                    <a:pt x="3204098" y="1105946"/>
                  </a:lnTo>
                  <a:lnTo>
                    <a:pt x="3208461" y="1050150"/>
                  </a:lnTo>
                  <a:lnTo>
                    <a:pt x="3212823" y="1019880"/>
                  </a:lnTo>
                  <a:lnTo>
                    <a:pt x="3217186" y="1012552"/>
                  </a:lnTo>
                  <a:lnTo>
                    <a:pt x="3221549" y="948235"/>
                  </a:lnTo>
                  <a:lnTo>
                    <a:pt x="3225912" y="960592"/>
                  </a:lnTo>
                  <a:lnTo>
                    <a:pt x="3230274" y="959340"/>
                  </a:lnTo>
                  <a:lnTo>
                    <a:pt x="3234637" y="952332"/>
                  </a:lnTo>
                  <a:lnTo>
                    <a:pt x="3239000" y="919485"/>
                  </a:lnTo>
                  <a:lnTo>
                    <a:pt x="3243363" y="975024"/>
                  </a:lnTo>
                  <a:lnTo>
                    <a:pt x="3247725" y="948046"/>
                  </a:lnTo>
                  <a:lnTo>
                    <a:pt x="3252088" y="923200"/>
                  </a:lnTo>
                  <a:lnTo>
                    <a:pt x="3256451" y="925547"/>
                  </a:lnTo>
                  <a:lnTo>
                    <a:pt x="3260814" y="885715"/>
                  </a:lnTo>
                  <a:lnTo>
                    <a:pt x="3265176" y="900295"/>
                  </a:lnTo>
                  <a:lnTo>
                    <a:pt x="3269539" y="872794"/>
                  </a:lnTo>
                  <a:lnTo>
                    <a:pt x="3273902" y="855658"/>
                  </a:lnTo>
                  <a:lnTo>
                    <a:pt x="3278265" y="875631"/>
                  </a:lnTo>
                  <a:lnTo>
                    <a:pt x="3282627" y="885330"/>
                  </a:lnTo>
                  <a:lnTo>
                    <a:pt x="3286990" y="846605"/>
                  </a:lnTo>
                  <a:lnTo>
                    <a:pt x="3291353" y="790754"/>
                  </a:lnTo>
                  <a:lnTo>
                    <a:pt x="3295716" y="752760"/>
                  </a:lnTo>
                  <a:lnTo>
                    <a:pt x="3300078" y="744103"/>
                  </a:lnTo>
                  <a:lnTo>
                    <a:pt x="3304441" y="712802"/>
                  </a:lnTo>
                  <a:lnTo>
                    <a:pt x="3308804" y="666296"/>
                  </a:lnTo>
                  <a:lnTo>
                    <a:pt x="3313167" y="609818"/>
                  </a:lnTo>
                  <a:lnTo>
                    <a:pt x="3317529" y="673221"/>
                  </a:lnTo>
                  <a:lnTo>
                    <a:pt x="3321892" y="689609"/>
                  </a:lnTo>
                  <a:lnTo>
                    <a:pt x="3326255" y="619218"/>
                  </a:lnTo>
                  <a:lnTo>
                    <a:pt x="3330618" y="647303"/>
                  </a:lnTo>
                  <a:lnTo>
                    <a:pt x="3334980" y="675444"/>
                  </a:lnTo>
                  <a:lnTo>
                    <a:pt x="3339343" y="684278"/>
                  </a:lnTo>
                  <a:lnTo>
                    <a:pt x="3343706" y="740790"/>
                  </a:lnTo>
                  <a:lnTo>
                    <a:pt x="3348069" y="756080"/>
                  </a:lnTo>
                  <a:lnTo>
                    <a:pt x="3352431" y="815082"/>
                  </a:lnTo>
                  <a:lnTo>
                    <a:pt x="3356794" y="829997"/>
                  </a:lnTo>
                  <a:lnTo>
                    <a:pt x="3361157" y="892731"/>
                  </a:lnTo>
                  <a:lnTo>
                    <a:pt x="3365520" y="936063"/>
                  </a:lnTo>
                  <a:lnTo>
                    <a:pt x="3369882" y="912621"/>
                  </a:lnTo>
                  <a:lnTo>
                    <a:pt x="3374245" y="938887"/>
                  </a:lnTo>
                  <a:lnTo>
                    <a:pt x="3378608" y="990797"/>
                  </a:lnTo>
                  <a:lnTo>
                    <a:pt x="3382971" y="924907"/>
                  </a:lnTo>
                  <a:lnTo>
                    <a:pt x="3387333" y="827676"/>
                  </a:lnTo>
                  <a:lnTo>
                    <a:pt x="3391696" y="692693"/>
                  </a:lnTo>
                  <a:lnTo>
                    <a:pt x="3396059" y="564472"/>
                  </a:lnTo>
                  <a:lnTo>
                    <a:pt x="3400422" y="526762"/>
                  </a:lnTo>
                  <a:lnTo>
                    <a:pt x="3404784" y="493743"/>
                  </a:lnTo>
                  <a:lnTo>
                    <a:pt x="3409147" y="521615"/>
                  </a:lnTo>
                  <a:lnTo>
                    <a:pt x="3413510" y="513548"/>
                  </a:lnTo>
                  <a:lnTo>
                    <a:pt x="3417873" y="521503"/>
                  </a:lnTo>
                  <a:lnTo>
                    <a:pt x="3422235" y="504167"/>
                  </a:lnTo>
                  <a:lnTo>
                    <a:pt x="3426598" y="481570"/>
                  </a:lnTo>
                  <a:lnTo>
                    <a:pt x="3430961" y="467577"/>
                  </a:lnTo>
                  <a:lnTo>
                    <a:pt x="3435324" y="464563"/>
                  </a:lnTo>
                  <a:lnTo>
                    <a:pt x="3439686" y="443496"/>
                  </a:lnTo>
                  <a:lnTo>
                    <a:pt x="3444049" y="411764"/>
                  </a:lnTo>
                  <a:lnTo>
                    <a:pt x="3448412" y="393714"/>
                  </a:lnTo>
                  <a:lnTo>
                    <a:pt x="3452775" y="414504"/>
                  </a:lnTo>
                  <a:lnTo>
                    <a:pt x="3457137" y="481569"/>
                  </a:lnTo>
                  <a:lnTo>
                    <a:pt x="3461500" y="550824"/>
                  </a:lnTo>
                  <a:lnTo>
                    <a:pt x="3465863" y="623528"/>
                  </a:lnTo>
                  <a:lnTo>
                    <a:pt x="3470226" y="592489"/>
                  </a:lnTo>
                  <a:lnTo>
                    <a:pt x="3474588" y="593628"/>
                  </a:lnTo>
                  <a:lnTo>
                    <a:pt x="3478951" y="592388"/>
                  </a:lnTo>
                  <a:lnTo>
                    <a:pt x="3483314" y="475554"/>
                  </a:lnTo>
                  <a:lnTo>
                    <a:pt x="3487677" y="448050"/>
                  </a:lnTo>
                  <a:lnTo>
                    <a:pt x="3492039" y="446884"/>
                  </a:lnTo>
                  <a:lnTo>
                    <a:pt x="3496402" y="442247"/>
                  </a:lnTo>
                  <a:lnTo>
                    <a:pt x="3500765" y="447467"/>
                  </a:lnTo>
                  <a:lnTo>
                    <a:pt x="3505128" y="454504"/>
                  </a:lnTo>
                  <a:lnTo>
                    <a:pt x="3509490" y="497436"/>
                  </a:lnTo>
                  <a:lnTo>
                    <a:pt x="3513853" y="499993"/>
                  </a:lnTo>
                  <a:lnTo>
                    <a:pt x="3518216" y="452736"/>
                  </a:lnTo>
                  <a:lnTo>
                    <a:pt x="3522579" y="361803"/>
                  </a:lnTo>
                  <a:lnTo>
                    <a:pt x="3526941" y="296437"/>
                  </a:lnTo>
                  <a:lnTo>
                    <a:pt x="3531304" y="283289"/>
                  </a:lnTo>
                  <a:lnTo>
                    <a:pt x="3535667" y="367025"/>
                  </a:lnTo>
                  <a:lnTo>
                    <a:pt x="3540030" y="346740"/>
                  </a:lnTo>
                  <a:lnTo>
                    <a:pt x="3544392" y="302879"/>
                  </a:lnTo>
                  <a:lnTo>
                    <a:pt x="3548755" y="285523"/>
                  </a:lnTo>
                  <a:lnTo>
                    <a:pt x="3553118" y="282091"/>
                  </a:lnTo>
                  <a:lnTo>
                    <a:pt x="3557481" y="326415"/>
                  </a:lnTo>
                  <a:lnTo>
                    <a:pt x="3561843" y="343185"/>
                  </a:lnTo>
                  <a:lnTo>
                    <a:pt x="3566206" y="321548"/>
                  </a:lnTo>
                  <a:lnTo>
                    <a:pt x="3570569" y="319231"/>
                  </a:lnTo>
                  <a:lnTo>
                    <a:pt x="3574932" y="296898"/>
                  </a:lnTo>
                  <a:lnTo>
                    <a:pt x="3579294" y="318901"/>
                  </a:lnTo>
                  <a:lnTo>
                    <a:pt x="3583657" y="350832"/>
                  </a:lnTo>
                  <a:lnTo>
                    <a:pt x="3588020" y="406713"/>
                  </a:lnTo>
                  <a:lnTo>
                    <a:pt x="3592383" y="468009"/>
                  </a:lnTo>
                  <a:lnTo>
                    <a:pt x="3596745" y="490948"/>
                  </a:lnTo>
                  <a:lnTo>
                    <a:pt x="3601108" y="510248"/>
                  </a:lnTo>
                  <a:lnTo>
                    <a:pt x="3605471" y="537209"/>
                  </a:lnTo>
                  <a:lnTo>
                    <a:pt x="3609834" y="570244"/>
                  </a:lnTo>
                  <a:lnTo>
                    <a:pt x="3614196" y="598416"/>
                  </a:lnTo>
                  <a:lnTo>
                    <a:pt x="3618559" y="544324"/>
                  </a:lnTo>
                  <a:lnTo>
                    <a:pt x="3622922" y="571394"/>
                  </a:lnTo>
                  <a:lnTo>
                    <a:pt x="3627285" y="568775"/>
                  </a:lnTo>
                  <a:lnTo>
                    <a:pt x="3631647" y="568909"/>
                  </a:lnTo>
                  <a:lnTo>
                    <a:pt x="3636010" y="548225"/>
                  </a:lnTo>
                  <a:lnTo>
                    <a:pt x="3640373" y="584471"/>
                  </a:lnTo>
                  <a:lnTo>
                    <a:pt x="3644736" y="579594"/>
                  </a:lnTo>
                  <a:lnTo>
                    <a:pt x="3649098" y="532492"/>
                  </a:lnTo>
                  <a:lnTo>
                    <a:pt x="3653461" y="513327"/>
                  </a:lnTo>
                  <a:lnTo>
                    <a:pt x="3657824" y="445154"/>
                  </a:lnTo>
                  <a:lnTo>
                    <a:pt x="3662187" y="403326"/>
                  </a:lnTo>
                  <a:lnTo>
                    <a:pt x="3666549" y="351236"/>
                  </a:lnTo>
                  <a:lnTo>
                    <a:pt x="3670912" y="324874"/>
                  </a:lnTo>
                  <a:lnTo>
                    <a:pt x="3675275" y="338042"/>
                  </a:lnTo>
                  <a:lnTo>
                    <a:pt x="3679638" y="342503"/>
                  </a:lnTo>
                  <a:lnTo>
                    <a:pt x="3684000" y="352583"/>
                  </a:lnTo>
                  <a:lnTo>
                    <a:pt x="3688363" y="332264"/>
                  </a:lnTo>
                  <a:lnTo>
                    <a:pt x="3692726" y="325741"/>
                  </a:lnTo>
                  <a:lnTo>
                    <a:pt x="3697089" y="375557"/>
                  </a:lnTo>
                  <a:lnTo>
                    <a:pt x="3701451" y="397070"/>
                  </a:lnTo>
                  <a:lnTo>
                    <a:pt x="3705814" y="387229"/>
                  </a:lnTo>
                  <a:lnTo>
                    <a:pt x="3710177" y="380552"/>
                  </a:lnTo>
                  <a:lnTo>
                    <a:pt x="3714540" y="414422"/>
                  </a:lnTo>
                  <a:lnTo>
                    <a:pt x="3718902" y="469862"/>
                  </a:lnTo>
                  <a:lnTo>
                    <a:pt x="3723265" y="542439"/>
                  </a:lnTo>
                  <a:lnTo>
                    <a:pt x="3727628" y="559181"/>
                  </a:lnTo>
                  <a:lnTo>
                    <a:pt x="3731991" y="528689"/>
                  </a:lnTo>
                  <a:lnTo>
                    <a:pt x="3736353" y="545829"/>
                  </a:lnTo>
                  <a:lnTo>
                    <a:pt x="3740716" y="539400"/>
                  </a:lnTo>
                  <a:lnTo>
                    <a:pt x="3745079" y="573359"/>
                  </a:lnTo>
                  <a:lnTo>
                    <a:pt x="3749442" y="588192"/>
                  </a:lnTo>
                  <a:lnTo>
                    <a:pt x="3753804" y="614020"/>
                  </a:lnTo>
                  <a:lnTo>
                    <a:pt x="3758167" y="595971"/>
                  </a:lnTo>
                  <a:lnTo>
                    <a:pt x="3762530" y="510095"/>
                  </a:lnTo>
                  <a:lnTo>
                    <a:pt x="3766893" y="442050"/>
                  </a:lnTo>
                  <a:lnTo>
                    <a:pt x="3771255" y="392121"/>
                  </a:lnTo>
                  <a:lnTo>
                    <a:pt x="3775618" y="409974"/>
                  </a:lnTo>
                  <a:lnTo>
                    <a:pt x="3779981" y="383370"/>
                  </a:lnTo>
                  <a:lnTo>
                    <a:pt x="3784344" y="345122"/>
                  </a:lnTo>
                  <a:lnTo>
                    <a:pt x="3788706" y="320257"/>
                  </a:lnTo>
                  <a:lnTo>
                    <a:pt x="3793069" y="299745"/>
                  </a:lnTo>
                  <a:lnTo>
                    <a:pt x="3797432" y="291028"/>
                  </a:lnTo>
                  <a:lnTo>
                    <a:pt x="3801795" y="244396"/>
                  </a:lnTo>
                  <a:lnTo>
                    <a:pt x="3806157" y="170976"/>
                  </a:lnTo>
                  <a:lnTo>
                    <a:pt x="3810520" y="107715"/>
                  </a:lnTo>
                  <a:lnTo>
                    <a:pt x="3814883" y="91144"/>
                  </a:lnTo>
                  <a:lnTo>
                    <a:pt x="3819246" y="87140"/>
                  </a:lnTo>
                  <a:lnTo>
                    <a:pt x="3823608" y="94419"/>
                  </a:lnTo>
                  <a:lnTo>
                    <a:pt x="3827971" y="114747"/>
                  </a:lnTo>
                  <a:lnTo>
                    <a:pt x="3832334" y="104443"/>
                  </a:lnTo>
                  <a:lnTo>
                    <a:pt x="3836697" y="100327"/>
                  </a:lnTo>
                  <a:lnTo>
                    <a:pt x="3841059" y="0"/>
                  </a:lnTo>
                  <a:lnTo>
                    <a:pt x="3845422" y="4169"/>
                  </a:lnTo>
                  <a:lnTo>
                    <a:pt x="3849785" y="23604"/>
                  </a:lnTo>
                  <a:lnTo>
                    <a:pt x="3854148" y="29597"/>
                  </a:lnTo>
                  <a:lnTo>
                    <a:pt x="3858510" y="49677"/>
                  </a:lnTo>
                  <a:lnTo>
                    <a:pt x="3862873" y="73175"/>
                  </a:lnTo>
                  <a:lnTo>
                    <a:pt x="3867236" y="126320"/>
                  </a:lnTo>
                  <a:lnTo>
                    <a:pt x="3871599" y="220694"/>
                  </a:lnTo>
                  <a:lnTo>
                    <a:pt x="3875961" y="321387"/>
                  </a:lnTo>
                  <a:lnTo>
                    <a:pt x="3880324" y="373914"/>
                  </a:lnTo>
                  <a:lnTo>
                    <a:pt x="3884687" y="413565"/>
                  </a:lnTo>
                  <a:lnTo>
                    <a:pt x="3889050" y="428565"/>
                  </a:lnTo>
                  <a:lnTo>
                    <a:pt x="3893412" y="391012"/>
                  </a:lnTo>
                  <a:lnTo>
                    <a:pt x="3897775" y="434794"/>
                  </a:lnTo>
                  <a:lnTo>
                    <a:pt x="3902138" y="467037"/>
                  </a:lnTo>
                  <a:lnTo>
                    <a:pt x="3906501" y="506437"/>
                  </a:lnTo>
                  <a:lnTo>
                    <a:pt x="3910863" y="496799"/>
                  </a:lnTo>
                  <a:lnTo>
                    <a:pt x="3915226" y="481718"/>
                  </a:lnTo>
                  <a:lnTo>
                    <a:pt x="3919589" y="473718"/>
                  </a:lnTo>
                  <a:lnTo>
                    <a:pt x="3923952" y="433088"/>
                  </a:lnTo>
                  <a:lnTo>
                    <a:pt x="3928314" y="359313"/>
                  </a:lnTo>
                  <a:lnTo>
                    <a:pt x="3932677" y="305381"/>
                  </a:lnTo>
                  <a:lnTo>
                    <a:pt x="3937040" y="266649"/>
                  </a:lnTo>
                  <a:lnTo>
                    <a:pt x="3941403" y="232422"/>
                  </a:lnTo>
                  <a:lnTo>
                    <a:pt x="3945765" y="209588"/>
                  </a:lnTo>
                  <a:lnTo>
                    <a:pt x="3950128" y="181498"/>
                  </a:lnTo>
                  <a:lnTo>
                    <a:pt x="3954491" y="161676"/>
                  </a:lnTo>
                  <a:lnTo>
                    <a:pt x="3958854" y="182941"/>
                  </a:lnTo>
                  <a:lnTo>
                    <a:pt x="3963216" y="188388"/>
                  </a:lnTo>
                  <a:lnTo>
                    <a:pt x="3967579" y="171498"/>
                  </a:lnTo>
                  <a:lnTo>
                    <a:pt x="3971942" y="160980"/>
                  </a:lnTo>
                  <a:lnTo>
                    <a:pt x="3976305" y="159940"/>
                  </a:lnTo>
                  <a:lnTo>
                    <a:pt x="3980667" y="226381"/>
                  </a:lnTo>
                  <a:lnTo>
                    <a:pt x="3985030" y="204773"/>
                  </a:lnTo>
                  <a:lnTo>
                    <a:pt x="3989393" y="244065"/>
                  </a:lnTo>
                  <a:lnTo>
                    <a:pt x="3993756" y="270511"/>
                  </a:lnTo>
                  <a:lnTo>
                    <a:pt x="3998118" y="264982"/>
                  </a:lnTo>
                  <a:lnTo>
                    <a:pt x="4002481" y="258148"/>
                  </a:lnTo>
                  <a:lnTo>
                    <a:pt x="4006844" y="249722"/>
                  </a:lnTo>
                  <a:lnTo>
                    <a:pt x="4011207" y="226470"/>
                  </a:lnTo>
                  <a:lnTo>
                    <a:pt x="4015569" y="216616"/>
                  </a:lnTo>
                  <a:lnTo>
                    <a:pt x="4019932" y="222953"/>
                  </a:lnTo>
                  <a:lnTo>
                    <a:pt x="4024295" y="238793"/>
                  </a:lnTo>
                  <a:lnTo>
                    <a:pt x="4028658" y="258148"/>
                  </a:lnTo>
                  <a:lnTo>
                    <a:pt x="4033020" y="298648"/>
                  </a:lnTo>
                  <a:lnTo>
                    <a:pt x="4037383" y="303787"/>
                  </a:lnTo>
                  <a:lnTo>
                    <a:pt x="4041746" y="311213"/>
                  </a:lnTo>
                  <a:lnTo>
                    <a:pt x="4046109" y="290371"/>
                  </a:lnTo>
                  <a:lnTo>
                    <a:pt x="4050471" y="307785"/>
                  </a:lnTo>
                  <a:lnTo>
                    <a:pt x="4054834" y="247644"/>
                  </a:lnTo>
                  <a:lnTo>
                    <a:pt x="4059197" y="255003"/>
                  </a:lnTo>
                  <a:lnTo>
                    <a:pt x="4063560" y="304030"/>
                  </a:lnTo>
                  <a:lnTo>
                    <a:pt x="4067922" y="332163"/>
                  </a:lnTo>
                  <a:lnTo>
                    <a:pt x="4072285" y="384733"/>
                  </a:lnTo>
                  <a:lnTo>
                    <a:pt x="4076648" y="454504"/>
                  </a:lnTo>
                  <a:lnTo>
                    <a:pt x="4081011" y="493623"/>
                  </a:lnTo>
                  <a:lnTo>
                    <a:pt x="4085373" y="522884"/>
                  </a:lnTo>
                  <a:lnTo>
                    <a:pt x="4089736" y="485450"/>
                  </a:lnTo>
                  <a:lnTo>
                    <a:pt x="4094099" y="456277"/>
                  </a:lnTo>
                  <a:lnTo>
                    <a:pt x="4098462" y="448050"/>
                  </a:lnTo>
                  <a:lnTo>
                    <a:pt x="4102824" y="456277"/>
                  </a:lnTo>
                  <a:lnTo>
                    <a:pt x="4107187" y="438221"/>
                  </a:lnTo>
                  <a:lnTo>
                    <a:pt x="4111550" y="424637"/>
                  </a:lnTo>
                  <a:lnTo>
                    <a:pt x="4115913" y="392593"/>
                  </a:lnTo>
                  <a:lnTo>
                    <a:pt x="4120275" y="362802"/>
                  </a:lnTo>
                  <a:lnTo>
                    <a:pt x="4124638" y="422821"/>
                  </a:lnTo>
                  <a:lnTo>
                    <a:pt x="4129001" y="406725"/>
                  </a:lnTo>
                  <a:lnTo>
                    <a:pt x="4133364" y="425836"/>
                  </a:lnTo>
                  <a:lnTo>
                    <a:pt x="4137726" y="425377"/>
                  </a:lnTo>
                  <a:lnTo>
                    <a:pt x="4142089" y="409974"/>
                  </a:lnTo>
                  <a:lnTo>
                    <a:pt x="4146452" y="465606"/>
                  </a:lnTo>
                  <a:lnTo>
                    <a:pt x="4150815" y="468441"/>
                  </a:lnTo>
                  <a:lnTo>
                    <a:pt x="4155177" y="531891"/>
                  </a:lnTo>
                  <a:lnTo>
                    <a:pt x="4159540" y="515985"/>
                  </a:lnTo>
                  <a:lnTo>
                    <a:pt x="4163903" y="475869"/>
                  </a:lnTo>
                  <a:lnTo>
                    <a:pt x="4168266" y="465283"/>
                  </a:lnTo>
                  <a:lnTo>
                    <a:pt x="4172628" y="467820"/>
                  </a:lnTo>
                  <a:lnTo>
                    <a:pt x="4176991" y="481053"/>
                  </a:lnTo>
                  <a:lnTo>
                    <a:pt x="4181354" y="461679"/>
                  </a:lnTo>
                  <a:lnTo>
                    <a:pt x="4185717" y="493730"/>
                  </a:lnTo>
                  <a:lnTo>
                    <a:pt x="4190079" y="480613"/>
                  </a:lnTo>
                  <a:lnTo>
                    <a:pt x="4194442" y="465749"/>
                  </a:lnTo>
                  <a:lnTo>
                    <a:pt x="4198805" y="411243"/>
                  </a:lnTo>
                  <a:lnTo>
                    <a:pt x="4203168" y="373533"/>
                  </a:lnTo>
                  <a:lnTo>
                    <a:pt x="4207530" y="347211"/>
                  </a:lnTo>
                  <a:lnTo>
                    <a:pt x="4211893" y="339668"/>
                  </a:lnTo>
                  <a:lnTo>
                    <a:pt x="4216256" y="297002"/>
                  </a:lnTo>
                  <a:lnTo>
                    <a:pt x="4220619" y="236264"/>
                  </a:lnTo>
                  <a:lnTo>
                    <a:pt x="4224981" y="253276"/>
                  </a:lnTo>
                  <a:lnTo>
                    <a:pt x="4229344" y="227433"/>
                  </a:lnTo>
                  <a:lnTo>
                    <a:pt x="4233707" y="237156"/>
                  </a:lnTo>
                  <a:lnTo>
                    <a:pt x="4238070" y="241423"/>
                  </a:lnTo>
                  <a:lnTo>
                    <a:pt x="4242432" y="257808"/>
                  </a:lnTo>
                  <a:lnTo>
                    <a:pt x="4246795" y="281736"/>
                  </a:lnTo>
                  <a:lnTo>
                    <a:pt x="4251158" y="257982"/>
                  </a:lnTo>
                  <a:lnTo>
                    <a:pt x="4255521" y="267971"/>
                  </a:lnTo>
                  <a:lnTo>
                    <a:pt x="4259883" y="241585"/>
                  </a:lnTo>
                  <a:lnTo>
                    <a:pt x="4264246" y="281991"/>
                  </a:lnTo>
                  <a:lnTo>
                    <a:pt x="4268609" y="350794"/>
                  </a:lnTo>
                  <a:lnTo>
                    <a:pt x="4272972" y="361458"/>
                  </a:lnTo>
                  <a:lnTo>
                    <a:pt x="4277334" y="430769"/>
                  </a:lnTo>
                  <a:lnTo>
                    <a:pt x="4281697" y="440610"/>
                  </a:lnTo>
                  <a:lnTo>
                    <a:pt x="4286060" y="438557"/>
                  </a:lnTo>
                  <a:lnTo>
                    <a:pt x="4290423" y="433662"/>
                  </a:lnTo>
                  <a:lnTo>
                    <a:pt x="4294785" y="405553"/>
                  </a:lnTo>
                  <a:lnTo>
                    <a:pt x="4299148" y="399793"/>
                  </a:lnTo>
                  <a:lnTo>
                    <a:pt x="4303511" y="397886"/>
                  </a:lnTo>
                  <a:lnTo>
                    <a:pt x="4307874" y="375868"/>
                  </a:lnTo>
                  <a:lnTo>
                    <a:pt x="4312236" y="396745"/>
                  </a:lnTo>
                  <a:lnTo>
                    <a:pt x="4316599" y="419627"/>
                  </a:lnTo>
                  <a:lnTo>
                    <a:pt x="4320962" y="430019"/>
                  </a:lnTo>
                  <a:lnTo>
                    <a:pt x="4325325" y="436513"/>
                  </a:lnTo>
                  <a:lnTo>
                    <a:pt x="4329687" y="438148"/>
                  </a:lnTo>
                  <a:lnTo>
                    <a:pt x="4334050" y="478739"/>
                  </a:lnTo>
                  <a:lnTo>
                    <a:pt x="4338413" y="513812"/>
                  </a:lnTo>
                  <a:lnTo>
                    <a:pt x="4342776" y="492056"/>
                  </a:lnTo>
                  <a:lnTo>
                    <a:pt x="4347138" y="464027"/>
                  </a:lnTo>
                  <a:lnTo>
                    <a:pt x="4351501" y="516247"/>
                  </a:lnTo>
                  <a:lnTo>
                    <a:pt x="4355864" y="555901"/>
                  </a:lnTo>
                  <a:lnTo>
                    <a:pt x="4360227" y="556610"/>
                  </a:lnTo>
                  <a:lnTo>
                    <a:pt x="4364589" y="536403"/>
                  </a:lnTo>
                  <a:lnTo>
                    <a:pt x="4368952" y="503851"/>
                  </a:lnTo>
                  <a:lnTo>
                    <a:pt x="4373315" y="521550"/>
                  </a:lnTo>
                  <a:lnTo>
                    <a:pt x="4377678" y="522884"/>
                  </a:lnTo>
                  <a:lnTo>
                    <a:pt x="4382040" y="502562"/>
                  </a:lnTo>
                  <a:lnTo>
                    <a:pt x="4386403" y="532992"/>
                  </a:lnTo>
                  <a:lnTo>
                    <a:pt x="4390766" y="511647"/>
                  </a:lnTo>
                  <a:lnTo>
                    <a:pt x="4395129" y="475554"/>
                  </a:lnTo>
                  <a:lnTo>
                    <a:pt x="4399491" y="458056"/>
                  </a:lnTo>
                  <a:lnTo>
                    <a:pt x="4403854" y="429692"/>
                  </a:lnTo>
                  <a:lnTo>
                    <a:pt x="4408217" y="372895"/>
                  </a:lnTo>
                  <a:lnTo>
                    <a:pt x="4412580" y="325579"/>
                  </a:lnTo>
                  <a:lnTo>
                    <a:pt x="4416942" y="307187"/>
                  </a:lnTo>
                  <a:lnTo>
                    <a:pt x="4421305" y="291580"/>
                  </a:lnTo>
                  <a:lnTo>
                    <a:pt x="4425668" y="304030"/>
                  </a:lnTo>
                  <a:lnTo>
                    <a:pt x="4430031" y="311727"/>
                  </a:lnTo>
                  <a:lnTo>
                    <a:pt x="4434393" y="416948"/>
                  </a:lnTo>
                  <a:lnTo>
                    <a:pt x="4438756" y="408114"/>
                  </a:lnTo>
                  <a:lnTo>
                    <a:pt x="4443119" y="389874"/>
                  </a:lnTo>
                  <a:lnTo>
                    <a:pt x="4447482" y="393685"/>
                  </a:lnTo>
                  <a:lnTo>
                    <a:pt x="4451844" y="364122"/>
                  </a:lnTo>
                  <a:lnTo>
                    <a:pt x="4456207" y="352322"/>
                  </a:lnTo>
                  <a:lnTo>
                    <a:pt x="4460570" y="376599"/>
                  </a:lnTo>
                  <a:lnTo>
                    <a:pt x="4464933" y="386787"/>
                  </a:lnTo>
                  <a:lnTo>
                    <a:pt x="4469295" y="418982"/>
                  </a:lnTo>
                  <a:lnTo>
                    <a:pt x="4473658" y="469340"/>
                  </a:lnTo>
                  <a:lnTo>
                    <a:pt x="4478021" y="516557"/>
                  </a:lnTo>
                  <a:lnTo>
                    <a:pt x="4482384" y="510095"/>
                  </a:lnTo>
                  <a:lnTo>
                    <a:pt x="4486746" y="518728"/>
                  </a:lnTo>
                  <a:lnTo>
                    <a:pt x="4491109" y="512241"/>
                  </a:lnTo>
                  <a:lnTo>
                    <a:pt x="4495472" y="527497"/>
                  </a:lnTo>
                  <a:lnTo>
                    <a:pt x="4499835" y="543033"/>
                  </a:lnTo>
                  <a:lnTo>
                    <a:pt x="4504197" y="544653"/>
                  </a:lnTo>
                  <a:lnTo>
                    <a:pt x="4508560" y="520369"/>
                  </a:lnTo>
                  <a:lnTo>
                    <a:pt x="4512923" y="464628"/>
                  </a:lnTo>
                  <a:lnTo>
                    <a:pt x="4517286" y="500634"/>
                  </a:lnTo>
                  <a:lnTo>
                    <a:pt x="4521648" y="531633"/>
                  </a:lnTo>
                  <a:lnTo>
                    <a:pt x="4526011" y="514929"/>
                  </a:lnTo>
                  <a:lnTo>
                    <a:pt x="4530374" y="578917"/>
                  </a:lnTo>
                  <a:lnTo>
                    <a:pt x="4534737" y="510691"/>
                  </a:lnTo>
                  <a:lnTo>
                    <a:pt x="4539099" y="538066"/>
                  </a:lnTo>
                  <a:lnTo>
                    <a:pt x="4543462" y="503708"/>
                  </a:lnTo>
                  <a:lnTo>
                    <a:pt x="4547825" y="496786"/>
                  </a:lnTo>
                  <a:lnTo>
                    <a:pt x="4552188" y="486462"/>
                  </a:lnTo>
                  <a:lnTo>
                    <a:pt x="4556550" y="484678"/>
                  </a:lnTo>
                  <a:lnTo>
                    <a:pt x="4560913" y="479801"/>
                  </a:lnTo>
                  <a:lnTo>
                    <a:pt x="4565276" y="458158"/>
                  </a:lnTo>
                  <a:lnTo>
                    <a:pt x="4569639" y="470174"/>
                  </a:lnTo>
                  <a:lnTo>
                    <a:pt x="4574001" y="501865"/>
                  </a:lnTo>
                  <a:lnTo>
                    <a:pt x="4578364" y="540385"/>
                  </a:lnTo>
                  <a:lnTo>
                    <a:pt x="4582727" y="544835"/>
                  </a:lnTo>
                  <a:lnTo>
                    <a:pt x="4587090" y="509264"/>
                  </a:lnTo>
                  <a:lnTo>
                    <a:pt x="4591452" y="491399"/>
                  </a:lnTo>
                  <a:lnTo>
                    <a:pt x="4595815" y="508840"/>
                  </a:lnTo>
                  <a:lnTo>
                    <a:pt x="4600178" y="547249"/>
                  </a:lnTo>
                  <a:lnTo>
                    <a:pt x="4604541" y="473006"/>
                  </a:lnTo>
                  <a:lnTo>
                    <a:pt x="4608903" y="500209"/>
                  </a:lnTo>
                  <a:lnTo>
                    <a:pt x="4613266" y="527710"/>
                  </a:lnTo>
                  <a:lnTo>
                    <a:pt x="4617629" y="447467"/>
                  </a:lnTo>
                  <a:lnTo>
                    <a:pt x="4621992" y="462229"/>
                  </a:lnTo>
                  <a:lnTo>
                    <a:pt x="4626354" y="462229"/>
                  </a:lnTo>
                  <a:lnTo>
                    <a:pt x="4630717" y="477396"/>
                  </a:lnTo>
                  <a:lnTo>
                    <a:pt x="4635080" y="502562"/>
                  </a:lnTo>
                  <a:lnTo>
                    <a:pt x="4639443" y="502562"/>
                  </a:lnTo>
                  <a:lnTo>
                    <a:pt x="4643805" y="452736"/>
                  </a:lnTo>
                  <a:lnTo>
                    <a:pt x="4648168" y="422962"/>
                  </a:lnTo>
                  <a:lnTo>
                    <a:pt x="4652531" y="419073"/>
                  </a:lnTo>
                  <a:lnTo>
                    <a:pt x="4656894" y="437649"/>
                  </a:lnTo>
                  <a:lnTo>
                    <a:pt x="4661256" y="516404"/>
                  </a:lnTo>
                  <a:lnTo>
                    <a:pt x="4665619" y="543755"/>
                  </a:lnTo>
                  <a:lnTo>
                    <a:pt x="4669982" y="644086"/>
                  </a:lnTo>
                  <a:lnTo>
                    <a:pt x="4674345" y="613245"/>
                  </a:lnTo>
                  <a:lnTo>
                    <a:pt x="4678707" y="604538"/>
                  </a:lnTo>
                  <a:lnTo>
                    <a:pt x="4683070" y="577557"/>
                  </a:lnTo>
                  <a:lnTo>
                    <a:pt x="4687433" y="568156"/>
                  </a:lnTo>
                  <a:lnTo>
                    <a:pt x="4691796" y="568156"/>
                  </a:lnTo>
                  <a:lnTo>
                    <a:pt x="4696158" y="591423"/>
                  </a:lnTo>
                  <a:lnTo>
                    <a:pt x="4700521" y="593587"/>
                  </a:lnTo>
                  <a:lnTo>
                    <a:pt x="4704884" y="583913"/>
                  </a:lnTo>
                  <a:lnTo>
                    <a:pt x="4709247" y="570232"/>
                  </a:lnTo>
                  <a:lnTo>
                    <a:pt x="4713609" y="560954"/>
                  </a:lnTo>
                  <a:lnTo>
                    <a:pt x="4717972" y="536459"/>
                  </a:lnTo>
                  <a:lnTo>
                    <a:pt x="4722335" y="513940"/>
                  </a:lnTo>
                  <a:lnTo>
                    <a:pt x="4726698" y="512603"/>
                  </a:lnTo>
                  <a:lnTo>
                    <a:pt x="4731060" y="454133"/>
                  </a:lnTo>
                  <a:lnTo>
                    <a:pt x="4735423" y="425540"/>
                  </a:lnTo>
                  <a:lnTo>
                    <a:pt x="4739786" y="441925"/>
                  </a:lnTo>
                  <a:lnTo>
                    <a:pt x="4744149" y="350440"/>
                  </a:lnTo>
                  <a:lnTo>
                    <a:pt x="4748511" y="323246"/>
                  </a:lnTo>
                  <a:lnTo>
                    <a:pt x="4752874" y="289386"/>
                  </a:lnTo>
                  <a:lnTo>
                    <a:pt x="4757237" y="276401"/>
                  </a:lnTo>
                  <a:lnTo>
                    <a:pt x="4761600" y="250494"/>
                  </a:lnTo>
                  <a:lnTo>
                    <a:pt x="4765962" y="241184"/>
                  </a:lnTo>
                  <a:lnTo>
                    <a:pt x="4770325" y="254592"/>
                  </a:lnTo>
                  <a:lnTo>
                    <a:pt x="4774688" y="273840"/>
                  </a:lnTo>
                  <a:lnTo>
                    <a:pt x="4779051" y="294224"/>
                  </a:lnTo>
                  <a:lnTo>
                    <a:pt x="4783413" y="416052"/>
                  </a:lnTo>
                  <a:lnTo>
                    <a:pt x="4787776" y="443114"/>
                  </a:lnTo>
                  <a:lnTo>
                    <a:pt x="4792139" y="462984"/>
                  </a:lnTo>
                  <a:lnTo>
                    <a:pt x="4796502" y="458583"/>
                  </a:lnTo>
                  <a:lnTo>
                    <a:pt x="4800864" y="481569"/>
                  </a:lnTo>
                  <a:lnTo>
                    <a:pt x="4805227" y="489599"/>
                  </a:lnTo>
                  <a:lnTo>
                    <a:pt x="4809590" y="505090"/>
                  </a:lnTo>
                  <a:lnTo>
                    <a:pt x="4813953" y="572315"/>
                  </a:lnTo>
                  <a:lnTo>
                    <a:pt x="4818315" y="648247"/>
                  </a:lnTo>
                  <a:lnTo>
                    <a:pt x="4822678" y="693104"/>
                  </a:lnTo>
                  <a:lnTo>
                    <a:pt x="4827041" y="739797"/>
                  </a:lnTo>
                  <a:lnTo>
                    <a:pt x="4831404" y="766558"/>
                  </a:lnTo>
                  <a:lnTo>
                    <a:pt x="4835766" y="775522"/>
                  </a:lnTo>
                  <a:lnTo>
                    <a:pt x="4840129" y="823482"/>
                  </a:lnTo>
                  <a:lnTo>
                    <a:pt x="4844492" y="855606"/>
                  </a:lnTo>
                  <a:lnTo>
                    <a:pt x="4848855" y="885529"/>
                  </a:lnTo>
                  <a:lnTo>
                    <a:pt x="4853217" y="926880"/>
                  </a:lnTo>
                  <a:lnTo>
                    <a:pt x="4857580" y="1061198"/>
                  </a:lnTo>
                  <a:lnTo>
                    <a:pt x="4861943" y="1013006"/>
                  </a:lnTo>
                  <a:lnTo>
                    <a:pt x="4866306" y="990797"/>
                  </a:lnTo>
                  <a:lnTo>
                    <a:pt x="4870668" y="1008171"/>
                  </a:lnTo>
                  <a:lnTo>
                    <a:pt x="4875031" y="1076387"/>
                  </a:lnTo>
                  <a:lnTo>
                    <a:pt x="4879394" y="1060289"/>
                  </a:lnTo>
                  <a:lnTo>
                    <a:pt x="4883757" y="1067386"/>
                  </a:lnTo>
                  <a:lnTo>
                    <a:pt x="4888119" y="1085537"/>
                  </a:lnTo>
                  <a:lnTo>
                    <a:pt x="4892482" y="1008171"/>
                  </a:lnTo>
                  <a:lnTo>
                    <a:pt x="4896845" y="984612"/>
                  </a:lnTo>
                  <a:lnTo>
                    <a:pt x="4901208" y="931853"/>
                  </a:lnTo>
                  <a:lnTo>
                    <a:pt x="4905570" y="896652"/>
                  </a:lnTo>
                  <a:lnTo>
                    <a:pt x="4909933" y="800558"/>
                  </a:lnTo>
                  <a:lnTo>
                    <a:pt x="4914296" y="782122"/>
                  </a:lnTo>
                  <a:lnTo>
                    <a:pt x="4918659" y="764281"/>
                  </a:lnTo>
                  <a:lnTo>
                    <a:pt x="4923021" y="744002"/>
                  </a:lnTo>
                  <a:lnTo>
                    <a:pt x="4927384" y="749003"/>
                  </a:lnTo>
                  <a:lnTo>
                    <a:pt x="4931747" y="733157"/>
                  </a:lnTo>
                  <a:lnTo>
                    <a:pt x="4936110" y="703691"/>
                  </a:lnTo>
                  <a:lnTo>
                    <a:pt x="4940472" y="703691"/>
                  </a:lnTo>
                  <a:lnTo>
                    <a:pt x="4944835" y="703691"/>
                  </a:lnTo>
                  <a:lnTo>
                    <a:pt x="4949198" y="686377"/>
                  </a:lnTo>
                  <a:lnTo>
                    <a:pt x="4953561" y="697249"/>
                  </a:lnTo>
                  <a:lnTo>
                    <a:pt x="4957923" y="744999"/>
                  </a:lnTo>
                  <a:lnTo>
                    <a:pt x="4962286" y="767388"/>
                  </a:lnTo>
                  <a:lnTo>
                    <a:pt x="4966649" y="820771"/>
                  </a:lnTo>
                  <a:lnTo>
                    <a:pt x="4971012" y="841750"/>
                  </a:lnTo>
                  <a:lnTo>
                    <a:pt x="4975374" y="929064"/>
                  </a:lnTo>
                  <a:lnTo>
                    <a:pt x="4979737" y="981546"/>
                  </a:lnTo>
                  <a:lnTo>
                    <a:pt x="4984100" y="1019518"/>
                  </a:lnTo>
                  <a:lnTo>
                    <a:pt x="4988463" y="1085537"/>
                  </a:lnTo>
                  <a:lnTo>
                    <a:pt x="4992825" y="1106216"/>
                  </a:lnTo>
                  <a:lnTo>
                    <a:pt x="4997188" y="1119788"/>
                  </a:lnTo>
                  <a:lnTo>
                    <a:pt x="5001551" y="1041229"/>
                  </a:lnTo>
                  <a:lnTo>
                    <a:pt x="5005914" y="998627"/>
                  </a:lnTo>
                  <a:lnTo>
                    <a:pt x="5010276" y="1044646"/>
                  </a:lnTo>
                  <a:lnTo>
                    <a:pt x="5014639" y="1029433"/>
                  </a:lnTo>
                  <a:lnTo>
                    <a:pt x="5019002" y="1016252"/>
                  </a:lnTo>
                  <a:lnTo>
                    <a:pt x="5023365" y="1016252"/>
                  </a:lnTo>
                  <a:lnTo>
                    <a:pt x="5027727" y="1003379"/>
                  </a:lnTo>
                  <a:lnTo>
                    <a:pt x="5032090" y="1049206"/>
                  </a:lnTo>
                  <a:lnTo>
                    <a:pt x="5036453" y="953793"/>
                  </a:lnTo>
                  <a:lnTo>
                    <a:pt x="5040816" y="873342"/>
                  </a:lnTo>
                  <a:lnTo>
                    <a:pt x="5045178" y="779708"/>
                  </a:lnTo>
                  <a:lnTo>
                    <a:pt x="5049541" y="757007"/>
                  </a:lnTo>
                  <a:lnTo>
                    <a:pt x="5053904" y="729306"/>
                  </a:lnTo>
                  <a:lnTo>
                    <a:pt x="5058267" y="701606"/>
                  </a:lnTo>
                  <a:lnTo>
                    <a:pt x="5062629" y="673344"/>
                  </a:lnTo>
                  <a:lnTo>
                    <a:pt x="5066992" y="654264"/>
                  </a:lnTo>
                  <a:lnTo>
                    <a:pt x="5071355" y="625961"/>
                  </a:lnTo>
                  <a:lnTo>
                    <a:pt x="5075718" y="567639"/>
                  </a:lnTo>
                  <a:lnTo>
                    <a:pt x="5080080" y="575979"/>
                  </a:lnTo>
                  <a:lnTo>
                    <a:pt x="5084443" y="572837"/>
                  </a:lnTo>
                  <a:lnTo>
                    <a:pt x="5088806" y="572837"/>
                  </a:lnTo>
                  <a:lnTo>
                    <a:pt x="5093169" y="577030"/>
                  </a:lnTo>
                  <a:lnTo>
                    <a:pt x="5097531" y="574129"/>
                  </a:lnTo>
                  <a:lnTo>
                    <a:pt x="5101894" y="625594"/>
                  </a:lnTo>
                  <a:lnTo>
                    <a:pt x="5106257" y="627715"/>
                  </a:lnTo>
                  <a:lnTo>
                    <a:pt x="5110620" y="710645"/>
                  </a:lnTo>
                  <a:lnTo>
                    <a:pt x="5114982" y="666117"/>
                  </a:lnTo>
                  <a:lnTo>
                    <a:pt x="5119345" y="694511"/>
                  </a:lnTo>
                  <a:lnTo>
                    <a:pt x="5123708" y="692693"/>
                  </a:lnTo>
                  <a:lnTo>
                    <a:pt x="5128071" y="747999"/>
                  </a:lnTo>
                  <a:lnTo>
                    <a:pt x="5132433" y="846522"/>
                  </a:lnTo>
                  <a:lnTo>
                    <a:pt x="5136796" y="948887"/>
                  </a:lnTo>
                  <a:lnTo>
                    <a:pt x="5141159" y="1106216"/>
                  </a:lnTo>
                  <a:lnTo>
                    <a:pt x="5145522" y="989245"/>
                  </a:lnTo>
                  <a:lnTo>
                    <a:pt x="5149884" y="962015"/>
                  </a:lnTo>
                  <a:lnTo>
                    <a:pt x="5154247" y="884970"/>
                  </a:lnTo>
                  <a:lnTo>
                    <a:pt x="5158610" y="784260"/>
                  </a:lnTo>
                  <a:lnTo>
                    <a:pt x="5162973" y="721564"/>
                  </a:lnTo>
                  <a:lnTo>
                    <a:pt x="5167335" y="721564"/>
                  </a:lnTo>
                  <a:lnTo>
                    <a:pt x="5171698" y="732182"/>
                  </a:lnTo>
                  <a:lnTo>
                    <a:pt x="5176061" y="692693"/>
                  </a:lnTo>
                  <a:lnTo>
                    <a:pt x="5180424" y="641586"/>
                  </a:lnTo>
                  <a:lnTo>
                    <a:pt x="5184786" y="595562"/>
                  </a:lnTo>
                  <a:lnTo>
                    <a:pt x="5189149" y="597087"/>
                  </a:lnTo>
                  <a:lnTo>
                    <a:pt x="5193512" y="581281"/>
                  </a:lnTo>
                  <a:lnTo>
                    <a:pt x="5197875" y="553073"/>
                  </a:lnTo>
                  <a:lnTo>
                    <a:pt x="5202237" y="528926"/>
                  </a:lnTo>
                  <a:lnTo>
                    <a:pt x="5206600" y="547460"/>
                  </a:lnTo>
                  <a:lnTo>
                    <a:pt x="5210963" y="616512"/>
                  </a:lnTo>
                  <a:lnTo>
                    <a:pt x="5215326" y="644906"/>
                  </a:lnTo>
                  <a:lnTo>
                    <a:pt x="5219688" y="693601"/>
                  </a:lnTo>
                  <a:lnTo>
                    <a:pt x="5224051" y="777872"/>
                  </a:lnTo>
                  <a:lnTo>
                    <a:pt x="5228414" y="847722"/>
                  </a:lnTo>
                  <a:lnTo>
                    <a:pt x="5232777" y="848924"/>
                  </a:lnTo>
                  <a:lnTo>
                    <a:pt x="5237139" y="858635"/>
                  </a:lnTo>
                  <a:lnTo>
                    <a:pt x="5241502" y="907247"/>
                  </a:lnTo>
                  <a:lnTo>
                    <a:pt x="5245865" y="967951"/>
                  </a:lnTo>
                  <a:lnTo>
                    <a:pt x="5250228" y="1070969"/>
                  </a:lnTo>
                  <a:lnTo>
                    <a:pt x="5254590" y="1113931"/>
                  </a:lnTo>
                  <a:lnTo>
                    <a:pt x="5258953" y="1141813"/>
                  </a:lnTo>
                  <a:lnTo>
                    <a:pt x="5263316" y="1171175"/>
                  </a:lnTo>
                  <a:lnTo>
                    <a:pt x="5267679" y="1166884"/>
                  </a:lnTo>
                  <a:lnTo>
                    <a:pt x="5272041" y="1164751"/>
                  </a:lnTo>
                  <a:lnTo>
                    <a:pt x="5276404" y="1164751"/>
                  </a:lnTo>
                  <a:lnTo>
                    <a:pt x="5280767" y="1121755"/>
                  </a:lnTo>
                  <a:lnTo>
                    <a:pt x="5285130" y="1142207"/>
                  </a:lnTo>
                  <a:lnTo>
                    <a:pt x="5289492" y="1031770"/>
                  </a:lnTo>
                  <a:lnTo>
                    <a:pt x="5293855" y="943383"/>
                  </a:lnTo>
                  <a:lnTo>
                    <a:pt x="5298218" y="872092"/>
                  </a:lnTo>
                  <a:lnTo>
                    <a:pt x="5302581" y="799507"/>
                  </a:lnTo>
                  <a:lnTo>
                    <a:pt x="5306943" y="821791"/>
                  </a:lnTo>
                  <a:lnTo>
                    <a:pt x="5311306" y="829262"/>
                  </a:lnTo>
                  <a:lnTo>
                    <a:pt x="5315669" y="806498"/>
                  </a:lnTo>
                  <a:lnTo>
                    <a:pt x="5320032" y="810495"/>
                  </a:lnTo>
                  <a:lnTo>
                    <a:pt x="5324394" y="801740"/>
                  </a:lnTo>
                  <a:lnTo>
                    <a:pt x="5328757" y="845792"/>
                  </a:lnTo>
                  <a:lnTo>
                    <a:pt x="5333120" y="875079"/>
                  </a:lnTo>
                  <a:lnTo>
                    <a:pt x="5337483" y="858267"/>
                  </a:lnTo>
                  <a:lnTo>
                    <a:pt x="5341845" y="845608"/>
                  </a:lnTo>
                  <a:lnTo>
                    <a:pt x="5346208" y="861994"/>
                  </a:lnTo>
                  <a:lnTo>
                    <a:pt x="5350571" y="885450"/>
                  </a:lnTo>
                  <a:lnTo>
                    <a:pt x="5354934" y="951673"/>
                  </a:lnTo>
                  <a:lnTo>
                    <a:pt x="5359296" y="1018041"/>
                  </a:lnTo>
                  <a:lnTo>
                    <a:pt x="5363659" y="1049574"/>
                  </a:lnTo>
                  <a:lnTo>
                    <a:pt x="5368022" y="1159970"/>
                  </a:lnTo>
                  <a:lnTo>
                    <a:pt x="5372385" y="1251032"/>
                  </a:lnTo>
                  <a:lnTo>
                    <a:pt x="5376747" y="1138963"/>
                  </a:lnTo>
                  <a:lnTo>
                    <a:pt x="5381110" y="1178705"/>
                  </a:lnTo>
                  <a:lnTo>
                    <a:pt x="5385473" y="1101884"/>
                  </a:lnTo>
                  <a:lnTo>
                    <a:pt x="5389836" y="1014109"/>
                  </a:lnTo>
                  <a:lnTo>
                    <a:pt x="5394198" y="987352"/>
                  </a:lnTo>
                  <a:lnTo>
                    <a:pt x="5398561" y="926880"/>
                  </a:lnTo>
                  <a:lnTo>
                    <a:pt x="5402924" y="988353"/>
                  </a:lnTo>
                  <a:lnTo>
                    <a:pt x="5407287" y="934895"/>
                  </a:lnTo>
                  <a:lnTo>
                    <a:pt x="5411649" y="934895"/>
                  </a:lnTo>
                  <a:lnTo>
                    <a:pt x="5416012" y="916744"/>
                  </a:lnTo>
                  <a:lnTo>
                    <a:pt x="5420375" y="887402"/>
                  </a:lnTo>
                  <a:lnTo>
                    <a:pt x="5424738" y="869696"/>
                  </a:lnTo>
                  <a:lnTo>
                    <a:pt x="5429100" y="869696"/>
                  </a:lnTo>
                  <a:lnTo>
                    <a:pt x="5433463" y="865610"/>
                  </a:lnTo>
                  <a:lnTo>
                    <a:pt x="5437826" y="853532"/>
                  </a:lnTo>
                  <a:lnTo>
                    <a:pt x="5442189" y="889523"/>
                  </a:lnTo>
                  <a:lnTo>
                    <a:pt x="5446551" y="897011"/>
                  </a:lnTo>
                  <a:lnTo>
                    <a:pt x="5450914" y="964504"/>
                  </a:lnTo>
                  <a:lnTo>
                    <a:pt x="5455277" y="1086507"/>
                  </a:lnTo>
                  <a:lnTo>
                    <a:pt x="5459640" y="1174633"/>
                  </a:lnTo>
                  <a:lnTo>
                    <a:pt x="5464002" y="1218784"/>
                  </a:lnTo>
                  <a:lnTo>
                    <a:pt x="5468365" y="1154207"/>
                  </a:lnTo>
                  <a:lnTo>
                    <a:pt x="5472728" y="1164751"/>
                  </a:lnTo>
                  <a:lnTo>
                    <a:pt x="5477091" y="1164751"/>
                  </a:lnTo>
                  <a:lnTo>
                    <a:pt x="5481453" y="1190908"/>
                  </a:lnTo>
                  <a:lnTo>
                    <a:pt x="5485816" y="1184252"/>
                  </a:lnTo>
                  <a:lnTo>
                    <a:pt x="5490179" y="1209059"/>
                  </a:lnTo>
                  <a:lnTo>
                    <a:pt x="5494542" y="1179859"/>
                  </a:lnTo>
                  <a:lnTo>
                    <a:pt x="5498904" y="1123728"/>
                  </a:lnTo>
                  <a:lnTo>
                    <a:pt x="5503267" y="1031103"/>
                  </a:lnTo>
                  <a:lnTo>
                    <a:pt x="5507630" y="948887"/>
                  </a:lnTo>
                  <a:lnTo>
                    <a:pt x="5511993" y="842939"/>
                  </a:lnTo>
                  <a:lnTo>
                    <a:pt x="5516355" y="766351"/>
                  </a:lnTo>
                  <a:lnTo>
                    <a:pt x="5520718" y="745997"/>
                  </a:lnTo>
                  <a:lnTo>
                    <a:pt x="5525081" y="754049"/>
                  </a:lnTo>
                  <a:lnTo>
                    <a:pt x="5529444" y="752025"/>
                  </a:lnTo>
                  <a:lnTo>
                    <a:pt x="5533806" y="752025"/>
                  </a:lnTo>
                  <a:lnTo>
                    <a:pt x="5538169" y="752025"/>
                  </a:lnTo>
                  <a:lnTo>
                    <a:pt x="5542532" y="727331"/>
                  </a:lnTo>
                  <a:lnTo>
                    <a:pt x="5546895" y="702766"/>
                  </a:lnTo>
                  <a:lnTo>
                    <a:pt x="5551257" y="689075"/>
                  </a:lnTo>
                  <a:lnTo>
                    <a:pt x="5555620" y="654986"/>
                  </a:lnTo>
                  <a:lnTo>
                    <a:pt x="5559983" y="660096"/>
                  </a:lnTo>
                  <a:lnTo>
                    <a:pt x="5564346" y="687275"/>
                  </a:lnTo>
                  <a:lnTo>
                    <a:pt x="5568708" y="751016"/>
                  </a:lnTo>
                  <a:lnTo>
                    <a:pt x="5573071" y="807214"/>
                  </a:lnTo>
                  <a:lnTo>
                    <a:pt x="5577434" y="874790"/>
                  </a:lnTo>
                  <a:lnTo>
                    <a:pt x="5581797" y="920782"/>
                  </a:lnTo>
                  <a:lnTo>
                    <a:pt x="5586159" y="918048"/>
                  </a:lnTo>
                  <a:lnTo>
                    <a:pt x="5590522" y="919413"/>
                  </a:lnTo>
                  <a:lnTo>
                    <a:pt x="5594885" y="936063"/>
                  </a:lnTo>
                  <a:lnTo>
                    <a:pt x="5599248" y="926290"/>
                  </a:lnTo>
                  <a:lnTo>
                    <a:pt x="5603610" y="918048"/>
                  </a:lnTo>
                  <a:lnTo>
                    <a:pt x="5607973" y="944579"/>
                  </a:lnTo>
                  <a:lnTo>
                    <a:pt x="5612336" y="986152"/>
                  </a:lnTo>
                  <a:lnTo>
                    <a:pt x="5616699" y="995482"/>
                  </a:lnTo>
                  <a:lnTo>
                    <a:pt x="5621061" y="1037833"/>
                  </a:lnTo>
                  <a:lnTo>
                    <a:pt x="5625424" y="1036143"/>
                  </a:lnTo>
                  <a:lnTo>
                    <a:pt x="5629787" y="943150"/>
                  </a:lnTo>
                  <a:lnTo>
                    <a:pt x="5634150" y="818488"/>
                  </a:lnTo>
                  <a:lnTo>
                    <a:pt x="5638512" y="849411"/>
                  </a:lnTo>
                  <a:lnTo>
                    <a:pt x="5642875" y="858728"/>
                  </a:lnTo>
                  <a:lnTo>
                    <a:pt x="5647238" y="848576"/>
                  </a:lnTo>
                  <a:lnTo>
                    <a:pt x="5651601" y="846607"/>
                  </a:lnTo>
                  <a:lnTo>
                    <a:pt x="5655963" y="840738"/>
                  </a:lnTo>
                  <a:lnTo>
                    <a:pt x="5660326" y="850553"/>
                  </a:lnTo>
                  <a:lnTo>
                    <a:pt x="5664689" y="861555"/>
                  </a:lnTo>
                  <a:lnTo>
                    <a:pt x="5669052" y="852538"/>
                  </a:lnTo>
                  <a:lnTo>
                    <a:pt x="5673414" y="809531"/>
                  </a:lnTo>
                  <a:lnTo>
                    <a:pt x="5677777" y="779989"/>
                  </a:lnTo>
                  <a:lnTo>
                    <a:pt x="5682140" y="796805"/>
                  </a:lnTo>
                  <a:lnTo>
                    <a:pt x="5686503" y="811373"/>
                  </a:lnTo>
                  <a:lnTo>
                    <a:pt x="5690865" y="818803"/>
                  </a:lnTo>
                  <a:lnTo>
                    <a:pt x="5695228" y="877958"/>
                  </a:lnTo>
                  <a:lnTo>
                    <a:pt x="5699591" y="981804"/>
                  </a:lnTo>
                  <a:lnTo>
                    <a:pt x="5703954" y="998464"/>
                  </a:lnTo>
                  <a:lnTo>
                    <a:pt x="5708316" y="972156"/>
                  </a:lnTo>
                  <a:lnTo>
                    <a:pt x="5712679" y="924907"/>
                  </a:lnTo>
                  <a:lnTo>
                    <a:pt x="5717042" y="926290"/>
                  </a:lnTo>
                  <a:lnTo>
                    <a:pt x="5721405" y="926290"/>
                  </a:lnTo>
                  <a:lnTo>
                    <a:pt x="5725767" y="926290"/>
                  </a:lnTo>
                  <a:lnTo>
                    <a:pt x="5730130" y="995013"/>
                  </a:lnTo>
                  <a:lnTo>
                    <a:pt x="5734493" y="974736"/>
                  </a:lnTo>
                  <a:lnTo>
                    <a:pt x="5738856" y="1041383"/>
                  </a:lnTo>
                  <a:lnTo>
                    <a:pt x="5743218" y="1037205"/>
                  </a:lnTo>
                  <a:lnTo>
                    <a:pt x="5747581" y="986848"/>
                  </a:lnTo>
                  <a:lnTo>
                    <a:pt x="5751944" y="944199"/>
                  </a:lnTo>
                  <a:lnTo>
                    <a:pt x="5756307" y="934895"/>
                  </a:lnTo>
                  <a:lnTo>
                    <a:pt x="5760669" y="905694"/>
                  </a:lnTo>
                  <a:lnTo>
                    <a:pt x="5765032" y="951326"/>
                  </a:lnTo>
                  <a:lnTo>
                    <a:pt x="5769395" y="954463"/>
                  </a:lnTo>
                  <a:lnTo>
                    <a:pt x="5773758" y="960725"/>
                  </a:lnTo>
                  <a:lnTo>
                    <a:pt x="5778120" y="932015"/>
                  </a:lnTo>
                  <a:lnTo>
                    <a:pt x="5782483" y="933015"/>
                  </a:lnTo>
                  <a:lnTo>
                    <a:pt x="5786846" y="944137"/>
                  </a:lnTo>
                  <a:lnTo>
                    <a:pt x="5791209" y="909498"/>
                  </a:lnTo>
                  <a:lnTo>
                    <a:pt x="5795571" y="852316"/>
                  </a:lnTo>
                  <a:lnTo>
                    <a:pt x="5799934" y="845319"/>
                  </a:lnTo>
                  <a:lnTo>
                    <a:pt x="5804297" y="744536"/>
                  </a:lnTo>
                  <a:lnTo>
                    <a:pt x="5808660" y="709680"/>
                  </a:lnTo>
                  <a:lnTo>
                    <a:pt x="5813022" y="736419"/>
                  </a:lnTo>
                  <a:lnTo>
                    <a:pt x="5817385" y="804548"/>
                  </a:lnTo>
                  <a:lnTo>
                    <a:pt x="5821748" y="814415"/>
                  </a:lnTo>
                  <a:lnTo>
                    <a:pt x="5826111" y="835996"/>
                  </a:lnTo>
                  <a:lnTo>
                    <a:pt x="5830473" y="851445"/>
                  </a:lnTo>
                  <a:lnTo>
                    <a:pt x="5834836" y="824558"/>
                  </a:lnTo>
                  <a:lnTo>
                    <a:pt x="5839199" y="774783"/>
                  </a:lnTo>
                  <a:lnTo>
                    <a:pt x="5843562" y="824442"/>
                  </a:lnTo>
                  <a:lnTo>
                    <a:pt x="5847924" y="845624"/>
                  </a:lnTo>
                  <a:lnTo>
                    <a:pt x="5852287" y="851545"/>
                  </a:lnTo>
                  <a:lnTo>
                    <a:pt x="5856650" y="887402"/>
                  </a:lnTo>
                  <a:lnTo>
                    <a:pt x="5861013" y="973086"/>
                  </a:lnTo>
                  <a:lnTo>
                    <a:pt x="5865375" y="1019457"/>
                  </a:lnTo>
                  <a:lnTo>
                    <a:pt x="5869738" y="1117701"/>
                  </a:lnTo>
                  <a:lnTo>
                    <a:pt x="5874101" y="1249305"/>
                  </a:lnTo>
                  <a:lnTo>
                    <a:pt x="5878464" y="1241223"/>
                  </a:lnTo>
                  <a:lnTo>
                    <a:pt x="5882826" y="1226966"/>
                  </a:lnTo>
                  <a:lnTo>
                    <a:pt x="5887189" y="1171089"/>
                  </a:lnTo>
                  <a:lnTo>
                    <a:pt x="5891552" y="1074575"/>
                  </a:lnTo>
                  <a:lnTo>
                    <a:pt x="5895915" y="1024453"/>
                  </a:lnTo>
                  <a:lnTo>
                    <a:pt x="5900277" y="1003379"/>
                  </a:lnTo>
                  <a:lnTo>
                    <a:pt x="5904640" y="1049812"/>
                  </a:lnTo>
                  <a:lnTo>
                    <a:pt x="5909003" y="1021159"/>
                  </a:lnTo>
                  <a:lnTo>
                    <a:pt x="5913366" y="1016252"/>
                  </a:lnTo>
                  <a:lnTo>
                    <a:pt x="5917728" y="1016252"/>
                  </a:lnTo>
                  <a:lnTo>
                    <a:pt x="5922091" y="1016252"/>
                  </a:lnTo>
                  <a:lnTo>
                    <a:pt x="5926454" y="1087610"/>
                  </a:lnTo>
                  <a:lnTo>
                    <a:pt x="5930817" y="1071804"/>
                  </a:lnTo>
                  <a:lnTo>
                    <a:pt x="5935179" y="1094142"/>
                  </a:lnTo>
                  <a:lnTo>
                    <a:pt x="5939542" y="1092607"/>
                  </a:lnTo>
                  <a:lnTo>
                    <a:pt x="5943905" y="1120920"/>
                  </a:lnTo>
                  <a:lnTo>
                    <a:pt x="5948268" y="1138963"/>
                  </a:lnTo>
                  <a:lnTo>
                    <a:pt x="5952630" y="1125783"/>
                  </a:lnTo>
                  <a:lnTo>
                    <a:pt x="5956993" y="1119308"/>
                  </a:lnTo>
                  <a:lnTo>
                    <a:pt x="5961356" y="1175133"/>
                  </a:lnTo>
                  <a:lnTo>
                    <a:pt x="5965719" y="1245249"/>
                  </a:lnTo>
                  <a:lnTo>
                    <a:pt x="5970081" y="1233258"/>
                  </a:lnTo>
                  <a:lnTo>
                    <a:pt x="5974444" y="1303612"/>
                  </a:lnTo>
                  <a:lnTo>
                    <a:pt x="5978807" y="1305586"/>
                  </a:lnTo>
                  <a:lnTo>
                    <a:pt x="5983170" y="1235830"/>
                  </a:lnTo>
                  <a:lnTo>
                    <a:pt x="5987532" y="1166037"/>
                  </a:lnTo>
                  <a:lnTo>
                    <a:pt x="5991895" y="1122162"/>
                  </a:lnTo>
                  <a:lnTo>
                    <a:pt x="5996258" y="1132187"/>
                  </a:lnTo>
                  <a:lnTo>
                    <a:pt x="6000621" y="1035820"/>
                  </a:lnTo>
                  <a:lnTo>
                    <a:pt x="6004983" y="1022151"/>
                  </a:lnTo>
                  <a:lnTo>
                    <a:pt x="6009346" y="999662"/>
                  </a:lnTo>
                  <a:lnTo>
                    <a:pt x="6013709" y="973086"/>
                  </a:lnTo>
                  <a:lnTo>
                    <a:pt x="6018072" y="1030311"/>
                  </a:lnTo>
                  <a:lnTo>
                    <a:pt x="6022434" y="1038594"/>
                  </a:lnTo>
                  <a:lnTo>
                    <a:pt x="6026797" y="1030311"/>
                  </a:lnTo>
                  <a:lnTo>
                    <a:pt x="6031160" y="1023503"/>
                  </a:lnTo>
                  <a:lnTo>
                    <a:pt x="6035523" y="1035820"/>
                  </a:lnTo>
                  <a:lnTo>
                    <a:pt x="6039885" y="1038969"/>
                  </a:lnTo>
                  <a:lnTo>
                    <a:pt x="6044248" y="1032805"/>
                  </a:lnTo>
                  <a:lnTo>
                    <a:pt x="6048611" y="1016252"/>
                  </a:lnTo>
                  <a:lnTo>
                    <a:pt x="6052974" y="1091101"/>
                  </a:lnTo>
                  <a:lnTo>
                    <a:pt x="6057336" y="1156300"/>
                  </a:lnTo>
                  <a:lnTo>
                    <a:pt x="6061699" y="1171175"/>
                  </a:lnTo>
                  <a:lnTo>
                    <a:pt x="6066062" y="1202183"/>
                  </a:lnTo>
                  <a:lnTo>
                    <a:pt x="6070425" y="1209059"/>
                  </a:lnTo>
                  <a:lnTo>
                    <a:pt x="6074787" y="1254714"/>
                  </a:lnTo>
                  <a:lnTo>
                    <a:pt x="6079150" y="1309984"/>
                  </a:lnTo>
                  <a:lnTo>
                    <a:pt x="6083513" y="1309984"/>
                  </a:lnTo>
                  <a:lnTo>
                    <a:pt x="6087876" y="1332581"/>
                  </a:lnTo>
                  <a:lnTo>
                    <a:pt x="6092238" y="1380747"/>
                  </a:lnTo>
                  <a:lnTo>
                    <a:pt x="6096601" y="1433506"/>
                  </a:lnTo>
                  <a:lnTo>
                    <a:pt x="6100964" y="1433506"/>
                  </a:lnTo>
                  <a:lnTo>
                    <a:pt x="6100964" y="143350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622670" y="473415"/>
              <a:ext cx="8375825" cy="1592874"/>
            </a:xfrm>
            <a:custGeom>
              <a:avLst/>
              <a:pathLst>
                <a:path w="8375825" h="1592874">
                  <a:moveTo>
                    <a:pt x="0" y="1330243"/>
                  </a:moveTo>
                  <a:lnTo>
                    <a:pt x="3708" y="1338265"/>
                  </a:lnTo>
                  <a:lnTo>
                    <a:pt x="8071" y="1277729"/>
                  </a:lnTo>
                  <a:lnTo>
                    <a:pt x="12433" y="1239886"/>
                  </a:lnTo>
                  <a:lnTo>
                    <a:pt x="16796" y="1257225"/>
                  </a:lnTo>
                  <a:lnTo>
                    <a:pt x="21159" y="1257225"/>
                  </a:lnTo>
                  <a:lnTo>
                    <a:pt x="25522" y="1195390"/>
                  </a:lnTo>
                  <a:lnTo>
                    <a:pt x="29884" y="1179859"/>
                  </a:lnTo>
                  <a:lnTo>
                    <a:pt x="34247" y="1209059"/>
                  </a:lnTo>
                  <a:lnTo>
                    <a:pt x="38610" y="1186462"/>
                  </a:lnTo>
                  <a:lnTo>
                    <a:pt x="42973" y="1177675"/>
                  </a:lnTo>
                  <a:lnTo>
                    <a:pt x="47335" y="1141814"/>
                  </a:lnTo>
                  <a:lnTo>
                    <a:pt x="51698" y="1060289"/>
                  </a:lnTo>
                  <a:lnTo>
                    <a:pt x="56061" y="1049812"/>
                  </a:lnTo>
                  <a:lnTo>
                    <a:pt x="60424" y="1049812"/>
                  </a:lnTo>
                  <a:lnTo>
                    <a:pt x="64786" y="1125024"/>
                  </a:lnTo>
                  <a:lnTo>
                    <a:pt x="69149" y="1064168"/>
                  </a:lnTo>
                  <a:lnTo>
                    <a:pt x="73512" y="1045390"/>
                  </a:lnTo>
                  <a:lnTo>
                    <a:pt x="77875" y="1116171"/>
                  </a:lnTo>
                  <a:lnTo>
                    <a:pt x="82237" y="1136540"/>
                  </a:lnTo>
                  <a:lnTo>
                    <a:pt x="86600" y="1140702"/>
                  </a:lnTo>
                  <a:lnTo>
                    <a:pt x="90963" y="1150994"/>
                  </a:lnTo>
                  <a:lnTo>
                    <a:pt x="95326" y="1153970"/>
                  </a:lnTo>
                  <a:lnTo>
                    <a:pt x="99688" y="1170631"/>
                  </a:lnTo>
                  <a:lnTo>
                    <a:pt x="104051" y="1186225"/>
                  </a:lnTo>
                  <a:lnTo>
                    <a:pt x="108414" y="1202271"/>
                  </a:lnTo>
                  <a:lnTo>
                    <a:pt x="112777" y="1255193"/>
                  </a:lnTo>
                  <a:lnTo>
                    <a:pt x="117139" y="1338140"/>
                  </a:lnTo>
                  <a:lnTo>
                    <a:pt x="121502" y="1350769"/>
                  </a:lnTo>
                  <a:lnTo>
                    <a:pt x="125865" y="1350769"/>
                  </a:lnTo>
                  <a:lnTo>
                    <a:pt x="130228" y="1361716"/>
                  </a:lnTo>
                  <a:lnTo>
                    <a:pt x="134590" y="1451808"/>
                  </a:lnTo>
                  <a:lnTo>
                    <a:pt x="138953" y="1430697"/>
                  </a:lnTo>
                  <a:lnTo>
                    <a:pt x="143316" y="1449381"/>
                  </a:lnTo>
                  <a:lnTo>
                    <a:pt x="147679" y="1443127"/>
                  </a:lnTo>
                  <a:lnTo>
                    <a:pt x="152041" y="1368307"/>
                  </a:lnTo>
                  <a:lnTo>
                    <a:pt x="156404" y="1430057"/>
                  </a:lnTo>
                  <a:lnTo>
                    <a:pt x="160767" y="1451081"/>
                  </a:lnTo>
                  <a:lnTo>
                    <a:pt x="165130" y="1329706"/>
                  </a:lnTo>
                  <a:lnTo>
                    <a:pt x="169492" y="1262280"/>
                  </a:lnTo>
                  <a:lnTo>
                    <a:pt x="173855" y="1193145"/>
                  </a:lnTo>
                  <a:lnTo>
                    <a:pt x="178218" y="1145914"/>
                  </a:lnTo>
                  <a:lnTo>
                    <a:pt x="182581" y="1123728"/>
                  </a:lnTo>
                  <a:lnTo>
                    <a:pt x="186943" y="1123728"/>
                  </a:lnTo>
                  <a:lnTo>
                    <a:pt x="191306" y="1091101"/>
                  </a:lnTo>
                  <a:lnTo>
                    <a:pt x="195669" y="1085537"/>
                  </a:lnTo>
                  <a:lnTo>
                    <a:pt x="200032" y="1085537"/>
                  </a:lnTo>
                  <a:lnTo>
                    <a:pt x="204394" y="1111992"/>
                  </a:lnTo>
                  <a:lnTo>
                    <a:pt x="208757" y="1070969"/>
                  </a:lnTo>
                  <a:lnTo>
                    <a:pt x="213120" y="1009778"/>
                  </a:lnTo>
                  <a:lnTo>
                    <a:pt x="217483" y="930457"/>
                  </a:lnTo>
                  <a:lnTo>
                    <a:pt x="221845" y="873530"/>
                  </a:lnTo>
                  <a:lnTo>
                    <a:pt x="226208" y="887545"/>
                  </a:lnTo>
                  <a:lnTo>
                    <a:pt x="230571" y="877317"/>
                  </a:lnTo>
                  <a:lnTo>
                    <a:pt x="234934" y="841750"/>
                  </a:lnTo>
                  <a:lnTo>
                    <a:pt x="239296" y="857412"/>
                  </a:lnTo>
                  <a:lnTo>
                    <a:pt x="243659" y="884970"/>
                  </a:lnTo>
                  <a:lnTo>
                    <a:pt x="248022" y="899282"/>
                  </a:lnTo>
                  <a:lnTo>
                    <a:pt x="252385" y="883688"/>
                  </a:lnTo>
                  <a:lnTo>
                    <a:pt x="256747" y="895342"/>
                  </a:lnTo>
                  <a:lnTo>
                    <a:pt x="261110" y="888837"/>
                  </a:lnTo>
                  <a:lnTo>
                    <a:pt x="265473" y="859862"/>
                  </a:lnTo>
                  <a:lnTo>
                    <a:pt x="269836" y="839379"/>
                  </a:lnTo>
                  <a:lnTo>
                    <a:pt x="274198" y="933456"/>
                  </a:lnTo>
                  <a:lnTo>
                    <a:pt x="278561" y="974736"/>
                  </a:lnTo>
                  <a:lnTo>
                    <a:pt x="282924" y="1026078"/>
                  </a:lnTo>
                  <a:lnTo>
                    <a:pt x="287287" y="1088277"/>
                  </a:lnTo>
                  <a:lnTo>
                    <a:pt x="291649" y="1094142"/>
                  </a:lnTo>
                  <a:lnTo>
                    <a:pt x="296012" y="1176916"/>
                  </a:lnTo>
                  <a:lnTo>
                    <a:pt x="300375" y="1245249"/>
                  </a:lnTo>
                  <a:lnTo>
                    <a:pt x="304738" y="1267931"/>
                  </a:lnTo>
                  <a:lnTo>
                    <a:pt x="309100" y="1211928"/>
                  </a:lnTo>
                  <a:lnTo>
                    <a:pt x="313463" y="1195067"/>
                  </a:lnTo>
                  <a:lnTo>
                    <a:pt x="317826" y="1217664"/>
                  </a:lnTo>
                  <a:lnTo>
                    <a:pt x="322189" y="1233258"/>
                  </a:lnTo>
                  <a:lnTo>
                    <a:pt x="326551" y="1249305"/>
                  </a:lnTo>
                  <a:lnTo>
                    <a:pt x="330914" y="1298211"/>
                  </a:lnTo>
                  <a:lnTo>
                    <a:pt x="335277" y="1337356"/>
                  </a:lnTo>
                  <a:lnTo>
                    <a:pt x="339640" y="1360889"/>
                  </a:lnTo>
                  <a:lnTo>
                    <a:pt x="344002" y="1378132"/>
                  </a:lnTo>
                  <a:lnTo>
                    <a:pt x="348365" y="1419772"/>
                  </a:lnTo>
                  <a:lnTo>
                    <a:pt x="352728" y="1446428"/>
                  </a:lnTo>
                  <a:lnTo>
                    <a:pt x="357091" y="1368307"/>
                  </a:lnTo>
                  <a:lnTo>
                    <a:pt x="361453" y="1368307"/>
                  </a:lnTo>
                  <a:lnTo>
                    <a:pt x="365816" y="1426629"/>
                  </a:lnTo>
                  <a:lnTo>
                    <a:pt x="370179" y="1443984"/>
                  </a:lnTo>
                  <a:lnTo>
                    <a:pt x="374542" y="1552720"/>
                  </a:lnTo>
                  <a:lnTo>
                    <a:pt x="378904" y="1592753"/>
                  </a:lnTo>
                  <a:lnTo>
                    <a:pt x="383267" y="1592753"/>
                  </a:lnTo>
                  <a:lnTo>
                    <a:pt x="387630" y="1592753"/>
                  </a:lnTo>
                  <a:lnTo>
                    <a:pt x="391993" y="1592753"/>
                  </a:lnTo>
                  <a:lnTo>
                    <a:pt x="396355" y="1592753"/>
                  </a:lnTo>
                  <a:lnTo>
                    <a:pt x="400718" y="1592753"/>
                  </a:lnTo>
                  <a:lnTo>
                    <a:pt x="405081" y="1592753"/>
                  </a:lnTo>
                  <a:lnTo>
                    <a:pt x="409444" y="1592753"/>
                  </a:lnTo>
                  <a:lnTo>
                    <a:pt x="413806" y="1592753"/>
                  </a:lnTo>
                  <a:lnTo>
                    <a:pt x="418169" y="1592753"/>
                  </a:lnTo>
                  <a:lnTo>
                    <a:pt x="422532" y="1592753"/>
                  </a:lnTo>
                  <a:lnTo>
                    <a:pt x="426895" y="1592753"/>
                  </a:lnTo>
                  <a:lnTo>
                    <a:pt x="431257" y="1592753"/>
                  </a:lnTo>
                  <a:lnTo>
                    <a:pt x="435620" y="1592753"/>
                  </a:lnTo>
                  <a:lnTo>
                    <a:pt x="439983" y="1592753"/>
                  </a:lnTo>
                  <a:lnTo>
                    <a:pt x="444346" y="1592753"/>
                  </a:lnTo>
                  <a:lnTo>
                    <a:pt x="448708" y="1592753"/>
                  </a:lnTo>
                  <a:lnTo>
                    <a:pt x="453071" y="1592753"/>
                  </a:lnTo>
                  <a:lnTo>
                    <a:pt x="457434" y="1574603"/>
                  </a:lnTo>
                  <a:lnTo>
                    <a:pt x="461797" y="1507423"/>
                  </a:lnTo>
                  <a:lnTo>
                    <a:pt x="466159" y="1461900"/>
                  </a:lnTo>
                  <a:lnTo>
                    <a:pt x="470522" y="1452613"/>
                  </a:lnTo>
                  <a:lnTo>
                    <a:pt x="474885" y="1359722"/>
                  </a:lnTo>
                  <a:lnTo>
                    <a:pt x="479248" y="1318589"/>
                  </a:lnTo>
                  <a:lnTo>
                    <a:pt x="483610" y="1233258"/>
                  </a:lnTo>
                  <a:lnTo>
                    <a:pt x="487973" y="1182299"/>
                  </a:lnTo>
                  <a:lnTo>
                    <a:pt x="492336" y="1129048"/>
                  </a:lnTo>
                  <a:lnTo>
                    <a:pt x="496699" y="1058417"/>
                  </a:lnTo>
                  <a:lnTo>
                    <a:pt x="501061" y="1014109"/>
                  </a:lnTo>
                  <a:lnTo>
                    <a:pt x="505424" y="983060"/>
                  </a:lnTo>
                  <a:lnTo>
                    <a:pt x="509787" y="983060"/>
                  </a:lnTo>
                  <a:lnTo>
                    <a:pt x="514150" y="958454"/>
                  </a:lnTo>
                  <a:lnTo>
                    <a:pt x="518512" y="895935"/>
                  </a:lnTo>
                  <a:lnTo>
                    <a:pt x="522875" y="844644"/>
                  </a:lnTo>
                  <a:lnTo>
                    <a:pt x="527238" y="826335"/>
                  </a:lnTo>
                  <a:lnTo>
                    <a:pt x="531601" y="805865"/>
                  </a:lnTo>
                  <a:lnTo>
                    <a:pt x="535963" y="790041"/>
                  </a:lnTo>
                  <a:lnTo>
                    <a:pt x="540326" y="777375"/>
                  </a:lnTo>
                  <a:lnTo>
                    <a:pt x="544689" y="720609"/>
                  </a:lnTo>
                  <a:lnTo>
                    <a:pt x="549052" y="760165"/>
                  </a:lnTo>
                  <a:lnTo>
                    <a:pt x="553414" y="788559"/>
                  </a:lnTo>
                  <a:lnTo>
                    <a:pt x="557777" y="811696"/>
                  </a:lnTo>
                  <a:lnTo>
                    <a:pt x="562140" y="853758"/>
                  </a:lnTo>
                  <a:lnTo>
                    <a:pt x="566503" y="882408"/>
                  </a:lnTo>
                  <a:lnTo>
                    <a:pt x="570865" y="899282"/>
                  </a:lnTo>
                  <a:lnTo>
                    <a:pt x="575228" y="968855"/>
                  </a:lnTo>
                  <a:lnTo>
                    <a:pt x="579591" y="986473"/>
                  </a:lnTo>
                  <a:lnTo>
                    <a:pt x="583954" y="1047732"/>
                  </a:lnTo>
                  <a:lnTo>
                    <a:pt x="588316" y="1140633"/>
                  </a:lnTo>
                  <a:lnTo>
                    <a:pt x="592679" y="1187735"/>
                  </a:lnTo>
                  <a:lnTo>
                    <a:pt x="597042" y="1191389"/>
                  </a:lnTo>
                  <a:lnTo>
                    <a:pt x="601405" y="1263737"/>
                  </a:lnTo>
                  <a:lnTo>
                    <a:pt x="605767" y="1311713"/>
                  </a:lnTo>
                  <a:lnTo>
                    <a:pt x="610130" y="1274281"/>
                  </a:lnTo>
                  <a:lnTo>
                    <a:pt x="614493" y="1274281"/>
                  </a:lnTo>
                  <a:lnTo>
                    <a:pt x="618856" y="1284601"/>
                  </a:lnTo>
                  <a:lnTo>
                    <a:pt x="623218" y="1245684"/>
                  </a:lnTo>
                  <a:lnTo>
                    <a:pt x="627581" y="1186829"/>
                  </a:lnTo>
                  <a:lnTo>
                    <a:pt x="631944" y="1229486"/>
                  </a:lnTo>
                  <a:lnTo>
                    <a:pt x="636307" y="1211286"/>
                  </a:lnTo>
                  <a:lnTo>
                    <a:pt x="640669" y="1153276"/>
                  </a:lnTo>
                  <a:lnTo>
                    <a:pt x="645032" y="1142616"/>
                  </a:lnTo>
                  <a:lnTo>
                    <a:pt x="649395" y="1074855"/>
                  </a:lnTo>
                  <a:lnTo>
                    <a:pt x="653758" y="1085300"/>
                  </a:lnTo>
                  <a:lnTo>
                    <a:pt x="658120" y="1095946"/>
                  </a:lnTo>
                  <a:lnTo>
                    <a:pt x="662483" y="1140702"/>
                  </a:lnTo>
                  <a:lnTo>
                    <a:pt x="666846" y="1140702"/>
                  </a:lnTo>
                  <a:lnTo>
                    <a:pt x="671209" y="1145089"/>
                  </a:lnTo>
                  <a:lnTo>
                    <a:pt x="675571" y="1170631"/>
                  </a:lnTo>
                  <a:lnTo>
                    <a:pt x="679934" y="1170631"/>
                  </a:lnTo>
                  <a:lnTo>
                    <a:pt x="684297" y="1204661"/>
                  </a:lnTo>
                  <a:lnTo>
                    <a:pt x="688660" y="1271097"/>
                  </a:lnTo>
                  <a:lnTo>
                    <a:pt x="693022" y="1348583"/>
                  </a:lnTo>
                  <a:lnTo>
                    <a:pt x="697385" y="1315017"/>
                  </a:lnTo>
                  <a:lnTo>
                    <a:pt x="701748" y="1360439"/>
                  </a:lnTo>
                  <a:lnTo>
                    <a:pt x="706111" y="1423223"/>
                  </a:lnTo>
                  <a:lnTo>
                    <a:pt x="710473" y="1507423"/>
                  </a:lnTo>
                  <a:lnTo>
                    <a:pt x="714836" y="1561369"/>
                  </a:lnTo>
                  <a:lnTo>
                    <a:pt x="719199" y="1507423"/>
                  </a:lnTo>
                  <a:lnTo>
                    <a:pt x="723562" y="1451081"/>
                  </a:lnTo>
                  <a:lnTo>
                    <a:pt x="727924" y="1433506"/>
                  </a:lnTo>
                  <a:lnTo>
                    <a:pt x="732287" y="1433506"/>
                  </a:lnTo>
                  <a:lnTo>
                    <a:pt x="736650" y="1433506"/>
                  </a:lnTo>
                  <a:lnTo>
                    <a:pt x="741013" y="1433506"/>
                  </a:lnTo>
                  <a:lnTo>
                    <a:pt x="745375" y="1433506"/>
                  </a:lnTo>
                  <a:lnTo>
                    <a:pt x="749738" y="1433506"/>
                  </a:lnTo>
                  <a:lnTo>
                    <a:pt x="754101" y="1433506"/>
                  </a:lnTo>
                  <a:lnTo>
                    <a:pt x="758464" y="1433506"/>
                  </a:lnTo>
                  <a:lnTo>
                    <a:pt x="762826" y="1433506"/>
                  </a:lnTo>
                  <a:lnTo>
                    <a:pt x="767189" y="1433506"/>
                  </a:lnTo>
                  <a:lnTo>
                    <a:pt x="771552" y="1433506"/>
                  </a:lnTo>
                  <a:lnTo>
                    <a:pt x="775915" y="1433506"/>
                  </a:lnTo>
                  <a:lnTo>
                    <a:pt x="780277" y="1454664"/>
                  </a:lnTo>
                  <a:lnTo>
                    <a:pt x="784640" y="1507423"/>
                  </a:lnTo>
                  <a:lnTo>
                    <a:pt x="789003" y="1515388"/>
                  </a:lnTo>
                  <a:lnTo>
                    <a:pt x="793366" y="1507423"/>
                  </a:lnTo>
                  <a:lnTo>
                    <a:pt x="797728" y="1458270"/>
                  </a:lnTo>
                  <a:lnTo>
                    <a:pt x="802091" y="1433506"/>
                  </a:lnTo>
                  <a:lnTo>
                    <a:pt x="806454" y="1433506"/>
                  </a:lnTo>
                  <a:lnTo>
                    <a:pt x="810817" y="1433506"/>
                  </a:lnTo>
                  <a:lnTo>
                    <a:pt x="815179" y="1433506"/>
                  </a:lnTo>
                  <a:lnTo>
                    <a:pt x="819542" y="1433506"/>
                  </a:lnTo>
                  <a:lnTo>
                    <a:pt x="823905" y="1433506"/>
                  </a:lnTo>
                  <a:lnTo>
                    <a:pt x="828268" y="1433506"/>
                  </a:lnTo>
                  <a:lnTo>
                    <a:pt x="832630" y="1433506"/>
                  </a:lnTo>
                  <a:lnTo>
                    <a:pt x="836993" y="1433506"/>
                  </a:lnTo>
                  <a:lnTo>
                    <a:pt x="841356" y="1433506"/>
                  </a:lnTo>
                  <a:lnTo>
                    <a:pt x="845719" y="1416472"/>
                  </a:lnTo>
                  <a:lnTo>
                    <a:pt x="850081" y="1368307"/>
                  </a:lnTo>
                  <a:lnTo>
                    <a:pt x="854444" y="1371391"/>
                  </a:lnTo>
                  <a:lnTo>
                    <a:pt x="858807" y="1368307"/>
                  </a:lnTo>
                  <a:lnTo>
                    <a:pt x="863170" y="1409803"/>
                  </a:lnTo>
                  <a:lnTo>
                    <a:pt x="867532" y="1433506"/>
                  </a:lnTo>
                  <a:lnTo>
                    <a:pt x="871895" y="1433506"/>
                  </a:lnTo>
                  <a:lnTo>
                    <a:pt x="876258" y="1433506"/>
                  </a:lnTo>
                  <a:lnTo>
                    <a:pt x="880621" y="1433506"/>
                  </a:lnTo>
                  <a:lnTo>
                    <a:pt x="884983" y="1433506"/>
                  </a:lnTo>
                  <a:lnTo>
                    <a:pt x="889346" y="1433506"/>
                  </a:lnTo>
                  <a:lnTo>
                    <a:pt x="893709" y="1433506"/>
                  </a:lnTo>
                  <a:lnTo>
                    <a:pt x="898072" y="1433506"/>
                  </a:lnTo>
                  <a:lnTo>
                    <a:pt x="902434" y="1433506"/>
                  </a:lnTo>
                  <a:lnTo>
                    <a:pt x="906797" y="1433506"/>
                  </a:lnTo>
                  <a:lnTo>
                    <a:pt x="911160" y="1451081"/>
                  </a:lnTo>
                  <a:lnTo>
                    <a:pt x="915523" y="1507423"/>
                  </a:lnTo>
                  <a:lnTo>
                    <a:pt x="919885" y="1557028"/>
                  </a:lnTo>
                  <a:lnTo>
                    <a:pt x="924248" y="1592753"/>
                  </a:lnTo>
                  <a:lnTo>
                    <a:pt x="928611" y="1523469"/>
                  </a:lnTo>
                  <a:lnTo>
                    <a:pt x="932974" y="1495686"/>
                  </a:lnTo>
                  <a:lnTo>
                    <a:pt x="937336" y="1433506"/>
                  </a:lnTo>
                  <a:lnTo>
                    <a:pt x="941699" y="1433506"/>
                  </a:lnTo>
                  <a:lnTo>
                    <a:pt x="946062" y="1433506"/>
                  </a:lnTo>
                  <a:lnTo>
                    <a:pt x="950425" y="1433506"/>
                  </a:lnTo>
                  <a:lnTo>
                    <a:pt x="954787" y="1433506"/>
                  </a:lnTo>
                  <a:lnTo>
                    <a:pt x="959150" y="1433506"/>
                  </a:lnTo>
                  <a:lnTo>
                    <a:pt x="963513" y="1433506"/>
                  </a:lnTo>
                  <a:lnTo>
                    <a:pt x="967876" y="1433506"/>
                  </a:lnTo>
                  <a:lnTo>
                    <a:pt x="972238" y="1433506"/>
                  </a:lnTo>
                  <a:lnTo>
                    <a:pt x="976601" y="1433506"/>
                  </a:lnTo>
                  <a:lnTo>
                    <a:pt x="980964" y="1433506"/>
                  </a:lnTo>
                  <a:lnTo>
                    <a:pt x="985327" y="1433506"/>
                  </a:lnTo>
                  <a:lnTo>
                    <a:pt x="989689" y="1433506"/>
                  </a:lnTo>
                  <a:lnTo>
                    <a:pt x="994052" y="1491829"/>
                  </a:lnTo>
                  <a:lnTo>
                    <a:pt x="998415" y="1519414"/>
                  </a:lnTo>
                  <a:lnTo>
                    <a:pt x="1002778" y="1592753"/>
                  </a:lnTo>
                  <a:lnTo>
                    <a:pt x="1007140" y="1592753"/>
                  </a:lnTo>
                  <a:lnTo>
                    <a:pt x="1011503" y="1592753"/>
                  </a:lnTo>
                  <a:lnTo>
                    <a:pt x="1015866" y="1592753"/>
                  </a:lnTo>
                  <a:lnTo>
                    <a:pt x="1020229" y="1592753"/>
                  </a:lnTo>
                  <a:lnTo>
                    <a:pt x="1024591" y="1592753"/>
                  </a:lnTo>
                  <a:lnTo>
                    <a:pt x="1028954" y="1592753"/>
                  </a:lnTo>
                  <a:lnTo>
                    <a:pt x="1033317" y="1592753"/>
                  </a:lnTo>
                  <a:lnTo>
                    <a:pt x="1037680" y="1592753"/>
                  </a:lnTo>
                  <a:lnTo>
                    <a:pt x="1042042" y="1592753"/>
                  </a:lnTo>
                  <a:lnTo>
                    <a:pt x="1046405" y="1592753"/>
                  </a:lnTo>
                  <a:lnTo>
                    <a:pt x="1050768" y="1592753"/>
                  </a:lnTo>
                  <a:lnTo>
                    <a:pt x="1055131" y="1539994"/>
                  </a:lnTo>
                  <a:lnTo>
                    <a:pt x="1059493" y="1436976"/>
                  </a:lnTo>
                  <a:lnTo>
                    <a:pt x="1063856" y="1433506"/>
                  </a:lnTo>
                  <a:lnTo>
                    <a:pt x="1068219" y="1374492"/>
                  </a:lnTo>
                  <a:lnTo>
                    <a:pt x="1072582" y="1368307"/>
                  </a:lnTo>
                  <a:lnTo>
                    <a:pt x="1076944" y="1323999"/>
                  </a:lnTo>
                  <a:lnTo>
                    <a:pt x="1081307" y="1309984"/>
                  </a:lnTo>
                  <a:lnTo>
                    <a:pt x="1085670" y="1299022"/>
                  </a:lnTo>
                  <a:lnTo>
                    <a:pt x="1090033" y="1332045"/>
                  </a:lnTo>
                  <a:lnTo>
                    <a:pt x="1094395" y="1312723"/>
                  </a:lnTo>
                  <a:lnTo>
                    <a:pt x="1098758" y="1318589"/>
                  </a:lnTo>
                  <a:lnTo>
                    <a:pt x="1103121" y="1373190"/>
                  </a:lnTo>
                  <a:lnTo>
                    <a:pt x="1107484" y="1288073"/>
                  </a:lnTo>
                  <a:lnTo>
                    <a:pt x="1111846" y="1267394"/>
                  </a:lnTo>
                  <a:lnTo>
                    <a:pt x="1116209" y="1267394"/>
                  </a:lnTo>
                  <a:lnTo>
                    <a:pt x="1120572" y="1294153"/>
                  </a:lnTo>
                  <a:lnTo>
                    <a:pt x="1124935" y="1348645"/>
                  </a:lnTo>
                  <a:lnTo>
                    <a:pt x="1129297" y="1301895"/>
                  </a:lnTo>
                  <a:lnTo>
                    <a:pt x="1133660" y="1305807"/>
                  </a:lnTo>
                  <a:lnTo>
                    <a:pt x="1138023" y="1298010"/>
                  </a:lnTo>
                  <a:lnTo>
                    <a:pt x="1142386" y="1230665"/>
                  </a:lnTo>
                  <a:lnTo>
                    <a:pt x="1146748" y="1235830"/>
                  </a:lnTo>
                  <a:lnTo>
                    <a:pt x="1151111" y="1242793"/>
                  </a:lnTo>
                  <a:lnTo>
                    <a:pt x="1155474" y="1249243"/>
                  </a:lnTo>
                  <a:lnTo>
                    <a:pt x="1159837" y="1225499"/>
                  </a:lnTo>
                  <a:lnTo>
                    <a:pt x="1164199" y="1159342"/>
                  </a:lnTo>
                  <a:lnTo>
                    <a:pt x="1168562" y="1116624"/>
                  </a:lnTo>
                  <a:lnTo>
                    <a:pt x="1172925" y="1189589"/>
                  </a:lnTo>
                  <a:lnTo>
                    <a:pt x="1177288" y="1210920"/>
                  </a:lnTo>
                  <a:lnTo>
                    <a:pt x="1181650" y="1198549"/>
                  </a:lnTo>
                  <a:lnTo>
                    <a:pt x="1186013" y="1123729"/>
                  </a:lnTo>
                  <a:lnTo>
                    <a:pt x="1190376" y="1123729"/>
                  </a:lnTo>
                  <a:lnTo>
                    <a:pt x="1194739" y="1173334"/>
                  </a:lnTo>
                  <a:lnTo>
                    <a:pt x="1199101" y="1209059"/>
                  </a:lnTo>
                  <a:lnTo>
                    <a:pt x="1203464" y="1213691"/>
                  </a:lnTo>
                  <a:lnTo>
                    <a:pt x="1207827" y="1254714"/>
                  </a:lnTo>
                  <a:lnTo>
                    <a:pt x="1212190" y="1257225"/>
                  </a:lnTo>
                  <a:lnTo>
                    <a:pt x="1216552" y="1216022"/>
                  </a:lnTo>
                  <a:lnTo>
                    <a:pt x="1220915" y="1186462"/>
                  </a:lnTo>
                  <a:lnTo>
                    <a:pt x="1225278" y="1247250"/>
                  </a:lnTo>
                  <a:lnTo>
                    <a:pt x="1229641" y="1257225"/>
                  </a:lnTo>
                  <a:lnTo>
                    <a:pt x="1234003" y="1247250"/>
                  </a:lnTo>
                  <a:lnTo>
                    <a:pt x="1238366" y="1257225"/>
                  </a:lnTo>
                  <a:lnTo>
                    <a:pt x="1242729" y="1257225"/>
                  </a:lnTo>
                  <a:lnTo>
                    <a:pt x="1247092" y="1257225"/>
                  </a:lnTo>
                  <a:lnTo>
                    <a:pt x="1251454" y="1218363"/>
                  </a:lnTo>
                  <a:lnTo>
                    <a:pt x="1255817" y="1209059"/>
                  </a:lnTo>
                  <a:lnTo>
                    <a:pt x="1260180" y="1209059"/>
                  </a:lnTo>
                  <a:lnTo>
                    <a:pt x="1264543" y="1209059"/>
                  </a:lnTo>
                  <a:lnTo>
                    <a:pt x="1268905" y="1218363"/>
                  </a:lnTo>
                  <a:lnTo>
                    <a:pt x="1273268" y="1307223"/>
                  </a:lnTo>
                  <a:lnTo>
                    <a:pt x="1277631" y="1309984"/>
                  </a:lnTo>
                  <a:lnTo>
                    <a:pt x="1281994" y="1359157"/>
                  </a:lnTo>
                  <a:lnTo>
                    <a:pt x="1286356" y="1368307"/>
                  </a:lnTo>
                  <a:lnTo>
                    <a:pt x="1290719" y="1368307"/>
                  </a:lnTo>
                  <a:lnTo>
                    <a:pt x="1295082" y="1368307"/>
                  </a:lnTo>
                  <a:lnTo>
                    <a:pt x="1299445" y="1426629"/>
                  </a:lnTo>
                  <a:lnTo>
                    <a:pt x="1303807" y="1356140"/>
                  </a:lnTo>
                  <a:lnTo>
                    <a:pt x="1308170" y="1309984"/>
                  </a:lnTo>
                  <a:lnTo>
                    <a:pt x="1312533" y="1249727"/>
                  </a:lnTo>
                  <a:lnTo>
                    <a:pt x="1316896" y="1091101"/>
                  </a:lnTo>
                  <a:lnTo>
                    <a:pt x="1321258" y="1051544"/>
                  </a:lnTo>
                  <a:lnTo>
                    <a:pt x="1325621" y="1016252"/>
                  </a:lnTo>
                  <a:lnTo>
                    <a:pt x="1329984" y="981546"/>
                  </a:lnTo>
                  <a:lnTo>
                    <a:pt x="1334347" y="941725"/>
                  </a:lnTo>
                  <a:lnTo>
                    <a:pt x="1338709" y="924907"/>
                  </a:lnTo>
                  <a:lnTo>
                    <a:pt x="1343072" y="899282"/>
                  </a:lnTo>
                  <a:lnTo>
                    <a:pt x="1347435" y="899282"/>
                  </a:lnTo>
                  <a:lnTo>
                    <a:pt x="1351798" y="890132"/>
                  </a:lnTo>
                  <a:lnTo>
                    <a:pt x="1356160" y="845325"/>
                  </a:lnTo>
                  <a:lnTo>
                    <a:pt x="1360523" y="811696"/>
                  </a:lnTo>
                  <a:lnTo>
                    <a:pt x="1364886" y="802768"/>
                  </a:lnTo>
                  <a:lnTo>
                    <a:pt x="1369249" y="817350"/>
                  </a:lnTo>
                  <a:lnTo>
                    <a:pt x="1373611" y="825365"/>
                  </a:lnTo>
                  <a:lnTo>
                    <a:pt x="1377974" y="852546"/>
                  </a:lnTo>
                  <a:lnTo>
                    <a:pt x="1382337" y="973952"/>
                  </a:lnTo>
                  <a:lnTo>
                    <a:pt x="1386700" y="1014627"/>
                  </a:lnTo>
                  <a:lnTo>
                    <a:pt x="1391062" y="1130852"/>
                  </a:lnTo>
                  <a:lnTo>
                    <a:pt x="1395425" y="1176431"/>
                  </a:lnTo>
                  <a:lnTo>
                    <a:pt x="1399788" y="1233258"/>
                  </a:lnTo>
                  <a:lnTo>
                    <a:pt x="1404151" y="1176916"/>
                  </a:lnTo>
                  <a:lnTo>
                    <a:pt x="1408513" y="1142308"/>
                  </a:lnTo>
                  <a:lnTo>
                    <a:pt x="1412876" y="1106582"/>
                  </a:lnTo>
                  <a:lnTo>
                    <a:pt x="1417239" y="1109736"/>
                  </a:lnTo>
                  <a:lnTo>
                    <a:pt x="1421602" y="1164556"/>
                  </a:lnTo>
                  <a:lnTo>
                    <a:pt x="1425964" y="1217664"/>
                  </a:lnTo>
                  <a:lnTo>
                    <a:pt x="1430327" y="1233258"/>
                  </a:lnTo>
                  <a:lnTo>
                    <a:pt x="1434690" y="1255444"/>
                  </a:lnTo>
                  <a:lnTo>
                    <a:pt x="1439053" y="1274281"/>
                  </a:lnTo>
                  <a:lnTo>
                    <a:pt x="1443415" y="1274281"/>
                  </a:lnTo>
                  <a:lnTo>
                    <a:pt x="1447778" y="1274281"/>
                  </a:lnTo>
                  <a:lnTo>
                    <a:pt x="1452141" y="1274281"/>
                  </a:lnTo>
                  <a:lnTo>
                    <a:pt x="1456504" y="1251942"/>
                  </a:lnTo>
                  <a:lnTo>
                    <a:pt x="1460866" y="1242873"/>
                  </a:lnTo>
                  <a:lnTo>
                    <a:pt x="1465229" y="1184252"/>
                  </a:lnTo>
                  <a:lnTo>
                    <a:pt x="1469592" y="1285618"/>
                  </a:lnTo>
                  <a:lnTo>
                    <a:pt x="1473955" y="1399947"/>
                  </a:lnTo>
                  <a:lnTo>
                    <a:pt x="1478317" y="1476662"/>
                  </a:lnTo>
                  <a:lnTo>
                    <a:pt x="1482680" y="1579085"/>
                  </a:lnTo>
                  <a:lnTo>
                    <a:pt x="1487043" y="1592753"/>
                  </a:lnTo>
                  <a:lnTo>
                    <a:pt x="1491406" y="1592753"/>
                  </a:lnTo>
                  <a:lnTo>
                    <a:pt x="1495768" y="1592753"/>
                  </a:lnTo>
                  <a:lnTo>
                    <a:pt x="1500131" y="1592753"/>
                  </a:lnTo>
                  <a:lnTo>
                    <a:pt x="1504494" y="1592753"/>
                  </a:lnTo>
                  <a:lnTo>
                    <a:pt x="1508857" y="1592753"/>
                  </a:lnTo>
                  <a:lnTo>
                    <a:pt x="1513219" y="1592753"/>
                  </a:lnTo>
                  <a:lnTo>
                    <a:pt x="1517582" y="1592753"/>
                  </a:lnTo>
                  <a:lnTo>
                    <a:pt x="1521945" y="1592753"/>
                  </a:lnTo>
                  <a:lnTo>
                    <a:pt x="1526308" y="1592753"/>
                  </a:lnTo>
                  <a:lnTo>
                    <a:pt x="1530670" y="1592753"/>
                  </a:lnTo>
                  <a:lnTo>
                    <a:pt x="1535033" y="1592753"/>
                  </a:lnTo>
                  <a:lnTo>
                    <a:pt x="1539396" y="1592753"/>
                  </a:lnTo>
                  <a:lnTo>
                    <a:pt x="1543759" y="1592753"/>
                  </a:lnTo>
                  <a:lnTo>
                    <a:pt x="1548121" y="1592753"/>
                  </a:lnTo>
                  <a:lnTo>
                    <a:pt x="1552484" y="1592753"/>
                  </a:lnTo>
                  <a:lnTo>
                    <a:pt x="1556847" y="1592753"/>
                  </a:lnTo>
                  <a:lnTo>
                    <a:pt x="1561210" y="1592753"/>
                  </a:lnTo>
                  <a:lnTo>
                    <a:pt x="1565572" y="1592753"/>
                  </a:lnTo>
                  <a:lnTo>
                    <a:pt x="1569935" y="1592753"/>
                  </a:lnTo>
                  <a:lnTo>
                    <a:pt x="1574298" y="1592753"/>
                  </a:lnTo>
                  <a:lnTo>
                    <a:pt x="1578661" y="1592753"/>
                  </a:lnTo>
                  <a:lnTo>
                    <a:pt x="1583023" y="1592753"/>
                  </a:lnTo>
                  <a:lnTo>
                    <a:pt x="1587386" y="1592753"/>
                  </a:lnTo>
                  <a:lnTo>
                    <a:pt x="1591749" y="1592753"/>
                  </a:lnTo>
                  <a:lnTo>
                    <a:pt x="1596112" y="1592753"/>
                  </a:lnTo>
                  <a:lnTo>
                    <a:pt x="1600474" y="1592753"/>
                  </a:lnTo>
                  <a:lnTo>
                    <a:pt x="1604837" y="1592753"/>
                  </a:lnTo>
                  <a:lnTo>
                    <a:pt x="1609200" y="1592753"/>
                  </a:lnTo>
                  <a:lnTo>
                    <a:pt x="1613563" y="1592753"/>
                  </a:lnTo>
                  <a:lnTo>
                    <a:pt x="1617925" y="1592753"/>
                  </a:lnTo>
                  <a:lnTo>
                    <a:pt x="1622288" y="1592753"/>
                  </a:lnTo>
                  <a:lnTo>
                    <a:pt x="1626651" y="1592753"/>
                  </a:lnTo>
                  <a:lnTo>
                    <a:pt x="1631014" y="1592874"/>
                  </a:lnTo>
                  <a:lnTo>
                    <a:pt x="1635376" y="1592874"/>
                  </a:lnTo>
                  <a:lnTo>
                    <a:pt x="1639739" y="1592874"/>
                  </a:lnTo>
                  <a:lnTo>
                    <a:pt x="1644102" y="1592874"/>
                  </a:lnTo>
                  <a:lnTo>
                    <a:pt x="1648465" y="1592874"/>
                  </a:lnTo>
                  <a:lnTo>
                    <a:pt x="1652827" y="1592874"/>
                  </a:lnTo>
                  <a:lnTo>
                    <a:pt x="1657190" y="1592874"/>
                  </a:lnTo>
                  <a:lnTo>
                    <a:pt x="1661553" y="1592874"/>
                  </a:lnTo>
                  <a:lnTo>
                    <a:pt x="1665916" y="1592874"/>
                  </a:lnTo>
                  <a:lnTo>
                    <a:pt x="1670278" y="1592874"/>
                  </a:lnTo>
                  <a:lnTo>
                    <a:pt x="1674641" y="1592874"/>
                  </a:lnTo>
                  <a:lnTo>
                    <a:pt x="1679004" y="1592874"/>
                  </a:lnTo>
                  <a:lnTo>
                    <a:pt x="1683367" y="1592874"/>
                  </a:lnTo>
                  <a:lnTo>
                    <a:pt x="1687729" y="1592874"/>
                  </a:lnTo>
                  <a:lnTo>
                    <a:pt x="1692092" y="1592874"/>
                  </a:lnTo>
                  <a:lnTo>
                    <a:pt x="1696455" y="1592874"/>
                  </a:lnTo>
                  <a:lnTo>
                    <a:pt x="1700818" y="1592874"/>
                  </a:lnTo>
                  <a:lnTo>
                    <a:pt x="1705180" y="1592874"/>
                  </a:lnTo>
                  <a:lnTo>
                    <a:pt x="1709543" y="1592874"/>
                  </a:lnTo>
                  <a:lnTo>
                    <a:pt x="1713906" y="1592874"/>
                  </a:lnTo>
                  <a:lnTo>
                    <a:pt x="1718269" y="1592874"/>
                  </a:lnTo>
                  <a:lnTo>
                    <a:pt x="1722631" y="1538272"/>
                  </a:lnTo>
                  <a:lnTo>
                    <a:pt x="1726994" y="1520697"/>
                  </a:lnTo>
                  <a:lnTo>
                    <a:pt x="1731357" y="1471304"/>
                  </a:lnTo>
                  <a:lnTo>
                    <a:pt x="1735720" y="1368307"/>
                  </a:lnTo>
                  <a:lnTo>
                    <a:pt x="1740082" y="1419772"/>
                  </a:lnTo>
                  <a:lnTo>
                    <a:pt x="1744445" y="1456981"/>
                  </a:lnTo>
                  <a:lnTo>
                    <a:pt x="1748808" y="1411463"/>
                  </a:lnTo>
                  <a:lnTo>
                    <a:pt x="1753171" y="1395078"/>
                  </a:lnTo>
                  <a:lnTo>
                    <a:pt x="1757533" y="1350769"/>
                  </a:lnTo>
                  <a:lnTo>
                    <a:pt x="1761896" y="1350769"/>
                  </a:lnTo>
                  <a:lnTo>
                    <a:pt x="1766259" y="1408085"/>
                  </a:lnTo>
                  <a:lnTo>
                    <a:pt x="1770622" y="1408085"/>
                  </a:lnTo>
                  <a:lnTo>
                    <a:pt x="1774984" y="1394735"/>
                  </a:lnTo>
                  <a:lnTo>
                    <a:pt x="1779347" y="1368419"/>
                  </a:lnTo>
                  <a:lnTo>
                    <a:pt x="1783710" y="1370400"/>
                  </a:lnTo>
                  <a:lnTo>
                    <a:pt x="1788073" y="1442336"/>
                  </a:lnTo>
                  <a:lnTo>
                    <a:pt x="1792435" y="1453750"/>
                  </a:lnTo>
                  <a:lnTo>
                    <a:pt x="1796798" y="1465404"/>
                  </a:lnTo>
                  <a:lnTo>
                    <a:pt x="1801161" y="1426742"/>
                  </a:lnTo>
                  <a:lnTo>
                    <a:pt x="1805524" y="1434242"/>
                  </a:lnTo>
                  <a:lnTo>
                    <a:pt x="1809886" y="1408610"/>
                  </a:lnTo>
                  <a:lnTo>
                    <a:pt x="1814249" y="1400471"/>
                  </a:lnTo>
                  <a:lnTo>
                    <a:pt x="1818612" y="1419514"/>
                  </a:lnTo>
                  <a:lnTo>
                    <a:pt x="1822975" y="1439236"/>
                  </a:lnTo>
                  <a:lnTo>
                    <a:pt x="1827337" y="1410887"/>
                  </a:lnTo>
                  <a:lnTo>
                    <a:pt x="1831700" y="1319809"/>
                  </a:lnTo>
                  <a:lnTo>
                    <a:pt x="1836063" y="1208737"/>
                  </a:lnTo>
                  <a:lnTo>
                    <a:pt x="1840426" y="1083695"/>
                  </a:lnTo>
                  <a:lnTo>
                    <a:pt x="1844788" y="1085537"/>
                  </a:lnTo>
                  <a:lnTo>
                    <a:pt x="1849151" y="1085537"/>
                  </a:lnTo>
                  <a:lnTo>
                    <a:pt x="1853514" y="1085537"/>
                  </a:lnTo>
                  <a:lnTo>
                    <a:pt x="1857877" y="1085537"/>
                  </a:lnTo>
                  <a:lnTo>
                    <a:pt x="1862239" y="1100499"/>
                  </a:lnTo>
                  <a:lnTo>
                    <a:pt x="1866602" y="1147975"/>
                  </a:lnTo>
                  <a:lnTo>
                    <a:pt x="1870965" y="1164751"/>
                  </a:lnTo>
                  <a:lnTo>
                    <a:pt x="1875328" y="1164751"/>
                  </a:lnTo>
                  <a:lnTo>
                    <a:pt x="1879690" y="1164751"/>
                  </a:lnTo>
                  <a:lnTo>
                    <a:pt x="1884053" y="1164751"/>
                  </a:lnTo>
                  <a:lnTo>
                    <a:pt x="1888416" y="1193145"/>
                  </a:lnTo>
                  <a:lnTo>
                    <a:pt x="1892779" y="1211370"/>
                  </a:lnTo>
                  <a:lnTo>
                    <a:pt x="1897141" y="1282976"/>
                  </a:lnTo>
                  <a:lnTo>
                    <a:pt x="1901504" y="1426629"/>
                  </a:lnTo>
                  <a:lnTo>
                    <a:pt x="1905867" y="1539994"/>
                  </a:lnTo>
                  <a:lnTo>
                    <a:pt x="1910230" y="1592753"/>
                  </a:lnTo>
                  <a:lnTo>
                    <a:pt x="1914592" y="1592753"/>
                  </a:lnTo>
                  <a:lnTo>
                    <a:pt x="1918955" y="1592753"/>
                  </a:lnTo>
                  <a:lnTo>
                    <a:pt x="1923318" y="1592753"/>
                  </a:lnTo>
                  <a:lnTo>
                    <a:pt x="1927681" y="1592753"/>
                  </a:lnTo>
                  <a:lnTo>
                    <a:pt x="1932043" y="1592753"/>
                  </a:lnTo>
                  <a:lnTo>
                    <a:pt x="1936406" y="1592753"/>
                  </a:lnTo>
                  <a:lnTo>
                    <a:pt x="1940769" y="1592753"/>
                  </a:lnTo>
                  <a:lnTo>
                    <a:pt x="1945132" y="1592753"/>
                  </a:lnTo>
                  <a:lnTo>
                    <a:pt x="1949494" y="1592753"/>
                  </a:lnTo>
                  <a:lnTo>
                    <a:pt x="1953857" y="1592753"/>
                  </a:lnTo>
                  <a:lnTo>
                    <a:pt x="1958220" y="1592753"/>
                  </a:lnTo>
                  <a:lnTo>
                    <a:pt x="1962583" y="1592753"/>
                  </a:lnTo>
                  <a:lnTo>
                    <a:pt x="1966945" y="1592753"/>
                  </a:lnTo>
                  <a:lnTo>
                    <a:pt x="1971308" y="1511391"/>
                  </a:lnTo>
                  <a:lnTo>
                    <a:pt x="1975671" y="1507423"/>
                  </a:lnTo>
                  <a:lnTo>
                    <a:pt x="1980034" y="1507423"/>
                  </a:lnTo>
                  <a:lnTo>
                    <a:pt x="1984396" y="1507423"/>
                  </a:lnTo>
                  <a:lnTo>
                    <a:pt x="1988759" y="1507423"/>
                  </a:lnTo>
                  <a:lnTo>
                    <a:pt x="1993122" y="1507423"/>
                  </a:lnTo>
                  <a:lnTo>
                    <a:pt x="1997485" y="1507423"/>
                  </a:lnTo>
                  <a:lnTo>
                    <a:pt x="2001847" y="1465553"/>
                  </a:lnTo>
                  <a:lnTo>
                    <a:pt x="2006210" y="1433506"/>
                  </a:lnTo>
                  <a:lnTo>
                    <a:pt x="2010573" y="1433506"/>
                  </a:lnTo>
                  <a:lnTo>
                    <a:pt x="2014936" y="1433506"/>
                  </a:lnTo>
                  <a:lnTo>
                    <a:pt x="2019298" y="1433506"/>
                  </a:lnTo>
                  <a:lnTo>
                    <a:pt x="2023661" y="1396700"/>
                  </a:lnTo>
                  <a:lnTo>
                    <a:pt x="2028024" y="1368307"/>
                  </a:lnTo>
                  <a:lnTo>
                    <a:pt x="2032387" y="1318350"/>
                  </a:lnTo>
                  <a:lnTo>
                    <a:pt x="2036749" y="1365240"/>
                  </a:lnTo>
                  <a:lnTo>
                    <a:pt x="2041112" y="1368307"/>
                  </a:lnTo>
                  <a:lnTo>
                    <a:pt x="2045475" y="1368307"/>
                  </a:lnTo>
                  <a:lnTo>
                    <a:pt x="2049838" y="1368307"/>
                  </a:lnTo>
                  <a:lnTo>
                    <a:pt x="2054200" y="1368307"/>
                  </a:lnTo>
                  <a:lnTo>
                    <a:pt x="2058563" y="1335472"/>
                  </a:lnTo>
                  <a:lnTo>
                    <a:pt x="2062926" y="1301742"/>
                  </a:lnTo>
                  <a:lnTo>
                    <a:pt x="2067289" y="1285618"/>
                  </a:lnTo>
                  <a:lnTo>
                    <a:pt x="2071651" y="1384805"/>
                  </a:lnTo>
                  <a:lnTo>
                    <a:pt x="2076014" y="1341905"/>
                  </a:lnTo>
                  <a:lnTo>
                    <a:pt x="2080377" y="1258367"/>
                  </a:lnTo>
                  <a:lnTo>
                    <a:pt x="2084740" y="1274281"/>
                  </a:lnTo>
                  <a:lnTo>
                    <a:pt x="2089102" y="1270039"/>
                  </a:lnTo>
                  <a:lnTo>
                    <a:pt x="2093465" y="1274281"/>
                  </a:lnTo>
                  <a:lnTo>
                    <a:pt x="2097828" y="1311713"/>
                  </a:lnTo>
                  <a:lnTo>
                    <a:pt x="2102191" y="1377248"/>
                  </a:lnTo>
                  <a:lnTo>
                    <a:pt x="2106553" y="1311549"/>
                  </a:lnTo>
                  <a:lnTo>
                    <a:pt x="2110916" y="1297734"/>
                  </a:lnTo>
                  <a:lnTo>
                    <a:pt x="2115279" y="1271555"/>
                  </a:lnTo>
                  <a:lnTo>
                    <a:pt x="2119642" y="1271555"/>
                  </a:lnTo>
                  <a:lnTo>
                    <a:pt x="2124004" y="1292234"/>
                  </a:lnTo>
                  <a:lnTo>
                    <a:pt x="2128367" y="1315710"/>
                  </a:lnTo>
                  <a:lnTo>
                    <a:pt x="2132730" y="1350769"/>
                  </a:lnTo>
                  <a:lnTo>
                    <a:pt x="2137093" y="1346608"/>
                  </a:lnTo>
                  <a:lnTo>
                    <a:pt x="2141455" y="1363908"/>
                  </a:lnTo>
                  <a:lnTo>
                    <a:pt x="2145818" y="1418452"/>
                  </a:lnTo>
                  <a:lnTo>
                    <a:pt x="2150181" y="1366755"/>
                  </a:lnTo>
                  <a:lnTo>
                    <a:pt x="2154544" y="1400471"/>
                  </a:lnTo>
                  <a:lnTo>
                    <a:pt x="2158906" y="1419514"/>
                  </a:lnTo>
                  <a:lnTo>
                    <a:pt x="2163269" y="1419514"/>
                  </a:lnTo>
                  <a:lnTo>
                    <a:pt x="2167632" y="1414036"/>
                  </a:lnTo>
                  <a:lnTo>
                    <a:pt x="2171995" y="1510414"/>
                  </a:lnTo>
                  <a:lnTo>
                    <a:pt x="2176357" y="1525642"/>
                  </a:lnTo>
                  <a:lnTo>
                    <a:pt x="2180720" y="1507423"/>
                  </a:lnTo>
                  <a:lnTo>
                    <a:pt x="2185083" y="1507423"/>
                  </a:lnTo>
                  <a:lnTo>
                    <a:pt x="2189446" y="1588463"/>
                  </a:lnTo>
                  <a:lnTo>
                    <a:pt x="2193808" y="1534712"/>
                  </a:lnTo>
                  <a:lnTo>
                    <a:pt x="2198171" y="1487565"/>
                  </a:lnTo>
                  <a:lnTo>
                    <a:pt x="2202534" y="1477837"/>
                  </a:lnTo>
                  <a:lnTo>
                    <a:pt x="2206897" y="1591660"/>
                  </a:lnTo>
                  <a:lnTo>
                    <a:pt x="2211259" y="1579491"/>
                  </a:lnTo>
                  <a:lnTo>
                    <a:pt x="2215622" y="1592874"/>
                  </a:lnTo>
                  <a:lnTo>
                    <a:pt x="2219985" y="1592874"/>
                  </a:lnTo>
                  <a:lnTo>
                    <a:pt x="2224348" y="1592874"/>
                  </a:lnTo>
                  <a:lnTo>
                    <a:pt x="2228710" y="1592874"/>
                  </a:lnTo>
                  <a:lnTo>
                    <a:pt x="2233073" y="1592874"/>
                  </a:lnTo>
                  <a:lnTo>
                    <a:pt x="2237436" y="1592874"/>
                  </a:lnTo>
                  <a:lnTo>
                    <a:pt x="2241799" y="1592874"/>
                  </a:lnTo>
                  <a:lnTo>
                    <a:pt x="2246161" y="1592874"/>
                  </a:lnTo>
                  <a:lnTo>
                    <a:pt x="2250524" y="1592874"/>
                  </a:lnTo>
                  <a:lnTo>
                    <a:pt x="2254887" y="1588089"/>
                  </a:lnTo>
                  <a:lnTo>
                    <a:pt x="2259250" y="1592874"/>
                  </a:lnTo>
                  <a:lnTo>
                    <a:pt x="2263612" y="1592874"/>
                  </a:lnTo>
                  <a:lnTo>
                    <a:pt x="2267975" y="1592874"/>
                  </a:lnTo>
                  <a:lnTo>
                    <a:pt x="2272338" y="1592874"/>
                  </a:lnTo>
                  <a:lnTo>
                    <a:pt x="2276701" y="1550609"/>
                  </a:lnTo>
                  <a:lnTo>
                    <a:pt x="2281063" y="1530766"/>
                  </a:lnTo>
                  <a:lnTo>
                    <a:pt x="2285426" y="1454418"/>
                  </a:lnTo>
                  <a:lnTo>
                    <a:pt x="2289789" y="1424723"/>
                  </a:lnTo>
                  <a:lnTo>
                    <a:pt x="2294152" y="1299863"/>
                  </a:lnTo>
                  <a:lnTo>
                    <a:pt x="2298514" y="1247461"/>
                  </a:lnTo>
                  <a:lnTo>
                    <a:pt x="2302877" y="1172728"/>
                  </a:lnTo>
                  <a:lnTo>
                    <a:pt x="2307240" y="1085537"/>
                  </a:lnTo>
                  <a:lnTo>
                    <a:pt x="2311603" y="1092967"/>
                  </a:lnTo>
                  <a:lnTo>
                    <a:pt x="2315965" y="1113931"/>
                  </a:lnTo>
                  <a:lnTo>
                    <a:pt x="2320328" y="1085537"/>
                  </a:lnTo>
                  <a:lnTo>
                    <a:pt x="2324691" y="1085537"/>
                  </a:lnTo>
                  <a:lnTo>
                    <a:pt x="2329054" y="1085537"/>
                  </a:lnTo>
                  <a:lnTo>
                    <a:pt x="2333416" y="1058529"/>
                  </a:lnTo>
                  <a:lnTo>
                    <a:pt x="2337779" y="1067386"/>
                  </a:lnTo>
                  <a:lnTo>
                    <a:pt x="2342142" y="1135719"/>
                  </a:lnTo>
                  <a:lnTo>
                    <a:pt x="2346505" y="1173333"/>
                  </a:lnTo>
                  <a:lnTo>
                    <a:pt x="2350867" y="1288273"/>
                  </a:lnTo>
                  <a:lnTo>
                    <a:pt x="2355230" y="1315547"/>
                  </a:lnTo>
                  <a:lnTo>
                    <a:pt x="2359593" y="1430057"/>
                  </a:lnTo>
                  <a:lnTo>
                    <a:pt x="2363956" y="1433506"/>
                  </a:lnTo>
                  <a:lnTo>
                    <a:pt x="2368318" y="1433506"/>
                  </a:lnTo>
                  <a:lnTo>
                    <a:pt x="2372681" y="1433506"/>
                  </a:lnTo>
                  <a:lnTo>
                    <a:pt x="2377044" y="1368307"/>
                  </a:lnTo>
                  <a:lnTo>
                    <a:pt x="2381407" y="1380747"/>
                  </a:lnTo>
                  <a:lnTo>
                    <a:pt x="2385769" y="1368307"/>
                  </a:lnTo>
                  <a:lnTo>
                    <a:pt x="2390132" y="1368307"/>
                  </a:lnTo>
                  <a:lnTo>
                    <a:pt x="2394495" y="1359157"/>
                  </a:lnTo>
                  <a:lnTo>
                    <a:pt x="2398858" y="1304476"/>
                  </a:lnTo>
                  <a:lnTo>
                    <a:pt x="2403220" y="1223074"/>
                  </a:lnTo>
                  <a:lnTo>
                    <a:pt x="2407583" y="1209059"/>
                  </a:lnTo>
                  <a:lnTo>
                    <a:pt x="2411946" y="1115876"/>
                  </a:lnTo>
                  <a:lnTo>
                    <a:pt x="2416309" y="1154850"/>
                  </a:lnTo>
                  <a:lnTo>
                    <a:pt x="2420671" y="1137003"/>
                  </a:lnTo>
                  <a:lnTo>
                    <a:pt x="2425034" y="1128118"/>
                  </a:lnTo>
                  <a:lnTo>
                    <a:pt x="2429397" y="1125783"/>
                  </a:lnTo>
                  <a:lnTo>
                    <a:pt x="2433760" y="1125783"/>
                  </a:lnTo>
                  <a:lnTo>
                    <a:pt x="2438122" y="1077481"/>
                  </a:lnTo>
                  <a:lnTo>
                    <a:pt x="2442485" y="1051256"/>
                  </a:lnTo>
                  <a:lnTo>
                    <a:pt x="2446848" y="1052877"/>
                  </a:lnTo>
                  <a:lnTo>
                    <a:pt x="2451211" y="1035616"/>
                  </a:lnTo>
                  <a:lnTo>
                    <a:pt x="2455573" y="1009533"/>
                  </a:lnTo>
                  <a:lnTo>
                    <a:pt x="2459936" y="1007934"/>
                  </a:lnTo>
                  <a:lnTo>
                    <a:pt x="2464299" y="994349"/>
                  </a:lnTo>
                  <a:lnTo>
                    <a:pt x="2468662" y="989894"/>
                  </a:lnTo>
                  <a:lnTo>
                    <a:pt x="2473024" y="987680"/>
                  </a:lnTo>
                  <a:lnTo>
                    <a:pt x="2477387" y="1012537"/>
                  </a:lnTo>
                  <a:lnTo>
                    <a:pt x="2481750" y="1004920"/>
                  </a:lnTo>
                  <a:lnTo>
                    <a:pt x="2486113" y="991308"/>
                  </a:lnTo>
                  <a:lnTo>
                    <a:pt x="2490475" y="881088"/>
                  </a:lnTo>
                  <a:lnTo>
                    <a:pt x="2494838" y="849564"/>
                  </a:lnTo>
                  <a:lnTo>
                    <a:pt x="2499201" y="898961"/>
                  </a:lnTo>
                  <a:lnTo>
                    <a:pt x="2503564" y="913066"/>
                  </a:lnTo>
                  <a:lnTo>
                    <a:pt x="2507926" y="944137"/>
                  </a:lnTo>
                  <a:lnTo>
                    <a:pt x="2512289" y="950285"/>
                  </a:lnTo>
                  <a:lnTo>
                    <a:pt x="2516652" y="980214"/>
                  </a:lnTo>
                  <a:lnTo>
                    <a:pt x="2521015" y="989495"/>
                  </a:lnTo>
                  <a:lnTo>
                    <a:pt x="2525377" y="991308"/>
                  </a:lnTo>
                  <a:lnTo>
                    <a:pt x="2529740" y="1031986"/>
                  </a:lnTo>
                  <a:lnTo>
                    <a:pt x="2534103" y="1110610"/>
                  </a:lnTo>
                  <a:lnTo>
                    <a:pt x="2538466" y="1115608"/>
                  </a:lnTo>
                  <a:lnTo>
                    <a:pt x="2542828" y="1100882"/>
                  </a:lnTo>
                  <a:lnTo>
                    <a:pt x="2547191" y="1124547"/>
                  </a:lnTo>
                  <a:lnTo>
                    <a:pt x="2551554" y="1162738"/>
                  </a:lnTo>
                  <a:lnTo>
                    <a:pt x="2555917" y="1235488"/>
                  </a:lnTo>
                  <a:lnTo>
                    <a:pt x="2560279" y="1294502"/>
                  </a:lnTo>
                  <a:lnTo>
                    <a:pt x="2564642" y="1310721"/>
                  </a:lnTo>
                  <a:lnTo>
                    <a:pt x="2569005" y="1309747"/>
                  </a:lnTo>
                  <a:lnTo>
                    <a:pt x="2573368" y="1331932"/>
                  </a:lnTo>
                  <a:lnTo>
                    <a:pt x="2577730" y="1430803"/>
                  </a:lnTo>
                  <a:lnTo>
                    <a:pt x="2582093" y="1443243"/>
                  </a:lnTo>
                  <a:lnTo>
                    <a:pt x="2586456" y="1448298"/>
                  </a:lnTo>
                  <a:lnTo>
                    <a:pt x="2590819" y="1491841"/>
                  </a:lnTo>
                  <a:lnTo>
                    <a:pt x="2595181" y="1523156"/>
                  </a:lnTo>
                  <a:lnTo>
                    <a:pt x="2599544" y="1513821"/>
                  </a:lnTo>
                  <a:lnTo>
                    <a:pt x="2603907" y="1527660"/>
                  </a:lnTo>
                  <a:lnTo>
                    <a:pt x="2608270" y="1579085"/>
                  </a:lnTo>
                  <a:lnTo>
                    <a:pt x="2612632" y="1592753"/>
                  </a:lnTo>
                  <a:lnTo>
                    <a:pt x="2616995" y="1592753"/>
                  </a:lnTo>
                  <a:lnTo>
                    <a:pt x="2621358" y="1592753"/>
                  </a:lnTo>
                  <a:lnTo>
                    <a:pt x="2625721" y="1592753"/>
                  </a:lnTo>
                  <a:lnTo>
                    <a:pt x="2630083" y="1592753"/>
                  </a:lnTo>
                  <a:lnTo>
                    <a:pt x="2634446" y="1592753"/>
                  </a:lnTo>
                  <a:lnTo>
                    <a:pt x="2638809" y="1592753"/>
                  </a:lnTo>
                  <a:lnTo>
                    <a:pt x="2643172" y="1592753"/>
                  </a:lnTo>
                  <a:lnTo>
                    <a:pt x="2647534" y="1592753"/>
                  </a:lnTo>
                  <a:lnTo>
                    <a:pt x="2651897" y="1592753"/>
                  </a:lnTo>
                  <a:lnTo>
                    <a:pt x="2656260" y="1592753"/>
                  </a:lnTo>
                  <a:lnTo>
                    <a:pt x="2660623" y="1592753"/>
                  </a:lnTo>
                  <a:lnTo>
                    <a:pt x="2664985" y="1592753"/>
                  </a:lnTo>
                  <a:lnTo>
                    <a:pt x="2669348" y="1592753"/>
                  </a:lnTo>
                  <a:lnTo>
                    <a:pt x="2673711" y="1592753"/>
                  </a:lnTo>
                  <a:lnTo>
                    <a:pt x="2678074" y="1592753"/>
                  </a:lnTo>
                  <a:lnTo>
                    <a:pt x="2682436" y="1592753"/>
                  </a:lnTo>
                  <a:lnTo>
                    <a:pt x="2686799" y="1592753"/>
                  </a:lnTo>
                  <a:lnTo>
                    <a:pt x="2691162" y="1592753"/>
                  </a:lnTo>
                  <a:lnTo>
                    <a:pt x="2695525" y="1592753"/>
                  </a:lnTo>
                  <a:lnTo>
                    <a:pt x="2699887" y="1592753"/>
                  </a:lnTo>
                  <a:lnTo>
                    <a:pt x="2704250" y="1592753"/>
                  </a:lnTo>
                  <a:lnTo>
                    <a:pt x="2708613" y="1592753"/>
                  </a:lnTo>
                  <a:lnTo>
                    <a:pt x="2712976" y="1592753"/>
                  </a:lnTo>
                  <a:lnTo>
                    <a:pt x="2717338" y="1592753"/>
                  </a:lnTo>
                  <a:lnTo>
                    <a:pt x="2721701" y="1592753"/>
                  </a:lnTo>
                  <a:lnTo>
                    <a:pt x="2726064" y="1592753"/>
                  </a:lnTo>
                  <a:lnTo>
                    <a:pt x="2730427" y="1592753"/>
                  </a:lnTo>
                  <a:lnTo>
                    <a:pt x="2734789" y="1592753"/>
                  </a:lnTo>
                  <a:lnTo>
                    <a:pt x="2739152" y="1592753"/>
                  </a:lnTo>
                  <a:lnTo>
                    <a:pt x="2743515" y="1592753"/>
                  </a:lnTo>
                  <a:lnTo>
                    <a:pt x="2747878" y="1523469"/>
                  </a:lnTo>
                  <a:lnTo>
                    <a:pt x="2752240" y="1503483"/>
                  </a:lnTo>
                  <a:lnTo>
                    <a:pt x="2756603" y="1299022"/>
                  </a:lnTo>
                  <a:lnTo>
                    <a:pt x="2760966" y="1206757"/>
                  </a:lnTo>
                  <a:lnTo>
                    <a:pt x="2765329" y="1098606"/>
                  </a:lnTo>
                  <a:lnTo>
                    <a:pt x="2769691" y="1070969"/>
                  </a:lnTo>
                  <a:lnTo>
                    <a:pt x="2774054" y="1021159"/>
                  </a:lnTo>
                  <a:lnTo>
                    <a:pt x="2778417" y="1016253"/>
                  </a:lnTo>
                  <a:lnTo>
                    <a:pt x="2782780" y="1016253"/>
                  </a:lnTo>
                  <a:lnTo>
                    <a:pt x="2787142" y="1074956"/>
                  </a:lnTo>
                  <a:lnTo>
                    <a:pt x="2791505" y="1047732"/>
                  </a:lnTo>
                  <a:lnTo>
                    <a:pt x="2795868" y="1020803"/>
                  </a:lnTo>
                  <a:lnTo>
                    <a:pt x="2800231" y="1008812"/>
                  </a:lnTo>
                  <a:lnTo>
                    <a:pt x="2804593" y="968166"/>
                  </a:lnTo>
                  <a:lnTo>
                    <a:pt x="2808956" y="938365"/>
                  </a:lnTo>
                  <a:lnTo>
                    <a:pt x="2813319" y="932593"/>
                  </a:lnTo>
                  <a:lnTo>
                    <a:pt x="2817682" y="936049"/>
                  </a:lnTo>
                  <a:lnTo>
                    <a:pt x="2822044" y="1004872"/>
                  </a:lnTo>
                  <a:lnTo>
                    <a:pt x="2826407" y="1037205"/>
                  </a:lnTo>
                  <a:lnTo>
                    <a:pt x="2830770" y="1114502"/>
                  </a:lnTo>
                  <a:lnTo>
                    <a:pt x="2835133" y="1138963"/>
                  </a:lnTo>
                  <a:lnTo>
                    <a:pt x="2839495" y="1189559"/>
                  </a:lnTo>
                  <a:lnTo>
                    <a:pt x="2843858" y="1195067"/>
                  </a:lnTo>
                  <a:lnTo>
                    <a:pt x="2848221" y="1162812"/>
                  </a:lnTo>
                  <a:lnTo>
                    <a:pt x="2852584" y="1161767"/>
                  </a:lnTo>
                  <a:lnTo>
                    <a:pt x="2856946" y="1196917"/>
                  </a:lnTo>
                  <a:lnTo>
                    <a:pt x="2861309" y="1188681"/>
                  </a:lnTo>
                  <a:lnTo>
                    <a:pt x="2865672" y="1209059"/>
                  </a:lnTo>
                  <a:lnTo>
                    <a:pt x="2870035" y="1288273"/>
                  </a:lnTo>
                  <a:lnTo>
                    <a:pt x="2874397" y="1359157"/>
                  </a:lnTo>
                  <a:lnTo>
                    <a:pt x="2878760" y="1426629"/>
                  </a:lnTo>
                  <a:lnTo>
                    <a:pt x="2883123" y="1371391"/>
                  </a:lnTo>
                  <a:lnTo>
                    <a:pt x="2887486" y="1350156"/>
                  </a:lnTo>
                  <a:lnTo>
                    <a:pt x="2891848" y="1368307"/>
                  </a:lnTo>
                  <a:lnTo>
                    <a:pt x="2896211" y="1368307"/>
                  </a:lnTo>
                  <a:lnTo>
                    <a:pt x="2900574" y="1368307"/>
                  </a:lnTo>
                  <a:lnTo>
                    <a:pt x="2904937" y="1368307"/>
                  </a:lnTo>
                  <a:lnTo>
                    <a:pt x="2909299" y="1368307"/>
                  </a:lnTo>
                  <a:lnTo>
                    <a:pt x="2913662" y="1387073"/>
                  </a:lnTo>
                  <a:lnTo>
                    <a:pt x="2918025" y="1404526"/>
                  </a:lnTo>
                  <a:lnTo>
                    <a:pt x="2922388" y="1282582"/>
                  </a:lnTo>
                  <a:lnTo>
                    <a:pt x="2926750" y="1208253"/>
                  </a:lnTo>
                  <a:lnTo>
                    <a:pt x="2931113" y="1123583"/>
                  </a:lnTo>
                  <a:lnTo>
                    <a:pt x="2935476" y="1065875"/>
                  </a:lnTo>
                  <a:lnTo>
                    <a:pt x="2939839" y="1059549"/>
                  </a:lnTo>
                  <a:lnTo>
                    <a:pt x="2944201" y="984375"/>
                  </a:lnTo>
                  <a:lnTo>
                    <a:pt x="2948564" y="966012"/>
                  </a:lnTo>
                  <a:lnTo>
                    <a:pt x="2952927" y="964950"/>
                  </a:lnTo>
                  <a:lnTo>
                    <a:pt x="2957290" y="920153"/>
                  </a:lnTo>
                  <a:lnTo>
                    <a:pt x="2961652" y="857350"/>
                  </a:lnTo>
                  <a:lnTo>
                    <a:pt x="2966015" y="835102"/>
                  </a:lnTo>
                  <a:lnTo>
                    <a:pt x="2970378" y="830924"/>
                  </a:lnTo>
                  <a:lnTo>
                    <a:pt x="2974741" y="818577"/>
                  </a:lnTo>
                  <a:lnTo>
                    <a:pt x="2979103" y="828432"/>
                  </a:lnTo>
                  <a:lnTo>
                    <a:pt x="2983466" y="841953"/>
                  </a:lnTo>
                  <a:lnTo>
                    <a:pt x="2987829" y="876131"/>
                  </a:lnTo>
                  <a:lnTo>
                    <a:pt x="2992192" y="867945"/>
                  </a:lnTo>
                  <a:lnTo>
                    <a:pt x="2996554" y="890944"/>
                  </a:lnTo>
                  <a:lnTo>
                    <a:pt x="3000917" y="867275"/>
                  </a:lnTo>
                  <a:lnTo>
                    <a:pt x="3005280" y="873530"/>
                  </a:lnTo>
                  <a:lnTo>
                    <a:pt x="3009643" y="960541"/>
                  </a:lnTo>
                  <a:lnTo>
                    <a:pt x="3014005" y="1016252"/>
                  </a:lnTo>
                  <a:lnTo>
                    <a:pt x="3018368" y="1041229"/>
                  </a:lnTo>
                  <a:lnTo>
                    <a:pt x="3022731" y="1135719"/>
                  </a:lnTo>
                  <a:lnTo>
                    <a:pt x="3027094" y="1244785"/>
                  </a:lnTo>
                  <a:lnTo>
                    <a:pt x="3031456" y="1259746"/>
                  </a:lnTo>
                  <a:lnTo>
                    <a:pt x="3035819" y="1269950"/>
                  </a:lnTo>
                  <a:lnTo>
                    <a:pt x="3040182" y="1309984"/>
                  </a:lnTo>
                  <a:lnTo>
                    <a:pt x="3044545" y="1309984"/>
                  </a:lnTo>
                  <a:lnTo>
                    <a:pt x="3048907" y="1309984"/>
                  </a:lnTo>
                  <a:lnTo>
                    <a:pt x="3053270" y="1309984"/>
                  </a:lnTo>
                  <a:lnTo>
                    <a:pt x="3057633" y="1374492"/>
                  </a:lnTo>
                  <a:lnTo>
                    <a:pt x="3061996" y="1433506"/>
                  </a:lnTo>
                  <a:lnTo>
                    <a:pt x="3066358" y="1433506"/>
                  </a:lnTo>
                  <a:lnTo>
                    <a:pt x="3070721" y="1433506"/>
                  </a:lnTo>
                  <a:lnTo>
                    <a:pt x="3075084" y="1406498"/>
                  </a:lnTo>
                  <a:lnTo>
                    <a:pt x="3079447" y="1368307"/>
                  </a:lnTo>
                  <a:lnTo>
                    <a:pt x="3083809" y="1323999"/>
                  </a:lnTo>
                  <a:lnTo>
                    <a:pt x="3088172" y="1156300"/>
                  </a:lnTo>
                  <a:lnTo>
                    <a:pt x="3092535" y="1127697"/>
                  </a:lnTo>
                  <a:lnTo>
                    <a:pt x="3096898" y="1108134"/>
                  </a:lnTo>
                  <a:lnTo>
                    <a:pt x="3101260" y="1056775"/>
                  </a:lnTo>
                  <a:lnTo>
                    <a:pt x="3105623" y="1049812"/>
                  </a:lnTo>
                  <a:lnTo>
                    <a:pt x="3109986" y="998627"/>
                  </a:lnTo>
                  <a:lnTo>
                    <a:pt x="3114349" y="941725"/>
                  </a:lnTo>
                  <a:lnTo>
                    <a:pt x="3118711" y="901924"/>
                  </a:lnTo>
                  <a:lnTo>
                    <a:pt x="3123074" y="882408"/>
                  </a:lnTo>
                  <a:lnTo>
                    <a:pt x="3127437" y="800558"/>
                  </a:lnTo>
                  <a:lnTo>
                    <a:pt x="3131800" y="754049"/>
                  </a:lnTo>
                  <a:lnTo>
                    <a:pt x="3136162" y="728297"/>
                  </a:lnTo>
                  <a:lnTo>
                    <a:pt x="3140525" y="682800"/>
                  </a:lnTo>
                  <a:lnTo>
                    <a:pt x="3144888" y="648245"/>
                  </a:lnTo>
                  <a:lnTo>
                    <a:pt x="3149251" y="613358"/>
                  </a:lnTo>
                  <a:lnTo>
                    <a:pt x="3153613" y="635824"/>
                  </a:lnTo>
                  <a:lnTo>
                    <a:pt x="3157976" y="568083"/>
                  </a:lnTo>
                  <a:lnTo>
                    <a:pt x="3162339" y="537773"/>
                  </a:lnTo>
                  <a:lnTo>
                    <a:pt x="3166702" y="582618"/>
                  </a:lnTo>
                  <a:lnTo>
                    <a:pt x="3171064" y="554833"/>
                  </a:lnTo>
                  <a:lnTo>
                    <a:pt x="3175427" y="561678"/>
                  </a:lnTo>
                  <a:lnTo>
                    <a:pt x="3179790" y="529157"/>
                  </a:lnTo>
                  <a:lnTo>
                    <a:pt x="3184153" y="488570"/>
                  </a:lnTo>
                  <a:lnTo>
                    <a:pt x="3188515" y="458018"/>
                  </a:lnTo>
                  <a:lnTo>
                    <a:pt x="3192878" y="445015"/>
                  </a:lnTo>
                  <a:lnTo>
                    <a:pt x="3197241" y="458993"/>
                  </a:lnTo>
                  <a:lnTo>
                    <a:pt x="3201604" y="450276"/>
                  </a:lnTo>
                  <a:lnTo>
                    <a:pt x="3205966" y="509470"/>
                  </a:lnTo>
                  <a:lnTo>
                    <a:pt x="3210329" y="529858"/>
                  </a:lnTo>
                  <a:lnTo>
                    <a:pt x="3214692" y="518295"/>
                  </a:lnTo>
                  <a:lnTo>
                    <a:pt x="3219055" y="484678"/>
                  </a:lnTo>
                  <a:lnTo>
                    <a:pt x="3223417" y="497746"/>
                  </a:lnTo>
                  <a:lnTo>
                    <a:pt x="3227780" y="502325"/>
                  </a:lnTo>
                  <a:lnTo>
                    <a:pt x="3232143" y="514494"/>
                  </a:lnTo>
                  <a:lnTo>
                    <a:pt x="3236506" y="491505"/>
                  </a:lnTo>
                  <a:lnTo>
                    <a:pt x="3240868" y="443114"/>
                  </a:lnTo>
                  <a:lnTo>
                    <a:pt x="3245231" y="483444"/>
                  </a:lnTo>
                  <a:lnTo>
                    <a:pt x="3249594" y="530266"/>
                  </a:lnTo>
                  <a:lnTo>
                    <a:pt x="3253957" y="594480"/>
                  </a:lnTo>
                  <a:lnTo>
                    <a:pt x="3258319" y="638727"/>
                  </a:lnTo>
                  <a:lnTo>
                    <a:pt x="3262682" y="627112"/>
                  </a:lnTo>
                  <a:lnTo>
                    <a:pt x="3267045" y="686737"/>
                  </a:lnTo>
                  <a:lnTo>
                    <a:pt x="3271408" y="627112"/>
                  </a:lnTo>
                  <a:lnTo>
                    <a:pt x="3275770" y="660198"/>
                  </a:lnTo>
                  <a:lnTo>
                    <a:pt x="3280133" y="630579"/>
                  </a:lnTo>
                  <a:lnTo>
                    <a:pt x="3284496" y="703586"/>
                  </a:lnTo>
                  <a:lnTo>
                    <a:pt x="3288859" y="759928"/>
                  </a:lnTo>
                  <a:lnTo>
                    <a:pt x="3293221" y="785401"/>
                  </a:lnTo>
                  <a:lnTo>
                    <a:pt x="3297584" y="819391"/>
                  </a:lnTo>
                  <a:lnTo>
                    <a:pt x="3301947" y="875093"/>
                  </a:lnTo>
                  <a:lnTo>
                    <a:pt x="3306310" y="905674"/>
                  </a:lnTo>
                  <a:lnTo>
                    <a:pt x="3310672" y="891564"/>
                  </a:lnTo>
                  <a:lnTo>
                    <a:pt x="3315035" y="897165"/>
                  </a:lnTo>
                  <a:lnTo>
                    <a:pt x="3319398" y="959730"/>
                  </a:lnTo>
                  <a:lnTo>
                    <a:pt x="3323761" y="971497"/>
                  </a:lnTo>
                  <a:lnTo>
                    <a:pt x="3328123" y="920102"/>
                  </a:lnTo>
                  <a:lnTo>
                    <a:pt x="3332486" y="937320"/>
                  </a:lnTo>
                  <a:lnTo>
                    <a:pt x="3336849" y="999812"/>
                  </a:lnTo>
                  <a:lnTo>
                    <a:pt x="3341212" y="1011390"/>
                  </a:lnTo>
                  <a:lnTo>
                    <a:pt x="3345574" y="1041229"/>
                  </a:lnTo>
                  <a:lnTo>
                    <a:pt x="3349937" y="993916"/>
                  </a:lnTo>
                  <a:lnTo>
                    <a:pt x="3354300" y="909927"/>
                  </a:lnTo>
                  <a:lnTo>
                    <a:pt x="3358663" y="873530"/>
                  </a:lnTo>
                  <a:lnTo>
                    <a:pt x="3363025" y="819628"/>
                  </a:lnTo>
                  <a:lnTo>
                    <a:pt x="3367388" y="727331"/>
                  </a:lnTo>
                  <a:lnTo>
                    <a:pt x="3371751" y="689075"/>
                  </a:lnTo>
                  <a:lnTo>
                    <a:pt x="3376114" y="692693"/>
                  </a:lnTo>
                  <a:lnTo>
                    <a:pt x="3380476" y="697249"/>
                  </a:lnTo>
                  <a:lnTo>
                    <a:pt x="3384839" y="642414"/>
                  </a:lnTo>
                  <a:lnTo>
                    <a:pt x="3389202" y="612572"/>
                  </a:lnTo>
                  <a:lnTo>
                    <a:pt x="3393565" y="618890"/>
                  </a:lnTo>
                  <a:lnTo>
                    <a:pt x="3397927" y="650944"/>
                  </a:lnTo>
                  <a:lnTo>
                    <a:pt x="3402290" y="684971"/>
                  </a:lnTo>
                  <a:lnTo>
                    <a:pt x="3406653" y="647052"/>
                  </a:lnTo>
                  <a:lnTo>
                    <a:pt x="3411016" y="642053"/>
                  </a:lnTo>
                  <a:lnTo>
                    <a:pt x="3415378" y="603011"/>
                  </a:lnTo>
                  <a:lnTo>
                    <a:pt x="3419741" y="660505"/>
                  </a:lnTo>
                  <a:lnTo>
                    <a:pt x="3424104" y="676158"/>
                  </a:lnTo>
                  <a:lnTo>
                    <a:pt x="3428467" y="667755"/>
                  </a:lnTo>
                  <a:lnTo>
                    <a:pt x="3432829" y="671416"/>
                  </a:lnTo>
                  <a:lnTo>
                    <a:pt x="3437192" y="629981"/>
                  </a:lnTo>
                  <a:lnTo>
                    <a:pt x="3441555" y="539045"/>
                  </a:lnTo>
                  <a:lnTo>
                    <a:pt x="3445918" y="499138"/>
                  </a:lnTo>
                  <a:lnTo>
                    <a:pt x="3450280" y="471234"/>
                  </a:lnTo>
                  <a:lnTo>
                    <a:pt x="3454643" y="540444"/>
                  </a:lnTo>
                  <a:lnTo>
                    <a:pt x="3459006" y="524526"/>
                  </a:lnTo>
                  <a:lnTo>
                    <a:pt x="3463369" y="541132"/>
                  </a:lnTo>
                  <a:lnTo>
                    <a:pt x="3467731" y="569363"/>
                  </a:lnTo>
                  <a:lnTo>
                    <a:pt x="3472094" y="570191"/>
                  </a:lnTo>
                  <a:lnTo>
                    <a:pt x="3476457" y="588590"/>
                  </a:lnTo>
                  <a:lnTo>
                    <a:pt x="3480820" y="637530"/>
                  </a:lnTo>
                  <a:lnTo>
                    <a:pt x="3485182" y="651187"/>
                  </a:lnTo>
                  <a:lnTo>
                    <a:pt x="3489545" y="631444"/>
                  </a:lnTo>
                  <a:lnTo>
                    <a:pt x="3493908" y="658964"/>
                  </a:lnTo>
                  <a:lnTo>
                    <a:pt x="3498271" y="713711"/>
                  </a:lnTo>
                  <a:lnTo>
                    <a:pt x="3502633" y="713711"/>
                  </a:lnTo>
                  <a:lnTo>
                    <a:pt x="3506996" y="768074"/>
                  </a:lnTo>
                  <a:lnTo>
                    <a:pt x="3511359" y="812936"/>
                  </a:lnTo>
                  <a:lnTo>
                    <a:pt x="3515722" y="856623"/>
                  </a:lnTo>
                  <a:lnTo>
                    <a:pt x="3520084" y="835102"/>
                  </a:lnTo>
                  <a:lnTo>
                    <a:pt x="3524447" y="774770"/>
                  </a:lnTo>
                  <a:lnTo>
                    <a:pt x="3528810" y="714094"/>
                  </a:lnTo>
                  <a:lnTo>
                    <a:pt x="3533173" y="594980"/>
                  </a:lnTo>
                  <a:lnTo>
                    <a:pt x="3537535" y="554091"/>
                  </a:lnTo>
                  <a:lnTo>
                    <a:pt x="3541898" y="503179"/>
                  </a:lnTo>
                  <a:lnTo>
                    <a:pt x="3546261" y="556282"/>
                  </a:lnTo>
                  <a:lnTo>
                    <a:pt x="3550624" y="545661"/>
                  </a:lnTo>
                  <a:lnTo>
                    <a:pt x="3554986" y="599674"/>
                  </a:lnTo>
                  <a:lnTo>
                    <a:pt x="3559349" y="603145"/>
                  </a:lnTo>
                  <a:lnTo>
                    <a:pt x="3563712" y="626509"/>
                  </a:lnTo>
                  <a:lnTo>
                    <a:pt x="3568075" y="683853"/>
                  </a:lnTo>
                  <a:lnTo>
                    <a:pt x="3572437" y="677114"/>
                  </a:lnTo>
                  <a:lnTo>
                    <a:pt x="3576800" y="721737"/>
                  </a:lnTo>
                  <a:lnTo>
                    <a:pt x="3581163" y="777031"/>
                  </a:lnTo>
                  <a:lnTo>
                    <a:pt x="3585526" y="859056"/>
                  </a:lnTo>
                  <a:lnTo>
                    <a:pt x="3589888" y="913793"/>
                  </a:lnTo>
                  <a:lnTo>
                    <a:pt x="3594251" y="999754"/>
                  </a:lnTo>
                  <a:lnTo>
                    <a:pt x="3598614" y="1102103"/>
                  </a:lnTo>
                  <a:lnTo>
                    <a:pt x="3602977" y="1192138"/>
                  </a:lnTo>
                  <a:lnTo>
                    <a:pt x="3607339" y="1303220"/>
                  </a:lnTo>
                  <a:lnTo>
                    <a:pt x="3611702" y="1254469"/>
                  </a:lnTo>
                  <a:lnTo>
                    <a:pt x="3616065" y="1224709"/>
                  </a:lnTo>
                  <a:lnTo>
                    <a:pt x="3620428" y="1227947"/>
                  </a:lnTo>
                  <a:lnTo>
                    <a:pt x="3624790" y="1227947"/>
                  </a:lnTo>
                  <a:lnTo>
                    <a:pt x="3629153" y="1189397"/>
                  </a:lnTo>
                  <a:lnTo>
                    <a:pt x="3633516" y="1203901"/>
                  </a:lnTo>
                  <a:lnTo>
                    <a:pt x="3637879" y="1203901"/>
                  </a:lnTo>
                  <a:lnTo>
                    <a:pt x="3642241" y="1190990"/>
                  </a:lnTo>
                  <a:lnTo>
                    <a:pt x="3646604" y="1149512"/>
                  </a:lnTo>
                  <a:lnTo>
                    <a:pt x="3650967" y="1127868"/>
                  </a:lnTo>
                  <a:lnTo>
                    <a:pt x="3655330" y="1081345"/>
                  </a:lnTo>
                  <a:lnTo>
                    <a:pt x="3659692" y="952469"/>
                  </a:lnTo>
                  <a:lnTo>
                    <a:pt x="3664055" y="885290"/>
                  </a:lnTo>
                  <a:lnTo>
                    <a:pt x="3668418" y="862566"/>
                  </a:lnTo>
                  <a:lnTo>
                    <a:pt x="3672781" y="849411"/>
                  </a:lnTo>
                  <a:lnTo>
                    <a:pt x="3677143" y="912556"/>
                  </a:lnTo>
                  <a:lnTo>
                    <a:pt x="3681506" y="906957"/>
                  </a:lnTo>
                  <a:lnTo>
                    <a:pt x="3685869" y="760166"/>
                  </a:lnTo>
                  <a:lnTo>
                    <a:pt x="3690232" y="726365"/>
                  </a:lnTo>
                  <a:lnTo>
                    <a:pt x="3694594" y="720609"/>
                  </a:lnTo>
                  <a:lnTo>
                    <a:pt x="3698957" y="730236"/>
                  </a:lnTo>
                  <a:lnTo>
                    <a:pt x="3703320" y="776815"/>
                  </a:lnTo>
                  <a:lnTo>
                    <a:pt x="3707683" y="788559"/>
                  </a:lnTo>
                  <a:lnTo>
                    <a:pt x="3712045" y="821916"/>
                  </a:lnTo>
                  <a:lnTo>
                    <a:pt x="3716408" y="840564"/>
                  </a:lnTo>
                  <a:lnTo>
                    <a:pt x="3720771" y="851336"/>
                  </a:lnTo>
                  <a:lnTo>
                    <a:pt x="3725134" y="905911"/>
                  </a:lnTo>
                  <a:lnTo>
                    <a:pt x="3729496" y="992354"/>
                  </a:lnTo>
                  <a:lnTo>
                    <a:pt x="3733859" y="1027768"/>
                  </a:lnTo>
                  <a:lnTo>
                    <a:pt x="3738222" y="1049812"/>
                  </a:lnTo>
                  <a:lnTo>
                    <a:pt x="3742585" y="1039529"/>
                  </a:lnTo>
                  <a:lnTo>
                    <a:pt x="3746947" y="1048084"/>
                  </a:lnTo>
                  <a:lnTo>
                    <a:pt x="3751310" y="1069175"/>
                  </a:lnTo>
                  <a:lnTo>
                    <a:pt x="3755673" y="1024453"/>
                  </a:lnTo>
                  <a:lnTo>
                    <a:pt x="3760036" y="954683"/>
                  </a:lnTo>
                  <a:lnTo>
                    <a:pt x="3764398" y="954683"/>
                  </a:lnTo>
                  <a:lnTo>
                    <a:pt x="3768761" y="940304"/>
                  </a:lnTo>
                  <a:lnTo>
                    <a:pt x="3773124" y="926290"/>
                  </a:lnTo>
                  <a:lnTo>
                    <a:pt x="3777487" y="922153"/>
                  </a:lnTo>
                  <a:lnTo>
                    <a:pt x="3781849" y="905911"/>
                  </a:lnTo>
                  <a:lnTo>
                    <a:pt x="3786212" y="868521"/>
                  </a:lnTo>
                  <a:lnTo>
                    <a:pt x="3790575" y="929964"/>
                  </a:lnTo>
                  <a:lnTo>
                    <a:pt x="3794938" y="924210"/>
                  </a:lnTo>
                  <a:lnTo>
                    <a:pt x="3799300" y="842255"/>
                  </a:lnTo>
                  <a:lnTo>
                    <a:pt x="3803663" y="768771"/>
                  </a:lnTo>
                  <a:lnTo>
                    <a:pt x="3808026" y="716633"/>
                  </a:lnTo>
                  <a:lnTo>
                    <a:pt x="3812389" y="702813"/>
                  </a:lnTo>
                  <a:lnTo>
                    <a:pt x="3816751" y="694534"/>
                  </a:lnTo>
                  <a:lnTo>
                    <a:pt x="3821114" y="710448"/>
                  </a:lnTo>
                  <a:lnTo>
                    <a:pt x="3825477" y="676889"/>
                  </a:lnTo>
                  <a:lnTo>
                    <a:pt x="3829840" y="611449"/>
                  </a:lnTo>
                  <a:lnTo>
                    <a:pt x="3834202" y="542050"/>
                  </a:lnTo>
                  <a:lnTo>
                    <a:pt x="3838565" y="494263"/>
                  </a:lnTo>
                  <a:lnTo>
                    <a:pt x="3842928" y="469838"/>
                  </a:lnTo>
                  <a:lnTo>
                    <a:pt x="3847291" y="468346"/>
                  </a:lnTo>
                  <a:lnTo>
                    <a:pt x="3851653" y="470336"/>
                  </a:lnTo>
                  <a:lnTo>
                    <a:pt x="3856016" y="430345"/>
                  </a:lnTo>
                  <a:lnTo>
                    <a:pt x="3860379" y="410903"/>
                  </a:lnTo>
                  <a:lnTo>
                    <a:pt x="3864742" y="423711"/>
                  </a:lnTo>
                  <a:lnTo>
                    <a:pt x="3869104" y="366314"/>
                  </a:lnTo>
                  <a:lnTo>
                    <a:pt x="3873467" y="394708"/>
                  </a:lnTo>
                  <a:lnTo>
                    <a:pt x="3877830" y="400030"/>
                  </a:lnTo>
                  <a:lnTo>
                    <a:pt x="3882193" y="435934"/>
                  </a:lnTo>
                  <a:lnTo>
                    <a:pt x="3886555" y="454504"/>
                  </a:lnTo>
                  <a:lnTo>
                    <a:pt x="3890918" y="505790"/>
                  </a:lnTo>
                  <a:lnTo>
                    <a:pt x="3895281" y="571718"/>
                  </a:lnTo>
                  <a:lnTo>
                    <a:pt x="3899644" y="660952"/>
                  </a:lnTo>
                  <a:lnTo>
                    <a:pt x="3904006" y="710209"/>
                  </a:lnTo>
                  <a:lnTo>
                    <a:pt x="3908369" y="700921"/>
                  </a:lnTo>
                  <a:lnTo>
                    <a:pt x="3912732" y="687275"/>
                  </a:lnTo>
                  <a:lnTo>
                    <a:pt x="3917095" y="723480"/>
                  </a:lnTo>
                  <a:lnTo>
                    <a:pt x="3921457" y="782122"/>
                  </a:lnTo>
                  <a:lnTo>
                    <a:pt x="3925820" y="821916"/>
                  </a:lnTo>
                  <a:lnTo>
                    <a:pt x="3930183" y="798357"/>
                  </a:lnTo>
                  <a:lnTo>
                    <a:pt x="3934546" y="764281"/>
                  </a:lnTo>
                  <a:lnTo>
                    <a:pt x="3938908" y="637464"/>
                  </a:lnTo>
                  <a:lnTo>
                    <a:pt x="3943271" y="597851"/>
                  </a:lnTo>
                  <a:lnTo>
                    <a:pt x="3947634" y="654950"/>
                  </a:lnTo>
                  <a:lnTo>
                    <a:pt x="3951997" y="640264"/>
                  </a:lnTo>
                  <a:lnTo>
                    <a:pt x="3956359" y="611412"/>
                  </a:lnTo>
                  <a:lnTo>
                    <a:pt x="3960722" y="567586"/>
                  </a:lnTo>
                  <a:lnTo>
                    <a:pt x="3965085" y="552355"/>
                  </a:lnTo>
                  <a:lnTo>
                    <a:pt x="3969448" y="518184"/>
                  </a:lnTo>
                  <a:lnTo>
                    <a:pt x="3973810" y="497394"/>
                  </a:lnTo>
                  <a:lnTo>
                    <a:pt x="3978173" y="479378"/>
                  </a:lnTo>
                  <a:lnTo>
                    <a:pt x="3982536" y="452683"/>
                  </a:lnTo>
                  <a:lnTo>
                    <a:pt x="3986899" y="447878"/>
                  </a:lnTo>
                  <a:lnTo>
                    <a:pt x="3991261" y="445491"/>
                  </a:lnTo>
                  <a:lnTo>
                    <a:pt x="3995624" y="455102"/>
                  </a:lnTo>
                  <a:lnTo>
                    <a:pt x="3999987" y="488055"/>
                  </a:lnTo>
                  <a:lnTo>
                    <a:pt x="4004350" y="577776"/>
                  </a:lnTo>
                  <a:lnTo>
                    <a:pt x="4008712" y="635092"/>
                  </a:lnTo>
                  <a:lnTo>
                    <a:pt x="4013075" y="633257"/>
                  </a:lnTo>
                  <a:lnTo>
                    <a:pt x="4017438" y="622910"/>
                  </a:lnTo>
                  <a:lnTo>
                    <a:pt x="4021801" y="642641"/>
                  </a:lnTo>
                  <a:lnTo>
                    <a:pt x="4026163" y="626084"/>
                  </a:lnTo>
                  <a:lnTo>
                    <a:pt x="4030526" y="630121"/>
                  </a:lnTo>
                  <a:lnTo>
                    <a:pt x="4034889" y="714912"/>
                  </a:lnTo>
                  <a:lnTo>
                    <a:pt x="4039252" y="796165"/>
                  </a:lnTo>
                  <a:lnTo>
                    <a:pt x="4043614" y="861090"/>
                  </a:lnTo>
                  <a:lnTo>
                    <a:pt x="4047977" y="844131"/>
                  </a:lnTo>
                  <a:lnTo>
                    <a:pt x="4052340" y="803876"/>
                  </a:lnTo>
                  <a:lnTo>
                    <a:pt x="4056703" y="778932"/>
                  </a:lnTo>
                  <a:lnTo>
                    <a:pt x="4061065" y="779993"/>
                  </a:lnTo>
                  <a:lnTo>
                    <a:pt x="4065428" y="802768"/>
                  </a:lnTo>
                  <a:lnTo>
                    <a:pt x="4069791" y="783190"/>
                  </a:lnTo>
                  <a:lnTo>
                    <a:pt x="4074154" y="859178"/>
                  </a:lnTo>
                  <a:lnTo>
                    <a:pt x="4078516" y="853542"/>
                  </a:lnTo>
                  <a:lnTo>
                    <a:pt x="4082879" y="900251"/>
                  </a:lnTo>
                  <a:lnTo>
                    <a:pt x="4087242" y="887402"/>
                  </a:lnTo>
                  <a:lnTo>
                    <a:pt x="4091605" y="890587"/>
                  </a:lnTo>
                  <a:lnTo>
                    <a:pt x="4095967" y="857529"/>
                  </a:lnTo>
                  <a:lnTo>
                    <a:pt x="4100330" y="793222"/>
                  </a:lnTo>
                  <a:lnTo>
                    <a:pt x="4104693" y="763669"/>
                  </a:lnTo>
                  <a:lnTo>
                    <a:pt x="4109056" y="763669"/>
                  </a:lnTo>
                  <a:lnTo>
                    <a:pt x="4113418" y="821615"/>
                  </a:lnTo>
                  <a:lnTo>
                    <a:pt x="4117781" y="868671"/>
                  </a:lnTo>
                  <a:lnTo>
                    <a:pt x="4122144" y="895935"/>
                  </a:lnTo>
                  <a:lnTo>
                    <a:pt x="4126507" y="934895"/>
                  </a:lnTo>
                  <a:lnTo>
                    <a:pt x="4130869" y="934895"/>
                  </a:lnTo>
                  <a:lnTo>
                    <a:pt x="4135232" y="941858"/>
                  </a:lnTo>
                  <a:lnTo>
                    <a:pt x="4139595" y="831193"/>
                  </a:lnTo>
                  <a:lnTo>
                    <a:pt x="4143958" y="794597"/>
                  </a:lnTo>
                  <a:lnTo>
                    <a:pt x="4148320" y="665253"/>
                  </a:lnTo>
                  <a:lnTo>
                    <a:pt x="4152683" y="637464"/>
                  </a:lnTo>
                  <a:lnTo>
                    <a:pt x="4157046" y="597087"/>
                  </a:lnTo>
                  <a:lnTo>
                    <a:pt x="4161409" y="611004"/>
                  </a:lnTo>
                  <a:lnTo>
                    <a:pt x="4165771" y="666117"/>
                  </a:lnTo>
                  <a:lnTo>
                    <a:pt x="4170134" y="689075"/>
                  </a:lnTo>
                  <a:lnTo>
                    <a:pt x="4174497" y="626084"/>
                  </a:lnTo>
                  <a:lnTo>
                    <a:pt x="4178860" y="580539"/>
                  </a:lnTo>
                  <a:lnTo>
                    <a:pt x="4183222" y="615894"/>
                  </a:lnTo>
                  <a:lnTo>
                    <a:pt x="4187585" y="586623"/>
                  </a:lnTo>
                  <a:lnTo>
                    <a:pt x="4191948" y="631660"/>
                  </a:lnTo>
                  <a:lnTo>
                    <a:pt x="4196311" y="602039"/>
                  </a:lnTo>
                  <a:lnTo>
                    <a:pt x="4200673" y="550693"/>
                  </a:lnTo>
                  <a:lnTo>
                    <a:pt x="4205036" y="537703"/>
                  </a:lnTo>
                  <a:lnTo>
                    <a:pt x="4209399" y="502780"/>
                  </a:lnTo>
                  <a:lnTo>
                    <a:pt x="4213762" y="500929"/>
                  </a:lnTo>
                  <a:lnTo>
                    <a:pt x="4218124" y="495412"/>
                  </a:lnTo>
                  <a:lnTo>
                    <a:pt x="4222487" y="536270"/>
                  </a:lnTo>
                  <a:lnTo>
                    <a:pt x="4226850" y="532327"/>
                  </a:lnTo>
                  <a:lnTo>
                    <a:pt x="4231213" y="501342"/>
                  </a:lnTo>
                  <a:lnTo>
                    <a:pt x="4235575" y="495373"/>
                  </a:lnTo>
                  <a:lnTo>
                    <a:pt x="4239938" y="506946"/>
                  </a:lnTo>
                  <a:lnTo>
                    <a:pt x="4244301" y="476607"/>
                  </a:lnTo>
                  <a:lnTo>
                    <a:pt x="4248664" y="442614"/>
                  </a:lnTo>
                  <a:lnTo>
                    <a:pt x="4253026" y="387229"/>
                  </a:lnTo>
                  <a:lnTo>
                    <a:pt x="4257389" y="359313"/>
                  </a:lnTo>
                  <a:lnTo>
                    <a:pt x="4261752" y="357714"/>
                  </a:lnTo>
                  <a:lnTo>
                    <a:pt x="4266115" y="363490"/>
                  </a:lnTo>
                  <a:lnTo>
                    <a:pt x="4270477" y="337959"/>
                  </a:lnTo>
                  <a:lnTo>
                    <a:pt x="4274840" y="337651"/>
                  </a:lnTo>
                  <a:lnTo>
                    <a:pt x="4279203" y="308857"/>
                  </a:lnTo>
                  <a:lnTo>
                    <a:pt x="4283566" y="294719"/>
                  </a:lnTo>
                  <a:lnTo>
                    <a:pt x="4287928" y="227291"/>
                  </a:lnTo>
                  <a:lnTo>
                    <a:pt x="4292291" y="198193"/>
                  </a:lnTo>
                  <a:lnTo>
                    <a:pt x="4296654" y="183417"/>
                  </a:lnTo>
                  <a:lnTo>
                    <a:pt x="4301017" y="177886"/>
                  </a:lnTo>
                  <a:lnTo>
                    <a:pt x="4305379" y="232026"/>
                  </a:lnTo>
                  <a:lnTo>
                    <a:pt x="4309742" y="272966"/>
                  </a:lnTo>
                  <a:lnTo>
                    <a:pt x="4314105" y="328695"/>
                  </a:lnTo>
                  <a:lnTo>
                    <a:pt x="4318468" y="345519"/>
                  </a:lnTo>
                  <a:lnTo>
                    <a:pt x="4322830" y="331916"/>
                  </a:lnTo>
                  <a:lnTo>
                    <a:pt x="4327193" y="317029"/>
                  </a:lnTo>
                  <a:lnTo>
                    <a:pt x="4331556" y="314054"/>
                  </a:lnTo>
                  <a:lnTo>
                    <a:pt x="4335919" y="347941"/>
                  </a:lnTo>
                  <a:lnTo>
                    <a:pt x="4340281" y="360955"/>
                  </a:lnTo>
                  <a:lnTo>
                    <a:pt x="4344644" y="396614"/>
                  </a:lnTo>
                  <a:lnTo>
                    <a:pt x="4349007" y="410839"/>
                  </a:lnTo>
                  <a:lnTo>
                    <a:pt x="4353370" y="417954"/>
                  </a:lnTo>
                  <a:lnTo>
                    <a:pt x="4357732" y="392391"/>
                  </a:lnTo>
                  <a:lnTo>
                    <a:pt x="4362095" y="381197"/>
                  </a:lnTo>
                  <a:lnTo>
                    <a:pt x="4366458" y="396002"/>
                  </a:lnTo>
                  <a:lnTo>
                    <a:pt x="4370821" y="369720"/>
                  </a:lnTo>
                  <a:lnTo>
                    <a:pt x="4375183" y="377345"/>
                  </a:lnTo>
                  <a:lnTo>
                    <a:pt x="4379546" y="289824"/>
                  </a:lnTo>
                  <a:lnTo>
                    <a:pt x="4383909" y="326569"/>
                  </a:lnTo>
                  <a:lnTo>
                    <a:pt x="4388272" y="337080"/>
                  </a:lnTo>
                  <a:lnTo>
                    <a:pt x="4392634" y="306718"/>
                  </a:lnTo>
                  <a:lnTo>
                    <a:pt x="4396997" y="335077"/>
                  </a:lnTo>
                  <a:lnTo>
                    <a:pt x="4401360" y="316529"/>
                  </a:lnTo>
                  <a:lnTo>
                    <a:pt x="4405723" y="322922"/>
                  </a:lnTo>
                  <a:lnTo>
                    <a:pt x="4410085" y="304772"/>
                  </a:lnTo>
                  <a:lnTo>
                    <a:pt x="4414448" y="322593"/>
                  </a:lnTo>
                  <a:lnTo>
                    <a:pt x="4418811" y="318396"/>
                  </a:lnTo>
                  <a:lnTo>
                    <a:pt x="4423174" y="360747"/>
                  </a:lnTo>
                  <a:lnTo>
                    <a:pt x="4427536" y="342267"/>
                  </a:lnTo>
                  <a:lnTo>
                    <a:pt x="4431899" y="311677"/>
                  </a:lnTo>
                  <a:lnTo>
                    <a:pt x="4436262" y="307689"/>
                  </a:lnTo>
                  <a:lnTo>
                    <a:pt x="4440625" y="257123"/>
                  </a:lnTo>
                  <a:lnTo>
                    <a:pt x="4444987" y="284663"/>
                  </a:lnTo>
                  <a:lnTo>
                    <a:pt x="4449350" y="294682"/>
                  </a:lnTo>
                  <a:lnTo>
                    <a:pt x="4453713" y="315282"/>
                  </a:lnTo>
                  <a:lnTo>
                    <a:pt x="4458076" y="323724"/>
                  </a:lnTo>
                  <a:lnTo>
                    <a:pt x="4462438" y="321091"/>
                  </a:lnTo>
                  <a:lnTo>
                    <a:pt x="4466801" y="330400"/>
                  </a:lnTo>
                  <a:lnTo>
                    <a:pt x="4471164" y="340412"/>
                  </a:lnTo>
                  <a:lnTo>
                    <a:pt x="4475527" y="361067"/>
                  </a:lnTo>
                  <a:lnTo>
                    <a:pt x="4479889" y="379815"/>
                  </a:lnTo>
                  <a:lnTo>
                    <a:pt x="4484252" y="407505"/>
                  </a:lnTo>
                  <a:lnTo>
                    <a:pt x="4488615" y="441406"/>
                  </a:lnTo>
                  <a:lnTo>
                    <a:pt x="4492978" y="475640"/>
                  </a:lnTo>
                  <a:lnTo>
                    <a:pt x="4497340" y="514494"/>
                  </a:lnTo>
                  <a:lnTo>
                    <a:pt x="4501703" y="574450"/>
                  </a:lnTo>
                  <a:lnTo>
                    <a:pt x="4506066" y="607613"/>
                  </a:lnTo>
                  <a:lnTo>
                    <a:pt x="4510429" y="609297"/>
                  </a:lnTo>
                  <a:lnTo>
                    <a:pt x="4514791" y="628742"/>
                  </a:lnTo>
                  <a:lnTo>
                    <a:pt x="4519154" y="671693"/>
                  </a:lnTo>
                  <a:lnTo>
                    <a:pt x="4523517" y="676748"/>
                  </a:lnTo>
                  <a:lnTo>
                    <a:pt x="4527880" y="674847"/>
                  </a:lnTo>
                  <a:lnTo>
                    <a:pt x="4532242" y="643666"/>
                  </a:lnTo>
                  <a:lnTo>
                    <a:pt x="4536605" y="605229"/>
                  </a:lnTo>
                  <a:lnTo>
                    <a:pt x="4540968" y="503179"/>
                  </a:lnTo>
                  <a:lnTo>
                    <a:pt x="4545331" y="487027"/>
                  </a:lnTo>
                  <a:lnTo>
                    <a:pt x="4549693" y="454594"/>
                  </a:lnTo>
                  <a:lnTo>
                    <a:pt x="4554056" y="456533"/>
                  </a:lnTo>
                  <a:lnTo>
                    <a:pt x="4558419" y="464688"/>
                  </a:lnTo>
                  <a:lnTo>
                    <a:pt x="4562782" y="458053"/>
                  </a:lnTo>
                  <a:lnTo>
                    <a:pt x="4567144" y="383629"/>
                  </a:lnTo>
                  <a:lnTo>
                    <a:pt x="4571507" y="325572"/>
                  </a:lnTo>
                  <a:lnTo>
                    <a:pt x="4575870" y="324774"/>
                  </a:lnTo>
                  <a:lnTo>
                    <a:pt x="4580233" y="314501"/>
                  </a:lnTo>
                  <a:lnTo>
                    <a:pt x="4584595" y="315676"/>
                  </a:lnTo>
                  <a:lnTo>
                    <a:pt x="4588958" y="290746"/>
                  </a:lnTo>
                  <a:lnTo>
                    <a:pt x="4593321" y="282187"/>
                  </a:lnTo>
                  <a:lnTo>
                    <a:pt x="4597684" y="275756"/>
                  </a:lnTo>
                  <a:lnTo>
                    <a:pt x="4602046" y="201683"/>
                  </a:lnTo>
                  <a:lnTo>
                    <a:pt x="4606409" y="219921"/>
                  </a:lnTo>
                  <a:lnTo>
                    <a:pt x="4610772" y="226136"/>
                  </a:lnTo>
                  <a:lnTo>
                    <a:pt x="4615135" y="231633"/>
                  </a:lnTo>
                  <a:lnTo>
                    <a:pt x="4619497" y="226918"/>
                  </a:lnTo>
                  <a:lnTo>
                    <a:pt x="4623860" y="227701"/>
                  </a:lnTo>
                  <a:lnTo>
                    <a:pt x="4628223" y="287330"/>
                  </a:lnTo>
                  <a:lnTo>
                    <a:pt x="4632586" y="292625"/>
                  </a:lnTo>
                  <a:lnTo>
                    <a:pt x="4636948" y="279240"/>
                  </a:lnTo>
                  <a:lnTo>
                    <a:pt x="4641311" y="338103"/>
                  </a:lnTo>
                  <a:lnTo>
                    <a:pt x="4645674" y="299439"/>
                  </a:lnTo>
                  <a:lnTo>
                    <a:pt x="4650037" y="246796"/>
                  </a:lnTo>
                  <a:lnTo>
                    <a:pt x="4654399" y="242724"/>
                  </a:lnTo>
                  <a:lnTo>
                    <a:pt x="4658762" y="254766"/>
                  </a:lnTo>
                  <a:lnTo>
                    <a:pt x="4663125" y="261569"/>
                  </a:lnTo>
                  <a:lnTo>
                    <a:pt x="4667488" y="256238"/>
                  </a:lnTo>
                  <a:lnTo>
                    <a:pt x="4671850" y="228360"/>
                  </a:lnTo>
                  <a:lnTo>
                    <a:pt x="4676213" y="194653"/>
                  </a:lnTo>
                  <a:lnTo>
                    <a:pt x="4680576" y="163628"/>
                  </a:lnTo>
                  <a:lnTo>
                    <a:pt x="4684939" y="133305"/>
                  </a:lnTo>
                  <a:lnTo>
                    <a:pt x="4689301" y="109284"/>
                  </a:lnTo>
                  <a:lnTo>
                    <a:pt x="4693664" y="102642"/>
                  </a:lnTo>
                  <a:lnTo>
                    <a:pt x="4698027" y="125849"/>
                  </a:lnTo>
                  <a:lnTo>
                    <a:pt x="4702390" y="154625"/>
                  </a:lnTo>
                  <a:lnTo>
                    <a:pt x="4706752" y="118131"/>
                  </a:lnTo>
                  <a:lnTo>
                    <a:pt x="4711115" y="161553"/>
                  </a:lnTo>
                  <a:lnTo>
                    <a:pt x="4715478" y="215144"/>
                  </a:lnTo>
                  <a:lnTo>
                    <a:pt x="4719841" y="247500"/>
                  </a:lnTo>
                  <a:lnTo>
                    <a:pt x="4724203" y="180058"/>
                  </a:lnTo>
                  <a:lnTo>
                    <a:pt x="4728566" y="183303"/>
                  </a:lnTo>
                  <a:lnTo>
                    <a:pt x="4732929" y="291276"/>
                  </a:lnTo>
                  <a:lnTo>
                    <a:pt x="4737292" y="347571"/>
                  </a:lnTo>
                  <a:lnTo>
                    <a:pt x="4741654" y="405801"/>
                  </a:lnTo>
                  <a:lnTo>
                    <a:pt x="4746017" y="442640"/>
                  </a:lnTo>
                  <a:lnTo>
                    <a:pt x="4750380" y="488570"/>
                  </a:lnTo>
                  <a:lnTo>
                    <a:pt x="4754743" y="547179"/>
                  </a:lnTo>
                  <a:lnTo>
                    <a:pt x="4759105" y="594980"/>
                  </a:lnTo>
                  <a:lnTo>
                    <a:pt x="4763468" y="596230"/>
                  </a:lnTo>
                  <a:lnTo>
                    <a:pt x="4767831" y="552933"/>
                  </a:lnTo>
                  <a:lnTo>
                    <a:pt x="4772194" y="500016"/>
                  </a:lnTo>
                  <a:lnTo>
                    <a:pt x="4776556" y="451719"/>
                  </a:lnTo>
                  <a:lnTo>
                    <a:pt x="4780919" y="396295"/>
                  </a:lnTo>
                  <a:lnTo>
                    <a:pt x="4785282" y="344328"/>
                  </a:lnTo>
                  <a:lnTo>
                    <a:pt x="4789645" y="323305"/>
                  </a:lnTo>
                  <a:lnTo>
                    <a:pt x="4794007" y="310839"/>
                  </a:lnTo>
                  <a:lnTo>
                    <a:pt x="4798370" y="275162"/>
                  </a:lnTo>
                  <a:lnTo>
                    <a:pt x="4802733" y="226381"/>
                  </a:lnTo>
                  <a:lnTo>
                    <a:pt x="4807096" y="201842"/>
                  </a:lnTo>
                  <a:lnTo>
                    <a:pt x="4811458" y="126320"/>
                  </a:lnTo>
                  <a:lnTo>
                    <a:pt x="4815821" y="93394"/>
                  </a:lnTo>
                  <a:lnTo>
                    <a:pt x="4820184" y="66401"/>
                  </a:lnTo>
                  <a:lnTo>
                    <a:pt x="4824547" y="52525"/>
                  </a:lnTo>
                  <a:lnTo>
                    <a:pt x="4828909" y="70514"/>
                  </a:lnTo>
                  <a:lnTo>
                    <a:pt x="4833272" y="86066"/>
                  </a:lnTo>
                  <a:lnTo>
                    <a:pt x="4837635" y="90941"/>
                  </a:lnTo>
                  <a:lnTo>
                    <a:pt x="4841998" y="95241"/>
                  </a:lnTo>
                  <a:lnTo>
                    <a:pt x="4846360" y="102380"/>
                  </a:lnTo>
                  <a:lnTo>
                    <a:pt x="4850723" y="105827"/>
                  </a:lnTo>
                  <a:lnTo>
                    <a:pt x="4855086" y="125668"/>
                  </a:lnTo>
                  <a:lnTo>
                    <a:pt x="4859449" y="145908"/>
                  </a:lnTo>
                  <a:lnTo>
                    <a:pt x="4863811" y="192416"/>
                  </a:lnTo>
                  <a:lnTo>
                    <a:pt x="4868174" y="256239"/>
                  </a:lnTo>
                  <a:lnTo>
                    <a:pt x="4872537" y="284589"/>
                  </a:lnTo>
                  <a:lnTo>
                    <a:pt x="4876900" y="395348"/>
                  </a:lnTo>
                  <a:lnTo>
                    <a:pt x="4881262" y="464969"/>
                  </a:lnTo>
                  <a:lnTo>
                    <a:pt x="4885625" y="479378"/>
                  </a:lnTo>
                  <a:lnTo>
                    <a:pt x="4889988" y="477861"/>
                  </a:lnTo>
                  <a:lnTo>
                    <a:pt x="4894351" y="507904"/>
                  </a:lnTo>
                  <a:lnTo>
                    <a:pt x="4898713" y="503245"/>
                  </a:lnTo>
                  <a:lnTo>
                    <a:pt x="4903076" y="549170"/>
                  </a:lnTo>
                  <a:lnTo>
                    <a:pt x="4907439" y="538473"/>
                  </a:lnTo>
                  <a:lnTo>
                    <a:pt x="4911802" y="622841"/>
                  </a:lnTo>
                  <a:lnTo>
                    <a:pt x="4916164" y="661777"/>
                  </a:lnTo>
                  <a:lnTo>
                    <a:pt x="4920527" y="653097"/>
                  </a:lnTo>
                  <a:lnTo>
                    <a:pt x="4924890" y="664182"/>
                  </a:lnTo>
                  <a:lnTo>
                    <a:pt x="4929253" y="664642"/>
                  </a:lnTo>
                  <a:lnTo>
                    <a:pt x="4933615" y="624736"/>
                  </a:lnTo>
                  <a:lnTo>
                    <a:pt x="4937978" y="625593"/>
                  </a:lnTo>
                  <a:lnTo>
                    <a:pt x="4942341" y="616246"/>
                  </a:lnTo>
                  <a:lnTo>
                    <a:pt x="4946704" y="577211"/>
                  </a:lnTo>
                  <a:lnTo>
                    <a:pt x="4951066" y="618779"/>
                  </a:lnTo>
                  <a:lnTo>
                    <a:pt x="4955429" y="633821"/>
                  </a:lnTo>
                  <a:lnTo>
                    <a:pt x="4959792" y="621936"/>
                  </a:lnTo>
                  <a:lnTo>
                    <a:pt x="4964155" y="595078"/>
                  </a:lnTo>
                  <a:lnTo>
                    <a:pt x="4968517" y="597090"/>
                  </a:lnTo>
                  <a:lnTo>
                    <a:pt x="4972880" y="651446"/>
                  </a:lnTo>
                  <a:lnTo>
                    <a:pt x="4977243" y="637542"/>
                  </a:lnTo>
                  <a:lnTo>
                    <a:pt x="4981606" y="642891"/>
                  </a:lnTo>
                  <a:lnTo>
                    <a:pt x="4985968" y="601739"/>
                  </a:lnTo>
                  <a:lnTo>
                    <a:pt x="4990331" y="618825"/>
                  </a:lnTo>
                  <a:lnTo>
                    <a:pt x="4994694" y="606747"/>
                  </a:lnTo>
                  <a:lnTo>
                    <a:pt x="4999057" y="669958"/>
                  </a:lnTo>
                  <a:lnTo>
                    <a:pt x="5003419" y="694294"/>
                  </a:lnTo>
                  <a:lnTo>
                    <a:pt x="5007782" y="691967"/>
                  </a:lnTo>
                  <a:lnTo>
                    <a:pt x="5012145" y="687341"/>
                  </a:lnTo>
                  <a:lnTo>
                    <a:pt x="5016508" y="631172"/>
                  </a:lnTo>
                  <a:lnTo>
                    <a:pt x="5020870" y="589769"/>
                  </a:lnTo>
                  <a:lnTo>
                    <a:pt x="5025233" y="570989"/>
                  </a:lnTo>
                  <a:lnTo>
                    <a:pt x="5029596" y="580539"/>
                  </a:lnTo>
                  <a:lnTo>
                    <a:pt x="5033959" y="550961"/>
                  </a:lnTo>
                  <a:lnTo>
                    <a:pt x="5038321" y="492990"/>
                  </a:lnTo>
                  <a:lnTo>
                    <a:pt x="5042684" y="540881"/>
                  </a:lnTo>
                  <a:lnTo>
                    <a:pt x="5047047" y="539222"/>
                  </a:lnTo>
                  <a:lnTo>
                    <a:pt x="5051410" y="500016"/>
                  </a:lnTo>
                  <a:lnTo>
                    <a:pt x="5055772" y="475341"/>
                  </a:lnTo>
                  <a:lnTo>
                    <a:pt x="5060135" y="439804"/>
                  </a:lnTo>
                  <a:lnTo>
                    <a:pt x="5064498" y="406855"/>
                  </a:lnTo>
                  <a:lnTo>
                    <a:pt x="5068861" y="402872"/>
                  </a:lnTo>
                  <a:lnTo>
                    <a:pt x="5073223" y="442167"/>
                  </a:lnTo>
                  <a:lnTo>
                    <a:pt x="5077586" y="480899"/>
                  </a:lnTo>
                  <a:lnTo>
                    <a:pt x="5081949" y="518184"/>
                  </a:lnTo>
                  <a:lnTo>
                    <a:pt x="5086312" y="585084"/>
                  </a:lnTo>
                  <a:lnTo>
                    <a:pt x="5090674" y="616616"/>
                  </a:lnTo>
                  <a:lnTo>
                    <a:pt x="5095037" y="637108"/>
                  </a:lnTo>
                  <a:lnTo>
                    <a:pt x="5099400" y="645249"/>
                  </a:lnTo>
                  <a:lnTo>
                    <a:pt x="5103763" y="679791"/>
                  </a:lnTo>
                  <a:lnTo>
                    <a:pt x="5108125" y="644511"/>
                  </a:lnTo>
                  <a:lnTo>
                    <a:pt x="5112488" y="594041"/>
                  </a:lnTo>
                  <a:lnTo>
                    <a:pt x="5116851" y="613358"/>
                  </a:lnTo>
                  <a:lnTo>
                    <a:pt x="5121214" y="604002"/>
                  </a:lnTo>
                  <a:lnTo>
                    <a:pt x="5125576" y="614145"/>
                  </a:lnTo>
                  <a:lnTo>
                    <a:pt x="5129939" y="602458"/>
                  </a:lnTo>
                  <a:lnTo>
                    <a:pt x="5134302" y="657151"/>
                  </a:lnTo>
                  <a:lnTo>
                    <a:pt x="5138665" y="625881"/>
                  </a:lnTo>
                  <a:lnTo>
                    <a:pt x="5143027" y="580201"/>
                  </a:lnTo>
                  <a:lnTo>
                    <a:pt x="5147390" y="603518"/>
                  </a:lnTo>
                  <a:lnTo>
                    <a:pt x="5151753" y="609648"/>
                  </a:lnTo>
                  <a:lnTo>
                    <a:pt x="5156116" y="595014"/>
                  </a:lnTo>
                  <a:lnTo>
                    <a:pt x="5160478" y="615079"/>
                  </a:lnTo>
                  <a:lnTo>
                    <a:pt x="5164841" y="708914"/>
                  </a:lnTo>
                  <a:lnTo>
                    <a:pt x="5169204" y="774829"/>
                  </a:lnTo>
                  <a:lnTo>
                    <a:pt x="5173567" y="787085"/>
                  </a:lnTo>
                  <a:lnTo>
                    <a:pt x="5177929" y="792136"/>
                  </a:lnTo>
                  <a:lnTo>
                    <a:pt x="5182292" y="786660"/>
                  </a:lnTo>
                  <a:lnTo>
                    <a:pt x="5186655" y="820462"/>
                  </a:lnTo>
                  <a:lnTo>
                    <a:pt x="5191018" y="820462"/>
                  </a:lnTo>
                  <a:lnTo>
                    <a:pt x="5195380" y="794349"/>
                  </a:lnTo>
                  <a:lnTo>
                    <a:pt x="5199743" y="776511"/>
                  </a:lnTo>
                  <a:lnTo>
                    <a:pt x="5204106" y="808985"/>
                  </a:lnTo>
                  <a:lnTo>
                    <a:pt x="5208469" y="791815"/>
                  </a:lnTo>
                  <a:lnTo>
                    <a:pt x="5212831" y="823919"/>
                  </a:lnTo>
                  <a:lnTo>
                    <a:pt x="5217194" y="827977"/>
                  </a:lnTo>
                  <a:lnTo>
                    <a:pt x="5221557" y="833372"/>
                  </a:lnTo>
                  <a:lnTo>
                    <a:pt x="5225920" y="847190"/>
                  </a:lnTo>
                  <a:lnTo>
                    <a:pt x="5230282" y="795054"/>
                  </a:lnTo>
                  <a:lnTo>
                    <a:pt x="5234645" y="801589"/>
                  </a:lnTo>
                  <a:lnTo>
                    <a:pt x="5239008" y="771431"/>
                  </a:lnTo>
                  <a:lnTo>
                    <a:pt x="5243371" y="752079"/>
                  </a:lnTo>
                  <a:lnTo>
                    <a:pt x="5247733" y="810975"/>
                  </a:lnTo>
                  <a:lnTo>
                    <a:pt x="5252096" y="762928"/>
                  </a:lnTo>
                  <a:lnTo>
                    <a:pt x="5256459" y="750319"/>
                  </a:lnTo>
                  <a:lnTo>
                    <a:pt x="5260822" y="720878"/>
                  </a:lnTo>
                  <a:lnTo>
                    <a:pt x="5265184" y="734893"/>
                  </a:lnTo>
                  <a:lnTo>
                    <a:pt x="5269547" y="690645"/>
                  </a:lnTo>
                  <a:lnTo>
                    <a:pt x="5273910" y="657335"/>
                  </a:lnTo>
                  <a:lnTo>
                    <a:pt x="5278273" y="569046"/>
                  </a:lnTo>
                  <a:lnTo>
                    <a:pt x="5282635" y="551408"/>
                  </a:lnTo>
                  <a:lnTo>
                    <a:pt x="5286998" y="505023"/>
                  </a:lnTo>
                  <a:lnTo>
                    <a:pt x="5291361" y="454994"/>
                  </a:lnTo>
                  <a:lnTo>
                    <a:pt x="5295724" y="495823"/>
                  </a:lnTo>
                  <a:lnTo>
                    <a:pt x="5300086" y="486780"/>
                  </a:lnTo>
                  <a:lnTo>
                    <a:pt x="5304449" y="471099"/>
                  </a:lnTo>
                  <a:lnTo>
                    <a:pt x="5308812" y="466274"/>
                  </a:lnTo>
                  <a:lnTo>
                    <a:pt x="5313175" y="442300"/>
                  </a:lnTo>
                  <a:lnTo>
                    <a:pt x="5317537" y="400603"/>
                  </a:lnTo>
                  <a:lnTo>
                    <a:pt x="5321900" y="440393"/>
                  </a:lnTo>
                  <a:lnTo>
                    <a:pt x="5326263" y="450269"/>
                  </a:lnTo>
                  <a:lnTo>
                    <a:pt x="5330626" y="449163"/>
                  </a:lnTo>
                  <a:lnTo>
                    <a:pt x="5334988" y="486289"/>
                  </a:lnTo>
                  <a:lnTo>
                    <a:pt x="5339351" y="548308"/>
                  </a:lnTo>
                  <a:lnTo>
                    <a:pt x="5343714" y="541700"/>
                  </a:lnTo>
                  <a:lnTo>
                    <a:pt x="5348077" y="563625"/>
                  </a:lnTo>
                  <a:lnTo>
                    <a:pt x="5352439" y="648816"/>
                  </a:lnTo>
                  <a:lnTo>
                    <a:pt x="5356802" y="665767"/>
                  </a:lnTo>
                  <a:lnTo>
                    <a:pt x="5361165" y="626036"/>
                  </a:lnTo>
                  <a:lnTo>
                    <a:pt x="5365528" y="650200"/>
                  </a:lnTo>
                  <a:lnTo>
                    <a:pt x="5369890" y="629046"/>
                  </a:lnTo>
                  <a:lnTo>
                    <a:pt x="5374253" y="653271"/>
                  </a:lnTo>
                  <a:lnTo>
                    <a:pt x="5378616" y="682379"/>
                  </a:lnTo>
                  <a:lnTo>
                    <a:pt x="5382979" y="757261"/>
                  </a:lnTo>
                  <a:lnTo>
                    <a:pt x="5387341" y="696017"/>
                  </a:lnTo>
                  <a:lnTo>
                    <a:pt x="5391704" y="691291"/>
                  </a:lnTo>
                  <a:lnTo>
                    <a:pt x="5396067" y="721172"/>
                  </a:lnTo>
                  <a:lnTo>
                    <a:pt x="5400430" y="701654"/>
                  </a:lnTo>
                  <a:lnTo>
                    <a:pt x="5404792" y="703838"/>
                  </a:lnTo>
                  <a:lnTo>
                    <a:pt x="5409155" y="728489"/>
                  </a:lnTo>
                  <a:lnTo>
                    <a:pt x="5413518" y="733589"/>
                  </a:lnTo>
                  <a:lnTo>
                    <a:pt x="5417881" y="704185"/>
                  </a:lnTo>
                  <a:lnTo>
                    <a:pt x="5422243" y="744441"/>
                  </a:lnTo>
                  <a:lnTo>
                    <a:pt x="5426606" y="768074"/>
                  </a:lnTo>
                  <a:lnTo>
                    <a:pt x="5430969" y="787246"/>
                  </a:lnTo>
                  <a:lnTo>
                    <a:pt x="5435332" y="813462"/>
                  </a:lnTo>
                  <a:lnTo>
                    <a:pt x="5439694" y="832240"/>
                  </a:lnTo>
                  <a:lnTo>
                    <a:pt x="5444057" y="890640"/>
                  </a:lnTo>
                  <a:lnTo>
                    <a:pt x="5448420" y="943335"/>
                  </a:lnTo>
                  <a:lnTo>
                    <a:pt x="5452783" y="1020687"/>
                  </a:lnTo>
                  <a:lnTo>
                    <a:pt x="5457145" y="1113710"/>
                  </a:lnTo>
                  <a:lnTo>
                    <a:pt x="5461508" y="1119330"/>
                  </a:lnTo>
                  <a:lnTo>
                    <a:pt x="5465871" y="1104066"/>
                  </a:lnTo>
                  <a:lnTo>
                    <a:pt x="5470234" y="1127306"/>
                  </a:lnTo>
                  <a:lnTo>
                    <a:pt x="5474596" y="1133335"/>
                  </a:lnTo>
                  <a:lnTo>
                    <a:pt x="5478959" y="1105946"/>
                  </a:lnTo>
                  <a:lnTo>
                    <a:pt x="5483322" y="1050150"/>
                  </a:lnTo>
                  <a:lnTo>
                    <a:pt x="5487685" y="1019880"/>
                  </a:lnTo>
                  <a:lnTo>
                    <a:pt x="5492047" y="1012552"/>
                  </a:lnTo>
                  <a:lnTo>
                    <a:pt x="5496410" y="948235"/>
                  </a:lnTo>
                  <a:lnTo>
                    <a:pt x="5500773" y="960592"/>
                  </a:lnTo>
                  <a:lnTo>
                    <a:pt x="5505136" y="959340"/>
                  </a:lnTo>
                  <a:lnTo>
                    <a:pt x="5509498" y="952332"/>
                  </a:lnTo>
                  <a:lnTo>
                    <a:pt x="5513861" y="919485"/>
                  </a:lnTo>
                  <a:lnTo>
                    <a:pt x="5518224" y="975024"/>
                  </a:lnTo>
                  <a:lnTo>
                    <a:pt x="5522587" y="948046"/>
                  </a:lnTo>
                  <a:lnTo>
                    <a:pt x="5526949" y="923200"/>
                  </a:lnTo>
                  <a:lnTo>
                    <a:pt x="5531312" y="925547"/>
                  </a:lnTo>
                  <a:lnTo>
                    <a:pt x="5535675" y="885715"/>
                  </a:lnTo>
                  <a:lnTo>
                    <a:pt x="5540038" y="900295"/>
                  </a:lnTo>
                  <a:lnTo>
                    <a:pt x="5544400" y="872794"/>
                  </a:lnTo>
                  <a:lnTo>
                    <a:pt x="5548763" y="855658"/>
                  </a:lnTo>
                  <a:lnTo>
                    <a:pt x="5553126" y="875631"/>
                  </a:lnTo>
                  <a:lnTo>
                    <a:pt x="5557489" y="885330"/>
                  </a:lnTo>
                  <a:lnTo>
                    <a:pt x="5561851" y="846605"/>
                  </a:lnTo>
                  <a:lnTo>
                    <a:pt x="5566214" y="790754"/>
                  </a:lnTo>
                  <a:lnTo>
                    <a:pt x="5570577" y="752760"/>
                  </a:lnTo>
                  <a:lnTo>
                    <a:pt x="5574940" y="744103"/>
                  </a:lnTo>
                  <a:lnTo>
                    <a:pt x="5579302" y="712802"/>
                  </a:lnTo>
                  <a:lnTo>
                    <a:pt x="5583665" y="666296"/>
                  </a:lnTo>
                  <a:lnTo>
                    <a:pt x="5588028" y="609818"/>
                  </a:lnTo>
                  <a:lnTo>
                    <a:pt x="5592391" y="673221"/>
                  </a:lnTo>
                  <a:lnTo>
                    <a:pt x="5596753" y="689609"/>
                  </a:lnTo>
                  <a:lnTo>
                    <a:pt x="5601116" y="619218"/>
                  </a:lnTo>
                  <a:lnTo>
                    <a:pt x="5605479" y="647303"/>
                  </a:lnTo>
                  <a:lnTo>
                    <a:pt x="5609842" y="675444"/>
                  </a:lnTo>
                  <a:lnTo>
                    <a:pt x="5614204" y="684278"/>
                  </a:lnTo>
                  <a:lnTo>
                    <a:pt x="5618567" y="740790"/>
                  </a:lnTo>
                  <a:lnTo>
                    <a:pt x="5622930" y="756080"/>
                  </a:lnTo>
                  <a:lnTo>
                    <a:pt x="5627293" y="815082"/>
                  </a:lnTo>
                  <a:lnTo>
                    <a:pt x="5631655" y="829997"/>
                  </a:lnTo>
                  <a:lnTo>
                    <a:pt x="5636018" y="892731"/>
                  </a:lnTo>
                  <a:lnTo>
                    <a:pt x="5640381" y="936063"/>
                  </a:lnTo>
                  <a:lnTo>
                    <a:pt x="5644744" y="912621"/>
                  </a:lnTo>
                  <a:lnTo>
                    <a:pt x="5649106" y="938887"/>
                  </a:lnTo>
                  <a:lnTo>
                    <a:pt x="5653469" y="990797"/>
                  </a:lnTo>
                  <a:lnTo>
                    <a:pt x="5657832" y="924907"/>
                  </a:lnTo>
                  <a:lnTo>
                    <a:pt x="5662195" y="827676"/>
                  </a:lnTo>
                  <a:lnTo>
                    <a:pt x="5666557" y="692693"/>
                  </a:lnTo>
                  <a:lnTo>
                    <a:pt x="5670920" y="564472"/>
                  </a:lnTo>
                  <a:lnTo>
                    <a:pt x="5675283" y="526762"/>
                  </a:lnTo>
                  <a:lnTo>
                    <a:pt x="5679646" y="493743"/>
                  </a:lnTo>
                  <a:lnTo>
                    <a:pt x="5684008" y="521615"/>
                  </a:lnTo>
                  <a:lnTo>
                    <a:pt x="5688371" y="513548"/>
                  </a:lnTo>
                  <a:lnTo>
                    <a:pt x="5692734" y="521503"/>
                  </a:lnTo>
                  <a:lnTo>
                    <a:pt x="5697097" y="504167"/>
                  </a:lnTo>
                  <a:lnTo>
                    <a:pt x="5701459" y="481570"/>
                  </a:lnTo>
                  <a:lnTo>
                    <a:pt x="5705822" y="467577"/>
                  </a:lnTo>
                  <a:lnTo>
                    <a:pt x="5710185" y="464563"/>
                  </a:lnTo>
                  <a:lnTo>
                    <a:pt x="5714548" y="443496"/>
                  </a:lnTo>
                  <a:lnTo>
                    <a:pt x="5718910" y="411764"/>
                  </a:lnTo>
                  <a:lnTo>
                    <a:pt x="5723273" y="393714"/>
                  </a:lnTo>
                  <a:lnTo>
                    <a:pt x="5727636" y="414504"/>
                  </a:lnTo>
                  <a:lnTo>
                    <a:pt x="5731999" y="481569"/>
                  </a:lnTo>
                  <a:lnTo>
                    <a:pt x="5736361" y="550824"/>
                  </a:lnTo>
                  <a:lnTo>
                    <a:pt x="5740724" y="623528"/>
                  </a:lnTo>
                  <a:lnTo>
                    <a:pt x="5745087" y="592489"/>
                  </a:lnTo>
                  <a:lnTo>
                    <a:pt x="5749450" y="593628"/>
                  </a:lnTo>
                  <a:lnTo>
                    <a:pt x="5753812" y="592388"/>
                  </a:lnTo>
                  <a:lnTo>
                    <a:pt x="5758175" y="475554"/>
                  </a:lnTo>
                  <a:lnTo>
                    <a:pt x="5762538" y="448050"/>
                  </a:lnTo>
                  <a:lnTo>
                    <a:pt x="5766901" y="446884"/>
                  </a:lnTo>
                  <a:lnTo>
                    <a:pt x="5771263" y="442247"/>
                  </a:lnTo>
                  <a:lnTo>
                    <a:pt x="5775626" y="447467"/>
                  </a:lnTo>
                  <a:lnTo>
                    <a:pt x="5779989" y="454504"/>
                  </a:lnTo>
                  <a:lnTo>
                    <a:pt x="5784352" y="497436"/>
                  </a:lnTo>
                  <a:lnTo>
                    <a:pt x="5788714" y="499993"/>
                  </a:lnTo>
                  <a:lnTo>
                    <a:pt x="5793077" y="452736"/>
                  </a:lnTo>
                  <a:lnTo>
                    <a:pt x="5797440" y="361803"/>
                  </a:lnTo>
                  <a:lnTo>
                    <a:pt x="5801803" y="296437"/>
                  </a:lnTo>
                  <a:lnTo>
                    <a:pt x="5806165" y="283289"/>
                  </a:lnTo>
                  <a:lnTo>
                    <a:pt x="5810528" y="367025"/>
                  </a:lnTo>
                  <a:lnTo>
                    <a:pt x="5814891" y="346740"/>
                  </a:lnTo>
                  <a:lnTo>
                    <a:pt x="5819254" y="302879"/>
                  </a:lnTo>
                  <a:lnTo>
                    <a:pt x="5823616" y="285523"/>
                  </a:lnTo>
                  <a:lnTo>
                    <a:pt x="5827979" y="282091"/>
                  </a:lnTo>
                  <a:lnTo>
                    <a:pt x="5832342" y="326415"/>
                  </a:lnTo>
                  <a:lnTo>
                    <a:pt x="5836705" y="343185"/>
                  </a:lnTo>
                  <a:lnTo>
                    <a:pt x="5841067" y="321548"/>
                  </a:lnTo>
                  <a:lnTo>
                    <a:pt x="5845430" y="319231"/>
                  </a:lnTo>
                  <a:lnTo>
                    <a:pt x="5849793" y="296898"/>
                  </a:lnTo>
                  <a:lnTo>
                    <a:pt x="5854156" y="318901"/>
                  </a:lnTo>
                  <a:lnTo>
                    <a:pt x="5858518" y="350832"/>
                  </a:lnTo>
                  <a:lnTo>
                    <a:pt x="5862881" y="406713"/>
                  </a:lnTo>
                  <a:lnTo>
                    <a:pt x="5867244" y="468009"/>
                  </a:lnTo>
                  <a:lnTo>
                    <a:pt x="5871607" y="490948"/>
                  </a:lnTo>
                  <a:lnTo>
                    <a:pt x="5875969" y="510248"/>
                  </a:lnTo>
                  <a:lnTo>
                    <a:pt x="5880332" y="537209"/>
                  </a:lnTo>
                  <a:lnTo>
                    <a:pt x="5884695" y="570244"/>
                  </a:lnTo>
                  <a:lnTo>
                    <a:pt x="5889057" y="598416"/>
                  </a:lnTo>
                  <a:lnTo>
                    <a:pt x="5893420" y="544324"/>
                  </a:lnTo>
                  <a:lnTo>
                    <a:pt x="5897783" y="571394"/>
                  </a:lnTo>
                  <a:lnTo>
                    <a:pt x="5902146" y="568775"/>
                  </a:lnTo>
                  <a:lnTo>
                    <a:pt x="5906508" y="568909"/>
                  </a:lnTo>
                  <a:lnTo>
                    <a:pt x="5910871" y="548225"/>
                  </a:lnTo>
                  <a:lnTo>
                    <a:pt x="5915234" y="584471"/>
                  </a:lnTo>
                  <a:lnTo>
                    <a:pt x="5919597" y="579594"/>
                  </a:lnTo>
                  <a:lnTo>
                    <a:pt x="5923959" y="532492"/>
                  </a:lnTo>
                  <a:lnTo>
                    <a:pt x="5928322" y="513327"/>
                  </a:lnTo>
                  <a:lnTo>
                    <a:pt x="5932685" y="445154"/>
                  </a:lnTo>
                  <a:lnTo>
                    <a:pt x="5937048" y="403326"/>
                  </a:lnTo>
                  <a:lnTo>
                    <a:pt x="5941410" y="351236"/>
                  </a:lnTo>
                  <a:lnTo>
                    <a:pt x="5945773" y="324874"/>
                  </a:lnTo>
                  <a:lnTo>
                    <a:pt x="5950136" y="338042"/>
                  </a:lnTo>
                  <a:lnTo>
                    <a:pt x="5954499" y="342503"/>
                  </a:lnTo>
                  <a:lnTo>
                    <a:pt x="5958861" y="352583"/>
                  </a:lnTo>
                  <a:lnTo>
                    <a:pt x="5963224" y="332264"/>
                  </a:lnTo>
                  <a:lnTo>
                    <a:pt x="5967587" y="325741"/>
                  </a:lnTo>
                  <a:lnTo>
                    <a:pt x="5971950" y="375557"/>
                  </a:lnTo>
                  <a:lnTo>
                    <a:pt x="5976312" y="397070"/>
                  </a:lnTo>
                  <a:lnTo>
                    <a:pt x="5980675" y="387229"/>
                  </a:lnTo>
                  <a:lnTo>
                    <a:pt x="5985038" y="380552"/>
                  </a:lnTo>
                  <a:lnTo>
                    <a:pt x="5989401" y="414422"/>
                  </a:lnTo>
                  <a:lnTo>
                    <a:pt x="5993763" y="469862"/>
                  </a:lnTo>
                  <a:lnTo>
                    <a:pt x="5998126" y="542439"/>
                  </a:lnTo>
                  <a:lnTo>
                    <a:pt x="6002489" y="559181"/>
                  </a:lnTo>
                  <a:lnTo>
                    <a:pt x="6006852" y="528689"/>
                  </a:lnTo>
                  <a:lnTo>
                    <a:pt x="6011214" y="545829"/>
                  </a:lnTo>
                  <a:lnTo>
                    <a:pt x="6015577" y="539400"/>
                  </a:lnTo>
                  <a:lnTo>
                    <a:pt x="6019940" y="573359"/>
                  </a:lnTo>
                  <a:lnTo>
                    <a:pt x="6024303" y="588192"/>
                  </a:lnTo>
                  <a:lnTo>
                    <a:pt x="6028665" y="614020"/>
                  </a:lnTo>
                  <a:lnTo>
                    <a:pt x="6033028" y="595971"/>
                  </a:lnTo>
                  <a:lnTo>
                    <a:pt x="6037391" y="510095"/>
                  </a:lnTo>
                  <a:lnTo>
                    <a:pt x="6041754" y="442050"/>
                  </a:lnTo>
                  <a:lnTo>
                    <a:pt x="6046116" y="392121"/>
                  </a:lnTo>
                  <a:lnTo>
                    <a:pt x="6050479" y="409974"/>
                  </a:lnTo>
                  <a:lnTo>
                    <a:pt x="6054842" y="383370"/>
                  </a:lnTo>
                  <a:lnTo>
                    <a:pt x="6059205" y="345122"/>
                  </a:lnTo>
                  <a:lnTo>
                    <a:pt x="6063567" y="320257"/>
                  </a:lnTo>
                  <a:lnTo>
                    <a:pt x="6067930" y="299745"/>
                  </a:lnTo>
                  <a:lnTo>
                    <a:pt x="6072293" y="291028"/>
                  </a:lnTo>
                  <a:lnTo>
                    <a:pt x="6076656" y="244396"/>
                  </a:lnTo>
                  <a:lnTo>
                    <a:pt x="6081018" y="170976"/>
                  </a:lnTo>
                  <a:lnTo>
                    <a:pt x="6085381" y="107715"/>
                  </a:lnTo>
                  <a:lnTo>
                    <a:pt x="6089744" y="91144"/>
                  </a:lnTo>
                  <a:lnTo>
                    <a:pt x="6094107" y="87140"/>
                  </a:lnTo>
                  <a:lnTo>
                    <a:pt x="6098469" y="94419"/>
                  </a:lnTo>
                  <a:lnTo>
                    <a:pt x="6102832" y="114747"/>
                  </a:lnTo>
                  <a:lnTo>
                    <a:pt x="6107195" y="104443"/>
                  </a:lnTo>
                  <a:lnTo>
                    <a:pt x="6111558" y="100327"/>
                  </a:lnTo>
                  <a:lnTo>
                    <a:pt x="6115920" y="0"/>
                  </a:lnTo>
                  <a:lnTo>
                    <a:pt x="6120283" y="4169"/>
                  </a:lnTo>
                  <a:lnTo>
                    <a:pt x="6124646" y="23604"/>
                  </a:lnTo>
                  <a:lnTo>
                    <a:pt x="6129009" y="29597"/>
                  </a:lnTo>
                  <a:lnTo>
                    <a:pt x="6133371" y="49677"/>
                  </a:lnTo>
                  <a:lnTo>
                    <a:pt x="6137734" y="73175"/>
                  </a:lnTo>
                  <a:lnTo>
                    <a:pt x="6142097" y="126320"/>
                  </a:lnTo>
                  <a:lnTo>
                    <a:pt x="6146460" y="220694"/>
                  </a:lnTo>
                  <a:lnTo>
                    <a:pt x="6150822" y="321387"/>
                  </a:lnTo>
                  <a:lnTo>
                    <a:pt x="6155185" y="373914"/>
                  </a:lnTo>
                  <a:lnTo>
                    <a:pt x="6159548" y="413565"/>
                  </a:lnTo>
                  <a:lnTo>
                    <a:pt x="6163911" y="428565"/>
                  </a:lnTo>
                  <a:lnTo>
                    <a:pt x="6168273" y="391012"/>
                  </a:lnTo>
                  <a:lnTo>
                    <a:pt x="6172636" y="434794"/>
                  </a:lnTo>
                  <a:lnTo>
                    <a:pt x="6176999" y="467037"/>
                  </a:lnTo>
                  <a:lnTo>
                    <a:pt x="6181362" y="506437"/>
                  </a:lnTo>
                  <a:lnTo>
                    <a:pt x="6185724" y="496799"/>
                  </a:lnTo>
                  <a:lnTo>
                    <a:pt x="6190087" y="481718"/>
                  </a:lnTo>
                  <a:lnTo>
                    <a:pt x="6194450" y="473718"/>
                  </a:lnTo>
                  <a:lnTo>
                    <a:pt x="6198813" y="433088"/>
                  </a:lnTo>
                  <a:lnTo>
                    <a:pt x="6203175" y="359313"/>
                  </a:lnTo>
                  <a:lnTo>
                    <a:pt x="6207538" y="305381"/>
                  </a:lnTo>
                  <a:lnTo>
                    <a:pt x="6211901" y="266649"/>
                  </a:lnTo>
                  <a:lnTo>
                    <a:pt x="6216264" y="232422"/>
                  </a:lnTo>
                  <a:lnTo>
                    <a:pt x="6220626" y="209588"/>
                  </a:lnTo>
                  <a:lnTo>
                    <a:pt x="6224989" y="181498"/>
                  </a:lnTo>
                  <a:lnTo>
                    <a:pt x="6229352" y="161676"/>
                  </a:lnTo>
                  <a:lnTo>
                    <a:pt x="6233715" y="182941"/>
                  </a:lnTo>
                  <a:lnTo>
                    <a:pt x="6238077" y="188388"/>
                  </a:lnTo>
                  <a:lnTo>
                    <a:pt x="6242440" y="171498"/>
                  </a:lnTo>
                  <a:lnTo>
                    <a:pt x="6246803" y="160980"/>
                  </a:lnTo>
                  <a:lnTo>
                    <a:pt x="6251166" y="159940"/>
                  </a:lnTo>
                  <a:lnTo>
                    <a:pt x="6255528" y="226381"/>
                  </a:lnTo>
                  <a:lnTo>
                    <a:pt x="6259891" y="204773"/>
                  </a:lnTo>
                  <a:lnTo>
                    <a:pt x="6264254" y="244065"/>
                  </a:lnTo>
                  <a:lnTo>
                    <a:pt x="6268617" y="270511"/>
                  </a:lnTo>
                  <a:lnTo>
                    <a:pt x="6272979" y="264982"/>
                  </a:lnTo>
                  <a:lnTo>
                    <a:pt x="6277342" y="258148"/>
                  </a:lnTo>
                  <a:lnTo>
                    <a:pt x="6281705" y="249722"/>
                  </a:lnTo>
                  <a:lnTo>
                    <a:pt x="6286068" y="226470"/>
                  </a:lnTo>
                  <a:lnTo>
                    <a:pt x="6290430" y="216616"/>
                  </a:lnTo>
                  <a:lnTo>
                    <a:pt x="6294793" y="222953"/>
                  </a:lnTo>
                  <a:lnTo>
                    <a:pt x="6299156" y="238793"/>
                  </a:lnTo>
                  <a:lnTo>
                    <a:pt x="6303519" y="258148"/>
                  </a:lnTo>
                  <a:lnTo>
                    <a:pt x="6307881" y="298648"/>
                  </a:lnTo>
                  <a:lnTo>
                    <a:pt x="6312244" y="303787"/>
                  </a:lnTo>
                  <a:lnTo>
                    <a:pt x="6316607" y="311213"/>
                  </a:lnTo>
                  <a:lnTo>
                    <a:pt x="6320970" y="290371"/>
                  </a:lnTo>
                  <a:lnTo>
                    <a:pt x="6325332" y="307785"/>
                  </a:lnTo>
                  <a:lnTo>
                    <a:pt x="6329695" y="247644"/>
                  </a:lnTo>
                  <a:lnTo>
                    <a:pt x="6334058" y="255003"/>
                  </a:lnTo>
                  <a:lnTo>
                    <a:pt x="6338421" y="304030"/>
                  </a:lnTo>
                  <a:lnTo>
                    <a:pt x="6342783" y="332163"/>
                  </a:lnTo>
                  <a:lnTo>
                    <a:pt x="6347146" y="384733"/>
                  </a:lnTo>
                  <a:lnTo>
                    <a:pt x="6351509" y="454504"/>
                  </a:lnTo>
                  <a:lnTo>
                    <a:pt x="6355872" y="493623"/>
                  </a:lnTo>
                  <a:lnTo>
                    <a:pt x="6360234" y="522884"/>
                  </a:lnTo>
                  <a:lnTo>
                    <a:pt x="6364597" y="485450"/>
                  </a:lnTo>
                  <a:lnTo>
                    <a:pt x="6368960" y="456277"/>
                  </a:lnTo>
                  <a:lnTo>
                    <a:pt x="6373323" y="448050"/>
                  </a:lnTo>
                  <a:lnTo>
                    <a:pt x="6377685" y="456277"/>
                  </a:lnTo>
                  <a:lnTo>
                    <a:pt x="6382048" y="438221"/>
                  </a:lnTo>
                  <a:lnTo>
                    <a:pt x="6386411" y="424637"/>
                  </a:lnTo>
                  <a:lnTo>
                    <a:pt x="6390774" y="392593"/>
                  </a:lnTo>
                  <a:lnTo>
                    <a:pt x="6395136" y="362802"/>
                  </a:lnTo>
                  <a:lnTo>
                    <a:pt x="6399499" y="422821"/>
                  </a:lnTo>
                  <a:lnTo>
                    <a:pt x="6403862" y="406725"/>
                  </a:lnTo>
                  <a:lnTo>
                    <a:pt x="6408225" y="425836"/>
                  </a:lnTo>
                  <a:lnTo>
                    <a:pt x="6412587" y="425377"/>
                  </a:lnTo>
                  <a:lnTo>
                    <a:pt x="6416950" y="409974"/>
                  </a:lnTo>
                  <a:lnTo>
                    <a:pt x="6421313" y="465606"/>
                  </a:lnTo>
                  <a:lnTo>
                    <a:pt x="6425676" y="468441"/>
                  </a:lnTo>
                  <a:lnTo>
                    <a:pt x="6430038" y="531891"/>
                  </a:lnTo>
                  <a:lnTo>
                    <a:pt x="6434401" y="515985"/>
                  </a:lnTo>
                  <a:lnTo>
                    <a:pt x="6438764" y="475869"/>
                  </a:lnTo>
                  <a:lnTo>
                    <a:pt x="6443127" y="465283"/>
                  </a:lnTo>
                  <a:lnTo>
                    <a:pt x="6447489" y="467820"/>
                  </a:lnTo>
                  <a:lnTo>
                    <a:pt x="6451852" y="481053"/>
                  </a:lnTo>
                  <a:lnTo>
                    <a:pt x="6456215" y="461679"/>
                  </a:lnTo>
                  <a:lnTo>
                    <a:pt x="6460578" y="493730"/>
                  </a:lnTo>
                  <a:lnTo>
                    <a:pt x="6464940" y="480613"/>
                  </a:lnTo>
                  <a:lnTo>
                    <a:pt x="6469303" y="465749"/>
                  </a:lnTo>
                  <a:lnTo>
                    <a:pt x="6473666" y="411243"/>
                  </a:lnTo>
                  <a:lnTo>
                    <a:pt x="6478029" y="373533"/>
                  </a:lnTo>
                  <a:lnTo>
                    <a:pt x="6482391" y="347211"/>
                  </a:lnTo>
                  <a:lnTo>
                    <a:pt x="6486754" y="339668"/>
                  </a:lnTo>
                  <a:lnTo>
                    <a:pt x="6491117" y="297002"/>
                  </a:lnTo>
                  <a:lnTo>
                    <a:pt x="6495480" y="236264"/>
                  </a:lnTo>
                  <a:lnTo>
                    <a:pt x="6499842" y="253276"/>
                  </a:lnTo>
                  <a:lnTo>
                    <a:pt x="6504205" y="227433"/>
                  </a:lnTo>
                  <a:lnTo>
                    <a:pt x="6508568" y="237156"/>
                  </a:lnTo>
                  <a:lnTo>
                    <a:pt x="6512931" y="241423"/>
                  </a:lnTo>
                  <a:lnTo>
                    <a:pt x="6517293" y="257808"/>
                  </a:lnTo>
                  <a:lnTo>
                    <a:pt x="6521656" y="281736"/>
                  </a:lnTo>
                  <a:lnTo>
                    <a:pt x="6526019" y="257982"/>
                  </a:lnTo>
                  <a:lnTo>
                    <a:pt x="6530382" y="267971"/>
                  </a:lnTo>
                  <a:lnTo>
                    <a:pt x="6534744" y="241585"/>
                  </a:lnTo>
                  <a:lnTo>
                    <a:pt x="6539107" y="281991"/>
                  </a:lnTo>
                  <a:lnTo>
                    <a:pt x="6543470" y="350794"/>
                  </a:lnTo>
                  <a:lnTo>
                    <a:pt x="6547833" y="361458"/>
                  </a:lnTo>
                  <a:lnTo>
                    <a:pt x="6552195" y="430769"/>
                  </a:lnTo>
                  <a:lnTo>
                    <a:pt x="6556558" y="440610"/>
                  </a:lnTo>
                  <a:lnTo>
                    <a:pt x="6560921" y="438557"/>
                  </a:lnTo>
                  <a:lnTo>
                    <a:pt x="6565284" y="433662"/>
                  </a:lnTo>
                  <a:lnTo>
                    <a:pt x="6569646" y="405553"/>
                  </a:lnTo>
                  <a:lnTo>
                    <a:pt x="6574009" y="399793"/>
                  </a:lnTo>
                  <a:lnTo>
                    <a:pt x="6578372" y="397886"/>
                  </a:lnTo>
                  <a:lnTo>
                    <a:pt x="6582735" y="375868"/>
                  </a:lnTo>
                  <a:lnTo>
                    <a:pt x="6587097" y="396745"/>
                  </a:lnTo>
                  <a:lnTo>
                    <a:pt x="6591460" y="419627"/>
                  </a:lnTo>
                  <a:lnTo>
                    <a:pt x="6595823" y="430019"/>
                  </a:lnTo>
                  <a:lnTo>
                    <a:pt x="6600186" y="436513"/>
                  </a:lnTo>
                  <a:lnTo>
                    <a:pt x="6604548" y="438148"/>
                  </a:lnTo>
                  <a:lnTo>
                    <a:pt x="6608911" y="478739"/>
                  </a:lnTo>
                  <a:lnTo>
                    <a:pt x="6613274" y="513812"/>
                  </a:lnTo>
                  <a:lnTo>
                    <a:pt x="6617637" y="492056"/>
                  </a:lnTo>
                  <a:lnTo>
                    <a:pt x="6621999" y="464027"/>
                  </a:lnTo>
                  <a:lnTo>
                    <a:pt x="6626362" y="516247"/>
                  </a:lnTo>
                  <a:lnTo>
                    <a:pt x="6630725" y="555901"/>
                  </a:lnTo>
                  <a:lnTo>
                    <a:pt x="6635088" y="556610"/>
                  </a:lnTo>
                  <a:lnTo>
                    <a:pt x="6639450" y="536403"/>
                  </a:lnTo>
                  <a:lnTo>
                    <a:pt x="6643813" y="503851"/>
                  </a:lnTo>
                  <a:lnTo>
                    <a:pt x="6648176" y="521550"/>
                  </a:lnTo>
                  <a:lnTo>
                    <a:pt x="6652539" y="522884"/>
                  </a:lnTo>
                  <a:lnTo>
                    <a:pt x="6656901" y="502562"/>
                  </a:lnTo>
                  <a:lnTo>
                    <a:pt x="6661264" y="532992"/>
                  </a:lnTo>
                  <a:lnTo>
                    <a:pt x="6665627" y="511647"/>
                  </a:lnTo>
                  <a:lnTo>
                    <a:pt x="6669990" y="475554"/>
                  </a:lnTo>
                  <a:lnTo>
                    <a:pt x="6674352" y="458056"/>
                  </a:lnTo>
                  <a:lnTo>
                    <a:pt x="6678715" y="429692"/>
                  </a:lnTo>
                  <a:lnTo>
                    <a:pt x="6683078" y="372895"/>
                  </a:lnTo>
                  <a:lnTo>
                    <a:pt x="6687441" y="325579"/>
                  </a:lnTo>
                  <a:lnTo>
                    <a:pt x="6691803" y="307187"/>
                  </a:lnTo>
                  <a:lnTo>
                    <a:pt x="6696166" y="291580"/>
                  </a:lnTo>
                  <a:lnTo>
                    <a:pt x="6700529" y="304030"/>
                  </a:lnTo>
                  <a:lnTo>
                    <a:pt x="6704892" y="311727"/>
                  </a:lnTo>
                  <a:lnTo>
                    <a:pt x="6709254" y="416948"/>
                  </a:lnTo>
                  <a:lnTo>
                    <a:pt x="6713617" y="408114"/>
                  </a:lnTo>
                  <a:lnTo>
                    <a:pt x="6717980" y="389874"/>
                  </a:lnTo>
                  <a:lnTo>
                    <a:pt x="6722343" y="393685"/>
                  </a:lnTo>
                  <a:lnTo>
                    <a:pt x="6726705" y="364122"/>
                  </a:lnTo>
                  <a:lnTo>
                    <a:pt x="6731068" y="352322"/>
                  </a:lnTo>
                  <a:lnTo>
                    <a:pt x="6735431" y="376599"/>
                  </a:lnTo>
                  <a:lnTo>
                    <a:pt x="6739794" y="386787"/>
                  </a:lnTo>
                  <a:lnTo>
                    <a:pt x="6744156" y="418982"/>
                  </a:lnTo>
                  <a:lnTo>
                    <a:pt x="6748519" y="469340"/>
                  </a:lnTo>
                  <a:lnTo>
                    <a:pt x="6752882" y="516557"/>
                  </a:lnTo>
                  <a:lnTo>
                    <a:pt x="6757245" y="510095"/>
                  </a:lnTo>
                  <a:lnTo>
                    <a:pt x="6761607" y="518728"/>
                  </a:lnTo>
                  <a:lnTo>
                    <a:pt x="6765970" y="512241"/>
                  </a:lnTo>
                  <a:lnTo>
                    <a:pt x="6770333" y="527497"/>
                  </a:lnTo>
                  <a:lnTo>
                    <a:pt x="6774696" y="543033"/>
                  </a:lnTo>
                  <a:lnTo>
                    <a:pt x="6779058" y="544653"/>
                  </a:lnTo>
                  <a:lnTo>
                    <a:pt x="6783421" y="520369"/>
                  </a:lnTo>
                  <a:lnTo>
                    <a:pt x="6787784" y="464628"/>
                  </a:lnTo>
                  <a:lnTo>
                    <a:pt x="6792147" y="500634"/>
                  </a:lnTo>
                  <a:lnTo>
                    <a:pt x="6796509" y="531633"/>
                  </a:lnTo>
                  <a:lnTo>
                    <a:pt x="6800872" y="514929"/>
                  </a:lnTo>
                  <a:lnTo>
                    <a:pt x="6805235" y="578917"/>
                  </a:lnTo>
                  <a:lnTo>
                    <a:pt x="6809598" y="510691"/>
                  </a:lnTo>
                  <a:lnTo>
                    <a:pt x="6813960" y="538066"/>
                  </a:lnTo>
                  <a:lnTo>
                    <a:pt x="6818323" y="503708"/>
                  </a:lnTo>
                  <a:lnTo>
                    <a:pt x="6822686" y="496786"/>
                  </a:lnTo>
                  <a:lnTo>
                    <a:pt x="6827049" y="486462"/>
                  </a:lnTo>
                  <a:lnTo>
                    <a:pt x="6831411" y="484678"/>
                  </a:lnTo>
                  <a:lnTo>
                    <a:pt x="6835774" y="479801"/>
                  </a:lnTo>
                  <a:lnTo>
                    <a:pt x="6840137" y="458158"/>
                  </a:lnTo>
                  <a:lnTo>
                    <a:pt x="6844500" y="470174"/>
                  </a:lnTo>
                  <a:lnTo>
                    <a:pt x="6848862" y="501865"/>
                  </a:lnTo>
                  <a:lnTo>
                    <a:pt x="6853225" y="540385"/>
                  </a:lnTo>
                  <a:lnTo>
                    <a:pt x="6857588" y="544835"/>
                  </a:lnTo>
                  <a:lnTo>
                    <a:pt x="6861951" y="509264"/>
                  </a:lnTo>
                  <a:lnTo>
                    <a:pt x="6866313" y="491399"/>
                  </a:lnTo>
                  <a:lnTo>
                    <a:pt x="6870676" y="508840"/>
                  </a:lnTo>
                  <a:lnTo>
                    <a:pt x="6875039" y="547249"/>
                  </a:lnTo>
                  <a:lnTo>
                    <a:pt x="6879402" y="473006"/>
                  </a:lnTo>
                  <a:lnTo>
                    <a:pt x="6883764" y="500209"/>
                  </a:lnTo>
                  <a:lnTo>
                    <a:pt x="6888127" y="527710"/>
                  </a:lnTo>
                  <a:lnTo>
                    <a:pt x="6892490" y="447467"/>
                  </a:lnTo>
                  <a:lnTo>
                    <a:pt x="6896853" y="462229"/>
                  </a:lnTo>
                  <a:lnTo>
                    <a:pt x="6901215" y="462229"/>
                  </a:lnTo>
                  <a:lnTo>
                    <a:pt x="6905578" y="477396"/>
                  </a:lnTo>
                  <a:lnTo>
                    <a:pt x="6909941" y="502562"/>
                  </a:lnTo>
                  <a:lnTo>
                    <a:pt x="6914304" y="502562"/>
                  </a:lnTo>
                  <a:lnTo>
                    <a:pt x="6918666" y="452736"/>
                  </a:lnTo>
                  <a:lnTo>
                    <a:pt x="6923029" y="422962"/>
                  </a:lnTo>
                  <a:lnTo>
                    <a:pt x="6927392" y="419073"/>
                  </a:lnTo>
                  <a:lnTo>
                    <a:pt x="6931755" y="437649"/>
                  </a:lnTo>
                  <a:lnTo>
                    <a:pt x="6936117" y="516404"/>
                  </a:lnTo>
                  <a:lnTo>
                    <a:pt x="6940480" y="543755"/>
                  </a:lnTo>
                  <a:lnTo>
                    <a:pt x="6944843" y="644086"/>
                  </a:lnTo>
                  <a:lnTo>
                    <a:pt x="6949206" y="613245"/>
                  </a:lnTo>
                  <a:lnTo>
                    <a:pt x="6953568" y="604538"/>
                  </a:lnTo>
                  <a:lnTo>
                    <a:pt x="6957931" y="577557"/>
                  </a:lnTo>
                  <a:lnTo>
                    <a:pt x="6962294" y="568156"/>
                  </a:lnTo>
                  <a:lnTo>
                    <a:pt x="6966657" y="568156"/>
                  </a:lnTo>
                  <a:lnTo>
                    <a:pt x="6971019" y="591423"/>
                  </a:lnTo>
                  <a:lnTo>
                    <a:pt x="6975382" y="593587"/>
                  </a:lnTo>
                  <a:lnTo>
                    <a:pt x="6979745" y="583913"/>
                  </a:lnTo>
                  <a:lnTo>
                    <a:pt x="6984108" y="570232"/>
                  </a:lnTo>
                  <a:lnTo>
                    <a:pt x="6988470" y="560954"/>
                  </a:lnTo>
                  <a:lnTo>
                    <a:pt x="6992833" y="536459"/>
                  </a:lnTo>
                  <a:lnTo>
                    <a:pt x="6997196" y="513940"/>
                  </a:lnTo>
                  <a:lnTo>
                    <a:pt x="7001559" y="512603"/>
                  </a:lnTo>
                  <a:lnTo>
                    <a:pt x="7005921" y="454133"/>
                  </a:lnTo>
                  <a:lnTo>
                    <a:pt x="7010284" y="425540"/>
                  </a:lnTo>
                  <a:lnTo>
                    <a:pt x="7014647" y="441925"/>
                  </a:lnTo>
                  <a:lnTo>
                    <a:pt x="7019010" y="350440"/>
                  </a:lnTo>
                  <a:lnTo>
                    <a:pt x="7023372" y="323246"/>
                  </a:lnTo>
                  <a:lnTo>
                    <a:pt x="7027735" y="289386"/>
                  </a:lnTo>
                  <a:lnTo>
                    <a:pt x="7032098" y="276401"/>
                  </a:lnTo>
                  <a:lnTo>
                    <a:pt x="7036461" y="250494"/>
                  </a:lnTo>
                  <a:lnTo>
                    <a:pt x="7040823" y="241184"/>
                  </a:lnTo>
                  <a:lnTo>
                    <a:pt x="7045186" y="254592"/>
                  </a:lnTo>
                  <a:lnTo>
                    <a:pt x="7049549" y="273840"/>
                  </a:lnTo>
                  <a:lnTo>
                    <a:pt x="7053912" y="294224"/>
                  </a:lnTo>
                  <a:lnTo>
                    <a:pt x="7058274" y="416052"/>
                  </a:lnTo>
                  <a:lnTo>
                    <a:pt x="7062637" y="443114"/>
                  </a:lnTo>
                  <a:lnTo>
                    <a:pt x="7067000" y="462984"/>
                  </a:lnTo>
                  <a:lnTo>
                    <a:pt x="7071363" y="458583"/>
                  </a:lnTo>
                  <a:lnTo>
                    <a:pt x="7075725" y="481569"/>
                  </a:lnTo>
                  <a:lnTo>
                    <a:pt x="7080088" y="489599"/>
                  </a:lnTo>
                  <a:lnTo>
                    <a:pt x="7084451" y="505090"/>
                  </a:lnTo>
                  <a:lnTo>
                    <a:pt x="7088814" y="572315"/>
                  </a:lnTo>
                  <a:lnTo>
                    <a:pt x="7093176" y="648247"/>
                  </a:lnTo>
                  <a:lnTo>
                    <a:pt x="7097539" y="693104"/>
                  </a:lnTo>
                  <a:lnTo>
                    <a:pt x="7101902" y="739797"/>
                  </a:lnTo>
                  <a:lnTo>
                    <a:pt x="7106265" y="766558"/>
                  </a:lnTo>
                  <a:lnTo>
                    <a:pt x="7110627" y="775522"/>
                  </a:lnTo>
                  <a:lnTo>
                    <a:pt x="7114990" y="823482"/>
                  </a:lnTo>
                  <a:lnTo>
                    <a:pt x="7119353" y="855606"/>
                  </a:lnTo>
                  <a:lnTo>
                    <a:pt x="7123716" y="885529"/>
                  </a:lnTo>
                  <a:lnTo>
                    <a:pt x="7128078" y="926880"/>
                  </a:lnTo>
                  <a:lnTo>
                    <a:pt x="7132441" y="1061198"/>
                  </a:lnTo>
                  <a:lnTo>
                    <a:pt x="7136804" y="1013006"/>
                  </a:lnTo>
                  <a:lnTo>
                    <a:pt x="7141167" y="990797"/>
                  </a:lnTo>
                  <a:lnTo>
                    <a:pt x="7145529" y="1008171"/>
                  </a:lnTo>
                  <a:lnTo>
                    <a:pt x="7149892" y="1076387"/>
                  </a:lnTo>
                  <a:lnTo>
                    <a:pt x="7154255" y="1060289"/>
                  </a:lnTo>
                  <a:lnTo>
                    <a:pt x="7158618" y="1067386"/>
                  </a:lnTo>
                  <a:lnTo>
                    <a:pt x="7162980" y="1085537"/>
                  </a:lnTo>
                  <a:lnTo>
                    <a:pt x="7167343" y="1008171"/>
                  </a:lnTo>
                  <a:lnTo>
                    <a:pt x="7171706" y="984612"/>
                  </a:lnTo>
                  <a:lnTo>
                    <a:pt x="7176069" y="931853"/>
                  </a:lnTo>
                  <a:lnTo>
                    <a:pt x="7180431" y="896652"/>
                  </a:lnTo>
                  <a:lnTo>
                    <a:pt x="7184794" y="800558"/>
                  </a:lnTo>
                  <a:lnTo>
                    <a:pt x="7189157" y="782122"/>
                  </a:lnTo>
                  <a:lnTo>
                    <a:pt x="7193520" y="764281"/>
                  </a:lnTo>
                  <a:lnTo>
                    <a:pt x="7197882" y="744002"/>
                  </a:lnTo>
                  <a:lnTo>
                    <a:pt x="7202245" y="749003"/>
                  </a:lnTo>
                  <a:lnTo>
                    <a:pt x="7206608" y="733157"/>
                  </a:lnTo>
                  <a:lnTo>
                    <a:pt x="7210971" y="703691"/>
                  </a:lnTo>
                  <a:lnTo>
                    <a:pt x="7215333" y="703691"/>
                  </a:lnTo>
                  <a:lnTo>
                    <a:pt x="7219696" y="703691"/>
                  </a:lnTo>
                  <a:lnTo>
                    <a:pt x="7224059" y="686377"/>
                  </a:lnTo>
                  <a:lnTo>
                    <a:pt x="7228422" y="697249"/>
                  </a:lnTo>
                  <a:lnTo>
                    <a:pt x="7232784" y="744999"/>
                  </a:lnTo>
                  <a:lnTo>
                    <a:pt x="7237147" y="767388"/>
                  </a:lnTo>
                  <a:lnTo>
                    <a:pt x="7241510" y="820771"/>
                  </a:lnTo>
                  <a:lnTo>
                    <a:pt x="7245873" y="841750"/>
                  </a:lnTo>
                  <a:lnTo>
                    <a:pt x="7250235" y="929064"/>
                  </a:lnTo>
                  <a:lnTo>
                    <a:pt x="7254598" y="981546"/>
                  </a:lnTo>
                  <a:lnTo>
                    <a:pt x="7258961" y="1019518"/>
                  </a:lnTo>
                  <a:lnTo>
                    <a:pt x="7263324" y="1085537"/>
                  </a:lnTo>
                  <a:lnTo>
                    <a:pt x="7267686" y="1106216"/>
                  </a:lnTo>
                  <a:lnTo>
                    <a:pt x="7272049" y="1119788"/>
                  </a:lnTo>
                  <a:lnTo>
                    <a:pt x="7276412" y="1041229"/>
                  </a:lnTo>
                  <a:lnTo>
                    <a:pt x="7280775" y="998627"/>
                  </a:lnTo>
                  <a:lnTo>
                    <a:pt x="7285137" y="1044646"/>
                  </a:lnTo>
                  <a:lnTo>
                    <a:pt x="7289500" y="1029433"/>
                  </a:lnTo>
                  <a:lnTo>
                    <a:pt x="7293863" y="1016252"/>
                  </a:lnTo>
                  <a:lnTo>
                    <a:pt x="7298226" y="1016252"/>
                  </a:lnTo>
                  <a:lnTo>
                    <a:pt x="7302588" y="1003379"/>
                  </a:lnTo>
                  <a:lnTo>
                    <a:pt x="7306951" y="1049206"/>
                  </a:lnTo>
                  <a:lnTo>
                    <a:pt x="7311314" y="953793"/>
                  </a:lnTo>
                  <a:lnTo>
                    <a:pt x="7315677" y="873342"/>
                  </a:lnTo>
                  <a:lnTo>
                    <a:pt x="7320039" y="779708"/>
                  </a:lnTo>
                  <a:lnTo>
                    <a:pt x="7324402" y="757007"/>
                  </a:lnTo>
                  <a:lnTo>
                    <a:pt x="7328765" y="729306"/>
                  </a:lnTo>
                  <a:lnTo>
                    <a:pt x="7333128" y="701606"/>
                  </a:lnTo>
                  <a:lnTo>
                    <a:pt x="7337490" y="673344"/>
                  </a:lnTo>
                  <a:lnTo>
                    <a:pt x="7341853" y="654264"/>
                  </a:lnTo>
                  <a:lnTo>
                    <a:pt x="7346216" y="625961"/>
                  </a:lnTo>
                  <a:lnTo>
                    <a:pt x="7350579" y="567639"/>
                  </a:lnTo>
                  <a:lnTo>
                    <a:pt x="7354941" y="575979"/>
                  </a:lnTo>
                  <a:lnTo>
                    <a:pt x="7359304" y="572837"/>
                  </a:lnTo>
                  <a:lnTo>
                    <a:pt x="7363667" y="572837"/>
                  </a:lnTo>
                  <a:lnTo>
                    <a:pt x="7368030" y="577030"/>
                  </a:lnTo>
                  <a:lnTo>
                    <a:pt x="7372392" y="574129"/>
                  </a:lnTo>
                  <a:lnTo>
                    <a:pt x="7376755" y="625594"/>
                  </a:lnTo>
                  <a:lnTo>
                    <a:pt x="7381118" y="627715"/>
                  </a:lnTo>
                  <a:lnTo>
                    <a:pt x="7385481" y="710645"/>
                  </a:lnTo>
                  <a:lnTo>
                    <a:pt x="7389843" y="666117"/>
                  </a:lnTo>
                  <a:lnTo>
                    <a:pt x="7394206" y="694511"/>
                  </a:lnTo>
                  <a:lnTo>
                    <a:pt x="7398569" y="692693"/>
                  </a:lnTo>
                  <a:lnTo>
                    <a:pt x="7402932" y="747999"/>
                  </a:lnTo>
                  <a:lnTo>
                    <a:pt x="7407294" y="846522"/>
                  </a:lnTo>
                  <a:lnTo>
                    <a:pt x="7411657" y="948887"/>
                  </a:lnTo>
                  <a:lnTo>
                    <a:pt x="7416020" y="1106216"/>
                  </a:lnTo>
                  <a:lnTo>
                    <a:pt x="7420383" y="989245"/>
                  </a:lnTo>
                  <a:lnTo>
                    <a:pt x="7424745" y="962015"/>
                  </a:lnTo>
                  <a:lnTo>
                    <a:pt x="7429108" y="884970"/>
                  </a:lnTo>
                  <a:lnTo>
                    <a:pt x="7433471" y="784260"/>
                  </a:lnTo>
                  <a:lnTo>
                    <a:pt x="7437834" y="721564"/>
                  </a:lnTo>
                  <a:lnTo>
                    <a:pt x="7442196" y="721564"/>
                  </a:lnTo>
                  <a:lnTo>
                    <a:pt x="7446559" y="732182"/>
                  </a:lnTo>
                  <a:lnTo>
                    <a:pt x="7450922" y="692693"/>
                  </a:lnTo>
                  <a:lnTo>
                    <a:pt x="7455285" y="641586"/>
                  </a:lnTo>
                  <a:lnTo>
                    <a:pt x="7459647" y="595562"/>
                  </a:lnTo>
                  <a:lnTo>
                    <a:pt x="7464010" y="597087"/>
                  </a:lnTo>
                  <a:lnTo>
                    <a:pt x="7468373" y="581281"/>
                  </a:lnTo>
                  <a:lnTo>
                    <a:pt x="7472736" y="553073"/>
                  </a:lnTo>
                  <a:lnTo>
                    <a:pt x="7477098" y="528926"/>
                  </a:lnTo>
                  <a:lnTo>
                    <a:pt x="7481461" y="547460"/>
                  </a:lnTo>
                  <a:lnTo>
                    <a:pt x="7485824" y="616512"/>
                  </a:lnTo>
                  <a:lnTo>
                    <a:pt x="7490187" y="644906"/>
                  </a:lnTo>
                  <a:lnTo>
                    <a:pt x="7494549" y="693601"/>
                  </a:lnTo>
                  <a:lnTo>
                    <a:pt x="7498912" y="777872"/>
                  </a:lnTo>
                  <a:lnTo>
                    <a:pt x="7503275" y="847722"/>
                  </a:lnTo>
                  <a:lnTo>
                    <a:pt x="7507638" y="848924"/>
                  </a:lnTo>
                  <a:lnTo>
                    <a:pt x="7512000" y="858635"/>
                  </a:lnTo>
                  <a:lnTo>
                    <a:pt x="7516363" y="907247"/>
                  </a:lnTo>
                  <a:lnTo>
                    <a:pt x="7520726" y="967951"/>
                  </a:lnTo>
                  <a:lnTo>
                    <a:pt x="7525089" y="1070969"/>
                  </a:lnTo>
                  <a:lnTo>
                    <a:pt x="7529451" y="1113931"/>
                  </a:lnTo>
                  <a:lnTo>
                    <a:pt x="7533814" y="1141813"/>
                  </a:lnTo>
                  <a:lnTo>
                    <a:pt x="7538177" y="1171175"/>
                  </a:lnTo>
                  <a:lnTo>
                    <a:pt x="7542540" y="1166884"/>
                  </a:lnTo>
                  <a:lnTo>
                    <a:pt x="7546902" y="1164751"/>
                  </a:lnTo>
                  <a:lnTo>
                    <a:pt x="7551265" y="1164751"/>
                  </a:lnTo>
                  <a:lnTo>
                    <a:pt x="7555628" y="1121755"/>
                  </a:lnTo>
                  <a:lnTo>
                    <a:pt x="7559991" y="1142207"/>
                  </a:lnTo>
                  <a:lnTo>
                    <a:pt x="7564353" y="1031770"/>
                  </a:lnTo>
                  <a:lnTo>
                    <a:pt x="7568716" y="943383"/>
                  </a:lnTo>
                  <a:lnTo>
                    <a:pt x="7573079" y="872092"/>
                  </a:lnTo>
                  <a:lnTo>
                    <a:pt x="7577442" y="799507"/>
                  </a:lnTo>
                  <a:lnTo>
                    <a:pt x="7581804" y="821791"/>
                  </a:lnTo>
                  <a:lnTo>
                    <a:pt x="7586167" y="829262"/>
                  </a:lnTo>
                  <a:lnTo>
                    <a:pt x="7590530" y="806498"/>
                  </a:lnTo>
                  <a:lnTo>
                    <a:pt x="7594893" y="810495"/>
                  </a:lnTo>
                  <a:lnTo>
                    <a:pt x="7599255" y="801740"/>
                  </a:lnTo>
                  <a:lnTo>
                    <a:pt x="7603618" y="845792"/>
                  </a:lnTo>
                  <a:lnTo>
                    <a:pt x="7607981" y="875079"/>
                  </a:lnTo>
                  <a:lnTo>
                    <a:pt x="7612344" y="858267"/>
                  </a:lnTo>
                  <a:lnTo>
                    <a:pt x="7616706" y="845608"/>
                  </a:lnTo>
                  <a:lnTo>
                    <a:pt x="7621069" y="861994"/>
                  </a:lnTo>
                  <a:lnTo>
                    <a:pt x="7625432" y="885450"/>
                  </a:lnTo>
                  <a:lnTo>
                    <a:pt x="7629795" y="951673"/>
                  </a:lnTo>
                  <a:lnTo>
                    <a:pt x="7634157" y="1018041"/>
                  </a:lnTo>
                  <a:lnTo>
                    <a:pt x="7638520" y="1049574"/>
                  </a:lnTo>
                  <a:lnTo>
                    <a:pt x="7642883" y="1159970"/>
                  </a:lnTo>
                  <a:lnTo>
                    <a:pt x="7647246" y="1251032"/>
                  </a:lnTo>
                  <a:lnTo>
                    <a:pt x="7651608" y="1138963"/>
                  </a:lnTo>
                  <a:lnTo>
                    <a:pt x="7655971" y="1178705"/>
                  </a:lnTo>
                  <a:lnTo>
                    <a:pt x="7660334" y="1101884"/>
                  </a:lnTo>
                  <a:lnTo>
                    <a:pt x="7664697" y="1014109"/>
                  </a:lnTo>
                  <a:lnTo>
                    <a:pt x="7669059" y="987352"/>
                  </a:lnTo>
                  <a:lnTo>
                    <a:pt x="7673422" y="926880"/>
                  </a:lnTo>
                  <a:lnTo>
                    <a:pt x="7677785" y="988353"/>
                  </a:lnTo>
                  <a:lnTo>
                    <a:pt x="7682148" y="934895"/>
                  </a:lnTo>
                  <a:lnTo>
                    <a:pt x="7686510" y="934895"/>
                  </a:lnTo>
                  <a:lnTo>
                    <a:pt x="7690873" y="916744"/>
                  </a:lnTo>
                  <a:lnTo>
                    <a:pt x="7695236" y="887402"/>
                  </a:lnTo>
                  <a:lnTo>
                    <a:pt x="7699599" y="869696"/>
                  </a:lnTo>
                  <a:lnTo>
                    <a:pt x="7703961" y="869696"/>
                  </a:lnTo>
                  <a:lnTo>
                    <a:pt x="7708324" y="865610"/>
                  </a:lnTo>
                  <a:lnTo>
                    <a:pt x="7712687" y="853532"/>
                  </a:lnTo>
                  <a:lnTo>
                    <a:pt x="7717050" y="889523"/>
                  </a:lnTo>
                  <a:lnTo>
                    <a:pt x="7721412" y="897011"/>
                  </a:lnTo>
                  <a:lnTo>
                    <a:pt x="7725775" y="964504"/>
                  </a:lnTo>
                  <a:lnTo>
                    <a:pt x="7730138" y="1086507"/>
                  </a:lnTo>
                  <a:lnTo>
                    <a:pt x="7734501" y="1174633"/>
                  </a:lnTo>
                  <a:lnTo>
                    <a:pt x="7738863" y="1218784"/>
                  </a:lnTo>
                  <a:lnTo>
                    <a:pt x="7743226" y="1154207"/>
                  </a:lnTo>
                  <a:lnTo>
                    <a:pt x="7747589" y="1164751"/>
                  </a:lnTo>
                  <a:lnTo>
                    <a:pt x="7751952" y="1164751"/>
                  </a:lnTo>
                  <a:lnTo>
                    <a:pt x="7756314" y="1190908"/>
                  </a:lnTo>
                  <a:lnTo>
                    <a:pt x="7760677" y="1184252"/>
                  </a:lnTo>
                  <a:lnTo>
                    <a:pt x="7765040" y="1209059"/>
                  </a:lnTo>
                  <a:lnTo>
                    <a:pt x="7769403" y="1179859"/>
                  </a:lnTo>
                  <a:lnTo>
                    <a:pt x="7773765" y="1123728"/>
                  </a:lnTo>
                  <a:lnTo>
                    <a:pt x="7778128" y="1031103"/>
                  </a:lnTo>
                  <a:lnTo>
                    <a:pt x="7782491" y="948887"/>
                  </a:lnTo>
                  <a:lnTo>
                    <a:pt x="7786854" y="842939"/>
                  </a:lnTo>
                  <a:lnTo>
                    <a:pt x="7791216" y="766351"/>
                  </a:lnTo>
                  <a:lnTo>
                    <a:pt x="7795579" y="745997"/>
                  </a:lnTo>
                  <a:lnTo>
                    <a:pt x="7799942" y="754049"/>
                  </a:lnTo>
                  <a:lnTo>
                    <a:pt x="7804305" y="752025"/>
                  </a:lnTo>
                  <a:lnTo>
                    <a:pt x="7808667" y="752025"/>
                  </a:lnTo>
                  <a:lnTo>
                    <a:pt x="7813030" y="752025"/>
                  </a:lnTo>
                  <a:lnTo>
                    <a:pt x="7817393" y="727331"/>
                  </a:lnTo>
                  <a:lnTo>
                    <a:pt x="7821756" y="702766"/>
                  </a:lnTo>
                  <a:lnTo>
                    <a:pt x="7826118" y="689075"/>
                  </a:lnTo>
                  <a:lnTo>
                    <a:pt x="7830481" y="654986"/>
                  </a:lnTo>
                  <a:lnTo>
                    <a:pt x="7834844" y="660096"/>
                  </a:lnTo>
                  <a:lnTo>
                    <a:pt x="7839207" y="687275"/>
                  </a:lnTo>
                  <a:lnTo>
                    <a:pt x="7843569" y="751016"/>
                  </a:lnTo>
                  <a:lnTo>
                    <a:pt x="7847932" y="807214"/>
                  </a:lnTo>
                  <a:lnTo>
                    <a:pt x="7852295" y="874790"/>
                  </a:lnTo>
                  <a:lnTo>
                    <a:pt x="7856658" y="920782"/>
                  </a:lnTo>
                  <a:lnTo>
                    <a:pt x="7861020" y="918048"/>
                  </a:lnTo>
                  <a:lnTo>
                    <a:pt x="7865383" y="919413"/>
                  </a:lnTo>
                  <a:lnTo>
                    <a:pt x="7869746" y="936063"/>
                  </a:lnTo>
                  <a:lnTo>
                    <a:pt x="7874109" y="926290"/>
                  </a:lnTo>
                  <a:lnTo>
                    <a:pt x="7878471" y="918048"/>
                  </a:lnTo>
                  <a:lnTo>
                    <a:pt x="7882834" y="944579"/>
                  </a:lnTo>
                  <a:lnTo>
                    <a:pt x="7887197" y="986152"/>
                  </a:lnTo>
                  <a:lnTo>
                    <a:pt x="7891560" y="995482"/>
                  </a:lnTo>
                  <a:lnTo>
                    <a:pt x="7895922" y="1037833"/>
                  </a:lnTo>
                  <a:lnTo>
                    <a:pt x="7900285" y="1036143"/>
                  </a:lnTo>
                  <a:lnTo>
                    <a:pt x="7904648" y="943150"/>
                  </a:lnTo>
                  <a:lnTo>
                    <a:pt x="7909011" y="818488"/>
                  </a:lnTo>
                  <a:lnTo>
                    <a:pt x="7913373" y="849411"/>
                  </a:lnTo>
                  <a:lnTo>
                    <a:pt x="7917736" y="858728"/>
                  </a:lnTo>
                  <a:lnTo>
                    <a:pt x="7922099" y="848576"/>
                  </a:lnTo>
                  <a:lnTo>
                    <a:pt x="7926462" y="846607"/>
                  </a:lnTo>
                  <a:lnTo>
                    <a:pt x="7930824" y="840738"/>
                  </a:lnTo>
                  <a:lnTo>
                    <a:pt x="7935187" y="850553"/>
                  </a:lnTo>
                  <a:lnTo>
                    <a:pt x="7939550" y="861555"/>
                  </a:lnTo>
                  <a:lnTo>
                    <a:pt x="7943913" y="852538"/>
                  </a:lnTo>
                  <a:lnTo>
                    <a:pt x="7948275" y="809531"/>
                  </a:lnTo>
                  <a:lnTo>
                    <a:pt x="7952638" y="779989"/>
                  </a:lnTo>
                  <a:lnTo>
                    <a:pt x="7957001" y="796805"/>
                  </a:lnTo>
                  <a:lnTo>
                    <a:pt x="7961364" y="811373"/>
                  </a:lnTo>
                  <a:lnTo>
                    <a:pt x="7965726" y="818803"/>
                  </a:lnTo>
                  <a:lnTo>
                    <a:pt x="7970089" y="877958"/>
                  </a:lnTo>
                  <a:lnTo>
                    <a:pt x="7974452" y="981804"/>
                  </a:lnTo>
                  <a:lnTo>
                    <a:pt x="7978815" y="998464"/>
                  </a:lnTo>
                  <a:lnTo>
                    <a:pt x="7983177" y="972156"/>
                  </a:lnTo>
                  <a:lnTo>
                    <a:pt x="7987540" y="924907"/>
                  </a:lnTo>
                  <a:lnTo>
                    <a:pt x="7991903" y="926290"/>
                  </a:lnTo>
                  <a:lnTo>
                    <a:pt x="7996266" y="926290"/>
                  </a:lnTo>
                  <a:lnTo>
                    <a:pt x="8000628" y="926290"/>
                  </a:lnTo>
                  <a:lnTo>
                    <a:pt x="8004991" y="995013"/>
                  </a:lnTo>
                  <a:lnTo>
                    <a:pt x="8009354" y="974736"/>
                  </a:lnTo>
                  <a:lnTo>
                    <a:pt x="8013717" y="1041383"/>
                  </a:lnTo>
                  <a:lnTo>
                    <a:pt x="8018079" y="1037205"/>
                  </a:lnTo>
                  <a:lnTo>
                    <a:pt x="8022442" y="986848"/>
                  </a:lnTo>
                  <a:lnTo>
                    <a:pt x="8026805" y="944199"/>
                  </a:lnTo>
                  <a:lnTo>
                    <a:pt x="8031168" y="934895"/>
                  </a:lnTo>
                  <a:lnTo>
                    <a:pt x="8035530" y="905694"/>
                  </a:lnTo>
                  <a:lnTo>
                    <a:pt x="8039893" y="951326"/>
                  </a:lnTo>
                  <a:lnTo>
                    <a:pt x="8044256" y="954463"/>
                  </a:lnTo>
                  <a:lnTo>
                    <a:pt x="8048619" y="960725"/>
                  </a:lnTo>
                  <a:lnTo>
                    <a:pt x="8052981" y="932015"/>
                  </a:lnTo>
                  <a:lnTo>
                    <a:pt x="8057344" y="933015"/>
                  </a:lnTo>
                  <a:lnTo>
                    <a:pt x="8061707" y="944137"/>
                  </a:lnTo>
                  <a:lnTo>
                    <a:pt x="8066070" y="909498"/>
                  </a:lnTo>
                  <a:lnTo>
                    <a:pt x="8070432" y="852316"/>
                  </a:lnTo>
                  <a:lnTo>
                    <a:pt x="8074795" y="845319"/>
                  </a:lnTo>
                  <a:lnTo>
                    <a:pt x="8079158" y="744536"/>
                  </a:lnTo>
                  <a:lnTo>
                    <a:pt x="8083521" y="709680"/>
                  </a:lnTo>
                  <a:lnTo>
                    <a:pt x="8087883" y="736419"/>
                  </a:lnTo>
                  <a:lnTo>
                    <a:pt x="8092246" y="804548"/>
                  </a:lnTo>
                  <a:lnTo>
                    <a:pt x="8096609" y="814415"/>
                  </a:lnTo>
                  <a:lnTo>
                    <a:pt x="8100972" y="835996"/>
                  </a:lnTo>
                  <a:lnTo>
                    <a:pt x="8105334" y="851445"/>
                  </a:lnTo>
                  <a:lnTo>
                    <a:pt x="8109697" y="824558"/>
                  </a:lnTo>
                  <a:lnTo>
                    <a:pt x="8114060" y="774783"/>
                  </a:lnTo>
                  <a:lnTo>
                    <a:pt x="8118423" y="824442"/>
                  </a:lnTo>
                  <a:lnTo>
                    <a:pt x="8122785" y="845624"/>
                  </a:lnTo>
                  <a:lnTo>
                    <a:pt x="8127148" y="851545"/>
                  </a:lnTo>
                  <a:lnTo>
                    <a:pt x="8131511" y="887402"/>
                  </a:lnTo>
                  <a:lnTo>
                    <a:pt x="8135874" y="973086"/>
                  </a:lnTo>
                  <a:lnTo>
                    <a:pt x="8140236" y="1019457"/>
                  </a:lnTo>
                  <a:lnTo>
                    <a:pt x="8144599" y="1117701"/>
                  </a:lnTo>
                  <a:lnTo>
                    <a:pt x="8148962" y="1249305"/>
                  </a:lnTo>
                  <a:lnTo>
                    <a:pt x="8153325" y="1241223"/>
                  </a:lnTo>
                  <a:lnTo>
                    <a:pt x="8157687" y="1226966"/>
                  </a:lnTo>
                  <a:lnTo>
                    <a:pt x="8162050" y="1171089"/>
                  </a:lnTo>
                  <a:lnTo>
                    <a:pt x="8166413" y="1074575"/>
                  </a:lnTo>
                  <a:lnTo>
                    <a:pt x="8170776" y="1024453"/>
                  </a:lnTo>
                  <a:lnTo>
                    <a:pt x="8175138" y="1003379"/>
                  </a:lnTo>
                  <a:lnTo>
                    <a:pt x="8179501" y="1049812"/>
                  </a:lnTo>
                  <a:lnTo>
                    <a:pt x="8183864" y="1021159"/>
                  </a:lnTo>
                  <a:lnTo>
                    <a:pt x="8188227" y="1016252"/>
                  </a:lnTo>
                  <a:lnTo>
                    <a:pt x="8192589" y="1016252"/>
                  </a:lnTo>
                  <a:lnTo>
                    <a:pt x="8196952" y="1016252"/>
                  </a:lnTo>
                  <a:lnTo>
                    <a:pt x="8201315" y="1087610"/>
                  </a:lnTo>
                  <a:lnTo>
                    <a:pt x="8205678" y="1071804"/>
                  </a:lnTo>
                  <a:lnTo>
                    <a:pt x="8210040" y="1094142"/>
                  </a:lnTo>
                  <a:lnTo>
                    <a:pt x="8214403" y="1092607"/>
                  </a:lnTo>
                  <a:lnTo>
                    <a:pt x="8218766" y="1120920"/>
                  </a:lnTo>
                  <a:lnTo>
                    <a:pt x="8223129" y="1138963"/>
                  </a:lnTo>
                  <a:lnTo>
                    <a:pt x="8227491" y="1125783"/>
                  </a:lnTo>
                  <a:lnTo>
                    <a:pt x="8231854" y="1119308"/>
                  </a:lnTo>
                  <a:lnTo>
                    <a:pt x="8236217" y="1175133"/>
                  </a:lnTo>
                  <a:lnTo>
                    <a:pt x="8240580" y="1245249"/>
                  </a:lnTo>
                  <a:lnTo>
                    <a:pt x="8244942" y="1233258"/>
                  </a:lnTo>
                  <a:lnTo>
                    <a:pt x="8249305" y="1303612"/>
                  </a:lnTo>
                  <a:lnTo>
                    <a:pt x="8253668" y="1305586"/>
                  </a:lnTo>
                  <a:lnTo>
                    <a:pt x="8258031" y="1235830"/>
                  </a:lnTo>
                  <a:lnTo>
                    <a:pt x="8262393" y="1166037"/>
                  </a:lnTo>
                  <a:lnTo>
                    <a:pt x="8266756" y="1122162"/>
                  </a:lnTo>
                  <a:lnTo>
                    <a:pt x="8271119" y="1132187"/>
                  </a:lnTo>
                  <a:lnTo>
                    <a:pt x="8275482" y="1035820"/>
                  </a:lnTo>
                  <a:lnTo>
                    <a:pt x="8279844" y="1022151"/>
                  </a:lnTo>
                  <a:lnTo>
                    <a:pt x="8284207" y="999662"/>
                  </a:lnTo>
                  <a:lnTo>
                    <a:pt x="8288570" y="973086"/>
                  </a:lnTo>
                  <a:lnTo>
                    <a:pt x="8292933" y="1030311"/>
                  </a:lnTo>
                  <a:lnTo>
                    <a:pt x="8297295" y="1038594"/>
                  </a:lnTo>
                  <a:lnTo>
                    <a:pt x="8301658" y="1030311"/>
                  </a:lnTo>
                  <a:lnTo>
                    <a:pt x="8306021" y="1023503"/>
                  </a:lnTo>
                  <a:lnTo>
                    <a:pt x="8310384" y="1035820"/>
                  </a:lnTo>
                  <a:lnTo>
                    <a:pt x="8314746" y="1038969"/>
                  </a:lnTo>
                  <a:lnTo>
                    <a:pt x="8319109" y="1032805"/>
                  </a:lnTo>
                  <a:lnTo>
                    <a:pt x="8323472" y="1016252"/>
                  </a:lnTo>
                  <a:lnTo>
                    <a:pt x="8327835" y="1091101"/>
                  </a:lnTo>
                  <a:lnTo>
                    <a:pt x="8332197" y="1156300"/>
                  </a:lnTo>
                  <a:lnTo>
                    <a:pt x="8336560" y="1171175"/>
                  </a:lnTo>
                  <a:lnTo>
                    <a:pt x="8340923" y="1202183"/>
                  </a:lnTo>
                  <a:lnTo>
                    <a:pt x="8345286" y="1209059"/>
                  </a:lnTo>
                  <a:lnTo>
                    <a:pt x="8349648" y="1254714"/>
                  </a:lnTo>
                  <a:lnTo>
                    <a:pt x="8354011" y="1309984"/>
                  </a:lnTo>
                  <a:lnTo>
                    <a:pt x="8358374" y="1309984"/>
                  </a:lnTo>
                  <a:lnTo>
                    <a:pt x="8362737" y="1332581"/>
                  </a:lnTo>
                  <a:lnTo>
                    <a:pt x="8367099" y="1380747"/>
                  </a:lnTo>
                  <a:lnTo>
                    <a:pt x="8371462" y="1433506"/>
                  </a:lnTo>
                  <a:lnTo>
                    <a:pt x="8375825" y="1433506"/>
                  </a:lnTo>
                  <a:lnTo>
                    <a:pt x="8375825" y="1592874"/>
                  </a:lnTo>
                  <a:lnTo>
                    <a:pt x="8371462" y="1592874"/>
                  </a:lnTo>
                  <a:lnTo>
                    <a:pt x="8367099" y="1592874"/>
                  </a:lnTo>
                  <a:lnTo>
                    <a:pt x="8362737" y="1592874"/>
                  </a:lnTo>
                  <a:lnTo>
                    <a:pt x="8358374" y="1592874"/>
                  </a:lnTo>
                  <a:lnTo>
                    <a:pt x="8354011" y="1592874"/>
                  </a:lnTo>
                  <a:lnTo>
                    <a:pt x="8349648" y="1592874"/>
                  </a:lnTo>
                  <a:lnTo>
                    <a:pt x="8345286" y="1592874"/>
                  </a:lnTo>
                  <a:lnTo>
                    <a:pt x="8340923" y="1592874"/>
                  </a:lnTo>
                  <a:lnTo>
                    <a:pt x="8336560" y="1592874"/>
                  </a:lnTo>
                  <a:lnTo>
                    <a:pt x="8332197" y="1592874"/>
                  </a:lnTo>
                  <a:lnTo>
                    <a:pt x="8327835" y="1592874"/>
                  </a:lnTo>
                  <a:lnTo>
                    <a:pt x="8323472" y="1592874"/>
                  </a:lnTo>
                  <a:lnTo>
                    <a:pt x="8319109" y="1592874"/>
                  </a:lnTo>
                  <a:lnTo>
                    <a:pt x="8314746" y="1592874"/>
                  </a:lnTo>
                  <a:lnTo>
                    <a:pt x="8310384" y="1592874"/>
                  </a:lnTo>
                  <a:lnTo>
                    <a:pt x="8306021" y="1592874"/>
                  </a:lnTo>
                  <a:lnTo>
                    <a:pt x="8301658" y="1592874"/>
                  </a:lnTo>
                  <a:lnTo>
                    <a:pt x="8297295" y="1592874"/>
                  </a:lnTo>
                  <a:lnTo>
                    <a:pt x="8292933" y="1592874"/>
                  </a:lnTo>
                  <a:lnTo>
                    <a:pt x="8288570" y="1592874"/>
                  </a:lnTo>
                  <a:lnTo>
                    <a:pt x="8284207" y="1592874"/>
                  </a:lnTo>
                  <a:lnTo>
                    <a:pt x="8279844" y="1592874"/>
                  </a:lnTo>
                  <a:lnTo>
                    <a:pt x="8275482" y="1592874"/>
                  </a:lnTo>
                  <a:lnTo>
                    <a:pt x="8271119" y="1592874"/>
                  </a:lnTo>
                  <a:lnTo>
                    <a:pt x="8266756" y="1592874"/>
                  </a:lnTo>
                  <a:lnTo>
                    <a:pt x="8262393" y="1592874"/>
                  </a:lnTo>
                  <a:lnTo>
                    <a:pt x="8258031" y="1592874"/>
                  </a:lnTo>
                  <a:lnTo>
                    <a:pt x="8253668" y="1592874"/>
                  </a:lnTo>
                  <a:lnTo>
                    <a:pt x="8249305" y="1592874"/>
                  </a:lnTo>
                  <a:lnTo>
                    <a:pt x="8244942" y="1592874"/>
                  </a:lnTo>
                  <a:lnTo>
                    <a:pt x="8240580" y="1592874"/>
                  </a:lnTo>
                  <a:lnTo>
                    <a:pt x="8236217" y="1592874"/>
                  </a:lnTo>
                  <a:lnTo>
                    <a:pt x="8231854" y="1592874"/>
                  </a:lnTo>
                  <a:lnTo>
                    <a:pt x="8227491" y="1592874"/>
                  </a:lnTo>
                  <a:lnTo>
                    <a:pt x="8223129" y="1592874"/>
                  </a:lnTo>
                  <a:lnTo>
                    <a:pt x="8218766" y="1592874"/>
                  </a:lnTo>
                  <a:lnTo>
                    <a:pt x="8214403" y="1592874"/>
                  </a:lnTo>
                  <a:lnTo>
                    <a:pt x="8210040" y="1592874"/>
                  </a:lnTo>
                  <a:lnTo>
                    <a:pt x="8205678" y="1592874"/>
                  </a:lnTo>
                  <a:lnTo>
                    <a:pt x="8201315" y="1592874"/>
                  </a:lnTo>
                  <a:lnTo>
                    <a:pt x="8196952" y="1592874"/>
                  </a:lnTo>
                  <a:lnTo>
                    <a:pt x="8192589" y="1592874"/>
                  </a:lnTo>
                  <a:lnTo>
                    <a:pt x="8188227" y="1592874"/>
                  </a:lnTo>
                  <a:lnTo>
                    <a:pt x="8183864" y="1592874"/>
                  </a:lnTo>
                  <a:lnTo>
                    <a:pt x="8179501" y="1592874"/>
                  </a:lnTo>
                  <a:lnTo>
                    <a:pt x="8175138" y="1592874"/>
                  </a:lnTo>
                  <a:lnTo>
                    <a:pt x="8170776" y="1592874"/>
                  </a:lnTo>
                  <a:lnTo>
                    <a:pt x="8166413" y="1592874"/>
                  </a:lnTo>
                  <a:lnTo>
                    <a:pt x="8162050" y="1592874"/>
                  </a:lnTo>
                  <a:lnTo>
                    <a:pt x="8157687" y="1592874"/>
                  </a:lnTo>
                  <a:lnTo>
                    <a:pt x="8153325" y="1592874"/>
                  </a:lnTo>
                  <a:lnTo>
                    <a:pt x="8148962" y="1592874"/>
                  </a:lnTo>
                  <a:lnTo>
                    <a:pt x="8144599" y="1592874"/>
                  </a:lnTo>
                  <a:lnTo>
                    <a:pt x="8140236" y="1592874"/>
                  </a:lnTo>
                  <a:lnTo>
                    <a:pt x="8135874" y="1592874"/>
                  </a:lnTo>
                  <a:lnTo>
                    <a:pt x="8131511" y="1592874"/>
                  </a:lnTo>
                  <a:lnTo>
                    <a:pt x="8127148" y="1592874"/>
                  </a:lnTo>
                  <a:lnTo>
                    <a:pt x="8122785" y="1592874"/>
                  </a:lnTo>
                  <a:lnTo>
                    <a:pt x="8118423" y="1592874"/>
                  </a:lnTo>
                  <a:lnTo>
                    <a:pt x="8114060" y="1592874"/>
                  </a:lnTo>
                  <a:lnTo>
                    <a:pt x="8109697" y="1592874"/>
                  </a:lnTo>
                  <a:lnTo>
                    <a:pt x="8105334" y="1592874"/>
                  </a:lnTo>
                  <a:lnTo>
                    <a:pt x="8100972" y="1592874"/>
                  </a:lnTo>
                  <a:lnTo>
                    <a:pt x="8096609" y="1592874"/>
                  </a:lnTo>
                  <a:lnTo>
                    <a:pt x="8092246" y="1592874"/>
                  </a:lnTo>
                  <a:lnTo>
                    <a:pt x="8087883" y="1592874"/>
                  </a:lnTo>
                  <a:lnTo>
                    <a:pt x="8083521" y="1592874"/>
                  </a:lnTo>
                  <a:lnTo>
                    <a:pt x="8079158" y="1592874"/>
                  </a:lnTo>
                  <a:lnTo>
                    <a:pt x="8074795" y="1592874"/>
                  </a:lnTo>
                  <a:lnTo>
                    <a:pt x="8070432" y="1592874"/>
                  </a:lnTo>
                  <a:lnTo>
                    <a:pt x="8066070" y="1592874"/>
                  </a:lnTo>
                  <a:lnTo>
                    <a:pt x="8061707" y="1592874"/>
                  </a:lnTo>
                  <a:lnTo>
                    <a:pt x="8057344" y="1592874"/>
                  </a:lnTo>
                  <a:lnTo>
                    <a:pt x="8052981" y="1592874"/>
                  </a:lnTo>
                  <a:lnTo>
                    <a:pt x="8048619" y="1592874"/>
                  </a:lnTo>
                  <a:lnTo>
                    <a:pt x="8044256" y="1592874"/>
                  </a:lnTo>
                  <a:lnTo>
                    <a:pt x="8039893" y="1592874"/>
                  </a:lnTo>
                  <a:lnTo>
                    <a:pt x="8035530" y="1592874"/>
                  </a:lnTo>
                  <a:lnTo>
                    <a:pt x="8031168" y="1592874"/>
                  </a:lnTo>
                  <a:lnTo>
                    <a:pt x="8026805" y="1592874"/>
                  </a:lnTo>
                  <a:lnTo>
                    <a:pt x="8022442" y="1592874"/>
                  </a:lnTo>
                  <a:lnTo>
                    <a:pt x="8018079" y="1592874"/>
                  </a:lnTo>
                  <a:lnTo>
                    <a:pt x="8013717" y="1592874"/>
                  </a:lnTo>
                  <a:lnTo>
                    <a:pt x="8009354" y="1592874"/>
                  </a:lnTo>
                  <a:lnTo>
                    <a:pt x="8004991" y="1592874"/>
                  </a:lnTo>
                  <a:lnTo>
                    <a:pt x="8000628" y="1592874"/>
                  </a:lnTo>
                  <a:lnTo>
                    <a:pt x="7996266" y="1592874"/>
                  </a:lnTo>
                  <a:lnTo>
                    <a:pt x="7991903" y="1592874"/>
                  </a:lnTo>
                  <a:lnTo>
                    <a:pt x="7987540" y="1592874"/>
                  </a:lnTo>
                  <a:lnTo>
                    <a:pt x="7983177" y="1592874"/>
                  </a:lnTo>
                  <a:lnTo>
                    <a:pt x="7978815" y="1592874"/>
                  </a:lnTo>
                  <a:lnTo>
                    <a:pt x="7974452" y="1592874"/>
                  </a:lnTo>
                  <a:lnTo>
                    <a:pt x="7970089" y="1592874"/>
                  </a:lnTo>
                  <a:lnTo>
                    <a:pt x="7965726" y="1592874"/>
                  </a:lnTo>
                  <a:lnTo>
                    <a:pt x="7961364" y="1592874"/>
                  </a:lnTo>
                  <a:lnTo>
                    <a:pt x="7957001" y="1592874"/>
                  </a:lnTo>
                  <a:lnTo>
                    <a:pt x="7952638" y="1592874"/>
                  </a:lnTo>
                  <a:lnTo>
                    <a:pt x="7948275" y="1592874"/>
                  </a:lnTo>
                  <a:lnTo>
                    <a:pt x="7943913" y="1592874"/>
                  </a:lnTo>
                  <a:lnTo>
                    <a:pt x="7939550" y="1592874"/>
                  </a:lnTo>
                  <a:lnTo>
                    <a:pt x="7935187" y="1592874"/>
                  </a:lnTo>
                  <a:lnTo>
                    <a:pt x="7930824" y="1592874"/>
                  </a:lnTo>
                  <a:lnTo>
                    <a:pt x="7926462" y="1592874"/>
                  </a:lnTo>
                  <a:lnTo>
                    <a:pt x="7922099" y="1592874"/>
                  </a:lnTo>
                  <a:lnTo>
                    <a:pt x="7917736" y="1592874"/>
                  </a:lnTo>
                  <a:lnTo>
                    <a:pt x="7913373" y="1592874"/>
                  </a:lnTo>
                  <a:lnTo>
                    <a:pt x="7909011" y="1592874"/>
                  </a:lnTo>
                  <a:lnTo>
                    <a:pt x="7904648" y="1592874"/>
                  </a:lnTo>
                  <a:lnTo>
                    <a:pt x="7900285" y="1592874"/>
                  </a:lnTo>
                  <a:lnTo>
                    <a:pt x="7895922" y="1592874"/>
                  </a:lnTo>
                  <a:lnTo>
                    <a:pt x="7891560" y="1592874"/>
                  </a:lnTo>
                  <a:lnTo>
                    <a:pt x="7887197" y="1592874"/>
                  </a:lnTo>
                  <a:lnTo>
                    <a:pt x="7882834" y="1592874"/>
                  </a:lnTo>
                  <a:lnTo>
                    <a:pt x="7878471" y="1592874"/>
                  </a:lnTo>
                  <a:lnTo>
                    <a:pt x="7874109" y="1592874"/>
                  </a:lnTo>
                  <a:lnTo>
                    <a:pt x="7869746" y="1592874"/>
                  </a:lnTo>
                  <a:lnTo>
                    <a:pt x="7865383" y="1592874"/>
                  </a:lnTo>
                  <a:lnTo>
                    <a:pt x="7861020" y="1592874"/>
                  </a:lnTo>
                  <a:lnTo>
                    <a:pt x="7856658" y="1592874"/>
                  </a:lnTo>
                  <a:lnTo>
                    <a:pt x="7852295" y="1592874"/>
                  </a:lnTo>
                  <a:lnTo>
                    <a:pt x="7847932" y="1592874"/>
                  </a:lnTo>
                  <a:lnTo>
                    <a:pt x="7843569" y="1592874"/>
                  </a:lnTo>
                  <a:lnTo>
                    <a:pt x="7839207" y="1592874"/>
                  </a:lnTo>
                  <a:lnTo>
                    <a:pt x="7834844" y="1592874"/>
                  </a:lnTo>
                  <a:lnTo>
                    <a:pt x="7830481" y="1592874"/>
                  </a:lnTo>
                  <a:lnTo>
                    <a:pt x="7826118" y="1592874"/>
                  </a:lnTo>
                  <a:lnTo>
                    <a:pt x="7821756" y="1592874"/>
                  </a:lnTo>
                  <a:lnTo>
                    <a:pt x="7817393" y="1592874"/>
                  </a:lnTo>
                  <a:lnTo>
                    <a:pt x="7813030" y="1592874"/>
                  </a:lnTo>
                  <a:lnTo>
                    <a:pt x="7808667" y="1592874"/>
                  </a:lnTo>
                  <a:lnTo>
                    <a:pt x="7804305" y="1592874"/>
                  </a:lnTo>
                  <a:lnTo>
                    <a:pt x="7799942" y="1592874"/>
                  </a:lnTo>
                  <a:lnTo>
                    <a:pt x="7795579" y="1592874"/>
                  </a:lnTo>
                  <a:lnTo>
                    <a:pt x="7791216" y="1592874"/>
                  </a:lnTo>
                  <a:lnTo>
                    <a:pt x="7786854" y="1592874"/>
                  </a:lnTo>
                  <a:lnTo>
                    <a:pt x="7782491" y="1592874"/>
                  </a:lnTo>
                  <a:lnTo>
                    <a:pt x="7778128" y="1592874"/>
                  </a:lnTo>
                  <a:lnTo>
                    <a:pt x="7773765" y="1592874"/>
                  </a:lnTo>
                  <a:lnTo>
                    <a:pt x="7769403" y="1592874"/>
                  </a:lnTo>
                  <a:lnTo>
                    <a:pt x="7765040" y="1592874"/>
                  </a:lnTo>
                  <a:lnTo>
                    <a:pt x="7760677" y="1592874"/>
                  </a:lnTo>
                  <a:lnTo>
                    <a:pt x="7756314" y="1592874"/>
                  </a:lnTo>
                  <a:lnTo>
                    <a:pt x="7751952" y="1592874"/>
                  </a:lnTo>
                  <a:lnTo>
                    <a:pt x="7747589" y="1592874"/>
                  </a:lnTo>
                  <a:lnTo>
                    <a:pt x="7743226" y="1592874"/>
                  </a:lnTo>
                  <a:lnTo>
                    <a:pt x="7738863" y="1592874"/>
                  </a:lnTo>
                  <a:lnTo>
                    <a:pt x="7734501" y="1592874"/>
                  </a:lnTo>
                  <a:lnTo>
                    <a:pt x="7730138" y="1592874"/>
                  </a:lnTo>
                  <a:lnTo>
                    <a:pt x="7725775" y="1592874"/>
                  </a:lnTo>
                  <a:lnTo>
                    <a:pt x="7721412" y="1592874"/>
                  </a:lnTo>
                  <a:lnTo>
                    <a:pt x="7717050" y="1592874"/>
                  </a:lnTo>
                  <a:lnTo>
                    <a:pt x="7712687" y="1592874"/>
                  </a:lnTo>
                  <a:lnTo>
                    <a:pt x="7708324" y="1592874"/>
                  </a:lnTo>
                  <a:lnTo>
                    <a:pt x="7703961" y="1592874"/>
                  </a:lnTo>
                  <a:lnTo>
                    <a:pt x="7699599" y="1592874"/>
                  </a:lnTo>
                  <a:lnTo>
                    <a:pt x="7695236" y="1592874"/>
                  </a:lnTo>
                  <a:lnTo>
                    <a:pt x="7690873" y="1592874"/>
                  </a:lnTo>
                  <a:lnTo>
                    <a:pt x="7686510" y="1592874"/>
                  </a:lnTo>
                  <a:lnTo>
                    <a:pt x="7682148" y="1592874"/>
                  </a:lnTo>
                  <a:lnTo>
                    <a:pt x="7677785" y="1592874"/>
                  </a:lnTo>
                  <a:lnTo>
                    <a:pt x="7673422" y="1592874"/>
                  </a:lnTo>
                  <a:lnTo>
                    <a:pt x="7669059" y="1592874"/>
                  </a:lnTo>
                  <a:lnTo>
                    <a:pt x="7664697" y="1592874"/>
                  </a:lnTo>
                  <a:lnTo>
                    <a:pt x="7660334" y="1592874"/>
                  </a:lnTo>
                  <a:lnTo>
                    <a:pt x="7655971" y="1592874"/>
                  </a:lnTo>
                  <a:lnTo>
                    <a:pt x="7651608" y="1592874"/>
                  </a:lnTo>
                  <a:lnTo>
                    <a:pt x="7647246" y="1592874"/>
                  </a:lnTo>
                  <a:lnTo>
                    <a:pt x="7642883" y="1592874"/>
                  </a:lnTo>
                  <a:lnTo>
                    <a:pt x="7638520" y="1592874"/>
                  </a:lnTo>
                  <a:lnTo>
                    <a:pt x="7634157" y="1592874"/>
                  </a:lnTo>
                  <a:lnTo>
                    <a:pt x="7629795" y="1592874"/>
                  </a:lnTo>
                  <a:lnTo>
                    <a:pt x="7625432" y="1592874"/>
                  </a:lnTo>
                  <a:lnTo>
                    <a:pt x="7621069" y="1592874"/>
                  </a:lnTo>
                  <a:lnTo>
                    <a:pt x="7616706" y="1592874"/>
                  </a:lnTo>
                  <a:lnTo>
                    <a:pt x="7612344" y="1592874"/>
                  </a:lnTo>
                  <a:lnTo>
                    <a:pt x="7607981" y="1592874"/>
                  </a:lnTo>
                  <a:lnTo>
                    <a:pt x="7603618" y="1592874"/>
                  </a:lnTo>
                  <a:lnTo>
                    <a:pt x="7599255" y="1592874"/>
                  </a:lnTo>
                  <a:lnTo>
                    <a:pt x="7594893" y="1592874"/>
                  </a:lnTo>
                  <a:lnTo>
                    <a:pt x="7590530" y="1592874"/>
                  </a:lnTo>
                  <a:lnTo>
                    <a:pt x="7586167" y="1592874"/>
                  </a:lnTo>
                  <a:lnTo>
                    <a:pt x="7581804" y="1592874"/>
                  </a:lnTo>
                  <a:lnTo>
                    <a:pt x="7577442" y="1592874"/>
                  </a:lnTo>
                  <a:lnTo>
                    <a:pt x="7573079" y="1592874"/>
                  </a:lnTo>
                  <a:lnTo>
                    <a:pt x="7568716" y="1592874"/>
                  </a:lnTo>
                  <a:lnTo>
                    <a:pt x="7564353" y="1592874"/>
                  </a:lnTo>
                  <a:lnTo>
                    <a:pt x="7559991" y="1592874"/>
                  </a:lnTo>
                  <a:lnTo>
                    <a:pt x="7555628" y="1592874"/>
                  </a:lnTo>
                  <a:lnTo>
                    <a:pt x="7551265" y="1592874"/>
                  </a:lnTo>
                  <a:lnTo>
                    <a:pt x="7546902" y="1592874"/>
                  </a:lnTo>
                  <a:lnTo>
                    <a:pt x="7542540" y="1592874"/>
                  </a:lnTo>
                  <a:lnTo>
                    <a:pt x="7538177" y="1592874"/>
                  </a:lnTo>
                  <a:lnTo>
                    <a:pt x="7533814" y="1592874"/>
                  </a:lnTo>
                  <a:lnTo>
                    <a:pt x="7529451" y="1592874"/>
                  </a:lnTo>
                  <a:lnTo>
                    <a:pt x="7525089" y="1592874"/>
                  </a:lnTo>
                  <a:lnTo>
                    <a:pt x="7520726" y="1592874"/>
                  </a:lnTo>
                  <a:lnTo>
                    <a:pt x="7516363" y="1592874"/>
                  </a:lnTo>
                  <a:lnTo>
                    <a:pt x="7512000" y="1592874"/>
                  </a:lnTo>
                  <a:lnTo>
                    <a:pt x="7507638" y="1592874"/>
                  </a:lnTo>
                  <a:lnTo>
                    <a:pt x="7503275" y="1592874"/>
                  </a:lnTo>
                  <a:lnTo>
                    <a:pt x="7498912" y="1592874"/>
                  </a:lnTo>
                  <a:lnTo>
                    <a:pt x="7494549" y="1592874"/>
                  </a:lnTo>
                  <a:lnTo>
                    <a:pt x="7490187" y="1592874"/>
                  </a:lnTo>
                  <a:lnTo>
                    <a:pt x="7485824" y="1592874"/>
                  </a:lnTo>
                  <a:lnTo>
                    <a:pt x="7481461" y="1592874"/>
                  </a:lnTo>
                  <a:lnTo>
                    <a:pt x="7477098" y="1592874"/>
                  </a:lnTo>
                  <a:lnTo>
                    <a:pt x="7472736" y="1592874"/>
                  </a:lnTo>
                  <a:lnTo>
                    <a:pt x="7468373" y="1592874"/>
                  </a:lnTo>
                  <a:lnTo>
                    <a:pt x="7464010" y="1592874"/>
                  </a:lnTo>
                  <a:lnTo>
                    <a:pt x="7459647" y="1592874"/>
                  </a:lnTo>
                  <a:lnTo>
                    <a:pt x="7455285" y="1592874"/>
                  </a:lnTo>
                  <a:lnTo>
                    <a:pt x="7450922" y="1592874"/>
                  </a:lnTo>
                  <a:lnTo>
                    <a:pt x="7446559" y="1592874"/>
                  </a:lnTo>
                  <a:lnTo>
                    <a:pt x="7442196" y="1592874"/>
                  </a:lnTo>
                  <a:lnTo>
                    <a:pt x="7437834" y="1592874"/>
                  </a:lnTo>
                  <a:lnTo>
                    <a:pt x="7433471" y="1592874"/>
                  </a:lnTo>
                  <a:lnTo>
                    <a:pt x="7429108" y="1592874"/>
                  </a:lnTo>
                  <a:lnTo>
                    <a:pt x="7424745" y="1592874"/>
                  </a:lnTo>
                  <a:lnTo>
                    <a:pt x="7420383" y="1592874"/>
                  </a:lnTo>
                  <a:lnTo>
                    <a:pt x="7416020" y="1592874"/>
                  </a:lnTo>
                  <a:lnTo>
                    <a:pt x="7411657" y="1592874"/>
                  </a:lnTo>
                  <a:lnTo>
                    <a:pt x="7407294" y="1592874"/>
                  </a:lnTo>
                  <a:lnTo>
                    <a:pt x="7402932" y="1592874"/>
                  </a:lnTo>
                  <a:lnTo>
                    <a:pt x="7398569" y="1592874"/>
                  </a:lnTo>
                  <a:lnTo>
                    <a:pt x="7394206" y="1592874"/>
                  </a:lnTo>
                  <a:lnTo>
                    <a:pt x="7389843" y="1592874"/>
                  </a:lnTo>
                  <a:lnTo>
                    <a:pt x="7385481" y="1592874"/>
                  </a:lnTo>
                  <a:lnTo>
                    <a:pt x="7381118" y="1592874"/>
                  </a:lnTo>
                  <a:lnTo>
                    <a:pt x="7376755" y="1592874"/>
                  </a:lnTo>
                  <a:lnTo>
                    <a:pt x="7372392" y="1592874"/>
                  </a:lnTo>
                  <a:lnTo>
                    <a:pt x="7368030" y="1592874"/>
                  </a:lnTo>
                  <a:lnTo>
                    <a:pt x="7363667" y="1592874"/>
                  </a:lnTo>
                  <a:lnTo>
                    <a:pt x="7359304" y="1592874"/>
                  </a:lnTo>
                  <a:lnTo>
                    <a:pt x="7354941" y="1592874"/>
                  </a:lnTo>
                  <a:lnTo>
                    <a:pt x="7350579" y="1592874"/>
                  </a:lnTo>
                  <a:lnTo>
                    <a:pt x="7346216" y="1592874"/>
                  </a:lnTo>
                  <a:lnTo>
                    <a:pt x="7341853" y="1592874"/>
                  </a:lnTo>
                  <a:lnTo>
                    <a:pt x="7337490" y="1592874"/>
                  </a:lnTo>
                  <a:lnTo>
                    <a:pt x="7333128" y="1592874"/>
                  </a:lnTo>
                  <a:lnTo>
                    <a:pt x="7328765" y="1592874"/>
                  </a:lnTo>
                  <a:lnTo>
                    <a:pt x="7324402" y="1592874"/>
                  </a:lnTo>
                  <a:lnTo>
                    <a:pt x="7320039" y="1592874"/>
                  </a:lnTo>
                  <a:lnTo>
                    <a:pt x="7315677" y="1592874"/>
                  </a:lnTo>
                  <a:lnTo>
                    <a:pt x="7311314" y="1592874"/>
                  </a:lnTo>
                  <a:lnTo>
                    <a:pt x="7306951" y="1592874"/>
                  </a:lnTo>
                  <a:lnTo>
                    <a:pt x="7302588" y="1592874"/>
                  </a:lnTo>
                  <a:lnTo>
                    <a:pt x="7298226" y="1592874"/>
                  </a:lnTo>
                  <a:lnTo>
                    <a:pt x="7293863" y="1592874"/>
                  </a:lnTo>
                  <a:lnTo>
                    <a:pt x="7289500" y="1592874"/>
                  </a:lnTo>
                  <a:lnTo>
                    <a:pt x="7285137" y="1592874"/>
                  </a:lnTo>
                  <a:lnTo>
                    <a:pt x="7280775" y="1592874"/>
                  </a:lnTo>
                  <a:lnTo>
                    <a:pt x="7276412" y="1592874"/>
                  </a:lnTo>
                  <a:lnTo>
                    <a:pt x="7272049" y="1592874"/>
                  </a:lnTo>
                  <a:lnTo>
                    <a:pt x="7267686" y="1592874"/>
                  </a:lnTo>
                  <a:lnTo>
                    <a:pt x="7263324" y="1592874"/>
                  </a:lnTo>
                  <a:lnTo>
                    <a:pt x="7258961" y="1592874"/>
                  </a:lnTo>
                  <a:lnTo>
                    <a:pt x="7254598" y="1592874"/>
                  </a:lnTo>
                  <a:lnTo>
                    <a:pt x="7250235" y="1592874"/>
                  </a:lnTo>
                  <a:lnTo>
                    <a:pt x="7245873" y="1592874"/>
                  </a:lnTo>
                  <a:lnTo>
                    <a:pt x="7241510" y="1592874"/>
                  </a:lnTo>
                  <a:lnTo>
                    <a:pt x="7237147" y="1592874"/>
                  </a:lnTo>
                  <a:lnTo>
                    <a:pt x="7232784" y="1592874"/>
                  </a:lnTo>
                  <a:lnTo>
                    <a:pt x="7228422" y="1592874"/>
                  </a:lnTo>
                  <a:lnTo>
                    <a:pt x="7224059" y="1592874"/>
                  </a:lnTo>
                  <a:lnTo>
                    <a:pt x="7219696" y="1592874"/>
                  </a:lnTo>
                  <a:lnTo>
                    <a:pt x="7215333" y="1592874"/>
                  </a:lnTo>
                  <a:lnTo>
                    <a:pt x="7210971" y="1592874"/>
                  </a:lnTo>
                  <a:lnTo>
                    <a:pt x="7206608" y="1592874"/>
                  </a:lnTo>
                  <a:lnTo>
                    <a:pt x="7202245" y="1592874"/>
                  </a:lnTo>
                  <a:lnTo>
                    <a:pt x="7197882" y="1592874"/>
                  </a:lnTo>
                  <a:lnTo>
                    <a:pt x="7193520" y="1592874"/>
                  </a:lnTo>
                  <a:lnTo>
                    <a:pt x="7189157" y="1592874"/>
                  </a:lnTo>
                  <a:lnTo>
                    <a:pt x="7184794" y="1592874"/>
                  </a:lnTo>
                  <a:lnTo>
                    <a:pt x="7180431" y="1592874"/>
                  </a:lnTo>
                  <a:lnTo>
                    <a:pt x="7176069" y="1592874"/>
                  </a:lnTo>
                  <a:lnTo>
                    <a:pt x="7171706" y="1592874"/>
                  </a:lnTo>
                  <a:lnTo>
                    <a:pt x="7167343" y="1592874"/>
                  </a:lnTo>
                  <a:lnTo>
                    <a:pt x="7162980" y="1592874"/>
                  </a:lnTo>
                  <a:lnTo>
                    <a:pt x="7158618" y="1592874"/>
                  </a:lnTo>
                  <a:lnTo>
                    <a:pt x="7154255" y="1592874"/>
                  </a:lnTo>
                  <a:lnTo>
                    <a:pt x="7149892" y="1592874"/>
                  </a:lnTo>
                  <a:lnTo>
                    <a:pt x="7145529" y="1592874"/>
                  </a:lnTo>
                  <a:lnTo>
                    <a:pt x="7141167" y="1592874"/>
                  </a:lnTo>
                  <a:lnTo>
                    <a:pt x="7136804" y="1592874"/>
                  </a:lnTo>
                  <a:lnTo>
                    <a:pt x="7132441" y="1592874"/>
                  </a:lnTo>
                  <a:lnTo>
                    <a:pt x="7128078" y="1592874"/>
                  </a:lnTo>
                  <a:lnTo>
                    <a:pt x="7123716" y="1592874"/>
                  </a:lnTo>
                  <a:lnTo>
                    <a:pt x="7119353" y="1592874"/>
                  </a:lnTo>
                  <a:lnTo>
                    <a:pt x="7114990" y="1592874"/>
                  </a:lnTo>
                  <a:lnTo>
                    <a:pt x="7110627" y="1592874"/>
                  </a:lnTo>
                  <a:lnTo>
                    <a:pt x="7106265" y="1592874"/>
                  </a:lnTo>
                  <a:lnTo>
                    <a:pt x="7101902" y="1592874"/>
                  </a:lnTo>
                  <a:lnTo>
                    <a:pt x="7097539" y="1592874"/>
                  </a:lnTo>
                  <a:lnTo>
                    <a:pt x="7093176" y="1592874"/>
                  </a:lnTo>
                  <a:lnTo>
                    <a:pt x="7088814" y="1592874"/>
                  </a:lnTo>
                  <a:lnTo>
                    <a:pt x="7084451" y="1592874"/>
                  </a:lnTo>
                  <a:lnTo>
                    <a:pt x="7080088" y="1592874"/>
                  </a:lnTo>
                  <a:lnTo>
                    <a:pt x="7075725" y="1592874"/>
                  </a:lnTo>
                  <a:lnTo>
                    <a:pt x="7071363" y="1592874"/>
                  </a:lnTo>
                  <a:lnTo>
                    <a:pt x="7067000" y="1592874"/>
                  </a:lnTo>
                  <a:lnTo>
                    <a:pt x="7062637" y="1592874"/>
                  </a:lnTo>
                  <a:lnTo>
                    <a:pt x="7058274" y="1592874"/>
                  </a:lnTo>
                  <a:lnTo>
                    <a:pt x="7053912" y="1592874"/>
                  </a:lnTo>
                  <a:lnTo>
                    <a:pt x="7049549" y="1592874"/>
                  </a:lnTo>
                  <a:lnTo>
                    <a:pt x="7045186" y="1592874"/>
                  </a:lnTo>
                  <a:lnTo>
                    <a:pt x="7040823" y="1592874"/>
                  </a:lnTo>
                  <a:lnTo>
                    <a:pt x="7036461" y="1592874"/>
                  </a:lnTo>
                  <a:lnTo>
                    <a:pt x="7032098" y="1592874"/>
                  </a:lnTo>
                  <a:lnTo>
                    <a:pt x="7027735" y="1592874"/>
                  </a:lnTo>
                  <a:lnTo>
                    <a:pt x="7023372" y="1592874"/>
                  </a:lnTo>
                  <a:lnTo>
                    <a:pt x="7019010" y="1592874"/>
                  </a:lnTo>
                  <a:lnTo>
                    <a:pt x="7014647" y="1592874"/>
                  </a:lnTo>
                  <a:lnTo>
                    <a:pt x="7010284" y="1592874"/>
                  </a:lnTo>
                  <a:lnTo>
                    <a:pt x="7005921" y="1592874"/>
                  </a:lnTo>
                  <a:lnTo>
                    <a:pt x="7001559" y="1592874"/>
                  </a:lnTo>
                  <a:lnTo>
                    <a:pt x="6997196" y="1592874"/>
                  </a:lnTo>
                  <a:lnTo>
                    <a:pt x="6992833" y="1592874"/>
                  </a:lnTo>
                  <a:lnTo>
                    <a:pt x="6988470" y="1592874"/>
                  </a:lnTo>
                  <a:lnTo>
                    <a:pt x="6984108" y="1592874"/>
                  </a:lnTo>
                  <a:lnTo>
                    <a:pt x="6979745" y="1592874"/>
                  </a:lnTo>
                  <a:lnTo>
                    <a:pt x="6975382" y="1592874"/>
                  </a:lnTo>
                  <a:lnTo>
                    <a:pt x="6971019" y="1592874"/>
                  </a:lnTo>
                  <a:lnTo>
                    <a:pt x="6966657" y="1592874"/>
                  </a:lnTo>
                  <a:lnTo>
                    <a:pt x="6962294" y="1592874"/>
                  </a:lnTo>
                  <a:lnTo>
                    <a:pt x="6957931" y="1592874"/>
                  </a:lnTo>
                  <a:lnTo>
                    <a:pt x="6953568" y="1592874"/>
                  </a:lnTo>
                  <a:lnTo>
                    <a:pt x="6949206" y="1592874"/>
                  </a:lnTo>
                  <a:lnTo>
                    <a:pt x="6944843" y="1592874"/>
                  </a:lnTo>
                  <a:lnTo>
                    <a:pt x="6940480" y="1592874"/>
                  </a:lnTo>
                  <a:lnTo>
                    <a:pt x="6936117" y="1592874"/>
                  </a:lnTo>
                  <a:lnTo>
                    <a:pt x="6931755" y="1592874"/>
                  </a:lnTo>
                  <a:lnTo>
                    <a:pt x="6927392" y="1592874"/>
                  </a:lnTo>
                  <a:lnTo>
                    <a:pt x="6923029" y="1592874"/>
                  </a:lnTo>
                  <a:lnTo>
                    <a:pt x="6918666" y="1592874"/>
                  </a:lnTo>
                  <a:lnTo>
                    <a:pt x="6914304" y="1592874"/>
                  </a:lnTo>
                  <a:lnTo>
                    <a:pt x="6909941" y="1592874"/>
                  </a:lnTo>
                  <a:lnTo>
                    <a:pt x="6905578" y="1592874"/>
                  </a:lnTo>
                  <a:lnTo>
                    <a:pt x="6901215" y="1592874"/>
                  </a:lnTo>
                  <a:lnTo>
                    <a:pt x="6896853" y="1592874"/>
                  </a:lnTo>
                  <a:lnTo>
                    <a:pt x="6892490" y="1592874"/>
                  </a:lnTo>
                  <a:lnTo>
                    <a:pt x="6888127" y="1592874"/>
                  </a:lnTo>
                  <a:lnTo>
                    <a:pt x="6883764" y="1592874"/>
                  </a:lnTo>
                  <a:lnTo>
                    <a:pt x="6879402" y="1592874"/>
                  </a:lnTo>
                  <a:lnTo>
                    <a:pt x="6875039" y="1592874"/>
                  </a:lnTo>
                  <a:lnTo>
                    <a:pt x="6870676" y="1592874"/>
                  </a:lnTo>
                  <a:lnTo>
                    <a:pt x="6866313" y="1592874"/>
                  </a:lnTo>
                  <a:lnTo>
                    <a:pt x="6861951" y="1592874"/>
                  </a:lnTo>
                  <a:lnTo>
                    <a:pt x="6857588" y="1592874"/>
                  </a:lnTo>
                  <a:lnTo>
                    <a:pt x="6853225" y="1592874"/>
                  </a:lnTo>
                  <a:lnTo>
                    <a:pt x="6848862" y="1592874"/>
                  </a:lnTo>
                  <a:lnTo>
                    <a:pt x="6844500" y="1592874"/>
                  </a:lnTo>
                  <a:lnTo>
                    <a:pt x="6840137" y="1592874"/>
                  </a:lnTo>
                  <a:lnTo>
                    <a:pt x="6835774" y="1592874"/>
                  </a:lnTo>
                  <a:lnTo>
                    <a:pt x="6831411" y="1592874"/>
                  </a:lnTo>
                  <a:lnTo>
                    <a:pt x="6827049" y="1592874"/>
                  </a:lnTo>
                  <a:lnTo>
                    <a:pt x="6822686" y="1592874"/>
                  </a:lnTo>
                  <a:lnTo>
                    <a:pt x="6818323" y="1592874"/>
                  </a:lnTo>
                  <a:lnTo>
                    <a:pt x="6813960" y="1592874"/>
                  </a:lnTo>
                  <a:lnTo>
                    <a:pt x="6809598" y="1592874"/>
                  </a:lnTo>
                  <a:lnTo>
                    <a:pt x="6805235" y="1592874"/>
                  </a:lnTo>
                  <a:lnTo>
                    <a:pt x="6800872" y="1592874"/>
                  </a:lnTo>
                  <a:lnTo>
                    <a:pt x="6796509" y="1592874"/>
                  </a:lnTo>
                  <a:lnTo>
                    <a:pt x="6792147" y="1592874"/>
                  </a:lnTo>
                  <a:lnTo>
                    <a:pt x="6787784" y="1592874"/>
                  </a:lnTo>
                  <a:lnTo>
                    <a:pt x="6783421" y="1592874"/>
                  </a:lnTo>
                  <a:lnTo>
                    <a:pt x="6779058" y="1592874"/>
                  </a:lnTo>
                  <a:lnTo>
                    <a:pt x="6774696" y="1592874"/>
                  </a:lnTo>
                  <a:lnTo>
                    <a:pt x="6770333" y="1592874"/>
                  </a:lnTo>
                  <a:lnTo>
                    <a:pt x="6765970" y="1592874"/>
                  </a:lnTo>
                  <a:lnTo>
                    <a:pt x="6761607" y="1592874"/>
                  </a:lnTo>
                  <a:lnTo>
                    <a:pt x="6757245" y="1592874"/>
                  </a:lnTo>
                  <a:lnTo>
                    <a:pt x="6752882" y="1592874"/>
                  </a:lnTo>
                  <a:lnTo>
                    <a:pt x="6748519" y="1592874"/>
                  </a:lnTo>
                  <a:lnTo>
                    <a:pt x="6744156" y="1592874"/>
                  </a:lnTo>
                  <a:lnTo>
                    <a:pt x="6739794" y="1592874"/>
                  </a:lnTo>
                  <a:lnTo>
                    <a:pt x="6735431" y="1592874"/>
                  </a:lnTo>
                  <a:lnTo>
                    <a:pt x="6731068" y="1592874"/>
                  </a:lnTo>
                  <a:lnTo>
                    <a:pt x="6726705" y="1592874"/>
                  </a:lnTo>
                  <a:lnTo>
                    <a:pt x="6722343" y="1592874"/>
                  </a:lnTo>
                  <a:lnTo>
                    <a:pt x="6717980" y="1592874"/>
                  </a:lnTo>
                  <a:lnTo>
                    <a:pt x="6713617" y="1592874"/>
                  </a:lnTo>
                  <a:lnTo>
                    <a:pt x="6709254" y="1592874"/>
                  </a:lnTo>
                  <a:lnTo>
                    <a:pt x="6704892" y="1592874"/>
                  </a:lnTo>
                  <a:lnTo>
                    <a:pt x="6700529" y="1592874"/>
                  </a:lnTo>
                  <a:lnTo>
                    <a:pt x="6696166" y="1592874"/>
                  </a:lnTo>
                  <a:lnTo>
                    <a:pt x="6691803" y="1592874"/>
                  </a:lnTo>
                  <a:lnTo>
                    <a:pt x="6687441" y="1592874"/>
                  </a:lnTo>
                  <a:lnTo>
                    <a:pt x="6683078" y="1592874"/>
                  </a:lnTo>
                  <a:lnTo>
                    <a:pt x="6678715" y="1592874"/>
                  </a:lnTo>
                  <a:lnTo>
                    <a:pt x="6674352" y="1592874"/>
                  </a:lnTo>
                  <a:lnTo>
                    <a:pt x="6669990" y="1592874"/>
                  </a:lnTo>
                  <a:lnTo>
                    <a:pt x="6665627" y="1592874"/>
                  </a:lnTo>
                  <a:lnTo>
                    <a:pt x="6661264" y="1592874"/>
                  </a:lnTo>
                  <a:lnTo>
                    <a:pt x="6656901" y="1592874"/>
                  </a:lnTo>
                  <a:lnTo>
                    <a:pt x="6652539" y="1592874"/>
                  </a:lnTo>
                  <a:lnTo>
                    <a:pt x="6648176" y="1592874"/>
                  </a:lnTo>
                  <a:lnTo>
                    <a:pt x="6643813" y="1592874"/>
                  </a:lnTo>
                  <a:lnTo>
                    <a:pt x="6639450" y="1592874"/>
                  </a:lnTo>
                  <a:lnTo>
                    <a:pt x="6635088" y="1592874"/>
                  </a:lnTo>
                  <a:lnTo>
                    <a:pt x="6630725" y="1592874"/>
                  </a:lnTo>
                  <a:lnTo>
                    <a:pt x="6626362" y="1592874"/>
                  </a:lnTo>
                  <a:lnTo>
                    <a:pt x="6621999" y="1592874"/>
                  </a:lnTo>
                  <a:lnTo>
                    <a:pt x="6617637" y="1592874"/>
                  </a:lnTo>
                  <a:lnTo>
                    <a:pt x="6613274" y="1592874"/>
                  </a:lnTo>
                  <a:lnTo>
                    <a:pt x="6608911" y="1592874"/>
                  </a:lnTo>
                  <a:lnTo>
                    <a:pt x="6604548" y="1592874"/>
                  </a:lnTo>
                  <a:lnTo>
                    <a:pt x="6600186" y="1592874"/>
                  </a:lnTo>
                  <a:lnTo>
                    <a:pt x="6595823" y="1592874"/>
                  </a:lnTo>
                  <a:lnTo>
                    <a:pt x="6591460" y="1592874"/>
                  </a:lnTo>
                  <a:lnTo>
                    <a:pt x="6587097" y="1592874"/>
                  </a:lnTo>
                  <a:lnTo>
                    <a:pt x="6582735" y="1592874"/>
                  </a:lnTo>
                  <a:lnTo>
                    <a:pt x="6578372" y="1592874"/>
                  </a:lnTo>
                  <a:lnTo>
                    <a:pt x="6574009" y="1592874"/>
                  </a:lnTo>
                  <a:lnTo>
                    <a:pt x="6569646" y="1592874"/>
                  </a:lnTo>
                  <a:lnTo>
                    <a:pt x="6565284" y="1592874"/>
                  </a:lnTo>
                  <a:lnTo>
                    <a:pt x="6560921" y="1592874"/>
                  </a:lnTo>
                  <a:lnTo>
                    <a:pt x="6556558" y="1592874"/>
                  </a:lnTo>
                  <a:lnTo>
                    <a:pt x="6552195" y="1592874"/>
                  </a:lnTo>
                  <a:lnTo>
                    <a:pt x="6547833" y="1592874"/>
                  </a:lnTo>
                  <a:lnTo>
                    <a:pt x="6543470" y="1592874"/>
                  </a:lnTo>
                  <a:lnTo>
                    <a:pt x="6539107" y="1592874"/>
                  </a:lnTo>
                  <a:lnTo>
                    <a:pt x="6534744" y="1592874"/>
                  </a:lnTo>
                  <a:lnTo>
                    <a:pt x="6530382" y="1592874"/>
                  </a:lnTo>
                  <a:lnTo>
                    <a:pt x="6526019" y="1592874"/>
                  </a:lnTo>
                  <a:lnTo>
                    <a:pt x="6521656" y="1592874"/>
                  </a:lnTo>
                  <a:lnTo>
                    <a:pt x="6517293" y="1592874"/>
                  </a:lnTo>
                  <a:lnTo>
                    <a:pt x="6512931" y="1592874"/>
                  </a:lnTo>
                  <a:lnTo>
                    <a:pt x="6508568" y="1592874"/>
                  </a:lnTo>
                  <a:lnTo>
                    <a:pt x="6504205" y="1592874"/>
                  </a:lnTo>
                  <a:lnTo>
                    <a:pt x="6499842" y="1592874"/>
                  </a:lnTo>
                  <a:lnTo>
                    <a:pt x="6495480" y="1592874"/>
                  </a:lnTo>
                  <a:lnTo>
                    <a:pt x="6491117" y="1592874"/>
                  </a:lnTo>
                  <a:lnTo>
                    <a:pt x="6486754" y="1592874"/>
                  </a:lnTo>
                  <a:lnTo>
                    <a:pt x="6482391" y="1592874"/>
                  </a:lnTo>
                  <a:lnTo>
                    <a:pt x="6478029" y="1592874"/>
                  </a:lnTo>
                  <a:lnTo>
                    <a:pt x="6473666" y="1592874"/>
                  </a:lnTo>
                  <a:lnTo>
                    <a:pt x="6469303" y="1592874"/>
                  </a:lnTo>
                  <a:lnTo>
                    <a:pt x="6464940" y="1592874"/>
                  </a:lnTo>
                  <a:lnTo>
                    <a:pt x="6460578" y="1592874"/>
                  </a:lnTo>
                  <a:lnTo>
                    <a:pt x="6456215" y="1592874"/>
                  </a:lnTo>
                  <a:lnTo>
                    <a:pt x="6451852" y="1592874"/>
                  </a:lnTo>
                  <a:lnTo>
                    <a:pt x="6447489" y="1592874"/>
                  </a:lnTo>
                  <a:lnTo>
                    <a:pt x="6443127" y="1592874"/>
                  </a:lnTo>
                  <a:lnTo>
                    <a:pt x="6438764" y="1592874"/>
                  </a:lnTo>
                  <a:lnTo>
                    <a:pt x="6434401" y="1592874"/>
                  </a:lnTo>
                  <a:lnTo>
                    <a:pt x="6430038" y="1592874"/>
                  </a:lnTo>
                  <a:lnTo>
                    <a:pt x="6425676" y="1592874"/>
                  </a:lnTo>
                  <a:lnTo>
                    <a:pt x="6421313" y="1592874"/>
                  </a:lnTo>
                  <a:lnTo>
                    <a:pt x="6416950" y="1592874"/>
                  </a:lnTo>
                  <a:lnTo>
                    <a:pt x="6412587" y="1592874"/>
                  </a:lnTo>
                  <a:lnTo>
                    <a:pt x="6408225" y="1592874"/>
                  </a:lnTo>
                  <a:lnTo>
                    <a:pt x="6403862" y="1592874"/>
                  </a:lnTo>
                  <a:lnTo>
                    <a:pt x="6399499" y="1592874"/>
                  </a:lnTo>
                  <a:lnTo>
                    <a:pt x="6395136" y="1592874"/>
                  </a:lnTo>
                  <a:lnTo>
                    <a:pt x="6390774" y="1592874"/>
                  </a:lnTo>
                  <a:lnTo>
                    <a:pt x="6386411" y="1592874"/>
                  </a:lnTo>
                  <a:lnTo>
                    <a:pt x="6382048" y="1592874"/>
                  </a:lnTo>
                  <a:lnTo>
                    <a:pt x="6377685" y="1592874"/>
                  </a:lnTo>
                  <a:lnTo>
                    <a:pt x="6373323" y="1592874"/>
                  </a:lnTo>
                  <a:lnTo>
                    <a:pt x="6368960" y="1592874"/>
                  </a:lnTo>
                  <a:lnTo>
                    <a:pt x="6364597" y="1592874"/>
                  </a:lnTo>
                  <a:lnTo>
                    <a:pt x="6360234" y="1592874"/>
                  </a:lnTo>
                  <a:lnTo>
                    <a:pt x="6355872" y="1592874"/>
                  </a:lnTo>
                  <a:lnTo>
                    <a:pt x="6351509" y="1592874"/>
                  </a:lnTo>
                  <a:lnTo>
                    <a:pt x="6347146" y="1592874"/>
                  </a:lnTo>
                  <a:lnTo>
                    <a:pt x="6342783" y="1592874"/>
                  </a:lnTo>
                  <a:lnTo>
                    <a:pt x="6338421" y="1592874"/>
                  </a:lnTo>
                  <a:lnTo>
                    <a:pt x="6334058" y="1592874"/>
                  </a:lnTo>
                  <a:lnTo>
                    <a:pt x="6329695" y="1592874"/>
                  </a:lnTo>
                  <a:lnTo>
                    <a:pt x="6325332" y="1592874"/>
                  </a:lnTo>
                  <a:lnTo>
                    <a:pt x="6320970" y="1592874"/>
                  </a:lnTo>
                  <a:lnTo>
                    <a:pt x="6316607" y="1592874"/>
                  </a:lnTo>
                  <a:lnTo>
                    <a:pt x="6312244" y="1592874"/>
                  </a:lnTo>
                  <a:lnTo>
                    <a:pt x="6307881" y="1592874"/>
                  </a:lnTo>
                  <a:lnTo>
                    <a:pt x="6303519" y="1592874"/>
                  </a:lnTo>
                  <a:lnTo>
                    <a:pt x="6299156" y="1592874"/>
                  </a:lnTo>
                  <a:lnTo>
                    <a:pt x="6294793" y="1592874"/>
                  </a:lnTo>
                  <a:lnTo>
                    <a:pt x="6290430" y="1592874"/>
                  </a:lnTo>
                  <a:lnTo>
                    <a:pt x="6286068" y="1592874"/>
                  </a:lnTo>
                  <a:lnTo>
                    <a:pt x="6281705" y="1592874"/>
                  </a:lnTo>
                  <a:lnTo>
                    <a:pt x="6277342" y="1592874"/>
                  </a:lnTo>
                  <a:lnTo>
                    <a:pt x="6272979" y="1592874"/>
                  </a:lnTo>
                  <a:lnTo>
                    <a:pt x="6268617" y="1592874"/>
                  </a:lnTo>
                  <a:lnTo>
                    <a:pt x="6264254" y="1592874"/>
                  </a:lnTo>
                  <a:lnTo>
                    <a:pt x="6259891" y="1592874"/>
                  </a:lnTo>
                  <a:lnTo>
                    <a:pt x="6255528" y="1592874"/>
                  </a:lnTo>
                  <a:lnTo>
                    <a:pt x="6251166" y="1592874"/>
                  </a:lnTo>
                  <a:lnTo>
                    <a:pt x="6246803" y="1592874"/>
                  </a:lnTo>
                  <a:lnTo>
                    <a:pt x="6242440" y="1592874"/>
                  </a:lnTo>
                  <a:lnTo>
                    <a:pt x="6238077" y="1592874"/>
                  </a:lnTo>
                  <a:lnTo>
                    <a:pt x="6233715" y="1592874"/>
                  </a:lnTo>
                  <a:lnTo>
                    <a:pt x="6229352" y="1592874"/>
                  </a:lnTo>
                  <a:lnTo>
                    <a:pt x="6224989" y="1592874"/>
                  </a:lnTo>
                  <a:lnTo>
                    <a:pt x="6220626" y="1592874"/>
                  </a:lnTo>
                  <a:lnTo>
                    <a:pt x="6216264" y="1592874"/>
                  </a:lnTo>
                  <a:lnTo>
                    <a:pt x="6211901" y="1592874"/>
                  </a:lnTo>
                  <a:lnTo>
                    <a:pt x="6207538" y="1592874"/>
                  </a:lnTo>
                  <a:lnTo>
                    <a:pt x="6203175" y="1592874"/>
                  </a:lnTo>
                  <a:lnTo>
                    <a:pt x="6198813" y="1592874"/>
                  </a:lnTo>
                  <a:lnTo>
                    <a:pt x="6194450" y="1592874"/>
                  </a:lnTo>
                  <a:lnTo>
                    <a:pt x="6190087" y="1592874"/>
                  </a:lnTo>
                  <a:lnTo>
                    <a:pt x="6185724" y="1592874"/>
                  </a:lnTo>
                  <a:lnTo>
                    <a:pt x="6181362" y="1592874"/>
                  </a:lnTo>
                  <a:lnTo>
                    <a:pt x="6176999" y="1592874"/>
                  </a:lnTo>
                  <a:lnTo>
                    <a:pt x="6172636" y="1592874"/>
                  </a:lnTo>
                  <a:lnTo>
                    <a:pt x="6168273" y="1592874"/>
                  </a:lnTo>
                  <a:lnTo>
                    <a:pt x="6163911" y="1592874"/>
                  </a:lnTo>
                  <a:lnTo>
                    <a:pt x="6159548" y="1592874"/>
                  </a:lnTo>
                  <a:lnTo>
                    <a:pt x="6155185" y="1592874"/>
                  </a:lnTo>
                  <a:lnTo>
                    <a:pt x="6150822" y="1592874"/>
                  </a:lnTo>
                  <a:lnTo>
                    <a:pt x="6146460" y="1592874"/>
                  </a:lnTo>
                  <a:lnTo>
                    <a:pt x="6142097" y="1592874"/>
                  </a:lnTo>
                  <a:lnTo>
                    <a:pt x="6137734" y="1592874"/>
                  </a:lnTo>
                  <a:lnTo>
                    <a:pt x="6133371" y="1592874"/>
                  </a:lnTo>
                  <a:lnTo>
                    <a:pt x="6129009" y="1592874"/>
                  </a:lnTo>
                  <a:lnTo>
                    <a:pt x="6124646" y="1592874"/>
                  </a:lnTo>
                  <a:lnTo>
                    <a:pt x="6120283" y="1592874"/>
                  </a:lnTo>
                  <a:lnTo>
                    <a:pt x="6115920" y="1592874"/>
                  </a:lnTo>
                  <a:lnTo>
                    <a:pt x="6111558" y="1592874"/>
                  </a:lnTo>
                  <a:lnTo>
                    <a:pt x="6107195" y="1592874"/>
                  </a:lnTo>
                  <a:lnTo>
                    <a:pt x="6102832" y="1592874"/>
                  </a:lnTo>
                  <a:lnTo>
                    <a:pt x="6098469" y="1592874"/>
                  </a:lnTo>
                  <a:lnTo>
                    <a:pt x="6094107" y="1592874"/>
                  </a:lnTo>
                  <a:lnTo>
                    <a:pt x="6089744" y="1592874"/>
                  </a:lnTo>
                  <a:lnTo>
                    <a:pt x="6085381" y="1592874"/>
                  </a:lnTo>
                  <a:lnTo>
                    <a:pt x="6081018" y="1592874"/>
                  </a:lnTo>
                  <a:lnTo>
                    <a:pt x="6076656" y="1592874"/>
                  </a:lnTo>
                  <a:lnTo>
                    <a:pt x="6072293" y="1592874"/>
                  </a:lnTo>
                  <a:lnTo>
                    <a:pt x="6067930" y="1592874"/>
                  </a:lnTo>
                  <a:lnTo>
                    <a:pt x="6063567" y="1592874"/>
                  </a:lnTo>
                  <a:lnTo>
                    <a:pt x="6059205" y="1592874"/>
                  </a:lnTo>
                  <a:lnTo>
                    <a:pt x="6054842" y="1592874"/>
                  </a:lnTo>
                  <a:lnTo>
                    <a:pt x="6050479" y="1592874"/>
                  </a:lnTo>
                  <a:lnTo>
                    <a:pt x="6046116" y="1592874"/>
                  </a:lnTo>
                  <a:lnTo>
                    <a:pt x="6041754" y="1592874"/>
                  </a:lnTo>
                  <a:lnTo>
                    <a:pt x="6037391" y="1592874"/>
                  </a:lnTo>
                  <a:lnTo>
                    <a:pt x="6033028" y="1592874"/>
                  </a:lnTo>
                  <a:lnTo>
                    <a:pt x="6028665" y="1592874"/>
                  </a:lnTo>
                  <a:lnTo>
                    <a:pt x="6024303" y="1592874"/>
                  </a:lnTo>
                  <a:lnTo>
                    <a:pt x="6019940" y="1592874"/>
                  </a:lnTo>
                  <a:lnTo>
                    <a:pt x="6015577" y="1592874"/>
                  </a:lnTo>
                  <a:lnTo>
                    <a:pt x="6011214" y="1592874"/>
                  </a:lnTo>
                  <a:lnTo>
                    <a:pt x="6006852" y="1592874"/>
                  </a:lnTo>
                  <a:lnTo>
                    <a:pt x="6002489" y="1592874"/>
                  </a:lnTo>
                  <a:lnTo>
                    <a:pt x="5998126" y="1592874"/>
                  </a:lnTo>
                  <a:lnTo>
                    <a:pt x="5993763" y="1592874"/>
                  </a:lnTo>
                  <a:lnTo>
                    <a:pt x="5989401" y="1592874"/>
                  </a:lnTo>
                  <a:lnTo>
                    <a:pt x="5985038" y="1592874"/>
                  </a:lnTo>
                  <a:lnTo>
                    <a:pt x="5980675" y="1592874"/>
                  </a:lnTo>
                  <a:lnTo>
                    <a:pt x="5976312" y="1592874"/>
                  </a:lnTo>
                  <a:lnTo>
                    <a:pt x="5971950" y="1592874"/>
                  </a:lnTo>
                  <a:lnTo>
                    <a:pt x="5967587" y="1592874"/>
                  </a:lnTo>
                  <a:lnTo>
                    <a:pt x="5963224" y="1592874"/>
                  </a:lnTo>
                  <a:lnTo>
                    <a:pt x="5958861" y="1592874"/>
                  </a:lnTo>
                  <a:lnTo>
                    <a:pt x="5954499" y="1592874"/>
                  </a:lnTo>
                  <a:lnTo>
                    <a:pt x="5950136" y="1592874"/>
                  </a:lnTo>
                  <a:lnTo>
                    <a:pt x="5945773" y="1592874"/>
                  </a:lnTo>
                  <a:lnTo>
                    <a:pt x="5941410" y="1592874"/>
                  </a:lnTo>
                  <a:lnTo>
                    <a:pt x="5937048" y="1592874"/>
                  </a:lnTo>
                  <a:lnTo>
                    <a:pt x="5932685" y="1592874"/>
                  </a:lnTo>
                  <a:lnTo>
                    <a:pt x="5928322" y="1592874"/>
                  </a:lnTo>
                  <a:lnTo>
                    <a:pt x="5923959" y="1592874"/>
                  </a:lnTo>
                  <a:lnTo>
                    <a:pt x="5919597" y="1592874"/>
                  </a:lnTo>
                  <a:lnTo>
                    <a:pt x="5915234" y="1592874"/>
                  </a:lnTo>
                  <a:lnTo>
                    <a:pt x="5910871" y="1592874"/>
                  </a:lnTo>
                  <a:lnTo>
                    <a:pt x="5906508" y="1592874"/>
                  </a:lnTo>
                  <a:lnTo>
                    <a:pt x="5902146" y="1592874"/>
                  </a:lnTo>
                  <a:lnTo>
                    <a:pt x="5897783" y="1592874"/>
                  </a:lnTo>
                  <a:lnTo>
                    <a:pt x="5893420" y="1592874"/>
                  </a:lnTo>
                  <a:lnTo>
                    <a:pt x="5889057" y="1592874"/>
                  </a:lnTo>
                  <a:lnTo>
                    <a:pt x="5884695" y="1592874"/>
                  </a:lnTo>
                  <a:lnTo>
                    <a:pt x="5880332" y="1592874"/>
                  </a:lnTo>
                  <a:lnTo>
                    <a:pt x="5875969" y="1592874"/>
                  </a:lnTo>
                  <a:lnTo>
                    <a:pt x="5871607" y="1592874"/>
                  </a:lnTo>
                  <a:lnTo>
                    <a:pt x="5867244" y="1592874"/>
                  </a:lnTo>
                  <a:lnTo>
                    <a:pt x="5862881" y="1592874"/>
                  </a:lnTo>
                  <a:lnTo>
                    <a:pt x="5858518" y="1592874"/>
                  </a:lnTo>
                  <a:lnTo>
                    <a:pt x="5854156" y="1592874"/>
                  </a:lnTo>
                  <a:lnTo>
                    <a:pt x="5849793" y="1592874"/>
                  </a:lnTo>
                  <a:lnTo>
                    <a:pt x="5845430" y="1592874"/>
                  </a:lnTo>
                  <a:lnTo>
                    <a:pt x="5841067" y="1592874"/>
                  </a:lnTo>
                  <a:lnTo>
                    <a:pt x="5836705" y="1592874"/>
                  </a:lnTo>
                  <a:lnTo>
                    <a:pt x="5832342" y="1592874"/>
                  </a:lnTo>
                  <a:lnTo>
                    <a:pt x="5827979" y="1592874"/>
                  </a:lnTo>
                  <a:lnTo>
                    <a:pt x="5823616" y="1592874"/>
                  </a:lnTo>
                  <a:lnTo>
                    <a:pt x="5819254" y="1592874"/>
                  </a:lnTo>
                  <a:lnTo>
                    <a:pt x="5814891" y="1592874"/>
                  </a:lnTo>
                  <a:lnTo>
                    <a:pt x="5810528" y="1592874"/>
                  </a:lnTo>
                  <a:lnTo>
                    <a:pt x="5806165" y="1592874"/>
                  </a:lnTo>
                  <a:lnTo>
                    <a:pt x="5801803" y="1592874"/>
                  </a:lnTo>
                  <a:lnTo>
                    <a:pt x="5797440" y="1592874"/>
                  </a:lnTo>
                  <a:lnTo>
                    <a:pt x="5793077" y="1592874"/>
                  </a:lnTo>
                  <a:lnTo>
                    <a:pt x="5788714" y="1592874"/>
                  </a:lnTo>
                  <a:lnTo>
                    <a:pt x="5784352" y="1592874"/>
                  </a:lnTo>
                  <a:lnTo>
                    <a:pt x="5779989" y="1592874"/>
                  </a:lnTo>
                  <a:lnTo>
                    <a:pt x="5775626" y="1592874"/>
                  </a:lnTo>
                  <a:lnTo>
                    <a:pt x="5771263" y="1592874"/>
                  </a:lnTo>
                  <a:lnTo>
                    <a:pt x="5766901" y="1592874"/>
                  </a:lnTo>
                  <a:lnTo>
                    <a:pt x="5762538" y="1592874"/>
                  </a:lnTo>
                  <a:lnTo>
                    <a:pt x="5758175" y="1592874"/>
                  </a:lnTo>
                  <a:lnTo>
                    <a:pt x="5753812" y="1592874"/>
                  </a:lnTo>
                  <a:lnTo>
                    <a:pt x="5749450" y="1592874"/>
                  </a:lnTo>
                  <a:lnTo>
                    <a:pt x="5745087" y="1592874"/>
                  </a:lnTo>
                  <a:lnTo>
                    <a:pt x="5740724" y="1592874"/>
                  </a:lnTo>
                  <a:lnTo>
                    <a:pt x="5736361" y="1592874"/>
                  </a:lnTo>
                  <a:lnTo>
                    <a:pt x="5731999" y="1592874"/>
                  </a:lnTo>
                  <a:lnTo>
                    <a:pt x="5727636" y="1592874"/>
                  </a:lnTo>
                  <a:lnTo>
                    <a:pt x="5723273" y="1592874"/>
                  </a:lnTo>
                  <a:lnTo>
                    <a:pt x="5718910" y="1592874"/>
                  </a:lnTo>
                  <a:lnTo>
                    <a:pt x="5714548" y="1592874"/>
                  </a:lnTo>
                  <a:lnTo>
                    <a:pt x="5710185" y="1592874"/>
                  </a:lnTo>
                  <a:lnTo>
                    <a:pt x="5705822" y="1592874"/>
                  </a:lnTo>
                  <a:lnTo>
                    <a:pt x="5701459" y="1592874"/>
                  </a:lnTo>
                  <a:lnTo>
                    <a:pt x="5697097" y="1592874"/>
                  </a:lnTo>
                  <a:lnTo>
                    <a:pt x="5692734" y="1592874"/>
                  </a:lnTo>
                  <a:lnTo>
                    <a:pt x="5688371" y="1592874"/>
                  </a:lnTo>
                  <a:lnTo>
                    <a:pt x="5684008" y="1592874"/>
                  </a:lnTo>
                  <a:lnTo>
                    <a:pt x="5679646" y="1592874"/>
                  </a:lnTo>
                  <a:lnTo>
                    <a:pt x="5675283" y="1592874"/>
                  </a:lnTo>
                  <a:lnTo>
                    <a:pt x="5670920" y="1592874"/>
                  </a:lnTo>
                  <a:lnTo>
                    <a:pt x="5666557" y="1592874"/>
                  </a:lnTo>
                  <a:lnTo>
                    <a:pt x="5662195" y="1592874"/>
                  </a:lnTo>
                  <a:lnTo>
                    <a:pt x="5657832" y="1592874"/>
                  </a:lnTo>
                  <a:lnTo>
                    <a:pt x="5653469" y="1592874"/>
                  </a:lnTo>
                  <a:lnTo>
                    <a:pt x="5649106" y="1592874"/>
                  </a:lnTo>
                  <a:lnTo>
                    <a:pt x="5644744" y="1592874"/>
                  </a:lnTo>
                  <a:lnTo>
                    <a:pt x="5640381" y="1592874"/>
                  </a:lnTo>
                  <a:lnTo>
                    <a:pt x="5636018" y="1592874"/>
                  </a:lnTo>
                  <a:lnTo>
                    <a:pt x="5631655" y="1592874"/>
                  </a:lnTo>
                  <a:lnTo>
                    <a:pt x="5627293" y="1592874"/>
                  </a:lnTo>
                  <a:lnTo>
                    <a:pt x="5622930" y="1592874"/>
                  </a:lnTo>
                  <a:lnTo>
                    <a:pt x="5618567" y="1592874"/>
                  </a:lnTo>
                  <a:lnTo>
                    <a:pt x="5614204" y="1592874"/>
                  </a:lnTo>
                  <a:lnTo>
                    <a:pt x="5609842" y="1592874"/>
                  </a:lnTo>
                  <a:lnTo>
                    <a:pt x="5605479" y="1592874"/>
                  </a:lnTo>
                  <a:lnTo>
                    <a:pt x="5601116" y="1592874"/>
                  </a:lnTo>
                  <a:lnTo>
                    <a:pt x="5596753" y="1592874"/>
                  </a:lnTo>
                  <a:lnTo>
                    <a:pt x="5592391" y="1592874"/>
                  </a:lnTo>
                  <a:lnTo>
                    <a:pt x="5588028" y="1592874"/>
                  </a:lnTo>
                  <a:lnTo>
                    <a:pt x="5583665" y="1592874"/>
                  </a:lnTo>
                  <a:lnTo>
                    <a:pt x="5579302" y="1592874"/>
                  </a:lnTo>
                  <a:lnTo>
                    <a:pt x="5574940" y="1592874"/>
                  </a:lnTo>
                  <a:lnTo>
                    <a:pt x="5570577" y="1592874"/>
                  </a:lnTo>
                  <a:lnTo>
                    <a:pt x="5566214" y="1592874"/>
                  </a:lnTo>
                  <a:lnTo>
                    <a:pt x="5561851" y="1592874"/>
                  </a:lnTo>
                  <a:lnTo>
                    <a:pt x="5557489" y="1592874"/>
                  </a:lnTo>
                  <a:lnTo>
                    <a:pt x="5553126" y="1592874"/>
                  </a:lnTo>
                  <a:lnTo>
                    <a:pt x="5548763" y="1592874"/>
                  </a:lnTo>
                  <a:lnTo>
                    <a:pt x="5544400" y="1592874"/>
                  </a:lnTo>
                  <a:lnTo>
                    <a:pt x="5540038" y="1592874"/>
                  </a:lnTo>
                  <a:lnTo>
                    <a:pt x="5535675" y="1592874"/>
                  </a:lnTo>
                  <a:lnTo>
                    <a:pt x="5531312" y="1592874"/>
                  </a:lnTo>
                  <a:lnTo>
                    <a:pt x="5526949" y="1592874"/>
                  </a:lnTo>
                  <a:lnTo>
                    <a:pt x="5522587" y="1592874"/>
                  </a:lnTo>
                  <a:lnTo>
                    <a:pt x="5518224" y="1592874"/>
                  </a:lnTo>
                  <a:lnTo>
                    <a:pt x="5513861" y="1592874"/>
                  </a:lnTo>
                  <a:lnTo>
                    <a:pt x="5509498" y="1592874"/>
                  </a:lnTo>
                  <a:lnTo>
                    <a:pt x="5505136" y="1592874"/>
                  </a:lnTo>
                  <a:lnTo>
                    <a:pt x="5500773" y="1592874"/>
                  </a:lnTo>
                  <a:lnTo>
                    <a:pt x="5496410" y="1592874"/>
                  </a:lnTo>
                  <a:lnTo>
                    <a:pt x="5492047" y="1592874"/>
                  </a:lnTo>
                  <a:lnTo>
                    <a:pt x="5487685" y="1592874"/>
                  </a:lnTo>
                  <a:lnTo>
                    <a:pt x="5483322" y="1592874"/>
                  </a:lnTo>
                  <a:lnTo>
                    <a:pt x="5478959" y="1592874"/>
                  </a:lnTo>
                  <a:lnTo>
                    <a:pt x="5474596" y="1592874"/>
                  </a:lnTo>
                  <a:lnTo>
                    <a:pt x="5470234" y="1592874"/>
                  </a:lnTo>
                  <a:lnTo>
                    <a:pt x="5465871" y="1592874"/>
                  </a:lnTo>
                  <a:lnTo>
                    <a:pt x="5461508" y="1592874"/>
                  </a:lnTo>
                  <a:lnTo>
                    <a:pt x="5457145" y="1592874"/>
                  </a:lnTo>
                  <a:lnTo>
                    <a:pt x="5452783" y="1592874"/>
                  </a:lnTo>
                  <a:lnTo>
                    <a:pt x="5448420" y="1592874"/>
                  </a:lnTo>
                  <a:lnTo>
                    <a:pt x="5444057" y="1592874"/>
                  </a:lnTo>
                  <a:lnTo>
                    <a:pt x="5439694" y="1592874"/>
                  </a:lnTo>
                  <a:lnTo>
                    <a:pt x="5435332" y="1592874"/>
                  </a:lnTo>
                  <a:lnTo>
                    <a:pt x="5430969" y="1592874"/>
                  </a:lnTo>
                  <a:lnTo>
                    <a:pt x="5426606" y="1592874"/>
                  </a:lnTo>
                  <a:lnTo>
                    <a:pt x="5422243" y="1592874"/>
                  </a:lnTo>
                  <a:lnTo>
                    <a:pt x="5417881" y="1592874"/>
                  </a:lnTo>
                  <a:lnTo>
                    <a:pt x="5413518" y="1592874"/>
                  </a:lnTo>
                  <a:lnTo>
                    <a:pt x="5409155" y="1592874"/>
                  </a:lnTo>
                  <a:lnTo>
                    <a:pt x="5404792" y="1592874"/>
                  </a:lnTo>
                  <a:lnTo>
                    <a:pt x="5400430" y="1592874"/>
                  </a:lnTo>
                  <a:lnTo>
                    <a:pt x="5396067" y="1592874"/>
                  </a:lnTo>
                  <a:lnTo>
                    <a:pt x="5391704" y="1592874"/>
                  </a:lnTo>
                  <a:lnTo>
                    <a:pt x="5387341" y="1592874"/>
                  </a:lnTo>
                  <a:lnTo>
                    <a:pt x="5382979" y="1592874"/>
                  </a:lnTo>
                  <a:lnTo>
                    <a:pt x="5378616" y="1592874"/>
                  </a:lnTo>
                  <a:lnTo>
                    <a:pt x="5374253" y="1592874"/>
                  </a:lnTo>
                  <a:lnTo>
                    <a:pt x="5369890" y="1592874"/>
                  </a:lnTo>
                  <a:lnTo>
                    <a:pt x="5365528" y="1592874"/>
                  </a:lnTo>
                  <a:lnTo>
                    <a:pt x="5361165" y="1592874"/>
                  </a:lnTo>
                  <a:lnTo>
                    <a:pt x="5356802" y="1592874"/>
                  </a:lnTo>
                  <a:lnTo>
                    <a:pt x="5352439" y="1592874"/>
                  </a:lnTo>
                  <a:lnTo>
                    <a:pt x="5348077" y="1592874"/>
                  </a:lnTo>
                  <a:lnTo>
                    <a:pt x="5343714" y="1592874"/>
                  </a:lnTo>
                  <a:lnTo>
                    <a:pt x="5339351" y="1592874"/>
                  </a:lnTo>
                  <a:lnTo>
                    <a:pt x="5334988" y="1592874"/>
                  </a:lnTo>
                  <a:lnTo>
                    <a:pt x="5330626" y="1592874"/>
                  </a:lnTo>
                  <a:lnTo>
                    <a:pt x="5326263" y="1592874"/>
                  </a:lnTo>
                  <a:lnTo>
                    <a:pt x="5321900" y="1592874"/>
                  </a:lnTo>
                  <a:lnTo>
                    <a:pt x="5317537" y="1592874"/>
                  </a:lnTo>
                  <a:lnTo>
                    <a:pt x="5313175" y="1592874"/>
                  </a:lnTo>
                  <a:lnTo>
                    <a:pt x="5308812" y="1592874"/>
                  </a:lnTo>
                  <a:lnTo>
                    <a:pt x="5304449" y="1592874"/>
                  </a:lnTo>
                  <a:lnTo>
                    <a:pt x="5300086" y="1592874"/>
                  </a:lnTo>
                  <a:lnTo>
                    <a:pt x="5295724" y="1592874"/>
                  </a:lnTo>
                  <a:lnTo>
                    <a:pt x="5291361" y="1592874"/>
                  </a:lnTo>
                  <a:lnTo>
                    <a:pt x="5286998" y="1592874"/>
                  </a:lnTo>
                  <a:lnTo>
                    <a:pt x="5282635" y="1592874"/>
                  </a:lnTo>
                  <a:lnTo>
                    <a:pt x="5278273" y="1592874"/>
                  </a:lnTo>
                  <a:lnTo>
                    <a:pt x="5273910" y="1592874"/>
                  </a:lnTo>
                  <a:lnTo>
                    <a:pt x="5269547" y="1592874"/>
                  </a:lnTo>
                  <a:lnTo>
                    <a:pt x="5265184" y="1592874"/>
                  </a:lnTo>
                  <a:lnTo>
                    <a:pt x="5260822" y="1592874"/>
                  </a:lnTo>
                  <a:lnTo>
                    <a:pt x="5256459" y="1592874"/>
                  </a:lnTo>
                  <a:lnTo>
                    <a:pt x="5252096" y="1592874"/>
                  </a:lnTo>
                  <a:lnTo>
                    <a:pt x="5247733" y="1592874"/>
                  </a:lnTo>
                  <a:lnTo>
                    <a:pt x="5243371" y="1592874"/>
                  </a:lnTo>
                  <a:lnTo>
                    <a:pt x="5239008" y="1592874"/>
                  </a:lnTo>
                  <a:lnTo>
                    <a:pt x="5234645" y="1592874"/>
                  </a:lnTo>
                  <a:lnTo>
                    <a:pt x="5230282" y="1592874"/>
                  </a:lnTo>
                  <a:lnTo>
                    <a:pt x="5225920" y="1592874"/>
                  </a:lnTo>
                  <a:lnTo>
                    <a:pt x="5221557" y="1592874"/>
                  </a:lnTo>
                  <a:lnTo>
                    <a:pt x="5217194" y="1592874"/>
                  </a:lnTo>
                  <a:lnTo>
                    <a:pt x="5212831" y="1592874"/>
                  </a:lnTo>
                  <a:lnTo>
                    <a:pt x="5208469" y="1592874"/>
                  </a:lnTo>
                  <a:lnTo>
                    <a:pt x="5204106" y="1592874"/>
                  </a:lnTo>
                  <a:lnTo>
                    <a:pt x="5199743" y="1592874"/>
                  </a:lnTo>
                  <a:lnTo>
                    <a:pt x="5195380" y="1592874"/>
                  </a:lnTo>
                  <a:lnTo>
                    <a:pt x="5191018" y="1592874"/>
                  </a:lnTo>
                  <a:lnTo>
                    <a:pt x="5186655" y="1592874"/>
                  </a:lnTo>
                  <a:lnTo>
                    <a:pt x="5182292" y="1592874"/>
                  </a:lnTo>
                  <a:lnTo>
                    <a:pt x="5177929" y="1592874"/>
                  </a:lnTo>
                  <a:lnTo>
                    <a:pt x="5173567" y="1592874"/>
                  </a:lnTo>
                  <a:lnTo>
                    <a:pt x="5169204" y="1592874"/>
                  </a:lnTo>
                  <a:lnTo>
                    <a:pt x="5164841" y="1592874"/>
                  </a:lnTo>
                  <a:lnTo>
                    <a:pt x="5160478" y="1592874"/>
                  </a:lnTo>
                  <a:lnTo>
                    <a:pt x="5156116" y="1592874"/>
                  </a:lnTo>
                  <a:lnTo>
                    <a:pt x="5151753" y="1592874"/>
                  </a:lnTo>
                  <a:lnTo>
                    <a:pt x="5147390" y="1592874"/>
                  </a:lnTo>
                  <a:lnTo>
                    <a:pt x="5143027" y="1592874"/>
                  </a:lnTo>
                  <a:lnTo>
                    <a:pt x="5138665" y="1592874"/>
                  </a:lnTo>
                  <a:lnTo>
                    <a:pt x="5134302" y="1592874"/>
                  </a:lnTo>
                  <a:lnTo>
                    <a:pt x="5129939" y="1592874"/>
                  </a:lnTo>
                  <a:lnTo>
                    <a:pt x="5125576" y="1592874"/>
                  </a:lnTo>
                  <a:lnTo>
                    <a:pt x="5121214" y="1592874"/>
                  </a:lnTo>
                  <a:lnTo>
                    <a:pt x="5116851" y="1592874"/>
                  </a:lnTo>
                  <a:lnTo>
                    <a:pt x="5112488" y="1592874"/>
                  </a:lnTo>
                  <a:lnTo>
                    <a:pt x="5108125" y="1592874"/>
                  </a:lnTo>
                  <a:lnTo>
                    <a:pt x="5103763" y="1592874"/>
                  </a:lnTo>
                  <a:lnTo>
                    <a:pt x="5099400" y="1592874"/>
                  </a:lnTo>
                  <a:lnTo>
                    <a:pt x="5095037" y="1592874"/>
                  </a:lnTo>
                  <a:lnTo>
                    <a:pt x="5090674" y="1592874"/>
                  </a:lnTo>
                  <a:lnTo>
                    <a:pt x="5086312" y="1592874"/>
                  </a:lnTo>
                  <a:lnTo>
                    <a:pt x="5081949" y="1592874"/>
                  </a:lnTo>
                  <a:lnTo>
                    <a:pt x="5077586" y="1592874"/>
                  </a:lnTo>
                  <a:lnTo>
                    <a:pt x="5073223" y="1592874"/>
                  </a:lnTo>
                  <a:lnTo>
                    <a:pt x="5068861" y="1592874"/>
                  </a:lnTo>
                  <a:lnTo>
                    <a:pt x="5064498" y="1592874"/>
                  </a:lnTo>
                  <a:lnTo>
                    <a:pt x="5060135" y="1592874"/>
                  </a:lnTo>
                  <a:lnTo>
                    <a:pt x="5055772" y="1592874"/>
                  </a:lnTo>
                  <a:lnTo>
                    <a:pt x="5051410" y="1592874"/>
                  </a:lnTo>
                  <a:lnTo>
                    <a:pt x="5047047" y="1592874"/>
                  </a:lnTo>
                  <a:lnTo>
                    <a:pt x="5042684" y="1592874"/>
                  </a:lnTo>
                  <a:lnTo>
                    <a:pt x="5038321" y="1592874"/>
                  </a:lnTo>
                  <a:lnTo>
                    <a:pt x="5033959" y="1592874"/>
                  </a:lnTo>
                  <a:lnTo>
                    <a:pt x="5029596" y="1592874"/>
                  </a:lnTo>
                  <a:lnTo>
                    <a:pt x="5025233" y="1592874"/>
                  </a:lnTo>
                  <a:lnTo>
                    <a:pt x="5020870" y="1592874"/>
                  </a:lnTo>
                  <a:lnTo>
                    <a:pt x="5016508" y="1592874"/>
                  </a:lnTo>
                  <a:lnTo>
                    <a:pt x="5012145" y="1592874"/>
                  </a:lnTo>
                  <a:lnTo>
                    <a:pt x="5007782" y="1592874"/>
                  </a:lnTo>
                  <a:lnTo>
                    <a:pt x="5003419" y="1592874"/>
                  </a:lnTo>
                  <a:lnTo>
                    <a:pt x="4999057" y="1592874"/>
                  </a:lnTo>
                  <a:lnTo>
                    <a:pt x="4994694" y="1592874"/>
                  </a:lnTo>
                  <a:lnTo>
                    <a:pt x="4990331" y="1592874"/>
                  </a:lnTo>
                  <a:lnTo>
                    <a:pt x="4985968" y="1592874"/>
                  </a:lnTo>
                  <a:lnTo>
                    <a:pt x="4981606" y="1592874"/>
                  </a:lnTo>
                  <a:lnTo>
                    <a:pt x="4977243" y="1592874"/>
                  </a:lnTo>
                  <a:lnTo>
                    <a:pt x="4972880" y="1592874"/>
                  </a:lnTo>
                  <a:lnTo>
                    <a:pt x="4968517" y="1592874"/>
                  </a:lnTo>
                  <a:lnTo>
                    <a:pt x="4964155" y="1592874"/>
                  </a:lnTo>
                  <a:lnTo>
                    <a:pt x="4959792" y="1592874"/>
                  </a:lnTo>
                  <a:lnTo>
                    <a:pt x="4955429" y="1592874"/>
                  </a:lnTo>
                  <a:lnTo>
                    <a:pt x="4951066" y="1592874"/>
                  </a:lnTo>
                  <a:lnTo>
                    <a:pt x="4946704" y="1592874"/>
                  </a:lnTo>
                  <a:lnTo>
                    <a:pt x="4942341" y="1592874"/>
                  </a:lnTo>
                  <a:lnTo>
                    <a:pt x="4937978" y="1592874"/>
                  </a:lnTo>
                  <a:lnTo>
                    <a:pt x="4933615" y="1592874"/>
                  </a:lnTo>
                  <a:lnTo>
                    <a:pt x="4929253" y="1592874"/>
                  </a:lnTo>
                  <a:lnTo>
                    <a:pt x="4924890" y="1592874"/>
                  </a:lnTo>
                  <a:lnTo>
                    <a:pt x="4920527" y="1592874"/>
                  </a:lnTo>
                  <a:lnTo>
                    <a:pt x="4916164" y="1592874"/>
                  </a:lnTo>
                  <a:lnTo>
                    <a:pt x="4911802" y="1592874"/>
                  </a:lnTo>
                  <a:lnTo>
                    <a:pt x="4907439" y="1592874"/>
                  </a:lnTo>
                  <a:lnTo>
                    <a:pt x="4903076" y="1592874"/>
                  </a:lnTo>
                  <a:lnTo>
                    <a:pt x="4898713" y="1592874"/>
                  </a:lnTo>
                  <a:lnTo>
                    <a:pt x="4894351" y="1592874"/>
                  </a:lnTo>
                  <a:lnTo>
                    <a:pt x="4889988" y="1592874"/>
                  </a:lnTo>
                  <a:lnTo>
                    <a:pt x="4885625" y="1592874"/>
                  </a:lnTo>
                  <a:lnTo>
                    <a:pt x="4881262" y="1592874"/>
                  </a:lnTo>
                  <a:lnTo>
                    <a:pt x="4876900" y="1592874"/>
                  </a:lnTo>
                  <a:lnTo>
                    <a:pt x="4872537" y="1592874"/>
                  </a:lnTo>
                  <a:lnTo>
                    <a:pt x="4868174" y="1592874"/>
                  </a:lnTo>
                  <a:lnTo>
                    <a:pt x="4863811" y="1592874"/>
                  </a:lnTo>
                  <a:lnTo>
                    <a:pt x="4859449" y="1592874"/>
                  </a:lnTo>
                  <a:lnTo>
                    <a:pt x="4855086" y="1592874"/>
                  </a:lnTo>
                  <a:lnTo>
                    <a:pt x="4850723" y="1592874"/>
                  </a:lnTo>
                  <a:lnTo>
                    <a:pt x="4846360" y="1592874"/>
                  </a:lnTo>
                  <a:lnTo>
                    <a:pt x="4841998" y="1592874"/>
                  </a:lnTo>
                  <a:lnTo>
                    <a:pt x="4837635" y="1592874"/>
                  </a:lnTo>
                  <a:lnTo>
                    <a:pt x="4833272" y="1592874"/>
                  </a:lnTo>
                  <a:lnTo>
                    <a:pt x="4828909" y="1592874"/>
                  </a:lnTo>
                  <a:lnTo>
                    <a:pt x="4824547" y="1592874"/>
                  </a:lnTo>
                  <a:lnTo>
                    <a:pt x="4820184" y="1592874"/>
                  </a:lnTo>
                  <a:lnTo>
                    <a:pt x="4815821" y="1592874"/>
                  </a:lnTo>
                  <a:lnTo>
                    <a:pt x="4811458" y="1592874"/>
                  </a:lnTo>
                  <a:lnTo>
                    <a:pt x="4807096" y="1592874"/>
                  </a:lnTo>
                  <a:lnTo>
                    <a:pt x="4802733" y="1592874"/>
                  </a:lnTo>
                  <a:lnTo>
                    <a:pt x="4798370" y="1592874"/>
                  </a:lnTo>
                  <a:lnTo>
                    <a:pt x="4794007" y="1592874"/>
                  </a:lnTo>
                  <a:lnTo>
                    <a:pt x="4789645" y="1592874"/>
                  </a:lnTo>
                  <a:lnTo>
                    <a:pt x="4785282" y="1592874"/>
                  </a:lnTo>
                  <a:lnTo>
                    <a:pt x="4780919" y="1592874"/>
                  </a:lnTo>
                  <a:lnTo>
                    <a:pt x="4776556" y="1592874"/>
                  </a:lnTo>
                  <a:lnTo>
                    <a:pt x="4772194" y="1592874"/>
                  </a:lnTo>
                  <a:lnTo>
                    <a:pt x="4767831" y="1592874"/>
                  </a:lnTo>
                  <a:lnTo>
                    <a:pt x="4763468" y="1592874"/>
                  </a:lnTo>
                  <a:lnTo>
                    <a:pt x="4759105" y="1592874"/>
                  </a:lnTo>
                  <a:lnTo>
                    <a:pt x="4754743" y="1592874"/>
                  </a:lnTo>
                  <a:lnTo>
                    <a:pt x="4750380" y="1592874"/>
                  </a:lnTo>
                  <a:lnTo>
                    <a:pt x="4746017" y="1592874"/>
                  </a:lnTo>
                  <a:lnTo>
                    <a:pt x="4741654" y="1592874"/>
                  </a:lnTo>
                  <a:lnTo>
                    <a:pt x="4737292" y="1592874"/>
                  </a:lnTo>
                  <a:lnTo>
                    <a:pt x="4732929" y="1592874"/>
                  </a:lnTo>
                  <a:lnTo>
                    <a:pt x="4728566" y="1592874"/>
                  </a:lnTo>
                  <a:lnTo>
                    <a:pt x="4724203" y="1592874"/>
                  </a:lnTo>
                  <a:lnTo>
                    <a:pt x="4719841" y="1592874"/>
                  </a:lnTo>
                  <a:lnTo>
                    <a:pt x="4715478" y="1592874"/>
                  </a:lnTo>
                  <a:lnTo>
                    <a:pt x="4711115" y="1592874"/>
                  </a:lnTo>
                  <a:lnTo>
                    <a:pt x="4706752" y="1592874"/>
                  </a:lnTo>
                  <a:lnTo>
                    <a:pt x="4702390" y="1592874"/>
                  </a:lnTo>
                  <a:lnTo>
                    <a:pt x="4698027" y="1592874"/>
                  </a:lnTo>
                  <a:lnTo>
                    <a:pt x="4693664" y="1592874"/>
                  </a:lnTo>
                  <a:lnTo>
                    <a:pt x="4689301" y="1592874"/>
                  </a:lnTo>
                  <a:lnTo>
                    <a:pt x="4684939" y="1592874"/>
                  </a:lnTo>
                  <a:lnTo>
                    <a:pt x="4680576" y="1592874"/>
                  </a:lnTo>
                  <a:lnTo>
                    <a:pt x="4676213" y="1592874"/>
                  </a:lnTo>
                  <a:lnTo>
                    <a:pt x="4671850" y="1592874"/>
                  </a:lnTo>
                  <a:lnTo>
                    <a:pt x="4667488" y="1592874"/>
                  </a:lnTo>
                  <a:lnTo>
                    <a:pt x="4663125" y="1592874"/>
                  </a:lnTo>
                  <a:lnTo>
                    <a:pt x="4658762" y="1592874"/>
                  </a:lnTo>
                  <a:lnTo>
                    <a:pt x="4654399" y="1592874"/>
                  </a:lnTo>
                  <a:lnTo>
                    <a:pt x="4650037" y="1592874"/>
                  </a:lnTo>
                  <a:lnTo>
                    <a:pt x="4645674" y="1592874"/>
                  </a:lnTo>
                  <a:lnTo>
                    <a:pt x="4641311" y="1592874"/>
                  </a:lnTo>
                  <a:lnTo>
                    <a:pt x="4636948" y="1592874"/>
                  </a:lnTo>
                  <a:lnTo>
                    <a:pt x="4632586" y="1592874"/>
                  </a:lnTo>
                  <a:lnTo>
                    <a:pt x="4628223" y="1592874"/>
                  </a:lnTo>
                  <a:lnTo>
                    <a:pt x="4623860" y="1592874"/>
                  </a:lnTo>
                  <a:lnTo>
                    <a:pt x="4619497" y="1592874"/>
                  </a:lnTo>
                  <a:lnTo>
                    <a:pt x="4615135" y="1592874"/>
                  </a:lnTo>
                  <a:lnTo>
                    <a:pt x="4610772" y="1592874"/>
                  </a:lnTo>
                  <a:lnTo>
                    <a:pt x="4606409" y="1592874"/>
                  </a:lnTo>
                  <a:lnTo>
                    <a:pt x="4602046" y="1592874"/>
                  </a:lnTo>
                  <a:lnTo>
                    <a:pt x="4597684" y="1592874"/>
                  </a:lnTo>
                  <a:lnTo>
                    <a:pt x="4593321" y="1592874"/>
                  </a:lnTo>
                  <a:lnTo>
                    <a:pt x="4588958" y="1592874"/>
                  </a:lnTo>
                  <a:lnTo>
                    <a:pt x="4584595" y="1592874"/>
                  </a:lnTo>
                  <a:lnTo>
                    <a:pt x="4580233" y="1592874"/>
                  </a:lnTo>
                  <a:lnTo>
                    <a:pt x="4575870" y="1592874"/>
                  </a:lnTo>
                  <a:lnTo>
                    <a:pt x="4571507" y="1592874"/>
                  </a:lnTo>
                  <a:lnTo>
                    <a:pt x="4567144" y="1592874"/>
                  </a:lnTo>
                  <a:lnTo>
                    <a:pt x="4562782" y="1592874"/>
                  </a:lnTo>
                  <a:lnTo>
                    <a:pt x="4558419" y="1592874"/>
                  </a:lnTo>
                  <a:lnTo>
                    <a:pt x="4554056" y="1592874"/>
                  </a:lnTo>
                  <a:lnTo>
                    <a:pt x="4549693" y="1592874"/>
                  </a:lnTo>
                  <a:lnTo>
                    <a:pt x="4545331" y="1592874"/>
                  </a:lnTo>
                  <a:lnTo>
                    <a:pt x="4540968" y="1592874"/>
                  </a:lnTo>
                  <a:lnTo>
                    <a:pt x="4536605" y="1592874"/>
                  </a:lnTo>
                  <a:lnTo>
                    <a:pt x="4532242" y="1592874"/>
                  </a:lnTo>
                  <a:lnTo>
                    <a:pt x="4527880" y="1592874"/>
                  </a:lnTo>
                  <a:lnTo>
                    <a:pt x="4523517" y="1592874"/>
                  </a:lnTo>
                  <a:lnTo>
                    <a:pt x="4519154" y="1592874"/>
                  </a:lnTo>
                  <a:lnTo>
                    <a:pt x="4514791" y="1592874"/>
                  </a:lnTo>
                  <a:lnTo>
                    <a:pt x="4510429" y="1592874"/>
                  </a:lnTo>
                  <a:lnTo>
                    <a:pt x="4506066" y="1592874"/>
                  </a:lnTo>
                  <a:lnTo>
                    <a:pt x="4501703" y="1592874"/>
                  </a:lnTo>
                  <a:lnTo>
                    <a:pt x="4497340" y="1592874"/>
                  </a:lnTo>
                  <a:lnTo>
                    <a:pt x="4492978" y="1592874"/>
                  </a:lnTo>
                  <a:lnTo>
                    <a:pt x="4488615" y="1592874"/>
                  </a:lnTo>
                  <a:lnTo>
                    <a:pt x="4484252" y="1592874"/>
                  </a:lnTo>
                  <a:lnTo>
                    <a:pt x="4479889" y="1592874"/>
                  </a:lnTo>
                  <a:lnTo>
                    <a:pt x="4475527" y="1592874"/>
                  </a:lnTo>
                  <a:lnTo>
                    <a:pt x="4471164" y="1592874"/>
                  </a:lnTo>
                  <a:lnTo>
                    <a:pt x="4466801" y="1592874"/>
                  </a:lnTo>
                  <a:lnTo>
                    <a:pt x="4462438" y="1592874"/>
                  </a:lnTo>
                  <a:lnTo>
                    <a:pt x="4458076" y="1592874"/>
                  </a:lnTo>
                  <a:lnTo>
                    <a:pt x="4453713" y="1592874"/>
                  </a:lnTo>
                  <a:lnTo>
                    <a:pt x="4449350" y="1592874"/>
                  </a:lnTo>
                  <a:lnTo>
                    <a:pt x="4444987" y="1592874"/>
                  </a:lnTo>
                  <a:lnTo>
                    <a:pt x="4440625" y="1592874"/>
                  </a:lnTo>
                  <a:lnTo>
                    <a:pt x="4436262" y="1592874"/>
                  </a:lnTo>
                  <a:lnTo>
                    <a:pt x="4431899" y="1592874"/>
                  </a:lnTo>
                  <a:lnTo>
                    <a:pt x="4427536" y="1592874"/>
                  </a:lnTo>
                  <a:lnTo>
                    <a:pt x="4423174" y="1592874"/>
                  </a:lnTo>
                  <a:lnTo>
                    <a:pt x="4418811" y="1592874"/>
                  </a:lnTo>
                  <a:lnTo>
                    <a:pt x="4414448" y="1592874"/>
                  </a:lnTo>
                  <a:lnTo>
                    <a:pt x="4410085" y="1592874"/>
                  </a:lnTo>
                  <a:lnTo>
                    <a:pt x="4405723" y="1592874"/>
                  </a:lnTo>
                  <a:lnTo>
                    <a:pt x="4401360" y="1592874"/>
                  </a:lnTo>
                  <a:lnTo>
                    <a:pt x="4396997" y="1592874"/>
                  </a:lnTo>
                  <a:lnTo>
                    <a:pt x="4392634" y="1592874"/>
                  </a:lnTo>
                  <a:lnTo>
                    <a:pt x="4388272" y="1592874"/>
                  </a:lnTo>
                  <a:lnTo>
                    <a:pt x="4383909" y="1592874"/>
                  </a:lnTo>
                  <a:lnTo>
                    <a:pt x="4379546" y="1592874"/>
                  </a:lnTo>
                  <a:lnTo>
                    <a:pt x="4375183" y="1592874"/>
                  </a:lnTo>
                  <a:lnTo>
                    <a:pt x="4370821" y="1592874"/>
                  </a:lnTo>
                  <a:lnTo>
                    <a:pt x="4366458" y="1592874"/>
                  </a:lnTo>
                  <a:lnTo>
                    <a:pt x="4362095" y="1592874"/>
                  </a:lnTo>
                  <a:lnTo>
                    <a:pt x="4357732" y="1592874"/>
                  </a:lnTo>
                  <a:lnTo>
                    <a:pt x="4353370" y="1592874"/>
                  </a:lnTo>
                  <a:lnTo>
                    <a:pt x="4349007" y="1592874"/>
                  </a:lnTo>
                  <a:lnTo>
                    <a:pt x="4344644" y="1592874"/>
                  </a:lnTo>
                  <a:lnTo>
                    <a:pt x="4340281" y="1592874"/>
                  </a:lnTo>
                  <a:lnTo>
                    <a:pt x="4335919" y="1592874"/>
                  </a:lnTo>
                  <a:lnTo>
                    <a:pt x="4331556" y="1592874"/>
                  </a:lnTo>
                  <a:lnTo>
                    <a:pt x="4327193" y="1592874"/>
                  </a:lnTo>
                  <a:lnTo>
                    <a:pt x="4322830" y="1592874"/>
                  </a:lnTo>
                  <a:lnTo>
                    <a:pt x="4318468" y="1592874"/>
                  </a:lnTo>
                  <a:lnTo>
                    <a:pt x="4314105" y="1592874"/>
                  </a:lnTo>
                  <a:lnTo>
                    <a:pt x="4309742" y="1592874"/>
                  </a:lnTo>
                  <a:lnTo>
                    <a:pt x="4305379" y="1592874"/>
                  </a:lnTo>
                  <a:lnTo>
                    <a:pt x="4301017" y="1592874"/>
                  </a:lnTo>
                  <a:lnTo>
                    <a:pt x="4296654" y="1592874"/>
                  </a:lnTo>
                  <a:lnTo>
                    <a:pt x="4292291" y="1592874"/>
                  </a:lnTo>
                  <a:lnTo>
                    <a:pt x="4287928" y="1592874"/>
                  </a:lnTo>
                  <a:lnTo>
                    <a:pt x="4283566" y="1592874"/>
                  </a:lnTo>
                  <a:lnTo>
                    <a:pt x="4279203" y="1592874"/>
                  </a:lnTo>
                  <a:lnTo>
                    <a:pt x="4274840" y="1592874"/>
                  </a:lnTo>
                  <a:lnTo>
                    <a:pt x="4270477" y="1592874"/>
                  </a:lnTo>
                  <a:lnTo>
                    <a:pt x="4266115" y="1592874"/>
                  </a:lnTo>
                  <a:lnTo>
                    <a:pt x="4261752" y="1592874"/>
                  </a:lnTo>
                  <a:lnTo>
                    <a:pt x="4257389" y="1592874"/>
                  </a:lnTo>
                  <a:lnTo>
                    <a:pt x="4253026" y="1592874"/>
                  </a:lnTo>
                  <a:lnTo>
                    <a:pt x="4248664" y="1592874"/>
                  </a:lnTo>
                  <a:lnTo>
                    <a:pt x="4244301" y="1592874"/>
                  </a:lnTo>
                  <a:lnTo>
                    <a:pt x="4239938" y="1592874"/>
                  </a:lnTo>
                  <a:lnTo>
                    <a:pt x="4235575" y="1592874"/>
                  </a:lnTo>
                  <a:lnTo>
                    <a:pt x="4231213" y="1592874"/>
                  </a:lnTo>
                  <a:lnTo>
                    <a:pt x="4226850" y="1592874"/>
                  </a:lnTo>
                  <a:lnTo>
                    <a:pt x="4222487" y="1592874"/>
                  </a:lnTo>
                  <a:lnTo>
                    <a:pt x="4218124" y="1592874"/>
                  </a:lnTo>
                  <a:lnTo>
                    <a:pt x="4213762" y="1592874"/>
                  </a:lnTo>
                  <a:lnTo>
                    <a:pt x="4209399" y="1592874"/>
                  </a:lnTo>
                  <a:lnTo>
                    <a:pt x="4205036" y="1592874"/>
                  </a:lnTo>
                  <a:lnTo>
                    <a:pt x="4200673" y="1592874"/>
                  </a:lnTo>
                  <a:lnTo>
                    <a:pt x="4196311" y="1592874"/>
                  </a:lnTo>
                  <a:lnTo>
                    <a:pt x="4191948" y="1592874"/>
                  </a:lnTo>
                  <a:lnTo>
                    <a:pt x="4187585" y="1592874"/>
                  </a:lnTo>
                  <a:lnTo>
                    <a:pt x="4183222" y="1592874"/>
                  </a:lnTo>
                  <a:lnTo>
                    <a:pt x="4178860" y="1592874"/>
                  </a:lnTo>
                  <a:lnTo>
                    <a:pt x="4174497" y="1592874"/>
                  </a:lnTo>
                  <a:lnTo>
                    <a:pt x="4170134" y="1592874"/>
                  </a:lnTo>
                  <a:lnTo>
                    <a:pt x="4165771" y="1592874"/>
                  </a:lnTo>
                  <a:lnTo>
                    <a:pt x="4161409" y="1592874"/>
                  </a:lnTo>
                  <a:lnTo>
                    <a:pt x="4157046" y="1592874"/>
                  </a:lnTo>
                  <a:lnTo>
                    <a:pt x="4152683" y="1592874"/>
                  </a:lnTo>
                  <a:lnTo>
                    <a:pt x="4148320" y="1592874"/>
                  </a:lnTo>
                  <a:lnTo>
                    <a:pt x="4143958" y="1592874"/>
                  </a:lnTo>
                  <a:lnTo>
                    <a:pt x="4139595" y="1592874"/>
                  </a:lnTo>
                  <a:lnTo>
                    <a:pt x="4135232" y="1592874"/>
                  </a:lnTo>
                  <a:lnTo>
                    <a:pt x="4130869" y="1592874"/>
                  </a:lnTo>
                  <a:lnTo>
                    <a:pt x="4126507" y="1592874"/>
                  </a:lnTo>
                  <a:lnTo>
                    <a:pt x="4122144" y="1592874"/>
                  </a:lnTo>
                  <a:lnTo>
                    <a:pt x="4117781" y="1592874"/>
                  </a:lnTo>
                  <a:lnTo>
                    <a:pt x="4113418" y="1592874"/>
                  </a:lnTo>
                  <a:lnTo>
                    <a:pt x="4109056" y="1592874"/>
                  </a:lnTo>
                  <a:lnTo>
                    <a:pt x="4104693" y="1592874"/>
                  </a:lnTo>
                  <a:lnTo>
                    <a:pt x="4100330" y="1592874"/>
                  </a:lnTo>
                  <a:lnTo>
                    <a:pt x="4095967" y="1592874"/>
                  </a:lnTo>
                  <a:lnTo>
                    <a:pt x="4091605" y="1592874"/>
                  </a:lnTo>
                  <a:lnTo>
                    <a:pt x="4087242" y="1592874"/>
                  </a:lnTo>
                  <a:lnTo>
                    <a:pt x="4082879" y="1592874"/>
                  </a:lnTo>
                  <a:lnTo>
                    <a:pt x="4078516" y="1592874"/>
                  </a:lnTo>
                  <a:lnTo>
                    <a:pt x="4074154" y="1592874"/>
                  </a:lnTo>
                  <a:lnTo>
                    <a:pt x="4069791" y="1592874"/>
                  </a:lnTo>
                  <a:lnTo>
                    <a:pt x="4065428" y="1592874"/>
                  </a:lnTo>
                  <a:lnTo>
                    <a:pt x="4061065" y="1592874"/>
                  </a:lnTo>
                  <a:lnTo>
                    <a:pt x="4056703" y="1592874"/>
                  </a:lnTo>
                  <a:lnTo>
                    <a:pt x="4052340" y="1592874"/>
                  </a:lnTo>
                  <a:lnTo>
                    <a:pt x="4047977" y="1592874"/>
                  </a:lnTo>
                  <a:lnTo>
                    <a:pt x="4043614" y="1592874"/>
                  </a:lnTo>
                  <a:lnTo>
                    <a:pt x="4039252" y="1592874"/>
                  </a:lnTo>
                  <a:lnTo>
                    <a:pt x="4034889" y="1592874"/>
                  </a:lnTo>
                  <a:lnTo>
                    <a:pt x="4030526" y="1592874"/>
                  </a:lnTo>
                  <a:lnTo>
                    <a:pt x="4026163" y="1592874"/>
                  </a:lnTo>
                  <a:lnTo>
                    <a:pt x="4021801" y="1592874"/>
                  </a:lnTo>
                  <a:lnTo>
                    <a:pt x="4017438" y="1592874"/>
                  </a:lnTo>
                  <a:lnTo>
                    <a:pt x="4013075" y="1592874"/>
                  </a:lnTo>
                  <a:lnTo>
                    <a:pt x="4008712" y="1592874"/>
                  </a:lnTo>
                  <a:lnTo>
                    <a:pt x="4004350" y="1592874"/>
                  </a:lnTo>
                  <a:lnTo>
                    <a:pt x="3999987" y="1592874"/>
                  </a:lnTo>
                  <a:lnTo>
                    <a:pt x="3995624" y="1592874"/>
                  </a:lnTo>
                  <a:lnTo>
                    <a:pt x="3991261" y="1592874"/>
                  </a:lnTo>
                  <a:lnTo>
                    <a:pt x="3986899" y="1592874"/>
                  </a:lnTo>
                  <a:lnTo>
                    <a:pt x="3982536" y="1592874"/>
                  </a:lnTo>
                  <a:lnTo>
                    <a:pt x="3978173" y="1592874"/>
                  </a:lnTo>
                  <a:lnTo>
                    <a:pt x="3973810" y="1592874"/>
                  </a:lnTo>
                  <a:lnTo>
                    <a:pt x="3969448" y="1592874"/>
                  </a:lnTo>
                  <a:lnTo>
                    <a:pt x="3965085" y="1592874"/>
                  </a:lnTo>
                  <a:lnTo>
                    <a:pt x="3960722" y="1592874"/>
                  </a:lnTo>
                  <a:lnTo>
                    <a:pt x="3956359" y="1592874"/>
                  </a:lnTo>
                  <a:lnTo>
                    <a:pt x="3951997" y="1592874"/>
                  </a:lnTo>
                  <a:lnTo>
                    <a:pt x="3947634" y="1592874"/>
                  </a:lnTo>
                  <a:lnTo>
                    <a:pt x="3943271" y="1592874"/>
                  </a:lnTo>
                  <a:lnTo>
                    <a:pt x="3938908" y="1592874"/>
                  </a:lnTo>
                  <a:lnTo>
                    <a:pt x="3934546" y="1592874"/>
                  </a:lnTo>
                  <a:lnTo>
                    <a:pt x="3930183" y="1592874"/>
                  </a:lnTo>
                  <a:lnTo>
                    <a:pt x="3925820" y="1592874"/>
                  </a:lnTo>
                  <a:lnTo>
                    <a:pt x="3921457" y="1592874"/>
                  </a:lnTo>
                  <a:lnTo>
                    <a:pt x="3917095" y="1592874"/>
                  </a:lnTo>
                  <a:lnTo>
                    <a:pt x="3912732" y="1592874"/>
                  </a:lnTo>
                  <a:lnTo>
                    <a:pt x="3908369" y="1592874"/>
                  </a:lnTo>
                  <a:lnTo>
                    <a:pt x="3904006" y="1592874"/>
                  </a:lnTo>
                  <a:lnTo>
                    <a:pt x="3899644" y="1592874"/>
                  </a:lnTo>
                  <a:lnTo>
                    <a:pt x="3895281" y="1592874"/>
                  </a:lnTo>
                  <a:lnTo>
                    <a:pt x="3890918" y="1592874"/>
                  </a:lnTo>
                  <a:lnTo>
                    <a:pt x="3886555" y="1592874"/>
                  </a:lnTo>
                  <a:lnTo>
                    <a:pt x="3882193" y="1592874"/>
                  </a:lnTo>
                  <a:lnTo>
                    <a:pt x="3877830" y="1592874"/>
                  </a:lnTo>
                  <a:lnTo>
                    <a:pt x="3873467" y="1592874"/>
                  </a:lnTo>
                  <a:lnTo>
                    <a:pt x="3869104" y="1592874"/>
                  </a:lnTo>
                  <a:lnTo>
                    <a:pt x="3864742" y="1592874"/>
                  </a:lnTo>
                  <a:lnTo>
                    <a:pt x="3860379" y="1592874"/>
                  </a:lnTo>
                  <a:lnTo>
                    <a:pt x="3856016" y="1592874"/>
                  </a:lnTo>
                  <a:lnTo>
                    <a:pt x="3851653" y="1592874"/>
                  </a:lnTo>
                  <a:lnTo>
                    <a:pt x="3847291" y="1592874"/>
                  </a:lnTo>
                  <a:lnTo>
                    <a:pt x="3842928" y="1592874"/>
                  </a:lnTo>
                  <a:lnTo>
                    <a:pt x="3838565" y="1592874"/>
                  </a:lnTo>
                  <a:lnTo>
                    <a:pt x="3834202" y="1592874"/>
                  </a:lnTo>
                  <a:lnTo>
                    <a:pt x="3829840" y="1592874"/>
                  </a:lnTo>
                  <a:lnTo>
                    <a:pt x="3825477" y="1592874"/>
                  </a:lnTo>
                  <a:lnTo>
                    <a:pt x="3821114" y="1592874"/>
                  </a:lnTo>
                  <a:lnTo>
                    <a:pt x="3816751" y="1592874"/>
                  </a:lnTo>
                  <a:lnTo>
                    <a:pt x="3812389" y="1592874"/>
                  </a:lnTo>
                  <a:lnTo>
                    <a:pt x="3808026" y="1592874"/>
                  </a:lnTo>
                  <a:lnTo>
                    <a:pt x="3803663" y="1592874"/>
                  </a:lnTo>
                  <a:lnTo>
                    <a:pt x="3799300" y="1592874"/>
                  </a:lnTo>
                  <a:lnTo>
                    <a:pt x="3794938" y="1592874"/>
                  </a:lnTo>
                  <a:lnTo>
                    <a:pt x="3790575" y="1592874"/>
                  </a:lnTo>
                  <a:lnTo>
                    <a:pt x="3786212" y="1592874"/>
                  </a:lnTo>
                  <a:lnTo>
                    <a:pt x="3781849" y="1592874"/>
                  </a:lnTo>
                  <a:lnTo>
                    <a:pt x="3777487" y="1592874"/>
                  </a:lnTo>
                  <a:lnTo>
                    <a:pt x="3773124" y="1592874"/>
                  </a:lnTo>
                  <a:lnTo>
                    <a:pt x="3768761" y="1592874"/>
                  </a:lnTo>
                  <a:lnTo>
                    <a:pt x="3764398" y="1592874"/>
                  </a:lnTo>
                  <a:lnTo>
                    <a:pt x="3760036" y="1592874"/>
                  </a:lnTo>
                  <a:lnTo>
                    <a:pt x="3755673" y="1592874"/>
                  </a:lnTo>
                  <a:lnTo>
                    <a:pt x="3751310" y="1592874"/>
                  </a:lnTo>
                  <a:lnTo>
                    <a:pt x="3746947" y="1592874"/>
                  </a:lnTo>
                  <a:lnTo>
                    <a:pt x="3742585" y="1592874"/>
                  </a:lnTo>
                  <a:lnTo>
                    <a:pt x="3738222" y="1592874"/>
                  </a:lnTo>
                  <a:lnTo>
                    <a:pt x="3733859" y="1592874"/>
                  </a:lnTo>
                  <a:lnTo>
                    <a:pt x="3729496" y="1592874"/>
                  </a:lnTo>
                  <a:lnTo>
                    <a:pt x="3725134" y="1592874"/>
                  </a:lnTo>
                  <a:lnTo>
                    <a:pt x="3720771" y="1592874"/>
                  </a:lnTo>
                  <a:lnTo>
                    <a:pt x="3716408" y="1592874"/>
                  </a:lnTo>
                  <a:lnTo>
                    <a:pt x="3712045" y="1592874"/>
                  </a:lnTo>
                  <a:lnTo>
                    <a:pt x="3707683" y="1592874"/>
                  </a:lnTo>
                  <a:lnTo>
                    <a:pt x="3703320" y="1592874"/>
                  </a:lnTo>
                  <a:lnTo>
                    <a:pt x="3698957" y="1592874"/>
                  </a:lnTo>
                  <a:lnTo>
                    <a:pt x="3694594" y="1592874"/>
                  </a:lnTo>
                  <a:lnTo>
                    <a:pt x="3690232" y="1592874"/>
                  </a:lnTo>
                  <a:lnTo>
                    <a:pt x="3685869" y="1592874"/>
                  </a:lnTo>
                  <a:lnTo>
                    <a:pt x="3681506" y="1592874"/>
                  </a:lnTo>
                  <a:lnTo>
                    <a:pt x="3677143" y="1592874"/>
                  </a:lnTo>
                  <a:lnTo>
                    <a:pt x="3672781" y="1592874"/>
                  </a:lnTo>
                  <a:lnTo>
                    <a:pt x="3668418" y="1592874"/>
                  </a:lnTo>
                  <a:lnTo>
                    <a:pt x="3664055" y="1592874"/>
                  </a:lnTo>
                  <a:lnTo>
                    <a:pt x="3659692" y="1592874"/>
                  </a:lnTo>
                  <a:lnTo>
                    <a:pt x="3655330" y="1592874"/>
                  </a:lnTo>
                  <a:lnTo>
                    <a:pt x="3650967" y="1592874"/>
                  </a:lnTo>
                  <a:lnTo>
                    <a:pt x="3646604" y="1592874"/>
                  </a:lnTo>
                  <a:lnTo>
                    <a:pt x="3642241" y="1592874"/>
                  </a:lnTo>
                  <a:lnTo>
                    <a:pt x="3637879" y="1592874"/>
                  </a:lnTo>
                  <a:lnTo>
                    <a:pt x="3633516" y="1592874"/>
                  </a:lnTo>
                  <a:lnTo>
                    <a:pt x="3629153" y="1592874"/>
                  </a:lnTo>
                  <a:lnTo>
                    <a:pt x="3624790" y="1592874"/>
                  </a:lnTo>
                  <a:lnTo>
                    <a:pt x="3620428" y="1592874"/>
                  </a:lnTo>
                  <a:lnTo>
                    <a:pt x="3616065" y="1592874"/>
                  </a:lnTo>
                  <a:lnTo>
                    <a:pt x="3611702" y="1592874"/>
                  </a:lnTo>
                  <a:lnTo>
                    <a:pt x="3607339" y="1592874"/>
                  </a:lnTo>
                  <a:lnTo>
                    <a:pt x="3602977" y="1592874"/>
                  </a:lnTo>
                  <a:lnTo>
                    <a:pt x="3598614" y="1592874"/>
                  </a:lnTo>
                  <a:lnTo>
                    <a:pt x="3594251" y="1592874"/>
                  </a:lnTo>
                  <a:lnTo>
                    <a:pt x="3589888" y="1592874"/>
                  </a:lnTo>
                  <a:lnTo>
                    <a:pt x="3585526" y="1592874"/>
                  </a:lnTo>
                  <a:lnTo>
                    <a:pt x="3581163" y="1592874"/>
                  </a:lnTo>
                  <a:lnTo>
                    <a:pt x="3576800" y="1592874"/>
                  </a:lnTo>
                  <a:lnTo>
                    <a:pt x="3572437" y="1592874"/>
                  </a:lnTo>
                  <a:lnTo>
                    <a:pt x="3568075" y="1592874"/>
                  </a:lnTo>
                  <a:lnTo>
                    <a:pt x="3563712" y="1592874"/>
                  </a:lnTo>
                  <a:lnTo>
                    <a:pt x="3559349" y="1592874"/>
                  </a:lnTo>
                  <a:lnTo>
                    <a:pt x="3554986" y="1592874"/>
                  </a:lnTo>
                  <a:lnTo>
                    <a:pt x="3550624" y="1592874"/>
                  </a:lnTo>
                  <a:lnTo>
                    <a:pt x="3546261" y="1592874"/>
                  </a:lnTo>
                  <a:lnTo>
                    <a:pt x="3541898" y="1592874"/>
                  </a:lnTo>
                  <a:lnTo>
                    <a:pt x="3537535" y="1592874"/>
                  </a:lnTo>
                  <a:lnTo>
                    <a:pt x="3533173" y="1592874"/>
                  </a:lnTo>
                  <a:lnTo>
                    <a:pt x="3528810" y="1592874"/>
                  </a:lnTo>
                  <a:lnTo>
                    <a:pt x="3524447" y="1592874"/>
                  </a:lnTo>
                  <a:lnTo>
                    <a:pt x="3520084" y="1592874"/>
                  </a:lnTo>
                  <a:lnTo>
                    <a:pt x="3515722" y="1592874"/>
                  </a:lnTo>
                  <a:lnTo>
                    <a:pt x="3511359" y="1592874"/>
                  </a:lnTo>
                  <a:lnTo>
                    <a:pt x="3506996" y="1592874"/>
                  </a:lnTo>
                  <a:lnTo>
                    <a:pt x="3502633" y="1592874"/>
                  </a:lnTo>
                  <a:lnTo>
                    <a:pt x="3498271" y="1592874"/>
                  </a:lnTo>
                  <a:lnTo>
                    <a:pt x="3493908" y="1592874"/>
                  </a:lnTo>
                  <a:lnTo>
                    <a:pt x="3489545" y="1592874"/>
                  </a:lnTo>
                  <a:lnTo>
                    <a:pt x="3485182" y="1592874"/>
                  </a:lnTo>
                  <a:lnTo>
                    <a:pt x="3480820" y="1592874"/>
                  </a:lnTo>
                  <a:lnTo>
                    <a:pt x="3476457" y="1592874"/>
                  </a:lnTo>
                  <a:lnTo>
                    <a:pt x="3472094" y="1592874"/>
                  </a:lnTo>
                  <a:lnTo>
                    <a:pt x="3467731" y="1592874"/>
                  </a:lnTo>
                  <a:lnTo>
                    <a:pt x="3463369" y="1592874"/>
                  </a:lnTo>
                  <a:lnTo>
                    <a:pt x="3459006" y="1592874"/>
                  </a:lnTo>
                  <a:lnTo>
                    <a:pt x="3454643" y="1592874"/>
                  </a:lnTo>
                  <a:lnTo>
                    <a:pt x="3450280" y="1592874"/>
                  </a:lnTo>
                  <a:lnTo>
                    <a:pt x="3445918" y="1592874"/>
                  </a:lnTo>
                  <a:lnTo>
                    <a:pt x="3441555" y="1592874"/>
                  </a:lnTo>
                  <a:lnTo>
                    <a:pt x="3437192" y="1592874"/>
                  </a:lnTo>
                  <a:lnTo>
                    <a:pt x="3432829" y="1592874"/>
                  </a:lnTo>
                  <a:lnTo>
                    <a:pt x="3428467" y="1592874"/>
                  </a:lnTo>
                  <a:lnTo>
                    <a:pt x="3424104" y="1592874"/>
                  </a:lnTo>
                  <a:lnTo>
                    <a:pt x="3419741" y="1592874"/>
                  </a:lnTo>
                  <a:lnTo>
                    <a:pt x="3415378" y="1592874"/>
                  </a:lnTo>
                  <a:lnTo>
                    <a:pt x="3411016" y="1592874"/>
                  </a:lnTo>
                  <a:lnTo>
                    <a:pt x="3406653" y="1592874"/>
                  </a:lnTo>
                  <a:lnTo>
                    <a:pt x="3402290" y="1592874"/>
                  </a:lnTo>
                  <a:lnTo>
                    <a:pt x="3397927" y="1592874"/>
                  </a:lnTo>
                  <a:lnTo>
                    <a:pt x="3393565" y="1592874"/>
                  </a:lnTo>
                  <a:lnTo>
                    <a:pt x="3389202" y="1592874"/>
                  </a:lnTo>
                  <a:lnTo>
                    <a:pt x="3384839" y="1592874"/>
                  </a:lnTo>
                  <a:lnTo>
                    <a:pt x="3380476" y="1592874"/>
                  </a:lnTo>
                  <a:lnTo>
                    <a:pt x="3376114" y="1592874"/>
                  </a:lnTo>
                  <a:lnTo>
                    <a:pt x="3371751" y="1592874"/>
                  </a:lnTo>
                  <a:lnTo>
                    <a:pt x="3367388" y="1592874"/>
                  </a:lnTo>
                  <a:lnTo>
                    <a:pt x="3363025" y="1592874"/>
                  </a:lnTo>
                  <a:lnTo>
                    <a:pt x="3358663" y="1592874"/>
                  </a:lnTo>
                  <a:lnTo>
                    <a:pt x="3354300" y="1592874"/>
                  </a:lnTo>
                  <a:lnTo>
                    <a:pt x="3349937" y="1592874"/>
                  </a:lnTo>
                  <a:lnTo>
                    <a:pt x="3345574" y="1592874"/>
                  </a:lnTo>
                  <a:lnTo>
                    <a:pt x="3341212" y="1592874"/>
                  </a:lnTo>
                  <a:lnTo>
                    <a:pt x="3336849" y="1592874"/>
                  </a:lnTo>
                  <a:lnTo>
                    <a:pt x="3332486" y="1592874"/>
                  </a:lnTo>
                  <a:lnTo>
                    <a:pt x="3328123" y="1592874"/>
                  </a:lnTo>
                  <a:lnTo>
                    <a:pt x="3323761" y="1592874"/>
                  </a:lnTo>
                  <a:lnTo>
                    <a:pt x="3319398" y="1592874"/>
                  </a:lnTo>
                  <a:lnTo>
                    <a:pt x="3315035" y="1592874"/>
                  </a:lnTo>
                  <a:lnTo>
                    <a:pt x="3310672" y="1592874"/>
                  </a:lnTo>
                  <a:lnTo>
                    <a:pt x="3306310" y="1592874"/>
                  </a:lnTo>
                  <a:lnTo>
                    <a:pt x="3301947" y="1592874"/>
                  </a:lnTo>
                  <a:lnTo>
                    <a:pt x="3297584" y="1592874"/>
                  </a:lnTo>
                  <a:lnTo>
                    <a:pt x="3293221" y="1592874"/>
                  </a:lnTo>
                  <a:lnTo>
                    <a:pt x="3288859" y="1592874"/>
                  </a:lnTo>
                  <a:lnTo>
                    <a:pt x="3284496" y="1592874"/>
                  </a:lnTo>
                  <a:lnTo>
                    <a:pt x="3280133" y="1592874"/>
                  </a:lnTo>
                  <a:lnTo>
                    <a:pt x="3275770" y="1592874"/>
                  </a:lnTo>
                  <a:lnTo>
                    <a:pt x="3271408" y="1592874"/>
                  </a:lnTo>
                  <a:lnTo>
                    <a:pt x="3267045" y="1592874"/>
                  </a:lnTo>
                  <a:lnTo>
                    <a:pt x="3262682" y="1592874"/>
                  </a:lnTo>
                  <a:lnTo>
                    <a:pt x="3258319" y="1592874"/>
                  </a:lnTo>
                  <a:lnTo>
                    <a:pt x="3253957" y="1592874"/>
                  </a:lnTo>
                  <a:lnTo>
                    <a:pt x="3249594" y="1592874"/>
                  </a:lnTo>
                  <a:lnTo>
                    <a:pt x="3245231" y="1592874"/>
                  </a:lnTo>
                  <a:lnTo>
                    <a:pt x="3240868" y="1592874"/>
                  </a:lnTo>
                  <a:lnTo>
                    <a:pt x="3236506" y="1592874"/>
                  </a:lnTo>
                  <a:lnTo>
                    <a:pt x="3232143" y="1592874"/>
                  </a:lnTo>
                  <a:lnTo>
                    <a:pt x="3227780" y="1592874"/>
                  </a:lnTo>
                  <a:lnTo>
                    <a:pt x="3223417" y="1592874"/>
                  </a:lnTo>
                  <a:lnTo>
                    <a:pt x="3219055" y="1592874"/>
                  </a:lnTo>
                  <a:lnTo>
                    <a:pt x="3214692" y="1592874"/>
                  </a:lnTo>
                  <a:lnTo>
                    <a:pt x="3210329" y="1592874"/>
                  </a:lnTo>
                  <a:lnTo>
                    <a:pt x="3205966" y="1592874"/>
                  </a:lnTo>
                  <a:lnTo>
                    <a:pt x="3201604" y="1592874"/>
                  </a:lnTo>
                  <a:lnTo>
                    <a:pt x="3197241" y="1592874"/>
                  </a:lnTo>
                  <a:lnTo>
                    <a:pt x="3192878" y="1592874"/>
                  </a:lnTo>
                  <a:lnTo>
                    <a:pt x="3188515" y="1592874"/>
                  </a:lnTo>
                  <a:lnTo>
                    <a:pt x="3184153" y="1592874"/>
                  </a:lnTo>
                  <a:lnTo>
                    <a:pt x="3179790" y="1592874"/>
                  </a:lnTo>
                  <a:lnTo>
                    <a:pt x="3175427" y="1592874"/>
                  </a:lnTo>
                  <a:lnTo>
                    <a:pt x="3171064" y="1592874"/>
                  </a:lnTo>
                  <a:lnTo>
                    <a:pt x="3166702" y="1592874"/>
                  </a:lnTo>
                  <a:lnTo>
                    <a:pt x="3162339" y="1592874"/>
                  </a:lnTo>
                  <a:lnTo>
                    <a:pt x="3157976" y="1592874"/>
                  </a:lnTo>
                  <a:lnTo>
                    <a:pt x="3153613" y="1592874"/>
                  </a:lnTo>
                  <a:lnTo>
                    <a:pt x="3149251" y="1592874"/>
                  </a:lnTo>
                  <a:lnTo>
                    <a:pt x="3144888" y="1592874"/>
                  </a:lnTo>
                  <a:lnTo>
                    <a:pt x="3140525" y="1592874"/>
                  </a:lnTo>
                  <a:lnTo>
                    <a:pt x="3136162" y="1592874"/>
                  </a:lnTo>
                  <a:lnTo>
                    <a:pt x="3131800" y="1592874"/>
                  </a:lnTo>
                  <a:lnTo>
                    <a:pt x="3127437" y="1592874"/>
                  </a:lnTo>
                  <a:lnTo>
                    <a:pt x="3123074" y="1592874"/>
                  </a:lnTo>
                  <a:lnTo>
                    <a:pt x="3118711" y="1592874"/>
                  </a:lnTo>
                  <a:lnTo>
                    <a:pt x="3114349" y="1592874"/>
                  </a:lnTo>
                  <a:lnTo>
                    <a:pt x="3109986" y="1592874"/>
                  </a:lnTo>
                  <a:lnTo>
                    <a:pt x="3105623" y="1592874"/>
                  </a:lnTo>
                  <a:lnTo>
                    <a:pt x="3101260" y="1592874"/>
                  </a:lnTo>
                  <a:lnTo>
                    <a:pt x="3096898" y="1592874"/>
                  </a:lnTo>
                  <a:lnTo>
                    <a:pt x="3092535" y="1592874"/>
                  </a:lnTo>
                  <a:lnTo>
                    <a:pt x="3088172" y="1592874"/>
                  </a:lnTo>
                  <a:lnTo>
                    <a:pt x="3083809" y="1592874"/>
                  </a:lnTo>
                  <a:lnTo>
                    <a:pt x="3079447" y="1592874"/>
                  </a:lnTo>
                  <a:lnTo>
                    <a:pt x="3075084" y="1592874"/>
                  </a:lnTo>
                  <a:lnTo>
                    <a:pt x="3070721" y="1592874"/>
                  </a:lnTo>
                  <a:lnTo>
                    <a:pt x="3066358" y="1592874"/>
                  </a:lnTo>
                  <a:lnTo>
                    <a:pt x="3061996" y="1592874"/>
                  </a:lnTo>
                  <a:lnTo>
                    <a:pt x="3057633" y="1592874"/>
                  </a:lnTo>
                  <a:lnTo>
                    <a:pt x="3053270" y="1592874"/>
                  </a:lnTo>
                  <a:lnTo>
                    <a:pt x="3048907" y="1592874"/>
                  </a:lnTo>
                  <a:lnTo>
                    <a:pt x="3044545" y="1592874"/>
                  </a:lnTo>
                  <a:lnTo>
                    <a:pt x="3040182" y="1592874"/>
                  </a:lnTo>
                  <a:lnTo>
                    <a:pt x="3035819" y="1592874"/>
                  </a:lnTo>
                  <a:lnTo>
                    <a:pt x="3031456" y="1592874"/>
                  </a:lnTo>
                  <a:lnTo>
                    <a:pt x="3027094" y="1592874"/>
                  </a:lnTo>
                  <a:lnTo>
                    <a:pt x="3022731" y="1592874"/>
                  </a:lnTo>
                  <a:lnTo>
                    <a:pt x="3018368" y="1592874"/>
                  </a:lnTo>
                  <a:lnTo>
                    <a:pt x="3014005" y="1592874"/>
                  </a:lnTo>
                  <a:lnTo>
                    <a:pt x="3009643" y="1592874"/>
                  </a:lnTo>
                  <a:lnTo>
                    <a:pt x="3005280" y="1592874"/>
                  </a:lnTo>
                  <a:lnTo>
                    <a:pt x="3000917" y="1592874"/>
                  </a:lnTo>
                  <a:lnTo>
                    <a:pt x="2996554" y="1592874"/>
                  </a:lnTo>
                  <a:lnTo>
                    <a:pt x="2992192" y="1592874"/>
                  </a:lnTo>
                  <a:lnTo>
                    <a:pt x="2987829" y="1592874"/>
                  </a:lnTo>
                  <a:lnTo>
                    <a:pt x="2983466" y="1592874"/>
                  </a:lnTo>
                  <a:lnTo>
                    <a:pt x="2979103" y="1592874"/>
                  </a:lnTo>
                  <a:lnTo>
                    <a:pt x="2974741" y="1592874"/>
                  </a:lnTo>
                  <a:lnTo>
                    <a:pt x="2970378" y="1592874"/>
                  </a:lnTo>
                  <a:lnTo>
                    <a:pt x="2966015" y="1592874"/>
                  </a:lnTo>
                  <a:lnTo>
                    <a:pt x="2961652" y="1592874"/>
                  </a:lnTo>
                  <a:lnTo>
                    <a:pt x="2957290" y="1592874"/>
                  </a:lnTo>
                  <a:lnTo>
                    <a:pt x="2952927" y="1592874"/>
                  </a:lnTo>
                  <a:lnTo>
                    <a:pt x="2948564" y="1592874"/>
                  </a:lnTo>
                  <a:lnTo>
                    <a:pt x="2944201" y="1592874"/>
                  </a:lnTo>
                  <a:lnTo>
                    <a:pt x="2939839" y="1592874"/>
                  </a:lnTo>
                  <a:lnTo>
                    <a:pt x="2935476" y="1592874"/>
                  </a:lnTo>
                  <a:lnTo>
                    <a:pt x="2931113" y="1592874"/>
                  </a:lnTo>
                  <a:lnTo>
                    <a:pt x="2926750" y="1592874"/>
                  </a:lnTo>
                  <a:lnTo>
                    <a:pt x="2922388" y="1592874"/>
                  </a:lnTo>
                  <a:lnTo>
                    <a:pt x="2918025" y="1592874"/>
                  </a:lnTo>
                  <a:lnTo>
                    <a:pt x="2913662" y="1592874"/>
                  </a:lnTo>
                  <a:lnTo>
                    <a:pt x="2909299" y="1592874"/>
                  </a:lnTo>
                  <a:lnTo>
                    <a:pt x="2904937" y="1592874"/>
                  </a:lnTo>
                  <a:lnTo>
                    <a:pt x="2900574" y="1592874"/>
                  </a:lnTo>
                  <a:lnTo>
                    <a:pt x="2896211" y="1592874"/>
                  </a:lnTo>
                  <a:lnTo>
                    <a:pt x="2891848" y="1592874"/>
                  </a:lnTo>
                  <a:lnTo>
                    <a:pt x="2887486" y="1592874"/>
                  </a:lnTo>
                  <a:lnTo>
                    <a:pt x="2883123" y="1592874"/>
                  </a:lnTo>
                  <a:lnTo>
                    <a:pt x="2878760" y="1592874"/>
                  </a:lnTo>
                  <a:lnTo>
                    <a:pt x="2874397" y="1592874"/>
                  </a:lnTo>
                  <a:lnTo>
                    <a:pt x="2870035" y="1592874"/>
                  </a:lnTo>
                  <a:lnTo>
                    <a:pt x="2865672" y="1592874"/>
                  </a:lnTo>
                  <a:lnTo>
                    <a:pt x="2861309" y="1592874"/>
                  </a:lnTo>
                  <a:lnTo>
                    <a:pt x="2856946" y="1592874"/>
                  </a:lnTo>
                  <a:lnTo>
                    <a:pt x="2852584" y="1592874"/>
                  </a:lnTo>
                  <a:lnTo>
                    <a:pt x="2848221" y="1592874"/>
                  </a:lnTo>
                  <a:lnTo>
                    <a:pt x="2843858" y="1592874"/>
                  </a:lnTo>
                  <a:lnTo>
                    <a:pt x="2839495" y="1592874"/>
                  </a:lnTo>
                  <a:lnTo>
                    <a:pt x="2835133" y="1592874"/>
                  </a:lnTo>
                  <a:lnTo>
                    <a:pt x="2830770" y="1592874"/>
                  </a:lnTo>
                  <a:lnTo>
                    <a:pt x="2826407" y="1592874"/>
                  </a:lnTo>
                  <a:lnTo>
                    <a:pt x="2822044" y="1592874"/>
                  </a:lnTo>
                  <a:lnTo>
                    <a:pt x="2817682" y="1592874"/>
                  </a:lnTo>
                  <a:lnTo>
                    <a:pt x="2813319" y="1592874"/>
                  </a:lnTo>
                  <a:lnTo>
                    <a:pt x="2808956" y="1592874"/>
                  </a:lnTo>
                  <a:lnTo>
                    <a:pt x="2804593" y="1592874"/>
                  </a:lnTo>
                  <a:lnTo>
                    <a:pt x="2800231" y="1592874"/>
                  </a:lnTo>
                  <a:lnTo>
                    <a:pt x="2795868" y="1592874"/>
                  </a:lnTo>
                  <a:lnTo>
                    <a:pt x="2791505" y="1592874"/>
                  </a:lnTo>
                  <a:lnTo>
                    <a:pt x="2787142" y="1592874"/>
                  </a:lnTo>
                  <a:lnTo>
                    <a:pt x="2782780" y="1592874"/>
                  </a:lnTo>
                  <a:lnTo>
                    <a:pt x="2778417" y="1592874"/>
                  </a:lnTo>
                  <a:lnTo>
                    <a:pt x="2774054" y="1592874"/>
                  </a:lnTo>
                  <a:lnTo>
                    <a:pt x="2769691" y="1592874"/>
                  </a:lnTo>
                  <a:lnTo>
                    <a:pt x="2765329" y="1592874"/>
                  </a:lnTo>
                  <a:lnTo>
                    <a:pt x="2760966" y="1592874"/>
                  </a:lnTo>
                  <a:lnTo>
                    <a:pt x="2756603" y="1592874"/>
                  </a:lnTo>
                  <a:lnTo>
                    <a:pt x="2752240" y="1592874"/>
                  </a:lnTo>
                  <a:lnTo>
                    <a:pt x="2747878" y="1592874"/>
                  </a:lnTo>
                  <a:lnTo>
                    <a:pt x="2743515" y="1592874"/>
                  </a:lnTo>
                  <a:lnTo>
                    <a:pt x="2739152" y="1592874"/>
                  </a:lnTo>
                  <a:lnTo>
                    <a:pt x="2734789" y="1592874"/>
                  </a:lnTo>
                  <a:lnTo>
                    <a:pt x="2730427" y="1592874"/>
                  </a:lnTo>
                  <a:lnTo>
                    <a:pt x="2726064" y="1592874"/>
                  </a:lnTo>
                  <a:lnTo>
                    <a:pt x="2721701" y="1592874"/>
                  </a:lnTo>
                  <a:lnTo>
                    <a:pt x="2717338" y="1592874"/>
                  </a:lnTo>
                  <a:lnTo>
                    <a:pt x="2712976" y="1592874"/>
                  </a:lnTo>
                  <a:lnTo>
                    <a:pt x="2708613" y="1592874"/>
                  </a:lnTo>
                  <a:lnTo>
                    <a:pt x="2704250" y="1592874"/>
                  </a:lnTo>
                  <a:lnTo>
                    <a:pt x="2699887" y="1592874"/>
                  </a:lnTo>
                  <a:lnTo>
                    <a:pt x="2695525" y="1592874"/>
                  </a:lnTo>
                  <a:lnTo>
                    <a:pt x="2691162" y="1592874"/>
                  </a:lnTo>
                  <a:lnTo>
                    <a:pt x="2686799" y="1592874"/>
                  </a:lnTo>
                  <a:lnTo>
                    <a:pt x="2682436" y="1592874"/>
                  </a:lnTo>
                  <a:lnTo>
                    <a:pt x="2678074" y="1592874"/>
                  </a:lnTo>
                  <a:lnTo>
                    <a:pt x="2673711" y="1592874"/>
                  </a:lnTo>
                  <a:lnTo>
                    <a:pt x="2669348" y="1592874"/>
                  </a:lnTo>
                  <a:lnTo>
                    <a:pt x="2664985" y="1592874"/>
                  </a:lnTo>
                  <a:lnTo>
                    <a:pt x="2660623" y="1592874"/>
                  </a:lnTo>
                  <a:lnTo>
                    <a:pt x="2656260" y="1592874"/>
                  </a:lnTo>
                  <a:lnTo>
                    <a:pt x="2651897" y="1592874"/>
                  </a:lnTo>
                  <a:lnTo>
                    <a:pt x="2647534" y="1592874"/>
                  </a:lnTo>
                  <a:lnTo>
                    <a:pt x="2643172" y="1592874"/>
                  </a:lnTo>
                  <a:lnTo>
                    <a:pt x="2638809" y="1592874"/>
                  </a:lnTo>
                  <a:lnTo>
                    <a:pt x="2634446" y="1592874"/>
                  </a:lnTo>
                  <a:lnTo>
                    <a:pt x="2630083" y="1592874"/>
                  </a:lnTo>
                  <a:lnTo>
                    <a:pt x="2625721" y="1592874"/>
                  </a:lnTo>
                  <a:lnTo>
                    <a:pt x="2621358" y="1592874"/>
                  </a:lnTo>
                  <a:lnTo>
                    <a:pt x="2616995" y="1592874"/>
                  </a:lnTo>
                  <a:lnTo>
                    <a:pt x="2612632" y="1592874"/>
                  </a:lnTo>
                  <a:lnTo>
                    <a:pt x="2608270" y="1592874"/>
                  </a:lnTo>
                  <a:lnTo>
                    <a:pt x="2603907" y="1592874"/>
                  </a:lnTo>
                  <a:lnTo>
                    <a:pt x="2599544" y="1592874"/>
                  </a:lnTo>
                  <a:lnTo>
                    <a:pt x="2595181" y="1592874"/>
                  </a:lnTo>
                  <a:lnTo>
                    <a:pt x="2590819" y="1592874"/>
                  </a:lnTo>
                  <a:lnTo>
                    <a:pt x="2586456" y="1592874"/>
                  </a:lnTo>
                  <a:lnTo>
                    <a:pt x="2582093" y="1592874"/>
                  </a:lnTo>
                  <a:lnTo>
                    <a:pt x="2577730" y="1592874"/>
                  </a:lnTo>
                  <a:lnTo>
                    <a:pt x="2573368" y="1592874"/>
                  </a:lnTo>
                  <a:lnTo>
                    <a:pt x="2569005" y="1592874"/>
                  </a:lnTo>
                  <a:lnTo>
                    <a:pt x="2564642" y="1592874"/>
                  </a:lnTo>
                  <a:lnTo>
                    <a:pt x="2560279" y="1592874"/>
                  </a:lnTo>
                  <a:lnTo>
                    <a:pt x="2555917" y="1592874"/>
                  </a:lnTo>
                  <a:lnTo>
                    <a:pt x="2551554" y="1592874"/>
                  </a:lnTo>
                  <a:lnTo>
                    <a:pt x="2547191" y="1592874"/>
                  </a:lnTo>
                  <a:lnTo>
                    <a:pt x="2542828" y="1592874"/>
                  </a:lnTo>
                  <a:lnTo>
                    <a:pt x="2538466" y="1592874"/>
                  </a:lnTo>
                  <a:lnTo>
                    <a:pt x="2534103" y="1592874"/>
                  </a:lnTo>
                  <a:lnTo>
                    <a:pt x="2529740" y="1592874"/>
                  </a:lnTo>
                  <a:lnTo>
                    <a:pt x="2525377" y="1592874"/>
                  </a:lnTo>
                  <a:lnTo>
                    <a:pt x="2521015" y="1592874"/>
                  </a:lnTo>
                  <a:lnTo>
                    <a:pt x="2516652" y="1592874"/>
                  </a:lnTo>
                  <a:lnTo>
                    <a:pt x="2512289" y="1592874"/>
                  </a:lnTo>
                  <a:lnTo>
                    <a:pt x="2507926" y="1592874"/>
                  </a:lnTo>
                  <a:lnTo>
                    <a:pt x="2503564" y="1592874"/>
                  </a:lnTo>
                  <a:lnTo>
                    <a:pt x="2499201" y="1592874"/>
                  </a:lnTo>
                  <a:lnTo>
                    <a:pt x="2494838" y="1592874"/>
                  </a:lnTo>
                  <a:lnTo>
                    <a:pt x="2490475" y="1592874"/>
                  </a:lnTo>
                  <a:lnTo>
                    <a:pt x="2486113" y="1592874"/>
                  </a:lnTo>
                  <a:lnTo>
                    <a:pt x="2481750" y="1592874"/>
                  </a:lnTo>
                  <a:lnTo>
                    <a:pt x="2477387" y="1592874"/>
                  </a:lnTo>
                  <a:lnTo>
                    <a:pt x="2473024" y="1592874"/>
                  </a:lnTo>
                  <a:lnTo>
                    <a:pt x="2468662" y="1592874"/>
                  </a:lnTo>
                  <a:lnTo>
                    <a:pt x="2464299" y="1592874"/>
                  </a:lnTo>
                  <a:lnTo>
                    <a:pt x="2459936" y="1592874"/>
                  </a:lnTo>
                  <a:lnTo>
                    <a:pt x="2455573" y="1592874"/>
                  </a:lnTo>
                  <a:lnTo>
                    <a:pt x="2451211" y="1592874"/>
                  </a:lnTo>
                  <a:lnTo>
                    <a:pt x="2446848" y="1592874"/>
                  </a:lnTo>
                  <a:lnTo>
                    <a:pt x="2442485" y="1592874"/>
                  </a:lnTo>
                  <a:lnTo>
                    <a:pt x="2438122" y="1592874"/>
                  </a:lnTo>
                  <a:lnTo>
                    <a:pt x="2433760" y="1592874"/>
                  </a:lnTo>
                  <a:lnTo>
                    <a:pt x="2429397" y="1592874"/>
                  </a:lnTo>
                  <a:lnTo>
                    <a:pt x="2425034" y="1592874"/>
                  </a:lnTo>
                  <a:lnTo>
                    <a:pt x="2420671" y="1592874"/>
                  </a:lnTo>
                  <a:lnTo>
                    <a:pt x="2416309" y="1592874"/>
                  </a:lnTo>
                  <a:lnTo>
                    <a:pt x="2411946" y="1592874"/>
                  </a:lnTo>
                  <a:lnTo>
                    <a:pt x="2407583" y="1592874"/>
                  </a:lnTo>
                  <a:lnTo>
                    <a:pt x="2403220" y="1592874"/>
                  </a:lnTo>
                  <a:lnTo>
                    <a:pt x="2398858" y="1592874"/>
                  </a:lnTo>
                  <a:lnTo>
                    <a:pt x="2394495" y="1592874"/>
                  </a:lnTo>
                  <a:lnTo>
                    <a:pt x="2390132" y="1592874"/>
                  </a:lnTo>
                  <a:lnTo>
                    <a:pt x="2385769" y="1592874"/>
                  </a:lnTo>
                  <a:lnTo>
                    <a:pt x="2381407" y="1592874"/>
                  </a:lnTo>
                  <a:lnTo>
                    <a:pt x="2377044" y="1592874"/>
                  </a:lnTo>
                  <a:lnTo>
                    <a:pt x="2372681" y="1592874"/>
                  </a:lnTo>
                  <a:lnTo>
                    <a:pt x="2368318" y="1592874"/>
                  </a:lnTo>
                  <a:lnTo>
                    <a:pt x="2363956" y="1592874"/>
                  </a:lnTo>
                  <a:lnTo>
                    <a:pt x="2359593" y="1592874"/>
                  </a:lnTo>
                  <a:lnTo>
                    <a:pt x="2355230" y="1592874"/>
                  </a:lnTo>
                  <a:lnTo>
                    <a:pt x="2350867" y="1592874"/>
                  </a:lnTo>
                  <a:lnTo>
                    <a:pt x="2346505" y="1592874"/>
                  </a:lnTo>
                  <a:lnTo>
                    <a:pt x="2342142" y="1592874"/>
                  </a:lnTo>
                  <a:lnTo>
                    <a:pt x="2337779" y="1592874"/>
                  </a:lnTo>
                  <a:lnTo>
                    <a:pt x="2333416" y="1592874"/>
                  </a:lnTo>
                  <a:lnTo>
                    <a:pt x="2329054" y="1592874"/>
                  </a:lnTo>
                  <a:lnTo>
                    <a:pt x="2324691" y="1592874"/>
                  </a:lnTo>
                  <a:lnTo>
                    <a:pt x="2320328" y="1592874"/>
                  </a:lnTo>
                  <a:lnTo>
                    <a:pt x="2315965" y="1592874"/>
                  </a:lnTo>
                  <a:lnTo>
                    <a:pt x="2311603" y="1592874"/>
                  </a:lnTo>
                  <a:lnTo>
                    <a:pt x="2307240" y="1592874"/>
                  </a:lnTo>
                  <a:lnTo>
                    <a:pt x="2302877" y="1592874"/>
                  </a:lnTo>
                  <a:lnTo>
                    <a:pt x="2298514" y="1592874"/>
                  </a:lnTo>
                  <a:lnTo>
                    <a:pt x="2294152" y="1592874"/>
                  </a:lnTo>
                  <a:lnTo>
                    <a:pt x="2289789" y="1592874"/>
                  </a:lnTo>
                  <a:lnTo>
                    <a:pt x="2285426" y="1592874"/>
                  </a:lnTo>
                  <a:lnTo>
                    <a:pt x="2281063" y="1592874"/>
                  </a:lnTo>
                  <a:lnTo>
                    <a:pt x="2276701" y="1592874"/>
                  </a:lnTo>
                  <a:lnTo>
                    <a:pt x="2272338" y="1592874"/>
                  </a:lnTo>
                  <a:lnTo>
                    <a:pt x="2267975" y="1592874"/>
                  </a:lnTo>
                  <a:lnTo>
                    <a:pt x="2263612" y="1592874"/>
                  </a:lnTo>
                  <a:lnTo>
                    <a:pt x="2259250" y="1592874"/>
                  </a:lnTo>
                  <a:lnTo>
                    <a:pt x="2254887" y="1592874"/>
                  </a:lnTo>
                  <a:lnTo>
                    <a:pt x="2250524" y="1592874"/>
                  </a:lnTo>
                  <a:lnTo>
                    <a:pt x="2246161" y="1592874"/>
                  </a:lnTo>
                  <a:lnTo>
                    <a:pt x="2241799" y="1592874"/>
                  </a:lnTo>
                  <a:lnTo>
                    <a:pt x="2237436" y="1592874"/>
                  </a:lnTo>
                  <a:lnTo>
                    <a:pt x="2233073" y="1592874"/>
                  </a:lnTo>
                  <a:lnTo>
                    <a:pt x="2228710" y="1592874"/>
                  </a:lnTo>
                  <a:lnTo>
                    <a:pt x="2224348" y="1592874"/>
                  </a:lnTo>
                  <a:lnTo>
                    <a:pt x="2219985" y="1592874"/>
                  </a:lnTo>
                  <a:lnTo>
                    <a:pt x="2215622" y="1592874"/>
                  </a:lnTo>
                  <a:lnTo>
                    <a:pt x="2211259" y="1592874"/>
                  </a:lnTo>
                  <a:lnTo>
                    <a:pt x="2206897" y="1592874"/>
                  </a:lnTo>
                  <a:lnTo>
                    <a:pt x="2202534" y="1592874"/>
                  </a:lnTo>
                  <a:lnTo>
                    <a:pt x="2198171" y="1592874"/>
                  </a:lnTo>
                  <a:lnTo>
                    <a:pt x="2193808" y="1592874"/>
                  </a:lnTo>
                  <a:lnTo>
                    <a:pt x="2189446" y="1592874"/>
                  </a:lnTo>
                  <a:lnTo>
                    <a:pt x="2185083" y="1592874"/>
                  </a:lnTo>
                  <a:lnTo>
                    <a:pt x="2180720" y="1592874"/>
                  </a:lnTo>
                  <a:lnTo>
                    <a:pt x="2176357" y="1592874"/>
                  </a:lnTo>
                  <a:lnTo>
                    <a:pt x="2171995" y="1592874"/>
                  </a:lnTo>
                  <a:lnTo>
                    <a:pt x="2167632" y="1592874"/>
                  </a:lnTo>
                  <a:lnTo>
                    <a:pt x="2163269" y="1592874"/>
                  </a:lnTo>
                  <a:lnTo>
                    <a:pt x="2158906" y="1592874"/>
                  </a:lnTo>
                  <a:lnTo>
                    <a:pt x="2154544" y="1592874"/>
                  </a:lnTo>
                  <a:lnTo>
                    <a:pt x="2150181" y="1592874"/>
                  </a:lnTo>
                  <a:lnTo>
                    <a:pt x="2145818" y="1592874"/>
                  </a:lnTo>
                  <a:lnTo>
                    <a:pt x="2141455" y="1592874"/>
                  </a:lnTo>
                  <a:lnTo>
                    <a:pt x="2137093" y="1592874"/>
                  </a:lnTo>
                  <a:lnTo>
                    <a:pt x="2132730" y="1592874"/>
                  </a:lnTo>
                  <a:lnTo>
                    <a:pt x="2128367" y="1592874"/>
                  </a:lnTo>
                  <a:lnTo>
                    <a:pt x="2124004" y="1592874"/>
                  </a:lnTo>
                  <a:lnTo>
                    <a:pt x="2119642" y="1592874"/>
                  </a:lnTo>
                  <a:lnTo>
                    <a:pt x="2115279" y="1592874"/>
                  </a:lnTo>
                  <a:lnTo>
                    <a:pt x="2110916" y="1592874"/>
                  </a:lnTo>
                  <a:lnTo>
                    <a:pt x="2106553" y="1592874"/>
                  </a:lnTo>
                  <a:lnTo>
                    <a:pt x="2102191" y="1592874"/>
                  </a:lnTo>
                  <a:lnTo>
                    <a:pt x="2097828" y="1592874"/>
                  </a:lnTo>
                  <a:lnTo>
                    <a:pt x="2093465" y="1592874"/>
                  </a:lnTo>
                  <a:lnTo>
                    <a:pt x="2089102" y="1592874"/>
                  </a:lnTo>
                  <a:lnTo>
                    <a:pt x="2084740" y="1592874"/>
                  </a:lnTo>
                  <a:lnTo>
                    <a:pt x="2080377" y="1592874"/>
                  </a:lnTo>
                  <a:lnTo>
                    <a:pt x="2076014" y="1592874"/>
                  </a:lnTo>
                  <a:lnTo>
                    <a:pt x="2071651" y="1592874"/>
                  </a:lnTo>
                  <a:lnTo>
                    <a:pt x="2067289" y="1592874"/>
                  </a:lnTo>
                  <a:lnTo>
                    <a:pt x="2062926" y="1592874"/>
                  </a:lnTo>
                  <a:lnTo>
                    <a:pt x="2058563" y="1592874"/>
                  </a:lnTo>
                  <a:lnTo>
                    <a:pt x="2054200" y="1592874"/>
                  </a:lnTo>
                  <a:lnTo>
                    <a:pt x="2049838" y="1592874"/>
                  </a:lnTo>
                  <a:lnTo>
                    <a:pt x="2045475" y="1592874"/>
                  </a:lnTo>
                  <a:lnTo>
                    <a:pt x="2041112" y="1592874"/>
                  </a:lnTo>
                  <a:lnTo>
                    <a:pt x="2036749" y="1592874"/>
                  </a:lnTo>
                  <a:lnTo>
                    <a:pt x="2032387" y="1592874"/>
                  </a:lnTo>
                  <a:lnTo>
                    <a:pt x="2028024" y="1592874"/>
                  </a:lnTo>
                  <a:lnTo>
                    <a:pt x="2023661" y="1592874"/>
                  </a:lnTo>
                  <a:lnTo>
                    <a:pt x="2019298" y="1592874"/>
                  </a:lnTo>
                  <a:lnTo>
                    <a:pt x="2014936" y="1592874"/>
                  </a:lnTo>
                  <a:lnTo>
                    <a:pt x="2010573" y="1592874"/>
                  </a:lnTo>
                  <a:lnTo>
                    <a:pt x="2006210" y="1592874"/>
                  </a:lnTo>
                  <a:lnTo>
                    <a:pt x="2001847" y="1592874"/>
                  </a:lnTo>
                  <a:lnTo>
                    <a:pt x="1997485" y="1592874"/>
                  </a:lnTo>
                  <a:lnTo>
                    <a:pt x="1993122" y="1592874"/>
                  </a:lnTo>
                  <a:lnTo>
                    <a:pt x="1988759" y="1592874"/>
                  </a:lnTo>
                  <a:lnTo>
                    <a:pt x="1984396" y="1592874"/>
                  </a:lnTo>
                  <a:lnTo>
                    <a:pt x="1980034" y="1592874"/>
                  </a:lnTo>
                  <a:lnTo>
                    <a:pt x="1975671" y="1592874"/>
                  </a:lnTo>
                  <a:lnTo>
                    <a:pt x="1971308" y="1592874"/>
                  </a:lnTo>
                  <a:lnTo>
                    <a:pt x="1966945" y="1592874"/>
                  </a:lnTo>
                  <a:lnTo>
                    <a:pt x="1962583" y="1592874"/>
                  </a:lnTo>
                  <a:lnTo>
                    <a:pt x="1958220" y="1592874"/>
                  </a:lnTo>
                  <a:lnTo>
                    <a:pt x="1953857" y="1592874"/>
                  </a:lnTo>
                  <a:lnTo>
                    <a:pt x="1949494" y="1592874"/>
                  </a:lnTo>
                  <a:lnTo>
                    <a:pt x="1945132" y="1592874"/>
                  </a:lnTo>
                  <a:lnTo>
                    <a:pt x="1940769" y="1592874"/>
                  </a:lnTo>
                  <a:lnTo>
                    <a:pt x="1936406" y="1592874"/>
                  </a:lnTo>
                  <a:lnTo>
                    <a:pt x="1932043" y="1592874"/>
                  </a:lnTo>
                  <a:lnTo>
                    <a:pt x="1927681" y="1592874"/>
                  </a:lnTo>
                  <a:lnTo>
                    <a:pt x="1923318" y="1592874"/>
                  </a:lnTo>
                  <a:lnTo>
                    <a:pt x="1918955" y="1592874"/>
                  </a:lnTo>
                  <a:lnTo>
                    <a:pt x="1914592" y="1592874"/>
                  </a:lnTo>
                  <a:lnTo>
                    <a:pt x="1910230" y="1592874"/>
                  </a:lnTo>
                  <a:lnTo>
                    <a:pt x="1905867" y="1592874"/>
                  </a:lnTo>
                  <a:lnTo>
                    <a:pt x="1901504" y="1592874"/>
                  </a:lnTo>
                  <a:lnTo>
                    <a:pt x="1897141" y="1592874"/>
                  </a:lnTo>
                  <a:lnTo>
                    <a:pt x="1892779" y="1592874"/>
                  </a:lnTo>
                  <a:lnTo>
                    <a:pt x="1888416" y="1592874"/>
                  </a:lnTo>
                  <a:lnTo>
                    <a:pt x="1884053" y="1592874"/>
                  </a:lnTo>
                  <a:lnTo>
                    <a:pt x="1879690" y="1592874"/>
                  </a:lnTo>
                  <a:lnTo>
                    <a:pt x="1875328" y="1592874"/>
                  </a:lnTo>
                  <a:lnTo>
                    <a:pt x="1870965" y="1592874"/>
                  </a:lnTo>
                  <a:lnTo>
                    <a:pt x="1866602" y="1592874"/>
                  </a:lnTo>
                  <a:lnTo>
                    <a:pt x="1862239" y="1592874"/>
                  </a:lnTo>
                  <a:lnTo>
                    <a:pt x="1857877" y="1592874"/>
                  </a:lnTo>
                  <a:lnTo>
                    <a:pt x="1853514" y="1592874"/>
                  </a:lnTo>
                  <a:lnTo>
                    <a:pt x="1849151" y="1592874"/>
                  </a:lnTo>
                  <a:lnTo>
                    <a:pt x="1844788" y="1592874"/>
                  </a:lnTo>
                  <a:lnTo>
                    <a:pt x="1840426" y="1592874"/>
                  </a:lnTo>
                  <a:lnTo>
                    <a:pt x="1836063" y="1592874"/>
                  </a:lnTo>
                  <a:lnTo>
                    <a:pt x="1831700" y="1592874"/>
                  </a:lnTo>
                  <a:lnTo>
                    <a:pt x="1827337" y="1592874"/>
                  </a:lnTo>
                  <a:lnTo>
                    <a:pt x="1822975" y="1592874"/>
                  </a:lnTo>
                  <a:lnTo>
                    <a:pt x="1818612" y="1592874"/>
                  </a:lnTo>
                  <a:lnTo>
                    <a:pt x="1814249" y="1592874"/>
                  </a:lnTo>
                  <a:lnTo>
                    <a:pt x="1809886" y="1592874"/>
                  </a:lnTo>
                  <a:lnTo>
                    <a:pt x="1805524" y="1592874"/>
                  </a:lnTo>
                  <a:lnTo>
                    <a:pt x="1801161" y="1592874"/>
                  </a:lnTo>
                  <a:lnTo>
                    <a:pt x="1796798" y="1592874"/>
                  </a:lnTo>
                  <a:lnTo>
                    <a:pt x="1792435" y="1592874"/>
                  </a:lnTo>
                  <a:lnTo>
                    <a:pt x="1788073" y="1592874"/>
                  </a:lnTo>
                  <a:lnTo>
                    <a:pt x="1783710" y="1592874"/>
                  </a:lnTo>
                  <a:lnTo>
                    <a:pt x="1779347" y="1592874"/>
                  </a:lnTo>
                  <a:lnTo>
                    <a:pt x="1774984" y="1592874"/>
                  </a:lnTo>
                  <a:lnTo>
                    <a:pt x="1770622" y="1592874"/>
                  </a:lnTo>
                  <a:lnTo>
                    <a:pt x="1766259" y="1592874"/>
                  </a:lnTo>
                  <a:lnTo>
                    <a:pt x="1761896" y="1592874"/>
                  </a:lnTo>
                  <a:lnTo>
                    <a:pt x="1757533" y="1592874"/>
                  </a:lnTo>
                  <a:lnTo>
                    <a:pt x="1753171" y="1592874"/>
                  </a:lnTo>
                  <a:lnTo>
                    <a:pt x="1748808" y="1592874"/>
                  </a:lnTo>
                  <a:lnTo>
                    <a:pt x="1744445" y="1592874"/>
                  </a:lnTo>
                  <a:lnTo>
                    <a:pt x="1740082" y="1592874"/>
                  </a:lnTo>
                  <a:lnTo>
                    <a:pt x="1735720" y="1592874"/>
                  </a:lnTo>
                  <a:lnTo>
                    <a:pt x="1731357" y="1592874"/>
                  </a:lnTo>
                  <a:lnTo>
                    <a:pt x="1726994" y="1592874"/>
                  </a:lnTo>
                  <a:lnTo>
                    <a:pt x="1722631" y="1592874"/>
                  </a:lnTo>
                  <a:lnTo>
                    <a:pt x="1718269" y="1592874"/>
                  </a:lnTo>
                  <a:lnTo>
                    <a:pt x="1713906" y="1592874"/>
                  </a:lnTo>
                  <a:lnTo>
                    <a:pt x="1709543" y="1592874"/>
                  </a:lnTo>
                  <a:lnTo>
                    <a:pt x="1705180" y="1592874"/>
                  </a:lnTo>
                  <a:lnTo>
                    <a:pt x="1700818" y="1592874"/>
                  </a:lnTo>
                  <a:lnTo>
                    <a:pt x="1696455" y="1592874"/>
                  </a:lnTo>
                  <a:lnTo>
                    <a:pt x="1692092" y="1592874"/>
                  </a:lnTo>
                  <a:lnTo>
                    <a:pt x="1687729" y="1592874"/>
                  </a:lnTo>
                  <a:lnTo>
                    <a:pt x="1683367" y="1592874"/>
                  </a:lnTo>
                  <a:lnTo>
                    <a:pt x="1679004" y="1592874"/>
                  </a:lnTo>
                  <a:lnTo>
                    <a:pt x="1674641" y="1592874"/>
                  </a:lnTo>
                  <a:lnTo>
                    <a:pt x="1670278" y="1592874"/>
                  </a:lnTo>
                  <a:lnTo>
                    <a:pt x="1665916" y="1592874"/>
                  </a:lnTo>
                  <a:lnTo>
                    <a:pt x="1661553" y="1592874"/>
                  </a:lnTo>
                  <a:lnTo>
                    <a:pt x="1657190" y="1592874"/>
                  </a:lnTo>
                  <a:lnTo>
                    <a:pt x="1652827" y="1592874"/>
                  </a:lnTo>
                  <a:lnTo>
                    <a:pt x="1648465" y="1592874"/>
                  </a:lnTo>
                  <a:lnTo>
                    <a:pt x="1644102" y="1592874"/>
                  </a:lnTo>
                  <a:lnTo>
                    <a:pt x="1639739" y="1592874"/>
                  </a:lnTo>
                  <a:lnTo>
                    <a:pt x="1635376" y="1592874"/>
                  </a:lnTo>
                  <a:lnTo>
                    <a:pt x="1631014" y="1592874"/>
                  </a:lnTo>
                  <a:lnTo>
                    <a:pt x="1626651" y="1592874"/>
                  </a:lnTo>
                  <a:lnTo>
                    <a:pt x="1622288" y="1592874"/>
                  </a:lnTo>
                  <a:lnTo>
                    <a:pt x="1617925" y="1592874"/>
                  </a:lnTo>
                  <a:lnTo>
                    <a:pt x="1613563" y="1592874"/>
                  </a:lnTo>
                  <a:lnTo>
                    <a:pt x="1609200" y="1592874"/>
                  </a:lnTo>
                  <a:lnTo>
                    <a:pt x="1604837" y="1592874"/>
                  </a:lnTo>
                  <a:lnTo>
                    <a:pt x="1600474" y="1592874"/>
                  </a:lnTo>
                  <a:lnTo>
                    <a:pt x="1596112" y="1592874"/>
                  </a:lnTo>
                  <a:lnTo>
                    <a:pt x="1591749" y="1592874"/>
                  </a:lnTo>
                  <a:lnTo>
                    <a:pt x="1587386" y="1592874"/>
                  </a:lnTo>
                  <a:lnTo>
                    <a:pt x="1583023" y="1592874"/>
                  </a:lnTo>
                  <a:lnTo>
                    <a:pt x="1578661" y="1592874"/>
                  </a:lnTo>
                  <a:lnTo>
                    <a:pt x="1574298" y="1592874"/>
                  </a:lnTo>
                  <a:lnTo>
                    <a:pt x="1569935" y="1592874"/>
                  </a:lnTo>
                  <a:lnTo>
                    <a:pt x="1565572" y="1592874"/>
                  </a:lnTo>
                  <a:lnTo>
                    <a:pt x="1561210" y="1592874"/>
                  </a:lnTo>
                  <a:lnTo>
                    <a:pt x="1556847" y="1592874"/>
                  </a:lnTo>
                  <a:lnTo>
                    <a:pt x="1552484" y="1592874"/>
                  </a:lnTo>
                  <a:lnTo>
                    <a:pt x="1548121" y="1592874"/>
                  </a:lnTo>
                  <a:lnTo>
                    <a:pt x="1543759" y="1592874"/>
                  </a:lnTo>
                  <a:lnTo>
                    <a:pt x="1539396" y="1592874"/>
                  </a:lnTo>
                  <a:lnTo>
                    <a:pt x="1535033" y="1592874"/>
                  </a:lnTo>
                  <a:lnTo>
                    <a:pt x="1530670" y="1592874"/>
                  </a:lnTo>
                  <a:lnTo>
                    <a:pt x="1526308" y="1592874"/>
                  </a:lnTo>
                  <a:lnTo>
                    <a:pt x="1521945" y="1592874"/>
                  </a:lnTo>
                  <a:lnTo>
                    <a:pt x="1517582" y="1592874"/>
                  </a:lnTo>
                  <a:lnTo>
                    <a:pt x="1513219" y="1592874"/>
                  </a:lnTo>
                  <a:lnTo>
                    <a:pt x="1508857" y="1592874"/>
                  </a:lnTo>
                  <a:lnTo>
                    <a:pt x="1504494" y="1592874"/>
                  </a:lnTo>
                  <a:lnTo>
                    <a:pt x="1500131" y="1592874"/>
                  </a:lnTo>
                  <a:lnTo>
                    <a:pt x="1495768" y="1592874"/>
                  </a:lnTo>
                  <a:lnTo>
                    <a:pt x="1491406" y="1592874"/>
                  </a:lnTo>
                  <a:lnTo>
                    <a:pt x="1487043" y="1592874"/>
                  </a:lnTo>
                  <a:lnTo>
                    <a:pt x="1482680" y="1592874"/>
                  </a:lnTo>
                  <a:lnTo>
                    <a:pt x="1478317" y="1592874"/>
                  </a:lnTo>
                  <a:lnTo>
                    <a:pt x="1473955" y="1592874"/>
                  </a:lnTo>
                  <a:lnTo>
                    <a:pt x="1469592" y="1592874"/>
                  </a:lnTo>
                  <a:lnTo>
                    <a:pt x="1465229" y="1592874"/>
                  </a:lnTo>
                  <a:lnTo>
                    <a:pt x="1460866" y="1592874"/>
                  </a:lnTo>
                  <a:lnTo>
                    <a:pt x="1456504" y="1592874"/>
                  </a:lnTo>
                  <a:lnTo>
                    <a:pt x="1452141" y="1592874"/>
                  </a:lnTo>
                  <a:lnTo>
                    <a:pt x="1447778" y="1592874"/>
                  </a:lnTo>
                  <a:lnTo>
                    <a:pt x="1443415" y="1592874"/>
                  </a:lnTo>
                  <a:lnTo>
                    <a:pt x="1439053" y="1592874"/>
                  </a:lnTo>
                  <a:lnTo>
                    <a:pt x="1434690" y="1592874"/>
                  </a:lnTo>
                  <a:lnTo>
                    <a:pt x="1430327" y="1592874"/>
                  </a:lnTo>
                  <a:lnTo>
                    <a:pt x="1425964" y="1592874"/>
                  </a:lnTo>
                  <a:lnTo>
                    <a:pt x="1421602" y="1592874"/>
                  </a:lnTo>
                  <a:lnTo>
                    <a:pt x="1417239" y="1592874"/>
                  </a:lnTo>
                  <a:lnTo>
                    <a:pt x="1412876" y="1592874"/>
                  </a:lnTo>
                  <a:lnTo>
                    <a:pt x="1408513" y="1592874"/>
                  </a:lnTo>
                  <a:lnTo>
                    <a:pt x="1404151" y="1592874"/>
                  </a:lnTo>
                  <a:lnTo>
                    <a:pt x="1399788" y="1592874"/>
                  </a:lnTo>
                  <a:lnTo>
                    <a:pt x="1395425" y="1592874"/>
                  </a:lnTo>
                  <a:lnTo>
                    <a:pt x="1391062" y="1592874"/>
                  </a:lnTo>
                  <a:lnTo>
                    <a:pt x="1386700" y="1592874"/>
                  </a:lnTo>
                  <a:lnTo>
                    <a:pt x="1382337" y="1592874"/>
                  </a:lnTo>
                  <a:lnTo>
                    <a:pt x="1377974" y="1592874"/>
                  </a:lnTo>
                  <a:lnTo>
                    <a:pt x="1373611" y="1592874"/>
                  </a:lnTo>
                  <a:lnTo>
                    <a:pt x="1369249" y="1592874"/>
                  </a:lnTo>
                  <a:lnTo>
                    <a:pt x="1364886" y="1592874"/>
                  </a:lnTo>
                  <a:lnTo>
                    <a:pt x="1360523" y="1592874"/>
                  </a:lnTo>
                  <a:lnTo>
                    <a:pt x="1356160" y="1592874"/>
                  </a:lnTo>
                  <a:lnTo>
                    <a:pt x="1351798" y="1592874"/>
                  </a:lnTo>
                  <a:lnTo>
                    <a:pt x="1347435" y="1592874"/>
                  </a:lnTo>
                  <a:lnTo>
                    <a:pt x="1343072" y="1592874"/>
                  </a:lnTo>
                  <a:lnTo>
                    <a:pt x="1338709" y="1592874"/>
                  </a:lnTo>
                  <a:lnTo>
                    <a:pt x="1334347" y="1592874"/>
                  </a:lnTo>
                  <a:lnTo>
                    <a:pt x="1329984" y="1592874"/>
                  </a:lnTo>
                  <a:lnTo>
                    <a:pt x="1325621" y="1592874"/>
                  </a:lnTo>
                  <a:lnTo>
                    <a:pt x="1321258" y="1592874"/>
                  </a:lnTo>
                  <a:lnTo>
                    <a:pt x="1316896" y="1592874"/>
                  </a:lnTo>
                  <a:lnTo>
                    <a:pt x="1312533" y="1592874"/>
                  </a:lnTo>
                  <a:lnTo>
                    <a:pt x="1308170" y="1592874"/>
                  </a:lnTo>
                  <a:lnTo>
                    <a:pt x="1303807" y="1592874"/>
                  </a:lnTo>
                  <a:lnTo>
                    <a:pt x="1299445" y="1592874"/>
                  </a:lnTo>
                  <a:lnTo>
                    <a:pt x="1295082" y="1592874"/>
                  </a:lnTo>
                  <a:lnTo>
                    <a:pt x="1290719" y="1592874"/>
                  </a:lnTo>
                  <a:lnTo>
                    <a:pt x="1286356" y="1592874"/>
                  </a:lnTo>
                  <a:lnTo>
                    <a:pt x="1281994" y="1592874"/>
                  </a:lnTo>
                  <a:lnTo>
                    <a:pt x="1277631" y="1592874"/>
                  </a:lnTo>
                  <a:lnTo>
                    <a:pt x="1273268" y="1592874"/>
                  </a:lnTo>
                  <a:lnTo>
                    <a:pt x="1268905" y="1592874"/>
                  </a:lnTo>
                  <a:lnTo>
                    <a:pt x="1264543" y="1592874"/>
                  </a:lnTo>
                  <a:lnTo>
                    <a:pt x="1260180" y="1592874"/>
                  </a:lnTo>
                  <a:lnTo>
                    <a:pt x="1255817" y="1592874"/>
                  </a:lnTo>
                  <a:lnTo>
                    <a:pt x="1251454" y="1592874"/>
                  </a:lnTo>
                  <a:lnTo>
                    <a:pt x="1247092" y="1592874"/>
                  </a:lnTo>
                  <a:lnTo>
                    <a:pt x="1242729" y="1592874"/>
                  </a:lnTo>
                  <a:lnTo>
                    <a:pt x="1238366" y="1592874"/>
                  </a:lnTo>
                  <a:lnTo>
                    <a:pt x="1234003" y="1592874"/>
                  </a:lnTo>
                  <a:lnTo>
                    <a:pt x="1229641" y="1592874"/>
                  </a:lnTo>
                  <a:lnTo>
                    <a:pt x="1225278" y="1592874"/>
                  </a:lnTo>
                  <a:lnTo>
                    <a:pt x="1220915" y="1592874"/>
                  </a:lnTo>
                  <a:lnTo>
                    <a:pt x="1216552" y="1592874"/>
                  </a:lnTo>
                  <a:lnTo>
                    <a:pt x="1212190" y="1592874"/>
                  </a:lnTo>
                  <a:lnTo>
                    <a:pt x="1207827" y="1592874"/>
                  </a:lnTo>
                  <a:lnTo>
                    <a:pt x="1203464" y="1592874"/>
                  </a:lnTo>
                  <a:lnTo>
                    <a:pt x="1199101" y="1592874"/>
                  </a:lnTo>
                  <a:lnTo>
                    <a:pt x="1194739" y="1592874"/>
                  </a:lnTo>
                  <a:lnTo>
                    <a:pt x="1190376" y="1592874"/>
                  </a:lnTo>
                  <a:lnTo>
                    <a:pt x="1186013" y="1592874"/>
                  </a:lnTo>
                  <a:lnTo>
                    <a:pt x="1181650" y="1592874"/>
                  </a:lnTo>
                  <a:lnTo>
                    <a:pt x="1177288" y="1592874"/>
                  </a:lnTo>
                  <a:lnTo>
                    <a:pt x="1172925" y="1592874"/>
                  </a:lnTo>
                  <a:lnTo>
                    <a:pt x="1168562" y="1592874"/>
                  </a:lnTo>
                  <a:lnTo>
                    <a:pt x="1164199" y="1592874"/>
                  </a:lnTo>
                  <a:lnTo>
                    <a:pt x="1159837" y="1592874"/>
                  </a:lnTo>
                  <a:lnTo>
                    <a:pt x="1155474" y="1592874"/>
                  </a:lnTo>
                  <a:lnTo>
                    <a:pt x="1151111" y="1592874"/>
                  </a:lnTo>
                  <a:lnTo>
                    <a:pt x="1146748" y="1592874"/>
                  </a:lnTo>
                  <a:lnTo>
                    <a:pt x="1142386" y="1592874"/>
                  </a:lnTo>
                  <a:lnTo>
                    <a:pt x="1138023" y="1592874"/>
                  </a:lnTo>
                  <a:lnTo>
                    <a:pt x="1133660" y="1592874"/>
                  </a:lnTo>
                  <a:lnTo>
                    <a:pt x="1129297" y="1592874"/>
                  </a:lnTo>
                  <a:lnTo>
                    <a:pt x="1124935" y="1592874"/>
                  </a:lnTo>
                  <a:lnTo>
                    <a:pt x="1120572" y="1592874"/>
                  </a:lnTo>
                  <a:lnTo>
                    <a:pt x="1116209" y="1592874"/>
                  </a:lnTo>
                  <a:lnTo>
                    <a:pt x="1111846" y="1592874"/>
                  </a:lnTo>
                  <a:lnTo>
                    <a:pt x="1107484" y="1592874"/>
                  </a:lnTo>
                  <a:lnTo>
                    <a:pt x="1103121" y="1592874"/>
                  </a:lnTo>
                  <a:lnTo>
                    <a:pt x="1098758" y="1592874"/>
                  </a:lnTo>
                  <a:lnTo>
                    <a:pt x="1094395" y="1592874"/>
                  </a:lnTo>
                  <a:lnTo>
                    <a:pt x="1090033" y="1592874"/>
                  </a:lnTo>
                  <a:lnTo>
                    <a:pt x="1085670" y="1592874"/>
                  </a:lnTo>
                  <a:lnTo>
                    <a:pt x="1081307" y="1592874"/>
                  </a:lnTo>
                  <a:lnTo>
                    <a:pt x="1076944" y="1592874"/>
                  </a:lnTo>
                  <a:lnTo>
                    <a:pt x="1072582" y="1592874"/>
                  </a:lnTo>
                  <a:lnTo>
                    <a:pt x="1068219" y="1592874"/>
                  </a:lnTo>
                  <a:lnTo>
                    <a:pt x="1063856" y="1592874"/>
                  </a:lnTo>
                  <a:lnTo>
                    <a:pt x="1059493" y="1592874"/>
                  </a:lnTo>
                  <a:lnTo>
                    <a:pt x="1055131" y="1592874"/>
                  </a:lnTo>
                  <a:lnTo>
                    <a:pt x="1050768" y="1592874"/>
                  </a:lnTo>
                  <a:lnTo>
                    <a:pt x="1046405" y="1592874"/>
                  </a:lnTo>
                  <a:lnTo>
                    <a:pt x="1042042" y="1592874"/>
                  </a:lnTo>
                  <a:lnTo>
                    <a:pt x="1037680" y="1592874"/>
                  </a:lnTo>
                  <a:lnTo>
                    <a:pt x="1033317" y="1592874"/>
                  </a:lnTo>
                  <a:lnTo>
                    <a:pt x="1028954" y="1592874"/>
                  </a:lnTo>
                  <a:lnTo>
                    <a:pt x="1024591" y="1592874"/>
                  </a:lnTo>
                  <a:lnTo>
                    <a:pt x="1020229" y="1592874"/>
                  </a:lnTo>
                  <a:lnTo>
                    <a:pt x="1015866" y="1592874"/>
                  </a:lnTo>
                  <a:lnTo>
                    <a:pt x="1011503" y="1592874"/>
                  </a:lnTo>
                  <a:lnTo>
                    <a:pt x="1007140" y="1592874"/>
                  </a:lnTo>
                  <a:lnTo>
                    <a:pt x="1002778" y="1592874"/>
                  </a:lnTo>
                  <a:lnTo>
                    <a:pt x="998415" y="1592874"/>
                  </a:lnTo>
                  <a:lnTo>
                    <a:pt x="994052" y="1592874"/>
                  </a:lnTo>
                  <a:lnTo>
                    <a:pt x="989689" y="1592874"/>
                  </a:lnTo>
                  <a:lnTo>
                    <a:pt x="985327" y="1592874"/>
                  </a:lnTo>
                  <a:lnTo>
                    <a:pt x="980964" y="1592874"/>
                  </a:lnTo>
                  <a:lnTo>
                    <a:pt x="976601" y="1592874"/>
                  </a:lnTo>
                  <a:lnTo>
                    <a:pt x="972238" y="1592874"/>
                  </a:lnTo>
                  <a:lnTo>
                    <a:pt x="967876" y="1592874"/>
                  </a:lnTo>
                  <a:lnTo>
                    <a:pt x="963513" y="1592874"/>
                  </a:lnTo>
                  <a:lnTo>
                    <a:pt x="959150" y="1592874"/>
                  </a:lnTo>
                  <a:lnTo>
                    <a:pt x="954787" y="1592874"/>
                  </a:lnTo>
                  <a:lnTo>
                    <a:pt x="950425" y="1592874"/>
                  </a:lnTo>
                  <a:lnTo>
                    <a:pt x="946062" y="1592874"/>
                  </a:lnTo>
                  <a:lnTo>
                    <a:pt x="941699" y="1592874"/>
                  </a:lnTo>
                  <a:lnTo>
                    <a:pt x="937336" y="1592874"/>
                  </a:lnTo>
                  <a:lnTo>
                    <a:pt x="932974" y="1592874"/>
                  </a:lnTo>
                  <a:lnTo>
                    <a:pt x="928611" y="1592874"/>
                  </a:lnTo>
                  <a:lnTo>
                    <a:pt x="924248" y="1592874"/>
                  </a:lnTo>
                  <a:lnTo>
                    <a:pt x="919885" y="1592874"/>
                  </a:lnTo>
                  <a:lnTo>
                    <a:pt x="915523" y="1592874"/>
                  </a:lnTo>
                  <a:lnTo>
                    <a:pt x="911160" y="1592874"/>
                  </a:lnTo>
                  <a:lnTo>
                    <a:pt x="906797" y="1592874"/>
                  </a:lnTo>
                  <a:lnTo>
                    <a:pt x="902434" y="1592874"/>
                  </a:lnTo>
                  <a:lnTo>
                    <a:pt x="898072" y="1592874"/>
                  </a:lnTo>
                  <a:lnTo>
                    <a:pt x="893709" y="1592874"/>
                  </a:lnTo>
                  <a:lnTo>
                    <a:pt x="889346" y="1592874"/>
                  </a:lnTo>
                  <a:lnTo>
                    <a:pt x="884983" y="1592874"/>
                  </a:lnTo>
                  <a:lnTo>
                    <a:pt x="880621" y="1592874"/>
                  </a:lnTo>
                  <a:lnTo>
                    <a:pt x="876258" y="1592874"/>
                  </a:lnTo>
                  <a:lnTo>
                    <a:pt x="871895" y="1592874"/>
                  </a:lnTo>
                  <a:lnTo>
                    <a:pt x="867532" y="1592874"/>
                  </a:lnTo>
                  <a:lnTo>
                    <a:pt x="863170" y="1592874"/>
                  </a:lnTo>
                  <a:lnTo>
                    <a:pt x="858807" y="1592874"/>
                  </a:lnTo>
                  <a:lnTo>
                    <a:pt x="854444" y="1592874"/>
                  </a:lnTo>
                  <a:lnTo>
                    <a:pt x="850081" y="1592874"/>
                  </a:lnTo>
                  <a:lnTo>
                    <a:pt x="845719" y="1592874"/>
                  </a:lnTo>
                  <a:lnTo>
                    <a:pt x="841356" y="1592874"/>
                  </a:lnTo>
                  <a:lnTo>
                    <a:pt x="836993" y="1592874"/>
                  </a:lnTo>
                  <a:lnTo>
                    <a:pt x="832630" y="1592874"/>
                  </a:lnTo>
                  <a:lnTo>
                    <a:pt x="828268" y="1592874"/>
                  </a:lnTo>
                  <a:lnTo>
                    <a:pt x="823905" y="1592874"/>
                  </a:lnTo>
                  <a:lnTo>
                    <a:pt x="819542" y="1592874"/>
                  </a:lnTo>
                  <a:lnTo>
                    <a:pt x="815179" y="1592874"/>
                  </a:lnTo>
                  <a:lnTo>
                    <a:pt x="810817" y="1592874"/>
                  </a:lnTo>
                  <a:lnTo>
                    <a:pt x="806454" y="1592874"/>
                  </a:lnTo>
                  <a:lnTo>
                    <a:pt x="802091" y="1592874"/>
                  </a:lnTo>
                  <a:lnTo>
                    <a:pt x="797728" y="1592874"/>
                  </a:lnTo>
                  <a:lnTo>
                    <a:pt x="793366" y="1592874"/>
                  </a:lnTo>
                  <a:lnTo>
                    <a:pt x="789003" y="1592874"/>
                  </a:lnTo>
                  <a:lnTo>
                    <a:pt x="784640" y="1592874"/>
                  </a:lnTo>
                  <a:lnTo>
                    <a:pt x="780277" y="1592874"/>
                  </a:lnTo>
                  <a:lnTo>
                    <a:pt x="775915" y="1592874"/>
                  </a:lnTo>
                  <a:lnTo>
                    <a:pt x="771552" y="1592874"/>
                  </a:lnTo>
                  <a:lnTo>
                    <a:pt x="767189" y="1592874"/>
                  </a:lnTo>
                  <a:lnTo>
                    <a:pt x="762826" y="1592874"/>
                  </a:lnTo>
                  <a:lnTo>
                    <a:pt x="758464" y="1592874"/>
                  </a:lnTo>
                  <a:lnTo>
                    <a:pt x="754101" y="1592874"/>
                  </a:lnTo>
                  <a:lnTo>
                    <a:pt x="749738" y="1592874"/>
                  </a:lnTo>
                  <a:lnTo>
                    <a:pt x="745375" y="1592874"/>
                  </a:lnTo>
                  <a:lnTo>
                    <a:pt x="741013" y="1592874"/>
                  </a:lnTo>
                  <a:lnTo>
                    <a:pt x="736650" y="1592874"/>
                  </a:lnTo>
                  <a:lnTo>
                    <a:pt x="732287" y="1592874"/>
                  </a:lnTo>
                  <a:lnTo>
                    <a:pt x="727924" y="1592874"/>
                  </a:lnTo>
                  <a:lnTo>
                    <a:pt x="723562" y="1592874"/>
                  </a:lnTo>
                  <a:lnTo>
                    <a:pt x="719199" y="1592874"/>
                  </a:lnTo>
                  <a:lnTo>
                    <a:pt x="714836" y="1592874"/>
                  </a:lnTo>
                  <a:lnTo>
                    <a:pt x="710473" y="1592874"/>
                  </a:lnTo>
                  <a:lnTo>
                    <a:pt x="706111" y="1592874"/>
                  </a:lnTo>
                  <a:lnTo>
                    <a:pt x="701748" y="1592874"/>
                  </a:lnTo>
                  <a:lnTo>
                    <a:pt x="697385" y="1592874"/>
                  </a:lnTo>
                  <a:lnTo>
                    <a:pt x="693022" y="1592874"/>
                  </a:lnTo>
                  <a:lnTo>
                    <a:pt x="688660" y="1592874"/>
                  </a:lnTo>
                  <a:lnTo>
                    <a:pt x="684297" y="1592874"/>
                  </a:lnTo>
                  <a:lnTo>
                    <a:pt x="679934" y="1592874"/>
                  </a:lnTo>
                  <a:lnTo>
                    <a:pt x="675571" y="1592874"/>
                  </a:lnTo>
                  <a:lnTo>
                    <a:pt x="671209" y="1592874"/>
                  </a:lnTo>
                  <a:lnTo>
                    <a:pt x="666846" y="1592874"/>
                  </a:lnTo>
                  <a:lnTo>
                    <a:pt x="662483" y="1592874"/>
                  </a:lnTo>
                  <a:lnTo>
                    <a:pt x="658120" y="1592874"/>
                  </a:lnTo>
                  <a:lnTo>
                    <a:pt x="653758" y="1592874"/>
                  </a:lnTo>
                  <a:lnTo>
                    <a:pt x="649395" y="1592874"/>
                  </a:lnTo>
                  <a:lnTo>
                    <a:pt x="645032" y="1592874"/>
                  </a:lnTo>
                  <a:lnTo>
                    <a:pt x="640669" y="1592874"/>
                  </a:lnTo>
                  <a:lnTo>
                    <a:pt x="636307" y="1592874"/>
                  </a:lnTo>
                  <a:lnTo>
                    <a:pt x="631944" y="1592874"/>
                  </a:lnTo>
                  <a:lnTo>
                    <a:pt x="627581" y="1592874"/>
                  </a:lnTo>
                  <a:lnTo>
                    <a:pt x="623218" y="1592874"/>
                  </a:lnTo>
                  <a:lnTo>
                    <a:pt x="618856" y="1592874"/>
                  </a:lnTo>
                  <a:lnTo>
                    <a:pt x="614493" y="1592874"/>
                  </a:lnTo>
                  <a:lnTo>
                    <a:pt x="610130" y="1592874"/>
                  </a:lnTo>
                  <a:lnTo>
                    <a:pt x="605767" y="1592874"/>
                  </a:lnTo>
                  <a:lnTo>
                    <a:pt x="601405" y="1592874"/>
                  </a:lnTo>
                  <a:lnTo>
                    <a:pt x="597042" y="1592874"/>
                  </a:lnTo>
                  <a:lnTo>
                    <a:pt x="592679" y="1592874"/>
                  </a:lnTo>
                  <a:lnTo>
                    <a:pt x="588316" y="1592874"/>
                  </a:lnTo>
                  <a:lnTo>
                    <a:pt x="583954" y="1592874"/>
                  </a:lnTo>
                  <a:lnTo>
                    <a:pt x="579591" y="1592874"/>
                  </a:lnTo>
                  <a:lnTo>
                    <a:pt x="575228" y="1592874"/>
                  </a:lnTo>
                  <a:lnTo>
                    <a:pt x="570865" y="1592874"/>
                  </a:lnTo>
                  <a:lnTo>
                    <a:pt x="566503" y="1592874"/>
                  </a:lnTo>
                  <a:lnTo>
                    <a:pt x="562140" y="1592874"/>
                  </a:lnTo>
                  <a:lnTo>
                    <a:pt x="557777" y="1592874"/>
                  </a:lnTo>
                  <a:lnTo>
                    <a:pt x="553414" y="1592874"/>
                  </a:lnTo>
                  <a:lnTo>
                    <a:pt x="549052" y="1592874"/>
                  </a:lnTo>
                  <a:lnTo>
                    <a:pt x="544689" y="1592874"/>
                  </a:lnTo>
                  <a:lnTo>
                    <a:pt x="540326" y="1592874"/>
                  </a:lnTo>
                  <a:lnTo>
                    <a:pt x="535963" y="1592874"/>
                  </a:lnTo>
                  <a:lnTo>
                    <a:pt x="531601" y="1592874"/>
                  </a:lnTo>
                  <a:lnTo>
                    <a:pt x="527238" y="1592874"/>
                  </a:lnTo>
                  <a:lnTo>
                    <a:pt x="522875" y="1592874"/>
                  </a:lnTo>
                  <a:lnTo>
                    <a:pt x="518512" y="1592874"/>
                  </a:lnTo>
                  <a:lnTo>
                    <a:pt x="514150" y="1592874"/>
                  </a:lnTo>
                  <a:lnTo>
                    <a:pt x="509787" y="1592874"/>
                  </a:lnTo>
                  <a:lnTo>
                    <a:pt x="505424" y="1592874"/>
                  </a:lnTo>
                  <a:lnTo>
                    <a:pt x="501061" y="1592874"/>
                  </a:lnTo>
                  <a:lnTo>
                    <a:pt x="496699" y="1592874"/>
                  </a:lnTo>
                  <a:lnTo>
                    <a:pt x="492336" y="1592874"/>
                  </a:lnTo>
                  <a:lnTo>
                    <a:pt x="487973" y="1592874"/>
                  </a:lnTo>
                  <a:lnTo>
                    <a:pt x="483610" y="1592874"/>
                  </a:lnTo>
                  <a:lnTo>
                    <a:pt x="479248" y="1592874"/>
                  </a:lnTo>
                  <a:lnTo>
                    <a:pt x="474885" y="1592874"/>
                  </a:lnTo>
                  <a:lnTo>
                    <a:pt x="470522" y="1592874"/>
                  </a:lnTo>
                  <a:lnTo>
                    <a:pt x="466159" y="1592874"/>
                  </a:lnTo>
                  <a:lnTo>
                    <a:pt x="461797" y="1592874"/>
                  </a:lnTo>
                  <a:lnTo>
                    <a:pt x="457434" y="1592874"/>
                  </a:lnTo>
                  <a:lnTo>
                    <a:pt x="453071" y="1592874"/>
                  </a:lnTo>
                  <a:lnTo>
                    <a:pt x="448708" y="1592874"/>
                  </a:lnTo>
                  <a:lnTo>
                    <a:pt x="444346" y="1592874"/>
                  </a:lnTo>
                  <a:lnTo>
                    <a:pt x="439983" y="1592874"/>
                  </a:lnTo>
                  <a:lnTo>
                    <a:pt x="435620" y="1592874"/>
                  </a:lnTo>
                  <a:lnTo>
                    <a:pt x="431257" y="1592874"/>
                  </a:lnTo>
                  <a:lnTo>
                    <a:pt x="426895" y="1592874"/>
                  </a:lnTo>
                  <a:lnTo>
                    <a:pt x="422532" y="1592874"/>
                  </a:lnTo>
                  <a:lnTo>
                    <a:pt x="418169" y="1592874"/>
                  </a:lnTo>
                  <a:lnTo>
                    <a:pt x="413806" y="1592874"/>
                  </a:lnTo>
                  <a:lnTo>
                    <a:pt x="409444" y="1592874"/>
                  </a:lnTo>
                  <a:lnTo>
                    <a:pt x="405081" y="1592874"/>
                  </a:lnTo>
                  <a:lnTo>
                    <a:pt x="400718" y="1592874"/>
                  </a:lnTo>
                  <a:lnTo>
                    <a:pt x="396355" y="1592874"/>
                  </a:lnTo>
                  <a:lnTo>
                    <a:pt x="391993" y="1592874"/>
                  </a:lnTo>
                  <a:lnTo>
                    <a:pt x="387630" y="1592874"/>
                  </a:lnTo>
                  <a:lnTo>
                    <a:pt x="383267" y="1592874"/>
                  </a:lnTo>
                  <a:lnTo>
                    <a:pt x="378904" y="1592874"/>
                  </a:lnTo>
                  <a:lnTo>
                    <a:pt x="374542" y="1592874"/>
                  </a:lnTo>
                  <a:lnTo>
                    <a:pt x="370179" y="1592874"/>
                  </a:lnTo>
                  <a:lnTo>
                    <a:pt x="365816" y="1592874"/>
                  </a:lnTo>
                  <a:lnTo>
                    <a:pt x="361453" y="1592874"/>
                  </a:lnTo>
                  <a:lnTo>
                    <a:pt x="357091" y="1592874"/>
                  </a:lnTo>
                  <a:lnTo>
                    <a:pt x="352728" y="1592874"/>
                  </a:lnTo>
                  <a:lnTo>
                    <a:pt x="348365" y="1592874"/>
                  </a:lnTo>
                  <a:lnTo>
                    <a:pt x="344002" y="1592874"/>
                  </a:lnTo>
                  <a:lnTo>
                    <a:pt x="339640" y="1592874"/>
                  </a:lnTo>
                  <a:lnTo>
                    <a:pt x="335277" y="1592874"/>
                  </a:lnTo>
                  <a:lnTo>
                    <a:pt x="330914" y="1592874"/>
                  </a:lnTo>
                  <a:lnTo>
                    <a:pt x="326551" y="1592874"/>
                  </a:lnTo>
                  <a:lnTo>
                    <a:pt x="322189" y="1592874"/>
                  </a:lnTo>
                  <a:lnTo>
                    <a:pt x="317826" y="1592874"/>
                  </a:lnTo>
                  <a:lnTo>
                    <a:pt x="313463" y="1592874"/>
                  </a:lnTo>
                  <a:lnTo>
                    <a:pt x="309100" y="1592874"/>
                  </a:lnTo>
                  <a:lnTo>
                    <a:pt x="304738" y="1592874"/>
                  </a:lnTo>
                  <a:lnTo>
                    <a:pt x="300375" y="1592874"/>
                  </a:lnTo>
                  <a:lnTo>
                    <a:pt x="296012" y="1592874"/>
                  </a:lnTo>
                  <a:lnTo>
                    <a:pt x="291649" y="1592874"/>
                  </a:lnTo>
                  <a:lnTo>
                    <a:pt x="287287" y="1592874"/>
                  </a:lnTo>
                  <a:lnTo>
                    <a:pt x="282924" y="1592874"/>
                  </a:lnTo>
                  <a:lnTo>
                    <a:pt x="278561" y="1592874"/>
                  </a:lnTo>
                  <a:lnTo>
                    <a:pt x="274198" y="1592874"/>
                  </a:lnTo>
                  <a:lnTo>
                    <a:pt x="269836" y="1592874"/>
                  </a:lnTo>
                  <a:lnTo>
                    <a:pt x="265473" y="1592874"/>
                  </a:lnTo>
                  <a:lnTo>
                    <a:pt x="261110" y="1592874"/>
                  </a:lnTo>
                  <a:lnTo>
                    <a:pt x="256747" y="1592874"/>
                  </a:lnTo>
                  <a:lnTo>
                    <a:pt x="252385" y="1592874"/>
                  </a:lnTo>
                  <a:lnTo>
                    <a:pt x="248022" y="1592874"/>
                  </a:lnTo>
                  <a:lnTo>
                    <a:pt x="243659" y="1592874"/>
                  </a:lnTo>
                  <a:lnTo>
                    <a:pt x="239296" y="1592874"/>
                  </a:lnTo>
                  <a:lnTo>
                    <a:pt x="234934" y="1592874"/>
                  </a:lnTo>
                  <a:lnTo>
                    <a:pt x="230571" y="1592874"/>
                  </a:lnTo>
                  <a:lnTo>
                    <a:pt x="226208" y="1592874"/>
                  </a:lnTo>
                  <a:lnTo>
                    <a:pt x="221845" y="1592874"/>
                  </a:lnTo>
                  <a:lnTo>
                    <a:pt x="217483" y="1592874"/>
                  </a:lnTo>
                  <a:lnTo>
                    <a:pt x="213120" y="1592874"/>
                  </a:lnTo>
                  <a:lnTo>
                    <a:pt x="208757" y="1592874"/>
                  </a:lnTo>
                  <a:lnTo>
                    <a:pt x="204394" y="1592874"/>
                  </a:lnTo>
                  <a:lnTo>
                    <a:pt x="200032" y="1592874"/>
                  </a:lnTo>
                  <a:lnTo>
                    <a:pt x="195669" y="1592874"/>
                  </a:lnTo>
                  <a:lnTo>
                    <a:pt x="191306" y="1592874"/>
                  </a:lnTo>
                  <a:lnTo>
                    <a:pt x="186943" y="1592874"/>
                  </a:lnTo>
                  <a:lnTo>
                    <a:pt x="182581" y="1592874"/>
                  </a:lnTo>
                  <a:lnTo>
                    <a:pt x="178218" y="1592874"/>
                  </a:lnTo>
                  <a:lnTo>
                    <a:pt x="173855" y="1592874"/>
                  </a:lnTo>
                  <a:lnTo>
                    <a:pt x="169492" y="1592874"/>
                  </a:lnTo>
                  <a:lnTo>
                    <a:pt x="165130" y="1592874"/>
                  </a:lnTo>
                  <a:lnTo>
                    <a:pt x="160767" y="1592874"/>
                  </a:lnTo>
                  <a:lnTo>
                    <a:pt x="156404" y="1592874"/>
                  </a:lnTo>
                  <a:lnTo>
                    <a:pt x="152041" y="1592874"/>
                  </a:lnTo>
                  <a:lnTo>
                    <a:pt x="147679" y="1592874"/>
                  </a:lnTo>
                  <a:lnTo>
                    <a:pt x="143316" y="1592874"/>
                  </a:lnTo>
                  <a:lnTo>
                    <a:pt x="138953" y="1592874"/>
                  </a:lnTo>
                  <a:lnTo>
                    <a:pt x="134590" y="1592874"/>
                  </a:lnTo>
                  <a:lnTo>
                    <a:pt x="130228" y="1592874"/>
                  </a:lnTo>
                  <a:lnTo>
                    <a:pt x="125865" y="1592874"/>
                  </a:lnTo>
                  <a:lnTo>
                    <a:pt x="121502" y="1592874"/>
                  </a:lnTo>
                  <a:lnTo>
                    <a:pt x="117139" y="1592874"/>
                  </a:lnTo>
                  <a:lnTo>
                    <a:pt x="112777" y="1592874"/>
                  </a:lnTo>
                  <a:lnTo>
                    <a:pt x="108414" y="1592874"/>
                  </a:lnTo>
                  <a:lnTo>
                    <a:pt x="104051" y="1592874"/>
                  </a:lnTo>
                  <a:lnTo>
                    <a:pt x="99688" y="1592874"/>
                  </a:lnTo>
                  <a:lnTo>
                    <a:pt x="95326" y="1592874"/>
                  </a:lnTo>
                  <a:lnTo>
                    <a:pt x="90963" y="1592874"/>
                  </a:lnTo>
                  <a:lnTo>
                    <a:pt x="86600" y="1592874"/>
                  </a:lnTo>
                  <a:lnTo>
                    <a:pt x="82237" y="1592874"/>
                  </a:lnTo>
                  <a:lnTo>
                    <a:pt x="77875" y="1592874"/>
                  </a:lnTo>
                  <a:lnTo>
                    <a:pt x="73512" y="1592874"/>
                  </a:lnTo>
                  <a:lnTo>
                    <a:pt x="69149" y="1592874"/>
                  </a:lnTo>
                  <a:lnTo>
                    <a:pt x="64786" y="1592874"/>
                  </a:lnTo>
                  <a:lnTo>
                    <a:pt x="60424" y="1592874"/>
                  </a:lnTo>
                  <a:lnTo>
                    <a:pt x="56061" y="1592874"/>
                  </a:lnTo>
                  <a:lnTo>
                    <a:pt x="51698" y="1592874"/>
                  </a:lnTo>
                  <a:lnTo>
                    <a:pt x="47335" y="1592874"/>
                  </a:lnTo>
                  <a:lnTo>
                    <a:pt x="42973" y="1592874"/>
                  </a:lnTo>
                  <a:lnTo>
                    <a:pt x="38610" y="1592874"/>
                  </a:lnTo>
                  <a:lnTo>
                    <a:pt x="34247" y="1592874"/>
                  </a:lnTo>
                  <a:lnTo>
                    <a:pt x="29884" y="1592874"/>
                  </a:lnTo>
                  <a:lnTo>
                    <a:pt x="25522" y="1592874"/>
                  </a:lnTo>
                  <a:lnTo>
                    <a:pt x="21159" y="1592874"/>
                  </a:lnTo>
                  <a:lnTo>
                    <a:pt x="16796" y="1592874"/>
                  </a:lnTo>
                  <a:lnTo>
                    <a:pt x="12433" y="1592874"/>
                  </a:lnTo>
                  <a:lnTo>
                    <a:pt x="8071" y="1592874"/>
                  </a:lnTo>
                  <a:lnTo>
                    <a:pt x="3708" y="1592874"/>
                  </a:lnTo>
                  <a:lnTo>
                    <a:pt x="0" y="1592874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85420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074638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22670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488934" y="1939557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88934" y="1554389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488934" y="1173750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488934" y="787000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488934" y="40330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22" name="pl22"/>
            <p:cNvSpPr/>
            <p:nvPr/>
          </p:nvSpPr>
          <p:spPr>
            <a:xfrm>
              <a:off x="587875" y="19818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87875" y="159818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87875" y="12144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87875" y="83079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87875" y="4470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22670" y="206628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612360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793734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975109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156484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 rot="-5400000">
              <a:off x="96391" y="118096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22670" y="126116"/>
              <a:ext cx="59705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wt_k27</a:t>
              </a:r>
            </a:p>
          </p:txBody>
        </p:sp>
        <p:sp>
          <p:nvSpPr>
            <p:cNvPr id="34" name="rc34"/>
            <p:cNvSpPr/>
            <p:nvPr/>
          </p:nvSpPr>
          <p:spPr>
            <a:xfrm>
              <a:off x="622670" y="235558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29388" y="2355589"/>
              <a:ext cx="8323950" cy="1668810"/>
            </a:xfrm>
            <a:custGeom>
              <a:avLst/>
              <a:pathLst>
                <a:path w="8323950" h="1668810">
                  <a:moveTo>
                    <a:pt x="0" y="1668810"/>
                  </a:moveTo>
                  <a:lnTo>
                    <a:pt x="1352" y="1646783"/>
                  </a:lnTo>
                  <a:lnTo>
                    <a:pt x="5715" y="1490764"/>
                  </a:lnTo>
                  <a:lnTo>
                    <a:pt x="10077" y="1427945"/>
                  </a:lnTo>
                  <a:lnTo>
                    <a:pt x="14440" y="1379346"/>
                  </a:lnTo>
                  <a:lnTo>
                    <a:pt x="18803" y="1345556"/>
                  </a:lnTo>
                  <a:lnTo>
                    <a:pt x="23166" y="1341929"/>
                  </a:lnTo>
                  <a:lnTo>
                    <a:pt x="27528" y="1336532"/>
                  </a:lnTo>
                  <a:lnTo>
                    <a:pt x="31891" y="1306927"/>
                  </a:lnTo>
                  <a:lnTo>
                    <a:pt x="36254" y="1267705"/>
                  </a:lnTo>
                  <a:lnTo>
                    <a:pt x="40617" y="1331814"/>
                  </a:lnTo>
                  <a:lnTo>
                    <a:pt x="44979" y="1278158"/>
                  </a:lnTo>
                  <a:lnTo>
                    <a:pt x="49342" y="1258069"/>
                  </a:lnTo>
                  <a:lnTo>
                    <a:pt x="53705" y="1258069"/>
                  </a:lnTo>
                  <a:lnTo>
                    <a:pt x="58068" y="1248297"/>
                  </a:lnTo>
                  <a:lnTo>
                    <a:pt x="62430" y="1276553"/>
                  </a:lnTo>
                  <a:lnTo>
                    <a:pt x="66793" y="1271493"/>
                  </a:lnTo>
                  <a:lnTo>
                    <a:pt x="71156" y="1196866"/>
                  </a:lnTo>
                  <a:lnTo>
                    <a:pt x="75519" y="1209463"/>
                  </a:lnTo>
                  <a:lnTo>
                    <a:pt x="79881" y="1185910"/>
                  </a:lnTo>
                  <a:lnTo>
                    <a:pt x="84244" y="1187267"/>
                  </a:lnTo>
                  <a:lnTo>
                    <a:pt x="88607" y="1159449"/>
                  </a:lnTo>
                  <a:lnTo>
                    <a:pt x="92970" y="1163337"/>
                  </a:lnTo>
                  <a:lnTo>
                    <a:pt x="97332" y="1185910"/>
                  </a:lnTo>
                  <a:lnTo>
                    <a:pt x="101695" y="1219466"/>
                  </a:lnTo>
                  <a:lnTo>
                    <a:pt x="106058" y="1248384"/>
                  </a:lnTo>
                  <a:lnTo>
                    <a:pt x="110421" y="1302923"/>
                  </a:lnTo>
                  <a:lnTo>
                    <a:pt x="114783" y="1170112"/>
                  </a:lnTo>
                  <a:lnTo>
                    <a:pt x="119146" y="1170112"/>
                  </a:lnTo>
                  <a:lnTo>
                    <a:pt x="123509" y="1184771"/>
                  </a:lnTo>
                  <a:lnTo>
                    <a:pt x="127872" y="1207529"/>
                  </a:lnTo>
                  <a:lnTo>
                    <a:pt x="132234" y="1225247"/>
                  </a:lnTo>
                  <a:lnTo>
                    <a:pt x="136597" y="1286629"/>
                  </a:lnTo>
                  <a:lnTo>
                    <a:pt x="140960" y="1288875"/>
                  </a:lnTo>
                  <a:lnTo>
                    <a:pt x="145323" y="1390009"/>
                  </a:lnTo>
                  <a:lnTo>
                    <a:pt x="149685" y="1438185"/>
                  </a:lnTo>
                  <a:lnTo>
                    <a:pt x="154048" y="1511026"/>
                  </a:lnTo>
                  <a:lnTo>
                    <a:pt x="158411" y="1511026"/>
                  </a:lnTo>
                  <a:lnTo>
                    <a:pt x="162774" y="1511026"/>
                  </a:lnTo>
                  <a:lnTo>
                    <a:pt x="167136" y="1511026"/>
                  </a:lnTo>
                  <a:lnTo>
                    <a:pt x="171499" y="1481347"/>
                  </a:lnTo>
                  <a:lnTo>
                    <a:pt x="175862" y="1426458"/>
                  </a:lnTo>
                  <a:lnTo>
                    <a:pt x="180225" y="1417827"/>
                  </a:lnTo>
                  <a:lnTo>
                    <a:pt x="184587" y="1390009"/>
                  </a:lnTo>
                  <a:lnTo>
                    <a:pt x="188950" y="1390009"/>
                  </a:lnTo>
                  <a:lnTo>
                    <a:pt x="193313" y="1525645"/>
                  </a:lnTo>
                  <a:lnTo>
                    <a:pt x="197676" y="1493958"/>
                  </a:lnTo>
                  <a:lnTo>
                    <a:pt x="202038" y="1498911"/>
                  </a:lnTo>
                  <a:lnTo>
                    <a:pt x="206401" y="1545465"/>
                  </a:lnTo>
                  <a:lnTo>
                    <a:pt x="210764" y="1623014"/>
                  </a:lnTo>
                  <a:lnTo>
                    <a:pt x="215127" y="1549402"/>
                  </a:lnTo>
                  <a:lnTo>
                    <a:pt x="219489" y="1514943"/>
                  </a:lnTo>
                  <a:lnTo>
                    <a:pt x="223852" y="1435885"/>
                  </a:lnTo>
                  <a:lnTo>
                    <a:pt x="228215" y="1363895"/>
                  </a:lnTo>
                  <a:lnTo>
                    <a:pt x="232578" y="1337577"/>
                  </a:lnTo>
                  <a:lnTo>
                    <a:pt x="236940" y="1327677"/>
                  </a:lnTo>
                  <a:lnTo>
                    <a:pt x="241303" y="1356455"/>
                  </a:lnTo>
                  <a:lnTo>
                    <a:pt x="245666" y="1382177"/>
                  </a:lnTo>
                  <a:lnTo>
                    <a:pt x="250029" y="1397898"/>
                  </a:lnTo>
                  <a:lnTo>
                    <a:pt x="254391" y="1372959"/>
                  </a:lnTo>
                  <a:lnTo>
                    <a:pt x="258754" y="1342168"/>
                  </a:lnTo>
                  <a:lnTo>
                    <a:pt x="263117" y="1289315"/>
                  </a:lnTo>
                  <a:lnTo>
                    <a:pt x="267480" y="1265319"/>
                  </a:lnTo>
                  <a:lnTo>
                    <a:pt x="271842" y="1093853"/>
                  </a:lnTo>
                  <a:lnTo>
                    <a:pt x="276205" y="1102252"/>
                  </a:lnTo>
                  <a:lnTo>
                    <a:pt x="280568" y="1143272"/>
                  </a:lnTo>
                  <a:lnTo>
                    <a:pt x="284931" y="1142433"/>
                  </a:lnTo>
                  <a:lnTo>
                    <a:pt x="289293" y="1030612"/>
                  </a:lnTo>
                  <a:lnTo>
                    <a:pt x="293656" y="1074255"/>
                  </a:lnTo>
                  <a:lnTo>
                    <a:pt x="298019" y="1097468"/>
                  </a:lnTo>
                  <a:lnTo>
                    <a:pt x="302382" y="1078819"/>
                  </a:lnTo>
                  <a:lnTo>
                    <a:pt x="306744" y="1071233"/>
                  </a:lnTo>
                  <a:lnTo>
                    <a:pt x="311107" y="1071233"/>
                  </a:lnTo>
                  <a:lnTo>
                    <a:pt x="315470" y="1071233"/>
                  </a:lnTo>
                  <a:lnTo>
                    <a:pt x="319833" y="1095889"/>
                  </a:lnTo>
                  <a:lnTo>
                    <a:pt x="324195" y="1138511"/>
                  </a:lnTo>
                  <a:lnTo>
                    <a:pt x="328558" y="1247720"/>
                  </a:lnTo>
                  <a:lnTo>
                    <a:pt x="332921" y="1288875"/>
                  </a:lnTo>
                  <a:lnTo>
                    <a:pt x="337284" y="1387304"/>
                  </a:lnTo>
                  <a:lnTo>
                    <a:pt x="341646" y="1348270"/>
                  </a:lnTo>
                  <a:lnTo>
                    <a:pt x="346009" y="1338319"/>
                  </a:lnTo>
                  <a:lnTo>
                    <a:pt x="350372" y="1338319"/>
                  </a:lnTo>
                  <a:lnTo>
                    <a:pt x="354735" y="1403739"/>
                  </a:lnTo>
                  <a:lnTo>
                    <a:pt x="359097" y="1447149"/>
                  </a:lnTo>
                  <a:lnTo>
                    <a:pt x="363460" y="1456264"/>
                  </a:lnTo>
                  <a:lnTo>
                    <a:pt x="367823" y="1549655"/>
                  </a:lnTo>
                  <a:lnTo>
                    <a:pt x="372186" y="1583445"/>
                  </a:lnTo>
                  <a:lnTo>
                    <a:pt x="376548" y="1583445"/>
                  </a:lnTo>
                  <a:lnTo>
                    <a:pt x="380911" y="1450170"/>
                  </a:lnTo>
                  <a:lnTo>
                    <a:pt x="385274" y="1447149"/>
                  </a:lnTo>
                  <a:lnTo>
                    <a:pt x="389637" y="1447149"/>
                  </a:lnTo>
                  <a:lnTo>
                    <a:pt x="393999" y="1447149"/>
                  </a:lnTo>
                  <a:lnTo>
                    <a:pt x="398362" y="1447149"/>
                  </a:lnTo>
                  <a:lnTo>
                    <a:pt x="402725" y="1447149"/>
                  </a:lnTo>
                  <a:lnTo>
                    <a:pt x="407088" y="1497635"/>
                  </a:lnTo>
                  <a:lnTo>
                    <a:pt x="411450" y="1447149"/>
                  </a:lnTo>
                  <a:lnTo>
                    <a:pt x="415813" y="1447149"/>
                  </a:lnTo>
                  <a:lnTo>
                    <a:pt x="420176" y="1447149"/>
                  </a:lnTo>
                  <a:lnTo>
                    <a:pt x="424539" y="1447149"/>
                  </a:lnTo>
                  <a:lnTo>
                    <a:pt x="428901" y="1447149"/>
                  </a:lnTo>
                  <a:lnTo>
                    <a:pt x="433264" y="1447149"/>
                  </a:lnTo>
                  <a:lnTo>
                    <a:pt x="437627" y="1447149"/>
                  </a:lnTo>
                  <a:lnTo>
                    <a:pt x="441990" y="1409330"/>
                  </a:lnTo>
                  <a:lnTo>
                    <a:pt x="446352" y="1507647"/>
                  </a:lnTo>
                  <a:lnTo>
                    <a:pt x="450715" y="1627476"/>
                  </a:lnTo>
                  <a:lnTo>
                    <a:pt x="455078" y="1516611"/>
                  </a:lnTo>
                  <a:lnTo>
                    <a:pt x="459441" y="1487796"/>
                  </a:lnTo>
                  <a:lnTo>
                    <a:pt x="463803" y="1463973"/>
                  </a:lnTo>
                  <a:lnTo>
                    <a:pt x="468166" y="1416833"/>
                  </a:lnTo>
                  <a:lnTo>
                    <a:pt x="472529" y="1329504"/>
                  </a:lnTo>
                  <a:lnTo>
                    <a:pt x="476892" y="1316378"/>
                  </a:lnTo>
                  <a:lnTo>
                    <a:pt x="481254" y="1294427"/>
                  </a:lnTo>
                  <a:lnTo>
                    <a:pt x="485617" y="1288795"/>
                  </a:lnTo>
                  <a:lnTo>
                    <a:pt x="489980" y="1323414"/>
                  </a:lnTo>
                  <a:lnTo>
                    <a:pt x="494343" y="1308437"/>
                  </a:lnTo>
                  <a:lnTo>
                    <a:pt x="498705" y="1302143"/>
                  </a:lnTo>
                  <a:lnTo>
                    <a:pt x="503068" y="1300061"/>
                  </a:lnTo>
                  <a:lnTo>
                    <a:pt x="507431" y="1266816"/>
                  </a:lnTo>
                  <a:lnTo>
                    <a:pt x="511794" y="1239194"/>
                  </a:lnTo>
                  <a:lnTo>
                    <a:pt x="516156" y="1229074"/>
                  </a:lnTo>
                  <a:lnTo>
                    <a:pt x="520519" y="1253305"/>
                  </a:lnTo>
                  <a:lnTo>
                    <a:pt x="524882" y="1217499"/>
                  </a:lnTo>
                  <a:lnTo>
                    <a:pt x="529245" y="1212011"/>
                  </a:lnTo>
                  <a:lnTo>
                    <a:pt x="533607" y="1328117"/>
                  </a:lnTo>
                  <a:lnTo>
                    <a:pt x="537970" y="1288598"/>
                  </a:lnTo>
                  <a:lnTo>
                    <a:pt x="542333" y="1341929"/>
                  </a:lnTo>
                  <a:lnTo>
                    <a:pt x="546696" y="1377412"/>
                  </a:lnTo>
                  <a:lnTo>
                    <a:pt x="551058" y="1362985"/>
                  </a:lnTo>
                  <a:lnTo>
                    <a:pt x="555421" y="1363169"/>
                  </a:lnTo>
                  <a:lnTo>
                    <a:pt x="559784" y="1371762"/>
                  </a:lnTo>
                  <a:lnTo>
                    <a:pt x="564147" y="1247720"/>
                  </a:lnTo>
                  <a:lnTo>
                    <a:pt x="568509" y="1217301"/>
                  </a:lnTo>
                  <a:lnTo>
                    <a:pt x="572872" y="1309516"/>
                  </a:lnTo>
                  <a:lnTo>
                    <a:pt x="577235" y="1358408"/>
                  </a:lnTo>
                  <a:lnTo>
                    <a:pt x="581598" y="1392727"/>
                  </a:lnTo>
                  <a:lnTo>
                    <a:pt x="585960" y="1420688"/>
                  </a:lnTo>
                  <a:lnTo>
                    <a:pt x="590323" y="1390009"/>
                  </a:lnTo>
                  <a:lnTo>
                    <a:pt x="594686" y="1390009"/>
                  </a:lnTo>
                  <a:lnTo>
                    <a:pt x="599049" y="1390009"/>
                  </a:lnTo>
                  <a:lnTo>
                    <a:pt x="603411" y="1390009"/>
                  </a:lnTo>
                  <a:lnTo>
                    <a:pt x="607774" y="1373978"/>
                  </a:lnTo>
                  <a:lnTo>
                    <a:pt x="612137" y="1474734"/>
                  </a:lnTo>
                  <a:lnTo>
                    <a:pt x="616500" y="1480706"/>
                  </a:lnTo>
                  <a:lnTo>
                    <a:pt x="620862" y="1419537"/>
                  </a:lnTo>
                  <a:lnTo>
                    <a:pt x="625225" y="1413315"/>
                  </a:lnTo>
                  <a:lnTo>
                    <a:pt x="629588" y="1499335"/>
                  </a:lnTo>
                  <a:lnTo>
                    <a:pt x="633951" y="1497415"/>
                  </a:lnTo>
                  <a:lnTo>
                    <a:pt x="638313" y="1503195"/>
                  </a:lnTo>
                  <a:lnTo>
                    <a:pt x="642676" y="1497415"/>
                  </a:lnTo>
                  <a:lnTo>
                    <a:pt x="647039" y="1484164"/>
                  </a:lnTo>
                  <a:lnTo>
                    <a:pt x="651402" y="1482297"/>
                  </a:lnTo>
                  <a:lnTo>
                    <a:pt x="655764" y="1503195"/>
                  </a:lnTo>
                  <a:lnTo>
                    <a:pt x="660127" y="1503195"/>
                  </a:lnTo>
                  <a:lnTo>
                    <a:pt x="664490" y="1503195"/>
                  </a:lnTo>
                  <a:lnTo>
                    <a:pt x="668853" y="1503195"/>
                  </a:lnTo>
                  <a:lnTo>
                    <a:pt x="673215" y="1514943"/>
                  </a:lnTo>
                  <a:lnTo>
                    <a:pt x="677578" y="1549402"/>
                  </a:lnTo>
                  <a:lnTo>
                    <a:pt x="681941" y="1576940"/>
                  </a:lnTo>
                  <a:lnTo>
                    <a:pt x="686304" y="1561825"/>
                  </a:lnTo>
                  <a:lnTo>
                    <a:pt x="690666" y="1570022"/>
                  </a:lnTo>
                  <a:lnTo>
                    <a:pt x="695029" y="1589623"/>
                  </a:lnTo>
                  <a:lnTo>
                    <a:pt x="699392" y="1511026"/>
                  </a:lnTo>
                  <a:lnTo>
                    <a:pt x="703755" y="1511026"/>
                  </a:lnTo>
                  <a:lnTo>
                    <a:pt x="708117" y="1579585"/>
                  </a:lnTo>
                  <a:lnTo>
                    <a:pt x="712480" y="1623636"/>
                  </a:lnTo>
                  <a:lnTo>
                    <a:pt x="716843" y="1667046"/>
                  </a:lnTo>
                  <a:lnTo>
                    <a:pt x="721206" y="1667046"/>
                  </a:lnTo>
                  <a:lnTo>
                    <a:pt x="725568" y="1667046"/>
                  </a:lnTo>
                  <a:lnTo>
                    <a:pt x="729931" y="1667046"/>
                  </a:lnTo>
                  <a:lnTo>
                    <a:pt x="734294" y="1667046"/>
                  </a:lnTo>
                  <a:lnTo>
                    <a:pt x="738657" y="1667046"/>
                  </a:lnTo>
                  <a:lnTo>
                    <a:pt x="743019" y="1667046"/>
                  </a:lnTo>
                  <a:lnTo>
                    <a:pt x="747382" y="1667046"/>
                  </a:lnTo>
                  <a:lnTo>
                    <a:pt x="751745" y="1667046"/>
                  </a:lnTo>
                  <a:lnTo>
                    <a:pt x="756108" y="1667046"/>
                  </a:lnTo>
                  <a:lnTo>
                    <a:pt x="760470" y="1667046"/>
                  </a:lnTo>
                  <a:lnTo>
                    <a:pt x="764833" y="1667046"/>
                  </a:lnTo>
                  <a:lnTo>
                    <a:pt x="769196" y="1667046"/>
                  </a:lnTo>
                  <a:lnTo>
                    <a:pt x="773559" y="1667046"/>
                  </a:lnTo>
                  <a:lnTo>
                    <a:pt x="777921" y="1667046"/>
                  </a:lnTo>
                  <a:lnTo>
                    <a:pt x="782284" y="1667046"/>
                  </a:lnTo>
                  <a:lnTo>
                    <a:pt x="786647" y="1667046"/>
                  </a:lnTo>
                  <a:lnTo>
                    <a:pt x="791010" y="1667046"/>
                  </a:lnTo>
                  <a:lnTo>
                    <a:pt x="795372" y="1667046"/>
                  </a:lnTo>
                  <a:lnTo>
                    <a:pt x="799735" y="1667046"/>
                  </a:lnTo>
                  <a:lnTo>
                    <a:pt x="804098" y="1667046"/>
                  </a:lnTo>
                  <a:lnTo>
                    <a:pt x="808461" y="1667046"/>
                  </a:lnTo>
                  <a:lnTo>
                    <a:pt x="812823" y="1591248"/>
                  </a:lnTo>
                  <a:lnTo>
                    <a:pt x="817186" y="1583445"/>
                  </a:lnTo>
                  <a:lnTo>
                    <a:pt x="821549" y="1583445"/>
                  </a:lnTo>
                  <a:lnTo>
                    <a:pt x="825912" y="1583445"/>
                  </a:lnTo>
                  <a:lnTo>
                    <a:pt x="830274" y="1583445"/>
                  </a:lnTo>
                  <a:lnTo>
                    <a:pt x="834637" y="1583445"/>
                  </a:lnTo>
                  <a:lnTo>
                    <a:pt x="839000" y="1560686"/>
                  </a:lnTo>
                  <a:lnTo>
                    <a:pt x="843363" y="1504289"/>
                  </a:lnTo>
                  <a:lnTo>
                    <a:pt x="847725" y="1447149"/>
                  </a:lnTo>
                  <a:lnTo>
                    <a:pt x="852088" y="1447149"/>
                  </a:lnTo>
                  <a:lnTo>
                    <a:pt x="856451" y="1395459"/>
                  </a:lnTo>
                  <a:lnTo>
                    <a:pt x="860814" y="1390009"/>
                  </a:lnTo>
                  <a:lnTo>
                    <a:pt x="865176" y="1390009"/>
                  </a:lnTo>
                  <a:lnTo>
                    <a:pt x="869539" y="1390009"/>
                  </a:lnTo>
                  <a:lnTo>
                    <a:pt x="873902" y="1390009"/>
                  </a:lnTo>
                  <a:lnTo>
                    <a:pt x="878265" y="1441156"/>
                  </a:lnTo>
                  <a:lnTo>
                    <a:pt x="882627" y="1447149"/>
                  </a:lnTo>
                  <a:lnTo>
                    <a:pt x="886990" y="1447149"/>
                  </a:lnTo>
                  <a:lnTo>
                    <a:pt x="891353" y="1447149"/>
                  </a:lnTo>
                  <a:lnTo>
                    <a:pt x="895716" y="1447149"/>
                  </a:lnTo>
                  <a:lnTo>
                    <a:pt x="900078" y="1447149"/>
                  </a:lnTo>
                  <a:lnTo>
                    <a:pt x="904441" y="1465535"/>
                  </a:lnTo>
                  <a:lnTo>
                    <a:pt x="908804" y="1517848"/>
                  </a:lnTo>
                  <a:lnTo>
                    <a:pt x="913167" y="1583445"/>
                  </a:lnTo>
                  <a:lnTo>
                    <a:pt x="917529" y="1583445"/>
                  </a:lnTo>
                  <a:lnTo>
                    <a:pt x="921892" y="1658081"/>
                  </a:lnTo>
                  <a:lnTo>
                    <a:pt x="926255" y="1667046"/>
                  </a:lnTo>
                  <a:lnTo>
                    <a:pt x="930618" y="1667046"/>
                  </a:lnTo>
                  <a:lnTo>
                    <a:pt x="934980" y="1667046"/>
                  </a:lnTo>
                  <a:lnTo>
                    <a:pt x="939343" y="1667046"/>
                  </a:lnTo>
                  <a:lnTo>
                    <a:pt x="943706" y="1667046"/>
                  </a:lnTo>
                  <a:lnTo>
                    <a:pt x="948069" y="1667046"/>
                  </a:lnTo>
                  <a:lnTo>
                    <a:pt x="952431" y="1667046"/>
                  </a:lnTo>
                  <a:lnTo>
                    <a:pt x="956794" y="1667046"/>
                  </a:lnTo>
                  <a:lnTo>
                    <a:pt x="961157" y="1667046"/>
                  </a:lnTo>
                  <a:lnTo>
                    <a:pt x="965520" y="1667046"/>
                  </a:lnTo>
                  <a:lnTo>
                    <a:pt x="969882" y="1667046"/>
                  </a:lnTo>
                  <a:lnTo>
                    <a:pt x="974245" y="1667046"/>
                  </a:lnTo>
                  <a:lnTo>
                    <a:pt x="978608" y="1667046"/>
                  </a:lnTo>
                  <a:lnTo>
                    <a:pt x="982971" y="1667046"/>
                  </a:lnTo>
                  <a:lnTo>
                    <a:pt x="987333" y="1667046"/>
                  </a:lnTo>
                  <a:lnTo>
                    <a:pt x="991696" y="1667046"/>
                  </a:lnTo>
                  <a:lnTo>
                    <a:pt x="996059" y="1667046"/>
                  </a:lnTo>
                  <a:lnTo>
                    <a:pt x="1000422" y="1667046"/>
                  </a:lnTo>
                  <a:lnTo>
                    <a:pt x="1004784" y="1667046"/>
                  </a:lnTo>
                  <a:lnTo>
                    <a:pt x="1009147" y="1667046"/>
                  </a:lnTo>
                  <a:lnTo>
                    <a:pt x="1013510" y="1667046"/>
                  </a:lnTo>
                  <a:lnTo>
                    <a:pt x="1017873" y="1667046"/>
                  </a:lnTo>
                  <a:lnTo>
                    <a:pt x="1022235" y="1667046"/>
                  </a:lnTo>
                  <a:lnTo>
                    <a:pt x="1026598" y="1667046"/>
                  </a:lnTo>
                  <a:lnTo>
                    <a:pt x="1030961" y="1667046"/>
                  </a:lnTo>
                  <a:lnTo>
                    <a:pt x="1035324" y="1667046"/>
                  </a:lnTo>
                  <a:lnTo>
                    <a:pt x="1039686" y="1667046"/>
                  </a:lnTo>
                  <a:lnTo>
                    <a:pt x="1044049" y="1667046"/>
                  </a:lnTo>
                  <a:lnTo>
                    <a:pt x="1048412" y="1667046"/>
                  </a:lnTo>
                  <a:lnTo>
                    <a:pt x="1052775" y="1591248"/>
                  </a:lnTo>
                  <a:lnTo>
                    <a:pt x="1057137" y="1583445"/>
                  </a:lnTo>
                  <a:lnTo>
                    <a:pt x="1061500" y="1583445"/>
                  </a:lnTo>
                  <a:lnTo>
                    <a:pt x="1065863" y="1564414"/>
                  </a:lnTo>
                  <a:lnTo>
                    <a:pt x="1070226" y="1456264"/>
                  </a:lnTo>
                  <a:lnTo>
                    <a:pt x="1074588" y="1487417"/>
                  </a:lnTo>
                  <a:lnTo>
                    <a:pt x="1078951" y="1493958"/>
                  </a:lnTo>
                  <a:lnTo>
                    <a:pt x="1083314" y="1619590"/>
                  </a:lnTo>
                  <a:lnTo>
                    <a:pt x="1087677" y="1595076"/>
                  </a:lnTo>
                  <a:lnTo>
                    <a:pt x="1092039" y="1543386"/>
                  </a:lnTo>
                  <a:lnTo>
                    <a:pt x="1096402" y="1514943"/>
                  </a:lnTo>
                  <a:lnTo>
                    <a:pt x="1100765" y="1474893"/>
                  </a:lnTo>
                  <a:lnTo>
                    <a:pt x="1105128" y="1386846"/>
                  </a:lnTo>
                  <a:lnTo>
                    <a:pt x="1109490" y="1346208"/>
                  </a:lnTo>
                  <a:lnTo>
                    <a:pt x="1113853" y="1337577"/>
                  </a:lnTo>
                  <a:lnTo>
                    <a:pt x="1118216" y="1363895"/>
                  </a:lnTo>
                  <a:lnTo>
                    <a:pt x="1122579" y="1316581"/>
                  </a:lnTo>
                  <a:lnTo>
                    <a:pt x="1126941" y="1309759"/>
                  </a:lnTo>
                  <a:lnTo>
                    <a:pt x="1131304" y="1305706"/>
                  </a:lnTo>
                  <a:lnTo>
                    <a:pt x="1135667" y="1308405"/>
                  </a:lnTo>
                  <a:lnTo>
                    <a:pt x="1140030" y="1368415"/>
                  </a:lnTo>
                  <a:lnTo>
                    <a:pt x="1144392" y="1352505"/>
                  </a:lnTo>
                  <a:lnTo>
                    <a:pt x="1148755" y="1240081"/>
                  </a:lnTo>
                  <a:lnTo>
                    <a:pt x="1153118" y="1256279"/>
                  </a:lnTo>
                  <a:lnTo>
                    <a:pt x="1157481" y="1271525"/>
                  </a:lnTo>
                  <a:lnTo>
                    <a:pt x="1161843" y="1159373"/>
                  </a:lnTo>
                  <a:lnTo>
                    <a:pt x="1166206" y="1182916"/>
                  </a:lnTo>
                  <a:lnTo>
                    <a:pt x="1170569" y="1262522"/>
                  </a:lnTo>
                  <a:lnTo>
                    <a:pt x="1174932" y="1293394"/>
                  </a:lnTo>
                  <a:lnTo>
                    <a:pt x="1179294" y="1291130"/>
                  </a:lnTo>
                  <a:lnTo>
                    <a:pt x="1183657" y="1291130"/>
                  </a:lnTo>
                  <a:lnTo>
                    <a:pt x="1188020" y="1376617"/>
                  </a:lnTo>
                  <a:lnTo>
                    <a:pt x="1192383" y="1390009"/>
                  </a:lnTo>
                  <a:lnTo>
                    <a:pt x="1196745" y="1400965"/>
                  </a:lnTo>
                  <a:lnTo>
                    <a:pt x="1201108" y="1441156"/>
                  </a:lnTo>
                  <a:lnTo>
                    <a:pt x="1205471" y="1447149"/>
                  </a:lnTo>
                  <a:lnTo>
                    <a:pt x="1209834" y="1398205"/>
                  </a:lnTo>
                  <a:lnTo>
                    <a:pt x="1214196" y="1381934"/>
                  </a:lnTo>
                  <a:lnTo>
                    <a:pt x="1218559" y="1338319"/>
                  </a:lnTo>
                  <a:lnTo>
                    <a:pt x="1222922" y="1338319"/>
                  </a:lnTo>
                  <a:lnTo>
                    <a:pt x="1227285" y="1338319"/>
                  </a:lnTo>
                  <a:lnTo>
                    <a:pt x="1231647" y="1358408"/>
                  </a:lnTo>
                  <a:lnTo>
                    <a:pt x="1236010" y="1390009"/>
                  </a:lnTo>
                  <a:lnTo>
                    <a:pt x="1240373" y="1426458"/>
                  </a:lnTo>
                  <a:lnTo>
                    <a:pt x="1244736" y="1447149"/>
                  </a:lnTo>
                  <a:lnTo>
                    <a:pt x="1249098" y="1447149"/>
                  </a:lnTo>
                  <a:lnTo>
                    <a:pt x="1253461" y="1447149"/>
                  </a:lnTo>
                  <a:lnTo>
                    <a:pt x="1257824" y="1447149"/>
                  </a:lnTo>
                  <a:lnTo>
                    <a:pt x="1262187" y="1459337"/>
                  </a:lnTo>
                  <a:lnTo>
                    <a:pt x="1266549" y="1511026"/>
                  </a:lnTo>
                  <a:lnTo>
                    <a:pt x="1270912" y="1511026"/>
                  </a:lnTo>
                  <a:lnTo>
                    <a:pt x="1275275" y="1571946"/>
                  </a:lnTo>
                  <a:lnTo>
                    <a:pt x="1279638" y="1497635"/>
                  </a:lnTo>
                  <a:lnTo>
                    <a:pt x="1284000" y="1447149"/>
                  </a:lnTo>
                  <a:lnTo>
                    <a:pt x="1288363" y="1447149"/>
                  </a:lnTo>
                  <a:lnTo>
                    <a:pt x="1292726" y="1447149"/>
                  </a:lnTo>
                  <a:lnTo>
                    <a:pt x="1297089" y="1447149"/>
                  </a:lnTo>
                  <a:lnTo>
                    <a:pt x="1301451" y="1447149"/>
                  </a:lnTo>
                  <a:lnTo>
                    <a:pt x="1305814" y="1447149"/>
                  </a:lnTo>
                  <a:lnTo>
                    <a:pt x="1310177" y="1360972"/>
                  </a:lnTo>
                  <a:lnTo>
                    <a:pt x="1314540" y="1258251"/>
                  </a:lnTo>
                  <a:lnTo>
                    <a:pt x="1318902" y="1201749"/>
                  </a:lnTo>
                  <a:lnTo>
                    <a:pt x="1323265" y="1170112"/>
                  </a:lnTo>
                  <a:lnTo>
                    <a:pt x="1327628" y="1170112"/>
                  </a:lnTo>
                  <a:lnTo>
                    <a:pt x="1331991" y="1170112"/>
                  </a:lnTo>
                  <a:lnTo>
                    <a:pt x="1336353" y="1145376"/>
                  </a:lnTo>
                  <a:lnTo>
                    <a:pt x="1340716" y="1135111"/>
                  </a:lnTo>
                  <a:lnTo>
                    <a:pt x="1345079" y="1182916"/>
                  </a:lnTo>
                  <a:lnTo>
                    <a:pt x="1349442" y="1197930"/>
                  </a:lnTo>
                  <a:lnTo>
                    <a:pt x="1353804" y="1170112"/>
                  </a:lnTo>
                  <a:lnTo>
                    <a:pt x="1358167" y="1170112"/>
                  </a:lnTo>
                  <a:lnTo>
                    <a:pt x="1362530" y="1170112"/>
                  </a:lnTo>
                  <a:lnTo>
                    <a:pt x="1366893" y="1170112"/>
                  </a:lnTo>
                  <a:lnTo>
                    <a:pt x="1371255" y="1170112"/>
                  </a:lnTo>
                  <a:lnTo>
                    <a:pt x="1375618" y="1194137"/>
                  </a:lnTo>
                  <a:lnTo>
                    <a:pt x="1379981" y="1279947"/>
                  </a:lnTo>
                  <a:lnTo>
                    <a:pt x="1384344" y="1345765"/>
                  </a:lnTo>
                  <a:lnTo>
                    <a:pt x="1388706" y="1390009"/>
                  </a:lnTo>
                  <a:lnTo>
                    <a:pt x="1393069" y="1390009"/>
                  </a:lnTo>
                  <a:lnTo>
                    <a:pt x="1397432" y="1390009"/>
                  </a:lnTo>
                  <a:lnTo>
                    <a:pt x="1401795" y="1429366"/>
                  </a:lnTo>
                  <a:lnTo>
                    <a:pt x="1406157" y="1412148"/>
                  </a:lnTo>
                  <a:lnTo>
                    <a:pt x="1410520" y="1390009"/>
                  </a:lnTo>
                  <a:lnTo>
                    <a:pt x="1414883" y="1462427"/>
                  </a:lnTo>
                  <a:lnTo>
                    <a:pt x="1419246" y="1511026"/>
                  </a:lnTo>
                  <a:lnTo>
                    <a:pt x="1423608" y="1511026"/>
                  </a:lnTo>
                  <a:lnTo>
                    <a:pt x="1427971" y="1511026"/>
                  </a:lnTo>
                  <a:lnTo>
                    <a:pt x="1432334" y="1511026"/>
                  </a:lnTo>
                  <a:lnTo>
                    <a:pt x="1436697" y="1511026"/>
                  </a:lnTo>
                  <a:lnTo>
                    <a:pt x="1441059" y="1575752"/>
                  </a:lnTo>
                  <a:lnTo>
                    <a:pt x="1445422" y="1583445"/>
                  </a:lnTo>
                  <a:lnTo>
                    <a:pt x="1449785" y="1583445"/>
                  </a:lnTo>
                  <a:lnTo>
                    <a:pt x="1454148" y="1583445"/>
                  </a:lnTo>
                  <a:lnTo>
                    <a:pt x="1458510" y="1583445"/>
                  </a:lnTo>
                  <a:lnTo>
                    <a:pt x="1462873" y="1583445"/>
                  </a:lnTo>
                  <a:lnTo>
                    <a:pt x="1467236" y="1583445"/>
                  </a:lnTo>
                  <a:lnTo>
                    <a:pt x="1471599" y="1632044"/>
                  </a:lnTo>
                  <a:lnTo>
                    <a:pt x="1475961" y="1667046"/>
                  </a:lnTo>
                  <a:lnTo>
                    <a:pt x="1480324" y="1667046"/>
                  </a:lnTo>
                  <a:lnTo>
                    <a:pt x="1484687" y="1667046"/>
                  </a:lnTo>
                  <a:lnTo>
                    <a:pt x="1489050" y="1667046"/>
                  </a:lnTo>
                  <a:lnTo>
                    <a:pt x="1493412" y="1667046"/>
                  </a:lnTo>
                  <a:lnTo>
                    <a:pt x="1497775" y="1667046"/>
                  </a:lnTo>
                  <a:lnTo>
                    <a:pt x="1502138" y="1667046"/>
                  </a:lnTo>
                  <a:lnTo>
                    <a:pt x="1506501" y="1667046"/>
                  </a:lnTo>
                  <a:lnTo>
                    <a:pt x="1510863" y="1667046"/>
                  </a:lnTo>
                  <a:lnTo>
                    <a:pt x="1515226" y="1667046"/>
                  </a:lnTo>
                  <a:lnTo>
                    <a:pt x="1519589" y="1667046"/>
                  </a:lnTo>
                  <a:lnTo>
                    <a:pt x="1523952" y="1667046"/>
                  </a:lnTo>
                  <a:lnTo>
                    <a:pt x="1528314" y="1667046"/>
                  </a:lnTo>
                  <a:lnTo>
                    <a:pt x="1532677" y="1667046"/>
                  </a:lnTo>
                  <a:lnTo>
                    <a:pt x="1537040" y="1667046"/>
                  </a:lnTo>
                  <a:lnTo>
                    <a:pt x="1541403" y="1667046"/>
                  </a:lnTo>
                  <a:lnTo>
                    <a:pt x="1545765" y="1667046"/>
                  </a:lnTo>
                  <a:lnTo>
                    <a:pt x="1550128" y="1667046"/>
                  </a:lnTo>
                  <a:lnTo>
                    <a:pt x="1554491" y="1667046"/>
                  </a:lnTo>
                  <a:lnTo>
                    <a:pt x="1558854" y="1667046"/>
                  </a:lnTo>
                  <a:lnTo>
                    <a:pt x="1563216" y="1667046"/>
                  </a:lnTo>
                  <a:lnTo>
                    <a:pt x="1567579" y="1667046"/>
                  </a:lnTo>
                  <a:lnTo>
                    <a:pt x="1571942" y="1667046"/>
                  </a:lnTo>
                  <a:lnTo>
                    <a:pt x="1576305" y="1667046"/>
                  </a:lnTo>
                  <a:lnTo>
                    <a:pt x="1580667" y="1667046"/>
                  </a:lnTo>
                  <a:lnTo>
                    <a:pt x="1585030" y="1667046"/>
                  </a:lnTo>
                  <a:lnTo>
                    <a:pt x="1589393" y="1667046"/>
                  </a:lnTo>
                  <a:lnTo>
                    <a:pt x="1593756" y="1667046"/>
                  </a:lnTo>
                  <a:lnTo>
                    <a:pt x="1598118" y="1667046"/>
                  </a:lnTo>
                  <a:lnTo>
                    <a:pt x="1602481" y="1667046"/>
                  </a:lnTo>
                  <a:lnTo>
                    <a:pt x="1606844" y="1667046"/>
                  </a:lnTo>
                  <a:lnTo>
                    <a:pt x="1611207" y="1667046"/>
                  </a:lnTo>
                  <a:lnTo>
                    <a:pt x="1615569" y="1607200"/>
                  </a:lnTo>
                  <a:lnTo>
                    <a:pt x="1619932" y="1583445"/>
                  </a:lnTo>
                  <a:lnTo>
                    <a:pt x="1624295" y="1514427"/>
                  </a:lnTo>
                  <a:lnTo>
                    <a:pt x="1628658" y="1511026"/>
                  </a:lnTo>
                  <a:lnTo>
                    <a:pt x="1633020" y="1511026"/>
                  </a:lnTo>
                  <a:lnTo>
                    <a:pt x="1637383" y="1511026"/>
                  </a:lnTo>
                  <a:lnTo>
                    <a:pt x="1641746" y="1511026"/>
                  </a:lnTo>
                  <a:lnTo>
                    <a:pt x="1646109" y="1511026"/>
                  </a:lnTo>
                  <a:lnTo>
                    <a:pt x="1650471" y="1511026"/>
                  </a:lnTo>
                  <a:lnTo>
                    <a:pt x="1654834" y="1511026"/>
                  </a:lnTo>
                  <a:lnTo>
                    <a:pt x="1659197" y="1511026"/>
                  </a:lnTo>
                  <a:lnTo>
                    <a:pt x="1663560" y="1511026"/>
                  </a:lnTo>
                  <a:lnTo>
                    <a:pt x="1667922" y="1511026"/>
                  </a:lnTo>
                  <a:lnTo>
                    <a:pt x="1672285" y="1511026"/>
                  </a:lnTo>
                  <a:lnTo>
                    <a:pt x="1676648" y="1511026"/>
                  </a:lnTo>
                  <a:lnTo>
                    <a:pt x="1681011" y="1560686"/>
                  </a:lnTo>
                  <a:lnTo>
                    <a:pt x="1685373" y="1583445"/>
                  </a:lnTo>
                  <a:lnTo>
                    <a:pt x="1689736" y="1662545"/>
                  </a:lnTo>
                  <a:lnTo>
                    <a:pt x="1694099" y="1667046"/>
                  </a:lnTo>
                  <a:lnTo>
                    <a:pt x="1698462" y="1667046"/>
                  </a:lnTo>
                  <a:lnTo>
                    <a:pt x="1702824" y="1667046"/>
                  </a:lnTo>
                  <a:lnTo>
                    <a:pt x="1707187" y="1667046"/>
                  </a:lnTo>
                  <a:lnTo>
                    <a:pt x="1711550" y="1658081"/>
                  </a:lnTo>
                  <a:lnTo>
                    <a:pt x="1715913" y="1524757"/>
                  </a:lnTo>
                  <a:lnTo>
                    <a:pt x="1720275" y="1447149"/>
                  </a:lnTo>
                  <a:lnTo>
                    <a:pt x="1724638" y="1447149"/>
                  </a:lnTo>
                  <a:lnTo>
                    <a:pt x="1729001" y="1447149"/>
                  </a:lnTo>
                  <a:lnTo>
                    <a:pt x="1733364" y="1403739"/>
                  </a:lnTo>
                  <a:lnTo>
                    <a:pt x="1737726" y="1390009"/>
                  </a:lnTo>
                  <a:lnTo>
                    <a:pt x="1742089" y="1390009"/>
                  </a:lnTo>
                  <a:lnTo>
                    <a:pt x="1746452" y="1390009"/>
                  </a:lnTo>
                  <a:lnTo>
                    <a:pt x="1750815" y="1338319"/>
                  </a:lnTo>
                  <a:lnTo>
                    <a:pt x="1755177" y="1338319"/>
                  </a:lnTo>
                  <a:lnTo>
                    <a:pt x="1759540" y="1338319"/>
                  </a:lnTo>
                  <a:lnTo>
                    <a:pt x="1763903" y="1338319"/>
                  </a:lnTo>
                  <a:lnTo>
                    <a:pt x="1768266" y="1326131"/>
                  </a:lnTo>
                  <a:lnTo>
                    <a:pt x="1772628" y="1291130"/>
                  </a:lnTo>
                  <a:lnTo>
                    <a:pt x="1776991" y="1295668"/>
                  </a:lnTo>
                  <a:lnTo>
                    <a:pt x="1781354" y="1379269"/>
                  </a:lnTo>
                  <a:lnTo>
                    <a:pt x="1785717" y="1447149"/>
                  </a:lnTo>
                  <a:lnTo>
                    <a:pt x="1790079" y="1447149"/>
                  </a:lnTo>
                  <a:lnTo>
                    <a:pt x="1794442" y="1441156"/>
                  </a:lnTo>
                  <a:lnTo>
                    <a:pt x="1798805" y="1432290"/>
                  </a:lnTo>
                  <a:lnTo>
                    <a:pt x="1803168" y="1447149"/>
                  </a:lnTo>
                  <a:lnTo>
                    <a:pt x="1807530" y="1447149"/>
                  </a:lnTo>
                  <a:lnTo>
                    <a:pt x="1811893" y="1447149"/>
                  </a:lnTo>
                  <a:lnTo>
                    <a:pt x="1816256" y="1511026"/>
                  </a:lnTo>
                  <a:lnTo>
                    <a:pt x="1820619" y="1511026"/>
                  </a:lnTo>
                  <a:lnTo>
                    <a:pt x="1824981" y="1511026"/>
                  </a:lnTo>
                  <a:lnTo>
                    <a:pt x="1829344" y="1511026"/>
                  </a:lnTo>
                  <a:lnTo>
                    <a:pt x="1833707" y="1478148"/>
                  </a:lnTo>
                  <a:lnTo>
                    <a:pt x="1838070" y="1511026"/>
                  </a:lnTo>
                  <a:lnTo>
                    <a:pt x="1842432" y="1511026"/>
                  </a:lnTo>
                  <a:lnTo>
                    <a:pt x="1846795" y="1511026"/>
                  </a:lnTo>
                  <a:lnTo>
                    <a:pt x="1851158" y="1511026"/>
                  </a:lnTo>
                  <a:lnTo>
                    <a:pt x="1855521" y="1511026"/>
                  </a:lnTo>
                  <a:lnTo>
                    <a:pt x="1859883" y="1517848"/>
                  </a:lnTo>
                  <a:lnTo>
                    <a:pt x="1864246" y="1583445"/>
                  </a:lnTo>
                  <a:lnTo>
                    <a:pt x="1868609" y="1583445"/>
                  </a:lnTo>
                  <a:lnTo>
                    <a:pt x="1872972" y="1583445"/>
                  </a:lnTo>
                  <a:lnTo>
                    <a:pt x="1877334" y="1583445"/>
                  </a:lnTo>
                  <a:lnTo>
                    <a:pt x="1881697" y="1583445"/>
                  </a:lnTo>
                  <a:lnTo>
                    <a:pt x="1886060" y="1583445"/>
                  </a:lnTo>
                  <a:lnTo>
                    <a:pt x="1890423" y="1583445"/>
                  </a:lnTo>
                  <a:lnTo>
                    <a:pt x="1894785" y="1524757"/>
                  </a:lnTo>
                  <a:lnTo>
                    <a:pt x="1899148" y="1564414"/>
                  </a:lnTo>
                  <a:lnTo>
                    <a:pt x="1903511" y="1583445"/>
                  </a:lnTo>
                  <a:lnTo>
                    <a:pt x="1907874" y="1583445"/>
                  </a:lnTo>
                  <a:lnTo>
                    <a:pt x="1912236" y="1583445"/>
                  </a:lnTo>
                  <a:lnTo>
                    <a:pt x="1916599" y="1583445"/>
                  </a:lnTo>
                  <a:lnTo>
                    <a:pt x="1920962" y="1583445"/>
                  </a:lnTo>
                  <a:lnTo>
                    <a:pt x="1925325" y="1583445"/>
                  </a:lnTo>
                  <a:lnTo>
                    <a:pt x="1929687" y="1583445"/>
                  </a:lnTo>
                  <a:lnTo>
                    <a:pt x="1934050" y="1583445"/>
                  </a:lnTo>
                  <a:lnTo>
                    <a:pt x="1938413" y="1521292"/>
                  </a:lnTo>
                  <a:lnTo>
                    <a:pt x="1942776" y="1511026"/>
                  </a:lnTo>
                  <a:lnTo>
                    <a:pt x="1947138" y="1511026"/>
                  </a:lnTo>
                  <a:lnTo>
                    <a:pt x="1951501" y="1511026"/>
                  </a:lnTo>
                  <a:lnTo>
                    <a:pt x="1955864" y="1511026"/>
                  </a:lnTo>
                  <a:lnTo>
                    <a:pt x="1960227" y="1568167"/>
                  </a:lnTo>
                  <a:lnTo>
                    <a:pt x="1964589" y="1583445"/>
                  </a:lnTo>
                  <a:lnTo>
                    <a:pt x="1968952" y="1583445"/>
                  </a:lnTo>
                  <a:lnTo>
                    <a:pt x="1973315" y="1583445"/>
                  </a:lnTo>
                  <a:lnTo>
                    <a:pt x="1977678" y="1583445"/>
                  </a:lnTo>
                  <a:lnTo>
                    <a:pt x="1982040" y="1583445"/>
                  </a:lnTo>
                  <a:lnTo>
                    <a:pt x="1986403" y="1583445"/>
                  </a:lnTo>
                  <a:lnTo>
                    <a:pt x="1990766" y="1583445"/>
                  </a:lnTo>
                  <a:lnTo>
                    <a:pt x="1995129" y="1583445"/>
                  </a:lnTo>
                  <a:lnTo>
                    <a:pt x="1999491" y="1583445"/>
                  </a:lnTo>
                  <a:lnTo>
                    <a:pt x="2003854" y="1653654"/>
                  </a:lnTo>
                  <a:lnTo>
                    <a:pt x="2008217" y="1667046"/>
                  </a:lnTo>
                  <a:lnTo>
                    <a:pt x="2012580" y="1667046"/>
                  </a:lnTo>
                  <a:lnTo>
                    <a:pt x="2016942" y="1667046"/>
                  </a:lnTo>
                  <a:lnTo>
                    <a:pt x="2021305" y="1667046"/>
                  </a:lnTo>
                  <a:lnTo>
                    <a:pt x="2025668" y="1667046"/>
                  </a:lnTo>
                  <a:lnTo>
                    <a:pt x="2030031" y="1603168"/>
                  </a:lnTo>
                  <a:lnTo>
                    <a:pt x="2034393" y="1583445"/>
                  </a:lnTo>
                  <a:lnTo>
                    <a:pt x="2038756" y="1583445"/>
                  </a:lnTo>
                  <a:lnTo>
                    <a:pt x="2043119" y="1583445"/>
                  </a:lnTo>
                  <a:lnTo>
                    <a:pt x="2047482" y="1583445"/>
                  </a:lnTo>
                  <a:lnTo>
                    <a:pt x="2051844" y="1583445"/>
                  </a:lnTo>
                  <a:lnTo>
                    <a:pt x="2056207" y="1583445"/>
                  </a:lnTo>
                  <a:lnTo>
                    <a:pt x="2060570" y="1583445"/>
                  </a:lnTo>
                  <a:lnTo>
                    <a:pt x="2064933" y="1546028"/>
                  </a:lnTo>
                  <a:lnTo>
                    <a:pt x="2069295" y="1614562"/>
                  </a:lnTo>
                  <a:lnTo>
                    <a:pt x="2073658" y="1545648"/>
                  </a:lnTo>
                  <a:lnTo>
                    <a:pt x="2078021" y="1558857"/>
                  </a:lnTo>
                  <a:lnTo>
                    <a:pt x="2082384" y="1512606"/>
                  </a:lnTo>
                  <a:lnTo>
                    <a:pt x="2086746" y="1419537"/>
                  </a:lnTo>
                  <a:lnTo>
                    <a:pt x="2091109" y="1397064"/>
                  </a:lnTo>
                  <a:lnTo>
                    <a:pt x="2095472" y="1409206"/>
                  </a:lnTo>
                  <a:lnTo>
                    <a:pt x="2099835" y="1403101"/>
                  </a:lnTo>
                  <a:lnTo>
                    <a:pt x="2104197" y="1371653"/>
                  </a:lnTo>
                  <a:lnTo>
                    <a:pt x="2108560" y="1318923"/>
                  </a:lnTo>
                  <a:lnTo>
                    <a:pt x="2112923" y="1298519"/>
                  </a:lnTo>
                  <a:lnTo>
                    <a:pt x="2117286" y="1255238"/>
                  </a:lnTo>
                  <a:lnTo>
                    <a:pt x="2121648" y="1243050"/>
                  </a:lnTo>
                  <a:lnTo>
                    <a:pt x="2126011" y="1243050"/>
                  </a:lnTo>
                  <a:lnTo>
                    <a:pt x="2130374" y="1258328"/>
                  </a:lnTo>
                  <a:lnTo>
                    <a:pt x="2134737" y="1287270"/>
                  </a:lnTo>
                  <a:lnTo>
                    <a:pt x="2139099" y="1325751"/>
                  </a:lnTo>
                  <a:lnTo>
                    <a:pt x="2143462" y="1308453"/>
                  </a:lnTo>
                  <a:lnTo>
                    <a:pt x="2147825" y="1205596"/>
                  </a:lnTo>
                  <a:lnTo>
                    <a:pt x="2152188" y="1291130"/>
                  </a:lnTo>
                  <a:lnTo>
                    <a:pt x="2156550" y="1316574"/>
                  </a:lnTo>
                  <a:lnTo>
                    <a:pt x="2160913" y="1338319"/>
                  </a:lnTo>
                  <a:lnTo>
                    <a:pt x="2165276" y="1358408"/>
                  </a:lnTo>
                  <a:lnTo>
                    <a:pt x="2169639" y="1400965"/>
                  </a:lnTo>
                  <a:lnTo>
                    <a:pt x="2174001" y="1487804"/>
                  </a:lnTo>
                  <a:lnTo>
                    <a:pt x="2178364" y="1528245"/>
                  </a:lnTo>
                  <a:lnTo>
                    <a:pt x="2182727" y="1632044"/>
                  </a:lnTo>
                  <a:lnTo>
                    <a:pt x="2187090" y="1667046"/>
                  </a:lnTo>
                  <a:lnTo>
                    <a:pt x="2191452" y="1658081"/>
                  </a:lnTo>
                  <a:lnTo>
                    <a:pt x="2195815" y="1583445"/>
                  </a:lnTo>
                  <a:lnTo>
                    <a:pt x="2200178" y="1484566"/>
                  </a:lnTo>
                  <a:lnTo>
                    <a:pt x="2204541" y="1447149"/>
                  </a:lnTo>
                  <a:lnTo>
                    <a:pt x="2208903" y="1403739"/>
                  </a:lnTo>
                  <a:lnTo>
                    <a:pt x="2213266" y="1514958"/>
                  </a:lnTo>
                  <a:lnTo>
                    <a:pt x="2217629" y="1493958"/>
                  </a:lnTo>
                  <a:lnTo>
                    <a:pt x="2221992" y="1472214"/>
                  </a:lnTo>
                  <a:lnTo>
                    <a:pt x="2226354" y="1405449"/>
                  </a:lnTo>
                  <a:lnTo>
                    <a:pt x="2230717" y="1492688"/>
                  </a:lnTo>
                  <a:lnTo>
                    <a:pt x="2235080" y="1459285"/>
                  </a:lnTo>
                  <a:lnTo>
                    <a:pt x="2239443" y="1430777"/>
                  </a:lnTo>
                  <a:lnTo>
                    <a:pt x="2243805" y="1430777"/>
                  </a:lnTo>
                  <a:lnTo>
                    <a:pt x="2248168" y="1430777"/>
                  </a:lnTo>
                  <a:lnTo>
                    <a:pt x="2252531" y="1430777"/>
                  </a:lnTo>
                  <a:lnTo>
                    <a:pt x="2256894" y="1434177"/>
                  </a:lnTo>
                  <a:lnTo>
                    <a:pt x="2261256" y="1465778"/>
                  </a:lnTo>
                  <a:lnTo>
                    <a:pt x="2265619" y="1505135"/>
                  </a:lnTo>
                  <a:lnTo>
                    <a:pt x="2269982" y="1467589"/>
                  </a:lnTo>
                  <a:lnTo>
                    <a:pt x="2274345" y="1458595"/>
                  </a:lnTo>
                  <a:lnTo>
                    <a:pt x="2278707" y="1423401"/>
                  </a:lnTo>
                  <a:lnTo>
                    <a:pt x="2283070" y="1425057"/>
                  </a:lnTo>
                  <a:lnTo>
                    <a:pt x="2287433" y="1418464"/>
                  </a:lnTo>
                  <a:lnTo>
                    <a:pt x="2291796" y="1449579"/>
                  </a:lnTo>
                  <a:lnTo>
                    <a:pt x="2296158" y="1338325"/>
                  </a:lnTo>
                  <a:lnTo>
                    <a:pt x="2300521" y="1386149"/>
                  </a:lnTo>
                  <a:lnTo>
                    <a:pt x="2304884" y="1363169"/>
                  </a:lnTo>
                  <a:lnTo>
                    <a:pt x="2309247" y="1351044"/>
                  </a:lnTo>
                  <a:lnTo>
                    <a:pt x="2313609" y="1325898"/>
                  </a:lnTo>
                  <a:lnTo>
                    <a:pt x="2317972" y="1306927"/>
                  </a:lnTo>
                  <a:lnTo>
                    <a:pt x="2322335" y="1306927"/>
                  </a:lnTo>
                  <a:lnTo>
                    <a:pt x="2326698" y="1306927"/>
                  </a:lnTo>
                  <a:lnTo>
                    <a:pt x="2331060" y="1318923"/>
                  </a:lnTo>
                  <a:lnTo>
                    <a:pt x="2335423" y="1377412"/>
                  </a:lnTo>
                  <a:lnTo>
                    <a:pt x="2339786" y="1417455"/>
                  </a:lnTo>
                  <a:lnTo>
                    <a:pt x="2344149" y="1493148"/>
                  </a:lnTo>
                  <a:lnTo>
                    <a:pt x="2348511" y="1527672"/>
                  </a:lnTo>
                  <a:lnTo>
                    <a:pt x="2352874" y="1561825"/>
                  </a:lnTo>
                  <a:lnTo>
                    <a:pt x="2357237" y="1558857"/>
                  </a:lnTo>
                  <a:lnTo>
                    <a:pt x="2361600" y="1602788"/>
                  </a:lnTo>
                  <a:lnTo>
                    <a:pt x="2365962" y="1608848"/>
                  </a:lnTo>
                  <a:lnTo>
                    <a:pt x="2370325" y="1649367"/>
                  </a:lnTo>
                  <a:lnTo>
                    <a:pt x="2374688" y="1564414"/>
                  </a:lnTo>
                  <a:lnTo>
                    <a:pt x="2379051" y="1619480"/>
                  </a:lnTo>
                  <a:lnTo>
                    <a:pt x="2383413" y="1667046"/>
                  </a:lnTo>
                  <a:lnTo>
                    <a:pt x="2387776" y="1615356"/>
                  </a:lnTo>
                  <a:lnTo>
                    <a:pt x="2392139" y="1583445"/>
                  </a:lnTo>
                  <a:lnTo>
                    <a:pt x="2396502" y="1583445"/>
                  </a:lnTo>
                  <a:lnTo>
                    <a:pt x="2400864" y="1553307"/>
                  </a:lnTo>
                  <a:lnTo>
                    <a:pt x="2405227" y="1417827"/>
                  </a:lnTo>
                  <a:lnTo>
                    <a:pt x="2409590" y="1330973"/>
                  </a:lnTo>
                  <a:lnTo>
                    <a:pt x="2413953" y="1249810"/>
                  </a:lnTo>
                  <a:lnTo>
                    <a:pt x="2418315" y="1150582"/>
                  </a:lnTo>
                  <a:lnTo>
                    <a:pt x="2422678" y="1120068"/>
                  </a:lnTo>
                  <a:lnTo>
                    <a:pt x="2427041" y="1102232"/>
                  </a:lnTo>
                  <a:lnTo>
                    <a:pt x="2431404" y="1091180"/>
                  </a:lnTo>
                  <a:lnTo>
                    <a:pt x="2435766" y="1012739"/>
                  </a:lnTo>
                  <a:lnTo>
                    <a:pt x="2440129" y="939476"/>
                  </a:lnTo>
                  <a:lnTo>
                    <a:pt x="2444492" y="938296"/>
                  </a:lnTo>
                  <a:lnTo>
                    <a:pt x="2448854" y="923181"/>
                  </a:lnTo>
                  <a:lnTo>
                    <a:pt x="2453217" y="916345"/>
                  </a:lnTo>
                  <a:lnTo>
                    <a:pt x="2457580" y="866615"/>
                  </a:lnTo>
                  <a:lnTo>
                    <a:pt x="2461943" y="811648"/>
                  </a:lnTo>
                  <a:lnTo>
                    <a:pt x="2466305" y="801476"/>
                  </a:lnTo>
                  <a:lnTo>
                    <a:pt x="2470668" y="812582"/>
                  </a:lnTo>
                  <a:lnTo>
                    <a:pt x="2475031" y="792392"/>
                  </a:lnTo>
                  <a:lnTo>
                    <a:pt x="2479394" y="780805"/>
                  </a:lnTo>
                  <a:lnTo>
                    <a:pt x="2483756" y="939726"/>
                  </a:lnTo>
                  <a:lnTo>
                    <a:pt x="2488119" y="903929"/>
                  </a:lnTo>
                  <a:lnTo>
                    <a:pt x="2492482" y="866235"/>
                  </a:lnTo>
                  <a:lnTo>
                    <a:pt x="2496845" y="834256"/>
                  </a:lnTo>
                  <a:lnTo>
                    <a:pt x="2501207" y="836387"/>
                  </a:lnTo>
                  <a:lnTo>
                    <a:pt x="2505570" y="844273"/>
                  </a:lnTo>
                  <a:lnTo>
                    <a:pt x="2509933" y="795281"/>
                  </a:lnTo>
                  <a:lnTo>
                    <a:pt x="2514296" y="788072"/>
                  </a:lnTo>
                  <a:lnTo>
                    <a:pt x="2518658" y="769512"/>
                  </a:lnTo>
                  <a:lnTo>
                    <a:pt x="2523021" y="790682"/>
                  </a:lnTo>
                  <a:lnTo>
                    <a:pt x="2527384" y="919894"/>
                  </a:lnTo>
                  <a:lnTo>
                    <a:pt x="2531747" y="910823"/>
                  </a:lnTo>
                  <a:lnTo>
                    <a:pt x="2536109" y="882770"/>
                  </a:lnTo>
                  <a:lnTo>
                    <a:pt x="2540472" y="910621"/>
                  </a:lnTo>
                  <a:lnTo>
                    <a:pt x="2544835" y="943418"/>
                  </a:lnTo>
                  <a:lnTo>
                    <a:pt x="2549198" y="968392"/>
                  </a:lnTo>
                  <a:lnTo>
                    <a:pt x="2553560" y="1029596"/>
                  </a:lnTo>
                  <a:lnTo>
                    <a:pt x="2557923" y="1057685"/>
                  </a:lnTo>
                  <a:lnTo>
                    <a:pt x="2562286" y="1015178"/>
                  </a:lnTo>
                  <a:lnTo>
                    <a:pt x="2566649" y="1068156"/>
                  </a:lnTo>
                  <a:lnTo>
                    <a:pt x="2571011" y="1122032"/>
                  </a:lnTo>
                  <a:lnTo>
                    <a:pt x="2575374" y="1216589"/>
                  </a:lnTo>
                  <a:lnTo>
                    <a:pt x="2579737" y="1252165"/>
                  </a:lnTo>
                  <a:lnTo>
                    <a:pt x="2584100" y="1329420"/>
                  </a:lnTo>
                  <a:lnTo>
                    <a:pt x="2588462" y="1364878"/>
                  </a:lnTo>
                  <a:lnTo>
                    <a:pt x="2592825" y="1472214"/>
                  </a:lnTo>
                  <a:lnTo>
                    <a:pt x="2597188" y="1542617"/>
                  </a:lnTo>
                  <a:lnTo>
                    <a:pt x="2601551" y="1619480"/>
                  </a:lnTo>
                  <a:lnTo>
                    <a:pt x="2605913" y="1667046"/>
                  </a:lnTo>
                  <a:lnTo>
                    <a:pt x="2610276" y="1568167"/>
                  </a:lnTo>
                  <a:lnTo>
                    <a:pt x="2614639" y="1511026"/>
                  </a:lnTo>
                  <a:lnTo>
                    <a:pt x="2619002" y="1511026"/>
                  </a:lnTo>
                  <a:lnTo>
                    <a:pt x="2623364" y="1511026"/>
                  </a:lnTo>
                  <a:lnTo>
                    <a:pt x="2627727" y="1511026"/>
                  </a:lnTo>
                  <a:lnTo>
                    <a:pt x="2632090" y="1511026"/>
                  </a:lnTo>
                  <a:lnTo>
                    <a:pt x="2636453" y="1511026"/>
                  </a:lnTo>
                  <a:lnTo>
                    <a:pt x="2640815" y="1511026"/>
                  </a:lnTo>
                  <a:lnTo>
                    <a:pt x="2645178" y="1511026"/>
                  </a:lnTo>
                  <a:lnTo>
                    <a:pt x="2649541" y="1511026"/>
                  </a:lnTo>
                  <a:lnTo>
                    <a:pt x="2653904" y="1456264"/>
                  </a:lnTo>
                  <a:lnTo>
                    <a:pt x="2658266" y="1343272"/>
                  </a:lnTo>
                  <a:lnTo>
                    <a:pt x="2662629" y="1338319"/>
                  </a:lnTo>
                  <a:lnTo>
                    <a:pt x="2666992" y="1338319"/>
                  </a:lnTo>
                  <a:lnTo>
                    <a:pt x="2671355" y="1338319"/>
                  </a:lnTo>
                  <a:lnTo>
                    <a:pt x="2675717" y="1400965"/>
                  </a:lnTo>
                  <a:lnTo>
                    <a:pt x="2680080" y="1447149"/>
                  </a:lnTo>
                  <a:lnTo>
                    <a:pt x="2684443" y="1447149"/>
                  </a:lnTo>
                  <a:lnTo>
                    <a:pt x="2688806" y="1447149"/>
                  </a:lnTo>
                  <a:lnTo>
                    <a:pt x="2693168" y="1447149"/>
                  </a:lnTo>
                  <a:lnTo>
                    <a:pt x="2697531" y="1447149"/>
                  </a:lnTo>
                  <a:lnTo>
                    <a:pt x="2701894" y="1447149"/>
                  </a:lnTo>
                  <a:lnTo>
                    <a:pt x="2706257" y="1432290"/>
                  </a:lnTo>
                  <a:lnTo>
                    <a:pt x="2710619" y="1363548"/>
                  </a:lnTo>
                  <a:lnTo>
                    <a:pt x="2714982" y="1338319"/>
                  </a:lnTo>
                  <a:lnTo>
                    <a:pt x="2719345" y="1381934"/>
                  </a:lnTo>
                  <a:lnTo>
                    <a:pt x="2723708" y="1504289"/>
                  </a:lnTo>
                  <a:lnTo>
                    <a:pt x="2728070" y="1511026"/>
                  </a:lnTo>
                  <a:lnTo>
                    <a:pt x="2732433" y="1511026"/>
                  </a:lnTo>
                  <a:lnTo>
                    <a:pt x="2736796" y="1507647"/>
                  </a:lnTo>
                  <a:lnTo>
                    <a:pt x="2741159" y="1447149"/>
                  </a:lnTo>
                  <a:lnTo>
                    <a:pt x="2745521" y="1441156"/>
                  </a:lnTo>
                  <a:lnTo>
                    <a:pt x="2749884" y="1314211"/>
                  </a:lnTo>
                  <a:lnTo>
                    <a:pt x="2754247" y="1231285"/>
                  </a:lnTo>
                  <a:lnTo>
                    <a:pt x="2758610" y="1133419"/>
                  </a:lnTo>
                  <a:lnTo>
                    <a:pt x="2762972" y="1050542"/>
                  </a:lnTo>
                  <a:lnTo>
                    <a:pt x="2767335" y="1036232"/>
                  </a:lnTo>
                  <a:lnTo>
                    <a:pt x="2771698" y="1020915"/>
                  </a:lnTo>
                  <a:lnTo>
                    <a:pt x="2776061" y="1043340"/>
                  </a:lnTo>
                  <a:lnTo>
                    <a:pt x="2780423" y="1018176"/>
                  </a:lnTo>
                  <a:lnTo>
                    <a:pt x="2784786" y="998062"/>
                  </a:lnTo>
                  <a:lnTo>
                    <a:pt x="2789149" y="878099"/>
                  </a:lnTo>
                  <a:lnTo>
                    <a:pt x="2793512" y="822967"/>
                  </a:lnTo>
                  <a:lnTo>
                    <a:pt x="2797874" y="799647"/>
                  </a:lnTo>
                  <a:lnTo>
                    <a:pt x="2802237" y="772058"/>
                  </a:lnTo>
                  <a:lnTo>
                    <a:pt x="2806600" y="731928"/>
                  </a:lnTo>
                  <a:lnTo>
                    <a:pt x="2810963" y="727914"/>
                  </a:lnTo>
                  <a:lnTo>
                    <a:pt x="2815325" y="761743"/>
                  </a:lnTo>
                  <a:lnTo>
                    <a:pt x="2819688" y="774667"/>
                  </a:lnTo>
                  <a:lnTo>
                    <a:pt x="2824051" y="804232"/>
                  </a:lnTo>
                  <a:lnTo>
                    <a:pt x="2828414" y="845344"/>
                  </a:lnTo>
                  <a:lnTo>
                    <a:pt x="2832776" y="855369"/>
                  </a:lnTo>
                  <a:lnTo>
                    <a:pt x="2837139" y="860452"/>
                  </a:lnTo>
                  <a:lnTo>
                    <a:pt x="2841502" y="838435"/>
                  </a:lnTo>
                  <a:lnTo>
                    <a:pt x="2845865" y="841386"/>
                  </a:lnTo>
                  <a:lnTo>
                    <a:pt x="2850227" y="831614"/>
                  </a:lnTo>
                  <a:lnTo>
                    <a:pt x="2854590" y="900722"/>
                  </a:lnTo>
                  <a:lnTo>
                    <a:pt x="2858953" y="947811"/>
                  </a:lnTo>
                  <a:lnTo>
                    <a:pt x="2863316" y="955058"/>
                  </a:lnTo>
                  <a:lnTo>
                    <a:pt x="2867678" y="973611"/>
                  </a:lnTo>
                  <a:lnTo>
                    <a:pt x="2872041" y="1030612"/>
                  </a:lnTo>
                  <a:lnTo>
                    <a:pt x="2876404" y="1006019"/>
                  </a:lnTo>
                  <a:lnTo>
                    <a:pt x="2880767" y="941844"/>
                  </a:lnTo>
                  <a:lnTo>
                    <a:pt x="2885129" y="950216"/>
                  </a:lnTo>
                  <a:lnTo>
                    <a:pt x="2889492" y="949012"/>
                  </a:lnTo>
                  <a:lnTo>
                    <a:pt x="2893855" y="938296"/>
                  </a:lnTo>
                  <a:lnTo>
                    <a:pt x="2898218" y="914086"/>
                  </a:lnTo>
                  <a:lnTo>
                    <a:pt x="2902580" y="905140"/>
                  </a:lnTo>
                  <a:lnTo>
                    <a:pt x="2906943" y="890910"/>
                  </a:lnTo>
                  <a:lnTo>
                    <a:pt x="2911306" y="829680"/>
                  </a:lnTo>
                  <a:lnTo>
                    <a:pt x="2915669" y="928037"/>
                  </a:lnTo>
                  <a:lnTo>
                    <a:pt x="2920031" y="901583"/>
                  </a:lnTo>
                  <a:lnTo>
                    <a:pt x="2924394" y="832133"/>
                  </a:lnTo>
                  <a:lnTo>
                    <a:pt x="2928757" y="913381"/>
                  </a:lnTo>
                  <a:lnTo>
                    <a:pt x="2933120" y="921858"/>
                  </a:lnTo>
                  <a:lnTo>
                    <a:pt x="2937482" y="897494"/>
                  </a:lnTo>
                  <a:lnTo>
                    <a:pt x="2941845" y="859951"/>
                  </a:lnTo>
                  <a:lnTo>
                    <a:pt x="2946208" y="868799"/>
                  </a:lnTo>
                  <a:lnTo>
                    <a:pt x="2950571" y="827038"/>
                  </a:lnTo>
                  <a:lnTo>
                    <a:pt x="2954933" y="780630"/>
                  </a:lnTo>
                  <a:lnTo>
                    <a:pt x="2959296" y="767152"/>
                  </a:lnTo>
                  <a:lnTo>
                    <a:pt x="2963659" y="770118"/>
                  </a:lnTo>
                  <a:lnTo>
                    <a:pt x="2968022" y="765591"/>
                  </a:lnTo>
                  <a:lnTo>
                    <a:pt x="2972384" y="783275"/>
                  </a:lnTo>
                  <a:lnTo>
                    <a:pt x="2976747" y="828786"/>
                  </a:lnTo>
                  <a:lnTo>
                    <a:pt x="2981110" y="874177"/>
                  </a:lnTo>
                  <a:lnTo>
                    <a:pt x="2985473" y="918771"/>
                  </a:lnTo>
                  <a:lnTo>
                    <a:pt x="2989835" y="889430"/>
                  </a:lnTo>
                  <a:lnTo>
                    <a:pt x="2994198" y="922515"/>
                  </a:lnTo>
                  <a:lnTo>
                    <a:pt x="2998561" y="953464"/>
                  </a:lnTo>
                  <a:lnTo>
                    <a:pt x="3002924" y="1002974"/>
                  </a:lnTo>
                  <a:lnTo>
                    <a:pt x="3007286" y="1069725"/>
                  </a:lnTo>
                  <a:lnTo>
                    <a:pt x="3011649" y="1113135"/>
                  </a:lnTo>
                  <a:lnTo>
                    <a:pt x="3016012" y="1234458"/>
                  </a:lnTo>
                  <a:lnTo>
                    <a:pt x="3020375" y="1433378"/>
                  </a:lnTo>
                  <a:lnTo>
                    <a:pt x="3024737" y="1545648"/>
                  </a:lnTo>
                  <a:lnTo>
                    <a:pt x="3029100" y="1568704"/>
                  </a:lnTo>
                  <a:lnTo>
                    <a:pt x="3033463" y="1481347"/>
                  </a:lnTo>
                  <a:lnTo>
                    <a:pt x="3037826" y="1511026"/>
                  </a:lnTo>
                  <a:lnTo>
                    <a:pt x="3042188" y="1511026"/>
                  </a:lnTo>
                  <a:lnTo>
                    <a:pt x="3046551" y="1459337"/>
                  </a:lnTo>
                  <a:lnTo>
                    <a:pt x="3050914" y="1585490"/>
                  </a:lnTo>
                  <a:lnTo>
                    <a:pt x="3055277" y="1593824"/>
                  </a:lnTo>
                  <a:lnTo>
                    <a:pt x="3059639" y="1516611"/>
                  </a:lnTo>
                  <a:lnTo>
                    <a:pt x="3064002" y="1442981"/>
                  </a:lnTo>
                  <a:lnTo>
                    <a:pt x="3068365" y="1387149"/>
                  </a:lnTo>
                  <a:lnTo>
                    <a:pt x="3072728" y="1356587"/>
                  </a:lnTo>
                  <a:lnTo>
                    <a:pt x="3077090" y="1244559"/>
                  </a:lnTo>
                  <a:lnTo>
                    <a:pt x="3081453" y="1116039"/>
                  </a:lnTo>
                  <a:lnTo>
                    <a:pt x="3085816" y="1030230"/>
                  </a:lnTo>
                  <a:lnTo>
                    <a:pt x="3090179" y="1003430"/>
                  </a:lnTo>
                  <a:lnTo>
                    <a:pt x="3094541" y="942141"/>
                  </a:lnTo>
                  <a:lnTo>
                    <a:pt x="3098904" y="862634"/>
                  </a:lnTo>
                  <a:lnTo>
                    <a:pt x="3103267" y="784180"/>
                  </a:lnTo>
                  <a:lnTo>
                    <a:pt x="3107630" y="731844"/>
                  </a:lnTo>
                  <a:lnTo>
                    <a:pt x="3111992" y="686271"/>
                  </a:lnTo>
                  <a:lnTo>
                    <a:pt x="3116355" y="652364"/>
                  </a:lnTo>
                  <a:lnTo>
                    <a:pt x="3120718" y="587187"/>
                  </a:lnTo>
                  <a:lnTo>
                    <a:pt x="3125081" y="560385"/>
                  </a:lnTo>
                  <a:lnTo>
                    <a:pt x="3129443" y="404008"/>
                  </a:lnTo>
                  <a:lnTo>
                    <a:pt x="3133806" y="376961"/>
                  </a:lnTo>
                  <a:lnTo>
                    <a:pt x="3138169" y="334293"/>
                  </a:lnTo>
                  <a:lnTo>
                    <a:pt x="3142532" y="323181"/>
                  </a:lnTo>
                  <a:lnTo>
                    <a:pt x="3146894" y="306746"/>
                  </a:lnTo>
                  <a:lnTo>
                    <a:pt x="3151257" y="269771"/>
                  </a:lnTo>
                  <a:lnTo>
                    <a:pt x="3155620" y="242296"/>
                  </a:lnTo>
                  <a:lnTo>
                    <a:pt x="3159983" y="210880"/>
                  </a:lnTo>
                  <a:lnTo>
                    <a:pt x="3164345" y="196280"/>
                  </a:lnTo>
                  <a:lnTo>
                    <a:pt x="3168708" y="178564"/>
                  </a:lnTo>
                  <a:lnTo>
                    <a:pt x="3173071" y="285584"/>
                  </a:lnTo>
                  <a:lnTo>
                    <a:pt x="3177434" y="280853"/>
                  </a:lnTo>
                  <a:lnTo>
                    <a:pt x="3181796" y="274344"/>
                  </a:lnTo>
                  <a:lnTo>
                    <a:pt x="3186159" y="285568"/>
                  </a:lnTo>
                  <a:lnTo>
                    <a:pt x="3190522" y="288411"/>
                  </a:lnTo>
                  <a:lnTo>
                    <a:pt x="3194885" y="277890"/>
                  </a:lnTo>
                  <a:lnTo>
                    <a:pt x="3199247" y="272579"/>
                  </a:lnTo>
                  <a:lnTo>
                    <a:pt x="3203610" y="287375"/>
                  </a:lnTo>
                  <a:lnTo>
                    <a:pt x="3207973" y="268068"/>
                  </a:lnTo>
                  <a:lnTo>
                    <a:pt x="3212336" y="253539"/>
                  </a:lnTo>
                  <a:lnTo>
                    <a:pt x="3216698" y="265578"/>
                  </a:lnTo>
                  <a:lnTo>
                    <a:pt x="3221061" y="251357"/>
                  </a:lnTo>
                  <a:lnTo>
                    <a:pt x="3225424" y="264585"/>
                  </a:lnTo>
                  <a:lnTo>
                    <a:pt x="3229787" y="255730"/>
                  </a:lnTo>
                  <a:lnTo>
                    <a:pt x="3234149" y="284795"/>
                  </a:lnTo>
                  <a:lnTo>
                    <a:pt x="3238512" y="305502"/>
                  </a:lnTo>
                  <a:lnTo>
                    <a:pt x="3242875" y="298064"/>
                  </a:lnTo>
                  <a:lnTo>
                    <a:pt x="3247238" y="154419"/>
                  </a:lnTo>
                  <a:lnTo>
                    <a:pt x="3251600" y="120495"/>
                  </a:lnTo>
                  <a:lnTo>
                    <a:pt x="3255963" y="84891"/>
                  </a:lnTo>
                  <a:lnTo>
                    <a:pt x="3260326" y="87586"/>
                  </a:lnTo>
                  <a:lnTo>
                    <a:pt x="3264689" y="93265"/>
                  </a:lnTo>
                  <a:lnTo>
                    <a:pt x="3269051" y="83914"/>
                  </a:lnTo>
                  <a:lnTo>
                    <a:pt x="3273414" y="101266"/>
                  </a:lnTo>
                  <a:lnTo>
                    <a:pt x="3277777" y="134775"/>
                  </a:lnTo>
                  <a:lnTo>
                    <a:pt x="3282140" y="147517"/>
                  </a:lnTo>
                  <a:lnTo>
                    <a:pt x="3286502" y="169348"/>
                  </a:lnTo>
                  <a:lnTo>
                    <a:pt x="3290865" y="195979"/>
                  </a:lnTo>
                  <a:lnTo>
                    <a:pt x="3295228" y="228745"/>
                  </a:lnTo>
                  <a:lnTo>
                    <a:pt x="3299591" y="233546"/>
                  </a:lnTo>
                  <a:lnTo>
                    <a:pt x="3303953" y="390522"/>
                  </a:lnTo>
                  <a:lnTo>
                    <a:pt x="3308316" y="423010"/>
                  </a:lnTo>
                  <a:lnTo>
                    <a:pt x="3312679" y="498422"/>
                  </a:lnTo>
                  <a:lnTo>
                    <a:pt x="3317042" y="539230"/>
                  </a:lnTo>
                  <a:lnTo>
                    <a:pt x="3321404" y="563207"/>
                  </a:lnTo>
                  <a:lnTo>
                    <a:pt x="3325767" y="591455"/>
                  </a:lnTo>
                  <a:lnTo>
                    <a:pt x="3330130" y="614595"/>
                  </a:lnTo>
                  <a:lnTo>
                    <a:pt x="3334493" y="671368"/>
                  </a:lnTo>
                  <a:lnTo>
                    <a:pt x="3338855" y="728917"/>
                  </a:lnTo>
                  <a:lnTo>
                    <a:pt x="3343218" y="720805"/>
                  </a:lnTo>
                  <a:lnTo>
                    <a:pt x="3347581" y="824840"/>
                  </a:lnTo>
                  <a:lnTo>
                    <a:pt x="3351944" y="779620"/>
                  </a:lnTo>
                  <a:lnTo>
                    <a:pt x="3356306" y="725413"/>
                  </a:lnTo>
                  <a:lnTo>
                    <a:pt x="3360669" y="700555"/>
                  </a:lnTo>
                  <a:lnTo>
                    <a:pt x="3365032" y="772594"/>
                  </a:lnTo>
                  <a:lnTo>
                    <a:pt x="3369395" y="765836"/>
                  </a:lnTo>
                  <a:lnTo>
                    <a:pt x="3373757" y="749300"/>
                  </a:lnTo>
                  <a:lnTo>
                    <a:pt x="3378120" y="680796"/>
                  </a:lnTo>
                  <a:lnTo>
                    <a:pt x="3382483" y="688520"/>
                  </a:lnTo>
                  <a:lnTo>
                    <a:pt x="3386846" y="717431"/>
                  </a:lnTo>
                  <a:lnTo>
                    <a:pt x="3391208" y="673540"/>
                  </a:lnTo>
                  <a:lnTo>
                    <a:pt x="3395571" y="629604"/>
                  </a:lnTo>
                  <a:lnTo>
                    <a:pt x="3399934" y="596413"/>
                  </a:lnTo>
                  <a:lnTo>
                    <a:pt x="3404297" y="544865"/>
                  </a:lnTo>
                  <a:lnTo>
                    <a:pt x="3408659" y="526697"/>
                  </a:lnTo>
                  <a:lnTo>
                    <a:pt x="3413022" y="560690"/>
                  </a:lnTo>
                  <a:lnTo>
                    <a:pt x="3417385" y="584197"/>
                  </a:lnTo>
                  <a:lnTo>
                    <a:pt x="3421748" y="509638"/>
                  </a:lnTo>
                  <a:lnTo>
                    <a:pt x="3426110" y="517132"/>
                  </a:lnTo>
                  <a:lnTo>
                    <a:pt x="3430473" y="469803"/>
                  </a:lnTo>
                  <a:lnTo>
                    <a:pt x="3434836" y="431263"/>
                  </a:lnTo>
                  <a:lnTo>
                    <a:pt x="3439199" y="410303"/>
                  </a:lnTo>
                  <a:lnTo>
                    <a:pt x="3443561" y="411837"/>
                  </a:lnTo>
                  <a:lnTo>
                    <a:pt x="3447924" y="400977"/>
                  </a:lnTo>
                  <a:lnTo>
                    <a:pt x="3452287" y="386454"/>
                  </a:lnTo>
                  <a:lnTo>
                    <a:pt x="3456650" y="411742"/>
                  </a:lnTo>
                  <a:lnTo>
                    <a:pt x="3461012" y="459049"/>
                  </a:lnTo>
                  <a:lnTo>
                    <a:pt x="3465375" y="490447"/>
                  </a:lnTo>
                  <a:lnTo>
                    <a:pt x="3469738" y="541897"/>
                  </a:lnTo>
                  <a:lnTo>
                    <a:pt x="3474101" y="587175"/>
                  </a:lnTo>
                  <a:lnTo>
                    <a:pt x="3478463" y="602412"/>
                  </a:lnTo>
                  <a:lnTo>
                    <a:pt x="3482826" y="626486"/>
                  </a:lnTo>
                  <a:lnTo>
                    <a:pt x="3487189" y="612813"/>
                  </a:lnTo>
                  <a:lnTo>
                    <a:pt x="3491552" y="711938"/>
                  </a:lnTo>
                  <a:lnTo>
                    <a:pt x="3495914" y="739358"/>
                  </a:lnTo>
                  <a:lnTo>
                    <a:pt x="3500277" y="765188"/>
                  </a:lnTo>
                  <a:lnTo>
                    <a:pt x="3504640" y="826565"/>
                  </a:lnTo>
                  <a:lnTo>
                    <a:pt x="3509003" y="881424"/>
                  </a:lnTo>
                  <a:lnTo>
                    <a:pt x="3513365" y="790513"/>
                  </a:lnTo>
                  <a:lnTo>
                    <a:pt x="3517728" y="862108"/>
                  </a:lnTo>
                  <a:lnTo>
                    <a:pt x="3522091" y="814749"/>
                  </a:lnTo>
                  <a:lnTo>
                    <a:pt x="3526454" y="845355"/>
                  </a:lnTo>
                  <a:lnTo>
                    <a:pt x="3530816" y="791786"/>
                  </a:lnTo>
                  <a:lnTo>
                    <a:pt x="3535179" y="748550"/>
                  </a:lnTo>
                  <a:lnTo>
                    <a:pt x="3539542" y="714328"/>
                  </a:lnTo>
                  <a:lnTo>
                    <a:pt x="3543905" y="676045"/>
                  </a:lnTo>
                  <a:lnTo>
                    <a:pt x="3548267" y="651753"/>
                  </a:lnTo>
                  <a:lnTo>
                    <a:pt x="3552630" y="663467"/>
                  </a:lnTo>
                  <a:lnTo>
                    <a:pt x="3556993" y="657286"/>
                  </a:lnTo>
                  <a:lnTo>
                    <a:pt x="3561356" y="605428"/>
                  </a:lnTo>
                  <a:lnTo>
                    <a:pt x="3565718" y="601402"/>
                  </a:lnTo>
                  <a:lnTo>
                    <a:pt x="3570081" y="614450"/>
                  </a:lnTo>
                  <a:lnTo>
                    <a:pt x="3574444" y="615920"/>
                  </a:lnTo>
                  <a:lnTo>
                    <a:pt x="3578807" y="619462"/>
                  </a:lnTo>
                  <a:lnTo>
                    <a:pt x="3583169" y="603650"/>
                  </a:lnTo>
                  <a:lnTo>
                    <a:pt x="3587532" y="641471"/>
                  </a:lnTo>
                  <a:lnTo>
                    <a:pt x="3591895" y="572780"/>
                  </a:lnTo>
                  <a:lnTo>
                    <a:pt x="3596258" y="495377"/>
                  </a:lnTo>
                  <a:lnTo>
                    <a:pt x="3600620" y="510775"/>
                  </a:lnTo>
                  <a:lnTo>
                    <a:pt x="3604983" y="524615"/>
                  </a:lnTo>
                  <a:lnTo>
                    <a:pt x="3609346" y="544190"/>
                  </a:lnTo>
                  <a:lnTo>
                    <a:pt x="3613709" y="571877"/>
                  </a:lnTo>
                  <a:lnTo>
                    <a:pt x="3618071" y="593725"/>
                  </a:lnTo>
                  <a:lnTo>
                    <a:pt x="3622434" y="633357"/>
                  </a:lnTo>
                  <a:lnTo>
                    <a:pt x="3626797" y="675585"/>
                  </a:lnTo>
                  <a:lnTo>
                    <a:pt x="3631160" y="723618"/>
                  </a:lnTo>
                  <a:lnTo>
                    <a:pt x="3635522" y="730542"/>
                  </a:lnTo>
                  <a:lnTo>
                    <a:pt x="3639885" y="734780"/>
                  </a:lnTo>
                  <a:lnTo>
                    <a:pt x="3644248" y="592063"/>
                  </a:lnTo>
                  <a:lnTo>
                    <a:pt x="3648611" y="715952"/>
                  </a:lnTo>
                  <a:lnTo>
                    <a:pt x="3652973" y="740720"/>
                  </a:lnTo>
                  <a:lnTo>
                    <a:pt x="3657336" y="847231"/>
                  </a:lnTo>
                  <a:lnTo>
                    <a:pt x="3661699" y="836095"/>
                  </a:lnTo>
                  <a:lnTo>
                    <a:pt x="3666062" y="855106"/>
                  </a:lnTo>
                  <a:lnTo>
                    <a:pt x="3670424" y="881538"/>
                  </a:lnTo>
                  <a:lnTo>
                    <a:pt x="3674787" y="920452"/>
                  </a:lnTo>
                  <a:lnTo>
                    <a:pt x="3679150" y="902882"/>
                  </a:lnTo>
                  <a:lnTo>
                    <a:pt x="3683513" y="886485"/>
                  </a:lnTo>
                  <a:lnTo>
                    <a:pt x="3687875" y="882770"/>
                  </a:lnTo>
                  <a:lnTo>
                    <a:pt x="3692238" y="911270"/>
                  </a:lnTo>
                  <a:lnTo>
                    <a:pt x="3696601" y="958814"/>
                  </a:lnTo>
                  <a:lnTo>
                    <a:pt x="3700964" y="973930"/>
                  </a:lnTo>
                  <a:lnTo>
                    <a:pt x="3705326" y="979801"/>
                  </a:lnTo>
                  <a:lnTo>
                    <a:pt x="3709689" y="1015639"/>
                  </a:lnTo>
                  <a:lnTo>
                    <a:pt x="3714052" y="1038467"/>
                  </a:lnTo>
                  <a:lnTo>
                    <a:pt x="3718415" y="945612"/>
                  </a:lnTo>
                  <a:lnTo>
                    <a:pt x="3722777" y="984679"/>
                  </a:lnTo>
                  <a:lnTo>
                    <a:pt x="3727140" y="907362"/>
                  </a:lnTo>
                  <a:lnTo>
                    <a:pt x="3731503" y="951422"/>
                  </a:lnTo>
                  <a:lnTo>
                    <a:pt x="3735866" y="947811"/>
                  </a:lnTo>
                  <a:lnTo>
                    <a:pt x="3740228" y="895249"/>
                  </a:lnTo>
                  <a:lnTo>
                    <a:pt x="3744591" y="858413"/>
                  </a:lnTo>
                  <a:lnTo>
                    <a:pt x="3748954" y="850334"/>
                  </a:lnTo>
                  <a:lnTo>
                    <a:pt x="3753317" y="800561"/>
                  </a:lnTo>
                  <a:lnTo>
                    <a:pt x="3757679" y="771190"/>
                  </a:lnTo>
                  <a:lnTo>
                    <a:pt x="3762042" y="759195"/>
                  </a:lnTo>
                  <a:lnTo>
                    <a:pt x="3766405" y="759195"/>
                  </a:lnTo>
                  <a:lnTo>
                    <a:pt x="3770768" y="733542"/>
                  </a:lnTo>
                  <a:lnTo>
                    <a:pt x="3775130" y="716046"/>
                  </a:lnTo>
                  <a:lnTo>
                    <a:pt x="3779493" y="682662"/>
                  </a:lnTo>
                  <a:lnTo>
                    <a:pt x="3783856" y="661023"/>
                  </a:lnTo>
                  <a:lnTo>
                    <a:pt x="3788219" y="598325"/>
                  </a:lnTo>
                  <a:lnTo>
                    <a:pt x="3792581" y="539864"/>
                  </a:lnTo>
                  <a:lnTo>
                    <a:pt x="3796944" y="421454"/>
                  </a:lnTo>
                  <a:lnTo>
                    <a:pt x="3801307" y="374038"/>
                  </a:lnTo>
                  <a:lnTo>
                    <a:pt x="3805670" y="336232"/>
                  </a:lnTo>
                  <a:lnTo>
                    <a:pt x="3810032" y="340522"/>
                  </a:lnTo>
                  <a:lnTo>
                    <a:pt x="3814395" y="325081"/>
                  </a:lnTo>
                  <a:lnTo>
                    <a:pt x="3818758" y="315275"/>
                  </a:lnTo>
                  <a:lnTo>
                    <a:pt x="3823121" y="279131"/>
                  </a:lnTo>
                  <a:lnTo>
                    <a:pt x="3827483" y="234834"/>
                  </a:lnTo>
                  <a:lnTo>
                    <a:pt x="3831846" y="192094"/>
                  </a:lnTo>
                  <a:lnTo>
                    <a:pt x="3836209" y="176245"/>
                  </a:lnTo>
                  <a:lnTo>
                    <a:pt x="3840572" y="166783"/>
                  </a:lnTo>
                  <a:lnTo>
                    <a:pt x="3844934" y="173936"/>
                  </a:lnTo>
                  <a:lnTo>
                    <a:pt x="3849297" y="148340"/>
                  </a:lnTo>
                  <a:lnTo>
                    <a:pt x="3853660" y="145054"/>
                  </a:lnTo>
                  <a:lnTo>
                    <a:pt x="3858023" y="127059"/>
                  </a:lnTo>
                  <a:lnTo>
                    <a:pt x="3862385" y="175090"/>
                  </a:lnTo>
                  <a:lnTo>
                    <a:pt x="3866748" y="209341"/>
                  </a:lnTo>
                  <a:lnTo>
                    <a:pt x="3871111" y="249863"/>
                  </a:lnTo>
                  <a:lnTo>
                    <a:pt x="3875474" y="256195"/>
                  </a:lnTo>
                  <a:lnTo>
                    <a:pt x="3879836" y="272182"/>
                  </a:lnTo>
                  <a:lnTo>
                    <a:pt x="3884199" y="284754"/>
                  </a:lnTo>
                  <a:lnTo>
                    <a:pt x="3888562" y="330051"/>
                  </a:lnTo>
                  <a:lnTo>
                    <a:pt x="3892925" y="345241"/>
                  </a:lnTo>
                  <a:lnTo>
                    <a:pt x="3897287" y="339739"/>
                  </a:lnTo>
                  <a:lnTo>
                    <a:pt x="3901650" y="326987"/>
                  </a:lnTo>
                  <a:lnTo>
                    <a:pt x="3906013" y="325081"/>
                  </a:lnTo>
                  <a:lnTo>
                    <a:pt x="3910376" y="337788"/>
                  </a:lnTo>
                  <a:lnTo>
                    <a:pt x="3914738" y="386680"/>
                  </a:lnTo>
                  <a:lnTo>
                    <a:pt x="3919101" y="424645"/>
                  </a:lnTo>
                  <a:lnTo>
                    <a:pt x="3923464" y="470423"/>
                  </a:lnTo>
                  <a:lnTo>
                    <a:pt x="3927827" y="464485"/>
                  </a:lnTo>
                  <a:lnTo>
                    <a:pt x="3932189" y="416927"/>
                  </a:lnTo>
                  <a:lnTo>
                    <a:pt x="3936552" y="389244"/>
                  </a:lnTo>
                  <a:lnTo>
                    <a:pt x="3940915" y="397010"/>
                  </a:lnTo>
                  <a:lnTo>
                    <a:pt x="3945278" y="521820"/>
                  </a:lnTo>
                  <a:lnTo>
                    <a:pt x="3949640" y="479580"/>
                  </a:lnTo>
                  <a:lnTo>
                    <a:pt x="3954003" y="460115"/>
                  </a:lnTo>
                  <a:lnTo>
                    <a:pt x="3958366" y="457632"/>
                  </a:lnTo>
                  <a:lnTo>
                    <a:pt x="3962729" y="455159"/>
                  </a:lnTo>
                  <a:lnTo>
                    <a:pt x="3967091" y="457278"/>
                  </a:lnTo>
                  <a:lnTo>
                    <a:pt x="3971454" y="440214"/>
                  </a:lnTo>
                  <a:lnTo>
                    <a:pt x="3975817" y="403117"/>
                  </a:lnTo>
                  <a:lnTo>
                    <a:pt x="3980180" y="399289"/>
                  </a:lnTo>
                  <a:lnTo>
                    <a:pt x="3984542" y="397385"/>
                  </a:lnTo>
                  <a:lnTo>
                    <a:pt x="3988905" y="396752"/>
                  </a:lnTo>
                  <a:lnTo>
                    <a:pt x="3993268" y="408587"/>
                  </a:lnTo>
                  <a:lnTo>
                    <a:pt x="3997631" y="451647"/>
                  </a:lnTo>
                  <a:lnTo>
                    <a:pt x="4001993" y="478931"/>
                  </a:lnTo>
                  <a:lnTo>
                    <a:pt x="4006356" y="470528"/>
                  </a:lnTo>
                  <a:lnTo>
                    <a:pt x="4010719" y="443227"/>
                  </a:lnTo>
                  <a:lnTo>
                    <a:pt x="4015082" y="473162"/>
                  </a:lnTo>
                  <a:lnTo>
                    <a:pt x="4019444" y="476928"/>
                  </a:lnTo>
                  <a:lnTo>
                    <a:pt x="4023807" y="509240"/>
                  </a:lnTo>
                  <a:lnTo>
                    <a:pt x="4028170" y="571665"/>
                  </a:lnTo>
                  <a:lnTo>
                    <a:pt x="4032533" y="633357"/>
                  </a:lnTo>
                  <a:lnTo>
                    <a:pt x="4036895" y="669272"/>
                  </a:lnTo>
                  <a:lnTo>
                    <a:pt x="4041258" y="673472"/>
                  </a:lnTo>
                  <a:lnTo>
                    <a:pt x="4045621" y="640749"/>
                  </a:lnTo>
                  <a:lnTo>
                    <a:pt x="4049984" y="604756"/>
                  </a:lnTo>
                  <a:lnTo>
                    <a:pt x="4054346" y="618868"/>
                  </a:lnTo>
                  <a:lnTo>
                    <a:pt x="4058709" y="637286"/>
                  </a:lnTo>
                  <a:lnTo>
                    <a:pt x="4063072" y="634336"/>
                  </a:lnTo>
                  <a:lnTo>
                    <a:pt x="4067435" y="622214"/>
                  </a:lnTo>
                  <a:lnTo>
                    <a:pt x="4071797" y="652790"/>
                  </a:lnTo>
                  <a:lnTo>
                    <a:pt x="4076160" y="723110"/>
                  </a:lnTo>
                  <a:lnTo>
                    <a:pt x="4080523" y="731228"/>
                  </a:lnTo>
                  <a:lnTo>
                    <a:pt x="4084886" y="759027"/>
                  </a:lnTo>
                  <a:lnTo>
                    <a:pt x="4089248" y="718019"/>
                  </a:lnTo>
                  <a:lnTo>
                    <a:pt x="4093611" y="671430"/>
                  </a:lnTo>
                  <a:lnTo>
                    <a:pt x="4097974" y="512838"/>
                  </a:lnTo>
                  <a:lnTo>
                    <a:pt x="4102337" y="528116"/>
                  </a:lnTo>
                  <a:lnTo>
                    <a:pt x="4106699" y="564151"/>
                  </a:lnTo>
                  <a:lnTo>
                    <a:pt x="4111062" y="597696"/>
                  </a:lnTo>
                  <a:lnTo>
                    <a:pt x="4115425" y="634125"/>
                  </a:lnTo>
                  <a:lnTo>
                    <a:pt x="4119788" y="645686"/>
                  </a:lnTo>
                  <a:lnTo>
                    <a:pt x="4124150" y="651908"/>
                  </a:lnTo>
                  <a:lnTo>
                    <a:pt x="4128513" y="656797"/>
                  </a:lnTo>
                  <a:lnTo>
                    <a:pt x="4132876" y="630103"/>
                  </a:lnTo>
                  <a:lnTo>
                    <a:pt x="4137239" y="586488"/>
                  </a:lnTo>
                  <a:lnTo>
                    <a:pt x="4141601" y="512301"/>
                  </a:lnTo>
                  <a:lnTo>
                    <a:pt x="4145964" y="497979"/>
                  </a:lnTo>
                  <a:lnTo>
                    <a:pt x="4150327" y="495889"/>
                  </a:lnTo>
                  <a:lnTo>
                    <a:pt x="4154690" y="527563"/>
                  </a:lnTo>
                  <a:lnTo>
                    <a:pt x="4159052" y="497456"/>
                  </a:lnTo>
                  <a:lnTo>
                    <a:pt x="4163415" y="446099"/>
                  </a:lnTo>
                  <a:lnTo>
                    <a:pt x="4167778" y="361683"/>
                  </a:lnTo>
                  <a:lnTo>
                    <a:pt x="4172141" y="294378"/>
                  </a:lnTo>
                  <a:lnTo>
                    <a:pt x="4176503" y="267370"/>
                  </a:lnTo>
                  <a:lnTo>
                    <a:pt x="4180866" y="238066"/>
                  </a:lnTo>
                  <a:lnTo>
                    <a:pt x="4185229" y="214903"/>
                  </a:lnTo>
                  <a:lnTo>
                    <a:pt x="4189592" y="180893"/>
                  </a:lnTo>
                  <a:lnTo>
                    <a:pt x="4193954" y="139620"/>
                  </a:lnTo>
                  <a:lnTo>
                    <a:pt x="4198317" y="131036"/>
                  </a:lnTo>
                  <a:lnTo>
                    <a:pt x="4202680" y="103791"/>
                  </a:lnTo>
                  <a:lnTo>
                    <a:pt x="4207043" y="101518"/>
                  </a:lnTo>
                  <a:lnTo>
                    <a:pt x="4211405" y="76163"/>
                  </a:lnTo>
                  <a:lnTo>
                    <a:pt x="4215768" y="48501"/>
                  </a:lnTo>
                  <a:lnTo>
                    <a:pt x="4220131" y="37193"/>
                  </a:lnTo>
                  <a:lnTo>
                    <a:pt x="4224494" y="38986"/>
                  </a:lnTo>
                  <a:lnTo>
                    <a:pt x="4228856" y="30961"/>
                  </a:lnTo>
                  <a:lnTo>
                    <a:pt x="4233219" y="47588"/>
                  </a:lnTo>
                  <a:lnTo>
                    <a:pt x="4237582" y="50333"/>
                  </a:lnTo>
                  <a:lnTo>
                    <a:pt x="4241945" y="34513"/>
                  </a:lnTo>
                  <a:lnTo>
                    <a:pt x="4246307" y="17198"/>
                  </a:lnTo>
                  <a:lnTo>
                    <a:pt x="4250670" y="0"/>
                  </a:lnTo>
                  <a:lnTo>
                    <a:pt x="4250670" y="0"/>
                  </a:lnTo>
                  <a:lnTo>
                    <a:pt x="4255033" y="3564"/>
                  </a:lnTo>
                  <a:lnTo>
                    <a:pt x="4259396" y="10978"/>
                  </a:lnTo>
                  <a:lnTo>
                    <a:pt x="4263758" y="126966"/>
                  </a:lnTo>
                  <a:lnTo>
                    <a:pt x="4268121" y="138362"/>
                  </a:lnTo>
                  <a:lnTo>
                    <a:pt x="4272484" y="258904"/>
                  </a:lnTo>
                  <a:lnTo>
                    <a:pt x="4276847" y="333756"/>
                  </a:lnTo>
                  <a:lnTo>
                    <a:pt x="4281209" y="366345"/>
                  </a:lnTo>
                  <a:lnTo>
                    <a:pt x="4285572" y="421482"/>
                  </a:lnTo>
                  <a:lnTo>
                    <a:pt x="4289935" y="395212"/>
                  </a:lnTo>
                  <a:lnTo>
                    <a:pt x="4294298" y="399559"/>
                  </a:lnTo>
                  <a:lnTo>
                    <a:pt x="4298660" y="389086"/>
                  </a:lnTo>
                  <a:lnTo>
                    <a:pt x="4303023" y="394880"/>
                  </a:lnTo>
                  <a:lnTo>
                    <a:pt x="4307386" y="390240"/>
                  </a:lnTo>
                  <a:lnTo>
                    <a:pt x="4311749" y="430127"/>
                  </a:lnTo>
                  <a:lnTo>
                    <a:pt x="4316111" y="432277"/>
                  </a:lnTo>
                  <a:lnTo>
                    <a:pt x="4320474" y="421128"/>
                  </a:lnTo>
                  <a:lnTo>
                    <a:pt x="4324837" y="438921"/>
                  </a:lnTo>
                  <a:lnTo>
                    <a:pt x="4329200" y="453024"/>
                  </a:lnTo>
                  <a:lnTo>
                    <a:pt x="4333562" y="430457"/>
                  </a:lnTo>
                  <a:lnTo>
                    <a:pt x="4337925" y="418519"/>
                  </a:lnTo>
                  <a:lnTo>
                    <a:pt x="4342288" y="395445"/>
                  </a:lnTo>
                  <a:lnTo>
                    <a:pt x="4346651" y="356772"/>
                  </a:lnTo>
                  <a:lnTo>
                    <a:pt x="4351013" y="317529"/>
                  </a:lnTo>
                  <a:lnTo>
                    <a:pt x="4355376" y="328099"/>
                  </a:lnTo>
                  <a:lnTo>
                    <a:pt x="4359739" y="315146"/>
                  </a:lnTo>
                  <a:lnTo>
                    <a:pt x="4364102" y="308912"/>
                  </a:lnTo>
                  <a:lnTo>
                    <a:pt x="4368464" y="364120"/>
                  </a:lnTo>
                  <a:lnTo>
                    <a:pt x="4372827" y="377415"/>
                  </a:lnTo>
                  <a:lnTo>
                    <a:pt x="4377190" y="339954"/>
                  </a:lnTo>
                  <a:lnTo>
                    <a:pt x="4381553" y="339954"/>
                  </a:lnTo>
                  <a:lnTo>
                    <a:pt x="4385915" y="342329"/>
                  </a:lnTo>
                  <a:lnTo>
                    <a:pt x="4390278" y="261645"/>
                  </a:lnTo>
                  <a:lnTo>
                    <a:pt x="4394641" y="273752"/>
                  </a:lnTo>
                  <a:lnTo>
                    <a:pt x="4399004" y="299019"/>
                  </a:lnTo>
                  <a:lnTo>
                    <a:pt x="4403366" y="290258"/>
                  </a:lnTo>
                  <a:lnTo>
                    <a:pt x="4407729" y="278793"/>
                  </a:lnTo>
                  <a:lnTo>
                    <a:pt x="4412092" y="280417"/>
                  </a:lnTo>
                  <a:lnTo>
                    <a:pt x="4416455" y="294830"/>
                  </a:lnTo>
                  <a:lnTo>
                    <a:pt x="4420817" y="300704"/>
                  </a:lnTo>
                  <a:lnTo>
                    <a:pt x="4425180" y="318448"/>
                  </a:lnTo>
                  <a:lnTo>
                    <a:pt x="4429543" y="210130"/>
                  </a:lnTo>
                  <a:lnTo>
                    <a:pt x="4433906" y="190281"/>
                  </a:lnTo>
                  <a:lnTo>
                    <a:pt x="4438268" y="78332"/>
                  </a:lnTo>
                  <a:lnTo>
                    <a:pt x="4442631" y="88815"/>
                  </a:lnTo>
                  <a:lnTo>
                    <a:pt x="4446994" y="88569"/>
                  </a:lnTo>
                  <a:lnTo>
                    <a:pt x="4451357" y="119713"/>
                  </a:lnTo>
                  <a:lnTo>
                    <a:pt x="4455719" y="116854"/>
                  </a:lnTo>
                  <a:lnTo>
                    <a:pt x="4460082" y="97001"/>
                  </a:lnTo>
                  <a:lnTo>
                    <a:pt x="4464445" y="91530"/>
                  </a:lnTo>
                  <a:lnTo>
                    <a:pt x="4468808" y="107855"/>
                  </a:lnTo>
                  <a:lnTo>
                    <a:pt x="4473170" y="140973"/>
                  </a:lnTo>
                  <a:lnTo>
                    <a:pt x="4477533" y="195679"/>
                  </a:lnTo>
                  <a:lnTo>
                    <a:pt x="4481896" y="219583"/>
                  </a:lnTo>
                  <a:lnTo>
                    <a:pt x="4486259" y="253853"/>
                  </a:lnTo>
                  <a:lnTo>
                    <a:pt x="4490621" y="285815"/>
                  </a:lnTo>
                  <a:lnTo>
                    <a:pt x="4494984" y="308589"/>
                  </a:lnTo>
                  <a:lnTo>
                    <a:pt x="4499347" y="327752"/>
                  </a:lnTo>
                  <a:lnTo>
                    <a:pt x="4503710" y="340522"/>
                  </a:lnTo>
                  <a:lnTo>
                    <a:pt x="4508072" y="361276"/>
                  </a:lnTo>
                  <a:lnTo>
                    <a:pt x="4512435" y="563444"/>
                  </a:lnTo>
                  <a:lnTo>
                    <a:pt x="4516798" y="564956"/>
                  </a:lnTo>
                  <a:lnTo>
                    <a:pt x="4521161" y="598085"/>
                  </a:lnTo>
                  <a:lnTo>
                    <a:pt x="4525523" y="707749"/>
                  </a:lnTo>
                  <a:lnTo>
                    <a:pt x="4529886" y="690941"/>
                  </a:lnTo>
                  <a:lnTo>
                    <a:pt x="4534249" y="761655"/>
                  </a:lnTo>
                  <a:lnTo>
                    <a:pt x="4538612" y="748080"/>
                  </a:lnTo>
                  <a:lnTo>
                    <a:pt x="4542974" y="730881"/>
                  </a:lnTo>
                  <a:lnTo>
                    <a:pt x="4547337" y="765615"/>
                  </a:lnTo>
                  <a:lnTo>
                    <a:pt x="4551700" y="768183"/>
                  </a:lnTo>
                  <a:lnTo>
                    <a:pt x="4556063" y="723323"/>
                  </a:lnTo>
                  <a:lnTo>
                    <a:pt x="4560425" y="655815"/>
                  </a:lnTo>
                  <a:lnTo>
                    <a:pt x="4564788" y="591434"/>
                  </a:lnTo>
                  <a:lnTo>
                    <a:pt x="4569151" y="556356"/>
                  </a:lnTo>
                  <a:lnTo>
                    <a:pt x="4573514" y="537805"/>
                  </a:lnTo>
                  <a:lnTo>
                    <a:pt x="4577876" y="514412"/>
                  </a:lnTo>
                  <a:lnTo>
                    <a:pt x="4582239" y="500596"/>
                  </a:lnTo>
                  <a:lnTo>
                    <a:pt x="4586602" y="393918"/>
                  </a:lnTo>
                  <a:lnTo>
                    <a:pt x="4590965" y="411837"/>
                  </a:lnTo>
                  <a:lnTo>
                    <a:pt x="4595327" y="267851"/>
                  </a:lnTo>
                  <a:lnTo>
                    <a:pt x="4599690" y="248160"/>
                  </a:lnTo>
                  <a:lnTo>
                    <a:pt x="4604053" y="226910"/>
                  </a:lnTo>
                  <a:lnTo>
                    <a:pt x="4608416" y="69708"/>
                  </a:lnTo>
                  <a:lnTo>
                    <a:pt x="4612778" y="55633"/>
                  </a:lnTo>
                  <a:lnTo>
                    <a:pt x="4617141" y="57024"/>
                  </a:lnTo>
                  <a:lnTo>
                    <a:pt x="4621504" y="73524"/>
                  </a:lnTo>
                  <a:lnTo>
                    <a:pt x="4625867" y="84646"/>
                  </a:lnTo>
                  <a:lnTo>
                    <a:pt x="4630229" y="94756"/>
                  </a:lnTo>
                  <a:lnTo>
                    <a:pt x="4634592" y="76403"/>
                  </a:lnTo>
                  <a:lnTo>
                    <a:pt x="4638955" y="48730"/>
                  </a:lnTo>
                  <a:lnTo>
                    <a:pt x="4643318" y="162969"/>
                  </a:lnTo>
                  <a:lnTo>
                    <a:pt x="4647680" y="174782"/>
                  </a:lnTo>
                  <a:lnTo>
                    <a:pt x="4652043" y="178039"/>
                  </a:lnTo>
                  <a:lnTo>
                    <a:pt x="4656406" y="197274"/>
                  </a:lnTo>
                  <a:lnTo>
                    <a:pt x="4660769" y="200129"/>
                  </a:lnTo>
                  <a:lnTo>
                    <a:pt x="4665131" y="181516"/>
                  </a:lnTo>
                  <a:lnTo>
                    <a:pt x="4669494" y="154539"/>
                  </a:lnTo>
                  <a:lnTo>
                    <a:pt x="4673857" y="143319"/>
                  </a:lnTo>
                  <a:lnTo>
                    <a:pt x="4678220" y="237874"/>
                  </a:lnTo>
                  <a:lnTo>
                    <a:pt x="4682582" y="208053"/>
                  </a:lnTo>
                  <a:lnTo>
                    <a:pt x="4686945" y="184050"/>
                  </a:lnTo>
                  <a:lnTo>
                    <a:pt x="4691308" y="198007"/>
                  </a:lnTo>
                  <a:lnTo>
                    <a:pt x="4695671" y="223744"/>
                  </a:lnTo>
                  <a:lnTo>
                    <a:pt x="4700033" y="260664"/>
                  </a:lnTo>
                  <a:lnTo>
                    <a:pt x="4704396" y="306856"/>
                  </a:lnTo>
                  <a:lnTo>
                    <a:pt x="4708759" y="361348"/>
                  </a:lnTo>
                  <a:lnTo>
                    <a:pt x="4713122" y="394699"/>
                  </a:lnTo>
                  <a:lnTo>
                    <a:pt x="4717484" y="389127"/>
                  </a:lnTo>
                  <a:lnTo>
                    <a:pt x="4721847" y="265578"/>
                  </a:lnTo>
                  <a:lnTo>
                    <a:pt x="4726210" y="275861"/>
                  </a:lnTo>
                  <a:lnTo>
                    <a:pt x="4730573" y="313061"/>
                  </a:lnTo>
                  <a:lnTo>
                    <a:pt x="4734935" y="352126"/>
                  </a:lnTo>
                  <a:lnTo>
                    <a:pt x="4739298" y="353293"/>
                  </a:lnTo>
                  <a:lnTo>
                    <a:pt x="4743661" y="393705"/>
                  </a:lnTo>
                  <a:lnTo>
                    <a:pt x="4748024" y="442517"/>
                  </a:lnTo>
                  <a:lnTo>
                    <a:pt x="4752386" y="354002"/>
                  </a:lnTo>
                  <a:lnTo>
                    <a:pt x="4756749" y="323941"/>
                  </a:lnTo>
                  <a:lnTo>
                    <a:pt x="4761112" y="269084"/>
                  </a:lnTo>
                  <a:lnTo>
                    <a:pt x="4765475" y="227472"/>
                  </a:lnTo>
                  <a:lnTo>
                    <a:pt x="4769837" y="194183"/>
                  </a:lnTo>
                  <a:lnTo>
                    <a:pt x="4774200" y="153031"/>
                  </a:lnTo>
                  <a:lnTo>
                    <a:pt x="4778563" y="125477"/>
                  </a:lnTo>
                  <a:lnTo>
                    <a:pt x="4782926" y="106328"/>
                  </a:lnTo>
                  <a:lnTo>
                    <a:pt x="4787288" y="117113"/>
                  </a:lnTo>
                  <a:lnTo>
                    <a:pt x="4791651" y="109132"/>
                  </a:lnTo>
                  <a:lnTo>
                    <a:pt x="4796014" y="91778"/>
                  </a:lnTo>
                  <a:lnTo>
                    <a:pt x="4800377" y="75922"/>
                  </a:lnTo>
                  <a:lnTo>
                    <a:pt x="4804739" y="71851"/>
                  </a:lnTo>
                  <a:lnTo>
                    <a:pt x="4809102" y="61921"/>
                  </a:lnTo>
                  <a:lnTo>
                    <a:pt x="4813465" y="37417"/>
                  </a:lnTo>
                  <a:lnTo>
                    <a:pt x="4817828" y="26554"/>
                  </a:lnTo>
                  <a:lnTo>
                    <a:pt x="4822190" y="42365"/>
                  </a:lnTo>
                  <a:lnTo>
                    <a:pt x="4826553" y="57256"/>
                  </a:lnTo>
                  <a:lnTo>
                    <a:pt x="4830916" y="43270"/>
                  </a:lnTo>
                  <a:lnTo>
                    <a:pt x="4835279" y="33623"/>
                  </a:lnTo>
                  <a:lnTo>
                    <a:pt x="4839641" y="34513"/>
                  </a:lnTo>
                  <a:lnTo>
                    <a:pt x="4844004" y="45993"/>
                  </a:lnTo>
                  <a:lnTo>
                    <a:pt x="4848367" y="71374"/>
                  </a:lnTo>
                  <a:lnTo>
                    <a:pt x="4852730" y="75202"/>
                  </a:lnTo>
                  <a:lnTo>
                    <a:pt x="4857092" y="100259"/>
                  </a:lnTo>
                  <a:lnTo>
                    <a:pt x="4861455" y="126795"/>
                  </a:lnTo>
                  <a:lnTo>
                    <a:pt x="4865818" y="150819"/>
                  </a:lnTo>
                  <a:lnTo>
                    <a:pt x="4870181" y="178855"/>
                  </a:lnTo>
                  <a:lnTo>
                    <a:pt x="4874543" y="179145"/>
                  </a:lnTo>
                  <a:lnTo>
                    <a:pt x="4878906" y="202012"/>
                  </a:lnTo>
                  <a:lnTo>
                    <a:pt x="4883269" y="229064"/>
                  </a:lnTo>
                  <a:lnTo>
                    <a:pt x="4887632" y="232583"/>
                  </a:lnTo>
                  <a:lnTo>
                    <a:pt x="4891994" y="263279"/>
                  </a:lnTo>
                  <a:lnTo>
                    <a:pt x="4896357" y="311550"/>
                  </a:lnTo>
                  <a:lnTo>
                    <a:pt x="4900720" y="312293"/>
                  </a:lnTo>
                  <a:lnTo>
                    <a:pt x="4905083" y="320156"/>
                  </a:lnTo>
                  <a:lnTo>
                    <a:pt x="4909445" y="340522"/>
                  </a:lnTo>
                  <a:lnTo>
                    <a:pt x="4913808" y="335455"/>
                  </a:lnTo>
                  <a:lnTo>
                    <a:pt x="4918171" y="336232"/>
                  </a:lnTo>
                  <a:lnTo>
                    <a:pt x="4922534" y="332747"/>
                  </a:lnTo>
                  <a:lnTo>
                    <a:pt x="4926896" y="322802"/>
                  </a:lnTo>
                  <a:lnTo>
                    <a:pt x="4931259" y="310067"/>
                  </a:lnTo>
                  <a:lnTo>
                    <a:pt x="4935622" y="295459"/>
                  </a:lnTo>
                  <a:lnTo>
                    <a:pt x="4939985" y="447148"/>
                  </a:lnTo>
                  <a:lnTo>
                    <a:pt x="4944347" y="456894"/>
                  </a:lnTo>
                  <a:lnTo>
                    <a:pt x="4948710" y="472343"/>
                  </a:lnTo>
                  <a:lnTo>
                    <a:pt x="4953073" y="456571"/>
                  </a:lnTo>
                  <a:lnTo>
                    <a:pt x="4957436" y="438845"/>
                  </a:lnTo>
                  <a:lnTo>
                    <a:pt x="4961798" y="442619"/>
                  </a:lnTo>
                  <a:lnTo>
                    <a:pt x="4966161" y="495757"/>
                  </a:lnTo>
                  <a:lnTo>
                    <a:pt x="4970524" y="531062"/>
                  </a:lnTo>
                  <a:lnTo>
                    <a:pt x="4974887" y="547941"/>
                  </a:lnTo>
                  <a:lnTo>
                    <a:pt x="4979249" y="555944"/>
                  </a:lnTo>
                  <a:lnTo>
                    <a:pt x="4983612" y="559777"/>
                  </a:lnTo>
                  <a:lnTo>
                    <a:pt x="4987975" y="552138"/>
                  </a:lnTo>
                  <a:lnTo>
                    <a:pt x="4992338" y="577588"/>
                  </a:lnTo>
                  <a:lnTo>
                    <a:pt x="4996700" y="568392"/>
                  </a:lnTo>
                  <a:lnTo>
                    <a:pt x="5001063" y="656142"/>
                  </a:lnTo>
                  <a:lnTo>
                    <a:pt x="5005426" y="549616"/>
                  </a:lnTo>
                  <a:lnTo>
                    <a:pt x="5009789" y="664588"/>
                  </a:lnTo>
                  <a:lnTo>
                    <a:pt x="5014151" y="647319"/>
                  </a:lnTo>
                  <a:lnTo>
                    <a:pt x="5018514" y="678099"/>
                  </a:lnTo>
                  <a:lnTo>
                    <a:pt x="5022877" y="718941"/>
                  </a:lnTo>
                  <a:lnTo>
                    <a:pt x="5027240" y="831343"/>
                  </a:lnTo>
                  <a:lnTo>
                    <a:pt x="5031602" y="792066"/>
                  </a:lnTo>
                  <a:lnTo>
                    <a:pt x="5035965" y="783759"/>
                  </a:lnTo>
                  <a:lnTo>
                    <a:pt x="5040328" y="752536"/>
                  </a:lnTo>
                  <a:lnTo>
                    <a:pt x="5044691" y="732887"/>
                  </a:lnTo>
                  <a:lnTo>
                    <a:pt x="5049053" y="728882"/>
                  </a:lnTo>
                  <a:lnTo>
                    <a:pt x="5053416" y="729281"/>
                  </a:lnTo>
                  <a:lnTo>
                    <a:pt x="5057779" y="720959"/>
                  </a:lnTo>
                  <a:lnTo>
                    <a:pt x="5062142" y="758825"/>
                  </a:lnTo>
                  <a:lnTo>
                    <a:pt x="5066504" y="851610"/>
                  </a:lnTo>
                  <a:lnTo>
                    <a:pt x="5070867" y="917396"/>
                  </a:lnTo>
                  <a:lnTo>
                    <a:pt x="5075230" y="877793"/>
                  </a:lnTo>
                  <a:lnTo>
                    <a:pt x="5079593" y="952201"/>
                  </a:lnTo>
                  <a:lnTo>
                    <a:pt x="5083955" y="850811"/>
                  </a:lnTo>
                  <a:lnTo>
                    <a:pt x="5088318" y="832840"/>
                  </a:lnTo>
                  <a:lnTo>
                    <a:pt x="5092681" y="785742"/>
                  </a:lnTo>
                  <a:lnTo>
                    <a:pt x="5097044" y="823064"/>
                  </a:lnTo>
                  <a:lnTo>
                    <a:pt x="5101406" y="795138"/>
                  </a:lnTo>
                  <a:lnTo>
                    <a:pt x="5105769" y="730319"/>
                  </a:lnTo>
                  <a:lnTo>
                    <a:pt x="5110132" y="918102"/>
                  </a:lnTo>
                  <a:lnTo>
                    <a:pt x="5114495" y="948933"/>
                  </a:lnTo>
                  <a:lnTo>
                    <a:pt x="5118857" y="948031"/>
                  </a:lnTo>
                  <a:lnTo>
                    <a:pt x="5123220" y="1012394"/>
                  </a:lnTo>
                  <a:lnTo>
                    <a:pt x="5127583" y="960588"/>
                  </a:lnTo>
                  <a:lnTo>
                    <a:pt x="5131946" y="892733"/>
                  </a:lnTo>
                  <a:lnTo>
                    <a:pt x="5136308" y="857457"/>
                  </a:lnTo>
                  <a:lnTo>
                    <a:pt x="5140671" y="886644"/>
                  </a:lnTo>
                  <a:lnTo>
                    <a:pt x="5145034" y="812720"/>
                  </a:lnTo>
                  <a:lnTo>
                    <a:pt x="5149397" y="790396"/>
                  </a:lnTo>
                  <a:lnTo>
                    <a:pt x="5153759" y="784337"/>
                  </a:lnTo>
                  <a:lnTo>
                    <a:pt x="5158122" y="812850"/>
                  </a:lnTo>
                  <a:lnTo>
                    <a:pt x="5162485" y="827414"/>
                  </a:lnTo>
                  <a:lnTo>
                    <a:pt x="5166848" y="854064"/>
                  </a:lnTo>
                  <a:lnTo>
                    <a:pt x="5171210" y="796635"/>
                  </a:lnTo>
                  <a:lnTo>
                    <a:pt x="5175573" y="793976"/>
                  </a:lnTo>
                  <a:lnTo>
                    <a:pt x="5179936" y="779895"/>
                  </a:lnTo>
                  <a:lnTo>
                    <a:pt x="5184299" y="774822"/>
                  </a:lnTo>
                  <a:lnTo>
                    <a:pt x="5188661" y="785348"/>
                  </a:lnTo>
                  <a:lnTo>
                    <a:pt x="5193024" y="770500"/>
                  </a:lnTo>
                  <a:lnTo>
                    <a:pt x="5197387" y="764379"/>
                  </a:lnTo>
                  <a:lnTo>
                    <a:pt x="5201750" y="786564"/>
                  </a:lnTo>
                  <a:lnTo>
                    <a:pt x="5206112" y="789394"/>
                  </a:lnTo>
                  <a:lnTo>
                    <a:pt x="5210475" y="801278"/>
                  </a:lnTo>
                  <a:lnTo>
                    <a:pt x="5214838" y="805646"/>
                  </a:lnTo>
                  <a:lnTo>
                    <a:pt x="5219201" y="809839"/>
                  </a:lnTo>
                  <a:lnTo>
                    <a:pt x="5223563" y="784476"/>
                  </a:lnTo>
                  <a:lnTo>
                    <a:pt x="5227926" y="809663"/>
                  </a:lnTo>
                  <a:lnTo>
                    <a:pt x="5232289" y="762568"/>
                  </a:lnTo>
                  <a:lnTo>
                    <a:pt x="5236652" y="797315"/>
                  </a:lnTo>
                  <a:lnTo>
                    <a:pt x="5241014" y="791727"/>
                  </a:lnTo>
                  <a:lnTo>
                    <a:pt x="5245377" y="828581"/>
                  </a:lnTo>
                  <a:lnTo>
                    <a:pt x="5249740" y="817792"/>
                  </a:lnTo>
                  <a:lnTo>
                    <a:pt x="5254103" y="847929"/>
                  </a:lnTo>
                  <a:lnTo>
                    <a:pt x="5258465" y="829530"/>
                  </a:lnTo>
                  <a:lnTo>
                    <a:pt x="5262828" y="843211"/>
                  </a:lnTo>
                  <a:lnTo>
                    <a:pt x="5267191" y="779617"/>
                  </a:lnTo>
                  <a:lnTo>
                    <a:pt x="5271554" y="716372"/>
                  </a:lnTo>
                  <a:lnTo>
                    <a:pt x="5275916" y="695521"/>
                  </a:lnTo>
                  <a:lnTo>
                    <a:pt x="5280279" y="703929"/>
                  </a:lnTo>
                  <a:lnTo>
                    <a:pt x="5284642" y="707219"/>
                  </a:lnTo>
                  <a:lnTo>
                    <a:pt x="5289005" y="705024"/>
                  </a:lnTo>
                  <a:lnTo>
                    <a:pt x="5293367" y="714696"/>
                  </a:lnTo>
                  <a:lnTo>
                    <a:pt x="5297730" y="724260"/>
                  </a:lnTo>
                  <a:lnTo>
                    <a:pt x="5302093" y="673416"/>
                  </a:lnTo>
                  <a:lnTo>
                    <a:pt x="5306456" y="616969"/>
                  </a:lnTo>
                  <a:lnTo>
                    <a:pt x="5310818" y="527798"/>
                  </a:lnTo>
                  <a:lnTo>
                    <a:pt x="5315181" y="447037"/>
                  </a:lnTo>
                  <a:lnTo>
                    <a:pt x="5319544" y="460746"/>
                  </a:lnTo>
                  <a:lnTo>
                    <a:pt x="5323907" y="556394"/>
                  </a:lnTo>
                  <a:lnTo>
                    <a:pt x="5328269" y="561842"/>
                  </a:lnTo>
                  <a:lnTo>
                    <a:pt x="5332632" y="575262"/>
                  </a:lnTo>
                  <a:lnTo>
                    <a:pt x="5336995" y="599423"/>
                  </a:lnTo>
                  <a:lnTo>
                    <a:pt x="5341358" y="635826"/>
                  </a:lnTo>
                  <a:lnTo>
                    <a:pt x="5345720" y="666747"/>
                  </a:lnTo>
                  <a:lnTo>
                    <a:pt x="5350083" y="616577"/>
                  </a:lnTo>
                  <a:lnTo>
                    <a:pt x="5354446" y="651276"/>
                  </a:lnTo>
                  <a:lnTo>
                    <a:pt x="5358809" y="676553"/>
                  </a:lnTo>
                  <a:lnTo>
                    <a:pt x="5363171" y="692815"/>
                  </a:lnTo>
                  <a:lnTo>
                    <a:pt x="5367534" y="577147"/>
                  </a:lnTo>
                  <a:lnTo>
                    <a:pt x="5371897" y="601054"/>
                  </a:lnTo>
                  <a:lnTo>
                    <a:pt x="5376260" y="756896"/>
                  </a:lnTo>
                  <a:lnTo>
                    <a:pt x="5380622" y="767085"/>
                  </a:lnTo>
                  <a:lnTo>
                    <a:pt x="5384985" y="865555"/>
                  </a:lnTo>
                  <a:lnTo>
                    <a:pt x="5389348" y="795217"/>
                  </a:lnTo>
                  <a:lnTo>
                    <a:pt x="5393711" y="811742"/>
                  </a:lnTo>
                  <a:lnTo>
                    <a:pt x="5398073" y="811837"/>
                  </a:lnTo>
                  <a:lnTo>
                    <a:pt x="5402436" y="867018"/>
                  </a:lnTo>
                  <a:lnTo>
                    <a:pt x="5406799" y="889404"/>
                  </a:lnTo>
                  <a:lnTo>
                    <a:pt x="5411162" y="879610"/>
                  </a:lnTo>
                  <a:lnTo>
                    <a:pt x="5415524" y="876585"/>
                  </a:lnTo>
                  <a:lnTo>
                    <a:pt x="5419887" y="881433"/>
                  </a:lnTo>
                  <a:lnTo>
                    <a:pt x="5424250" y="899378"/>
                  </a:lnTo>
                  <a:lnTo>
                    <a:pt x="5428613" y="915339"/>
                  </a:lnTo>
                  <a:lnTo>
                    <a:pt x="5432975" y="979217"/>
                  </a:lnTo>
                  <a:lnTo>
                    <a:pt x="5437338" y="1034417"/>
                  </a:lnTo>
                  <a:lnTo>
                    <a:pt x="5441701" y="1094975"/>
                  </a:lnTo>
                  <a:lnTo>
                    <a:pt x="5446064" y="1053090"/>
                  </a:lnTo>
                  <a:lnTo>
                    <a:pt x="5450426" y="1102252"/>
                  </a:lnTo>
                  <a:lnTo>
                    <a:pt x="5454789" y="1070854"/>
                  </a:lnTo>
                  <a:lnTo>
                    <a:pt x="5459152" y="1034794"/>
                  </a:lnTo>
                  <a:lnTo>
                    <a:pt x="5463515" y="992117"/>
                  </a:lnTo>
                  <a:lnTo>
                    <a:pt x="5467877" y="966355"/>
                  </a:lnTo>
                  <a:lnTo>
                    <a:pt x="5472240" y="846457"/>
                  </a:lnTo>
                  <a:lnTo>
                    <a:pt x="5476603" y="762216"/>
                  </a:lnTo>
                  <a:lnTo>
                    <a:pt x="5480966" y="728288"/>
                  </a:lnTo>
                  <a:lnTo>
                    <a:pt x="5485328" y="785569"/>
                  </a:lnTo>
                  <a:lnTo>
                    <a:pt x="5489691" y="725826"/>
                  </a:lnTo>
                  <a:lnTo>
                    <a:pt x="5494054" y="805210"/>
                  </a:lnTo>
                  <a:lnTo>
                    <a:pt x="5498417" y="813900"/>
                  </a:lnTo>
                  <a:lnTo>
                    <a:pt x="5502779" y="783897"/>
                  </a:lnTo>
                  <a:lnTo>
                    <a:pt x="5507142" y="742147"/>
                  </a:lnTo>
                  <a:lnTo>
                    <a:pt x="5511505" y="727391"/>
                  </a:lnTo>
                  <a:lnTo>
                    <a:pt x="5515868" y="702837"/>
                  </a:lnTo>
                  <a:lnTo>
                    <a:pt x="5520230" y="679346"/>
                  </a:lnTo>
                  <a:lnTo>
                    <a:pt x="5524593" y="715641"/>
                  </a:lnTo>
                  <a:lnTo>
                    <a:pt x="5528956" y="737692"/>
                  </a:lnTo>
                  <a:lnTo>
                    <a:pt x="5533319" y="730874"/>
                  </a:lnTo>
                  <a:lnTo>
                    <a:pt x="5537681" y="743209"/>
                  </a:lnTo>
                  <a:lnTo>
                    <a:pt x="5542044" y="796267"/>
                  </a:lnTo>
                  <a:lnTo>
                    <a:pt x="5546407" y="782978"/>
                  </a:lnTo>
                  <a:lnTo>
                    <a:pt x="5550770" y="761003"/>
                  </a:lnTo>
                  <a:lnTo>
                    <a:pt x="5555132" y="722003"/>
                  </a:lnTo>
                  <a:lnTo>
                    <a:pt x="5559495" y="718895"/>
                  </a:lnTo>
                  <a:lnTo>
                    <a:pt x="5563858" y="697364"/>
                  </a:lnTo>
                  <a:lnTo>
                    <a:pt x="5568221" y="657562"/>
                  </a:lnTo>
                  <a:lnTo>
                    <a:pt x="5572583" y="705451"/>
                  </a:lnTo>
                  <a:lnTo>
                    <a:pt x="5576946" y="707749"/>
                  </a:lnTo>
                  <a:lnTo>
                    <a:pt x="5581309" y="734901"/>
                  </a:lnTo>
                  <a:lnTo>
                    <a:pt x="5585672" y="806803"/>
                  </a:lnTo>
                  <a:lnTo>
                    <a:pt x="5590034" y="811349"/>
                  </a:lnTo>
                  <a:lnTo>
                    <a:pt x="5594397" y="786804"/>
                  </a:lnTo>
                  <a:lnTo>
                    <a:pt x="5598760" y="724442"/>
                  </a:lnTo>
                  <a:lnTo>
                    <a:pt x="5603123" y="782148"/>
                  </a:lnTo>
                  <a:lnTo>
                    <a:pt x="5607485" y="719083"/>
                  </a:lnTo>
                  <a:lnTo>
                    <a:pt x="5611848" y="777992"/>
                  </a:lnTo>
                  <a:lnTo>
                    <a:pt x="5616211" y="806076"/>
                  </a:lnTo>
                  <a:lnTo>
                    <a:pt x="5620574" y="924329"/>
                  </a:lnTo>
                  <a:lnTo>
                    <a:pt x="5624936" y="966114"/>
                  </a:lnTo>
                  <a:lnTo>
                    <a:pt x="5629299" y="968601"/>
                  </a:lnTo>
                  <a:lnTo>
                    <a:pt x="5633662" y="944223"/>
                  </a:lnTo>
                  <a:lnTo>
                    <a:pt x="5638025" y="941844"/>
                  </a:lnTo>
                  <a:lnTo>
                    <a:pt x="5642387" y="1026435"/>
                  </a:lnTo>
                  <a:lnTo>
                    <a:pt x="5646750" y="1051994"/>
                  </a:lnTo>
                  <a:lnTo>
                    <a:pt x="5651113" y="1004684"/>
                  </a:lnTo>
                  <a:lnTo>
                    <a:pt x="5655476" y="914086"/>
                  </a:lnTo>
                  <a:lnTo>
                    <a:pt x="5659838" y="787013"/>
                  </a:lnTo>
                  <a:lnTo>
                    <a:pt x="5664201" y="818341"/>
                  </a:lnTo>
                  <a:lnTo>
                    <a:pt x="5668564" y="739667"/>
                  </a:lnTo>
                  <a:lnTo>
                    <a:pt x="5672927" y="686811"/>
                  </a:lnTo>
                  <a:lnTo>
                    <a:pt x="5677289" y="630915"/>
                  </a:lnTo>
                  <a:lnTo>
                    <a:pt x="5681652" y="567958"/>
                  </a:lnTo>
                  <a:lnTo>
                    <a:pt x="5686015" y="559350"/>
                  </a:lnTo>
                  <a:lnTo>
                    <a:pt x="5690378" y="545438"/>
                  </a:lnTo>
                  <a:lnTo>
                    <a:pt x="5694740" y="524615"/>
                  </a:lnTo>
                  <a:lnTo>
                    <a:pt x="5699103" y="511947"/>
                  </a:lnTo>
                  <a:lnTo>
                    <a:pt x="5703466" y="476359"/>
                  </a:lnTo>
                  <a:lnTo>
                    <a:pt x="5707829" y="436116"/>
                  </a:lnTo>
                  <a:lnTo>
                    <a:pt x="5712191" y="508108"/>
                  </a:lnTo>
                  <a:lnTo>
                    <a:pt x="5716554" y="502180"/>
                  </a:lnTo>
                  <a:lnTo>
                    <a:pt x="5720917" y="522519"/>
                  </a:lnTo>
                  <a:lnTo>
                    <a:pt x="5725280" y="564749"/>
                  </a:lnTo>
                  <a:lnTo>
                    <a:pt x="5729642" y="614315"/>
                  </a:lnTo>
                  <a:lnTo>
                    <a:pt x="5734005" y="661172"/>
                  </a:lnTo>
                  <a:lnTo>
                    <a:pt x="5738368" y="601054"/>
                  </a:lnTo>
                  <a:lnTo>
                    <a:pt x="5742731" y="642239"/>
                  </a:lnTo>
                  <a:lnTo>
                    <a:pt x="5747093" y="669272"/>
                  </a:lnTo>
                  <a:lnTo>
                    <a:pt x="5751456" y="655842"/>
                  </a:lnTo>
                  <a:lnTo>
                    <a:pt x="5755819" y="612236"/>
                  </a:lnTo>
                  <a:lnTo>
                    <a:pt x="5760182" y="591908"/>
                  </a:lnTo>
                  <a:lnTo>
                    <a:pt x="5764544" y="564930"/>
                  </a:lnTo>
                  <a:lnTo>
                    <a:pt x="5768907" y="577147"/>
                  </a:lnTo>
                  <a:lnTo>
                    <a:pt x="5773270" y="579358"/>
                  </a:lnTo>
                  <a:lnTo>
                    <a:pt x="5777633" y="601263"/>
                  </a:lnTo>
                  <a:lnTo>
                    <a:pt x="5781995" y="609887"/>
                  </a:lnTo>
                  <a:lnTo>
                    <a:pt x="5786358" y="547890"/>
                  </a:lnTo>
                  <a:lnTo>
                    <a:pt x="5790721" y="363723"/>
                  </a:lnTo>
                  <a:lnTo>
                    <a:pt x="5795084" y="307114"/>
                  </a:lnTo>
                  <a:lnTo>
                    <a:pt x="5799446" y="396984"/>
                  </a:lnTo>
                  <a:lnTo>
                    <a:pt x="5803809" y="378049"/>
                  </a:lnTo>
                  <a:lnTo>
                    <a:pt x="5808172" y="340926"/>
                  </a:lnTo>
                  <a:lnTo>
                    <a:pt x="5812535" y="349220"/>
                  </a:lnTo>
                  <a:lnTo>
                    <a:pt x="5816897" y="338884"/>
                  </a:lnTo>
                  <a:lnTo>
                    <a:pt x="5821260" y="348351"/>
                  </a:lnTo>
                  <a:lnTo>
                    <a:pt x="5825623" y="341736"/>
                  </a:lnTo>
                  <a:lnTo>
                    <a:pt x="5829986" y="365103"/>
                  </a:lnTo>
                  <a:lnTo>
                    <a:pt x="5834348" y="350090"/>
                  </a:lnTo>
                  <a:lnTo>
                    <a:pt x="5838711" y="345177"/>
                  </a:lnTo>
                  <a:lnTo>
                    <a:pt x="5843074" y="314690"/>
                  </a:lnTo>
                  <a:lnTo>
                    <a:pt x="5847437" y="336048"/>
                  </a:lnTo>
                  <a:lnTo>
                    <a:pt x="5851799" y="361830"/>
                  </a:lnTo>
                  <a:lnTo>
                    <a:pt x="5856162" y="355928"/>
                  </a:lnTo>
                  <a:lnTo>
                    <a:pt x="5860525" y="388587"/>
                  </a:lnTo>
                  <a:lnTo>
                    <a:pt x="5864888" y="426721"/>
                  </a:lnTo>
                  <a:lnTo>
                    <a:pt x="5869250" y="460916"/>
                  </a:lnTo>
                  <a:lnTo>
                    <a:pt x="5873613" y="502928"/>
                  </a:lnTo>
                  <a:lnTo>
                    <a:pt x="5877976" y="381165"/>
                  </a:lnTo>
                  <a:lnTo>
                    <a:pt x="5882339" y="369062"/>
                  </a:lnTo>
                  <a:lnTo>
                    <a:pt x="5886701" y="332361"/>
                  </a:lnTo>
                  <a:lnTo>
                    <a:pt x="5891064" y="335844"/>
                  </a:lnTo>
                  <a:lnTo>
                    <a:pt x="5895427" y="344847"/>
                  </a:lnTo>
                  <a:lnTo>
                    <a:pt x="5899790" y="382856"/>
                  </a:lnTo>
                  <a:lnTo>
                    <a:pt x="5904152" y="408872"/>
                  </a:lnTo>
                  <a:lnTo>
                    <a:pt x="5908515" y="425561"/>
                  </a:lnTo>
                  <a:lnTo>
                    <a:pt x="5912878" y="398316"/>
                  </a:lnTo>
                  <a:lnTo>
                    <a:pt x="5917241" y="385402"/>
                  </a:lnTo>
                  <a:lnTo>
                    <a:pt x="5921603" y="344847"/>
                  </a:lnTo>
                  <a:lnTo>
                    <a:pt x="5925966" y="279130"/>
                  </a:lnTo>
                  <a:lnTo>
                    <a:pt x="5930329" y="211806"/>
                  </a:lnTo>
                  <a:lnTo>
                    <a:pt x="5934692" y="151371"/>
                  </a:lnTo>
                  <a:lnTo>
                    <a:pt x="5939054" y="124950"/>
                  </a:lnTo>
                  <a:lnTo>
                    <a:pt x="5943417" y="286942"/>
                  </a:lnTo>
                  <a:lnTo>
                    <a:pt x="5947780" y="303355"/>
                  </a:lnTo>
                  <a:lnTo>
                    <a:pt x="5952143" y="321533"/>
                  </a:lnTo>
                  <a:lnTo>
                    <a:pt x="5956505" y="311166"/>
                  </a:lnTo>
                  <a:lnTo>
                    <a:pt x="5960868" y="278907"/>
                  </a:lnTo>
                  <a:lnTo>
                    <a:pt x="5965231" y="245101"/>
                  </a:lnTo>
                  <a:lnTo>
                    <a:pt x="5969594" y="230235"/>
                  </a:lnTo>
                  <a:lnTo>
                    <a:pt x="5973956" y="245340"/>
                  </a:lnTo>
                  <a:lnTo>
                    <a:pt x="5978319" y="239863"/>
                  </a:lnTo>
                  <a:lnTo>
                    <a:pt x="5982682" y="260386"/>
                  </a:lnTo>
                  <a:lnTo>
                    <a:pt x="5987045" y="309816"/>
                  </a:lnTo>
                  <a:lnTo>
                    <a:pt x="5991407" y="360348"/>
                  </a:lnTo>
                  <a:lnTo>
                    <a:pt x="5995770" y="383932"/>
                  </a:lnTo>
                  <a:lnTo>
                    <a:pt x="6000133" y="413786"/>
                  </a:lnTo>
                  <a:lnTo>
                    <a:pt x="6004496" y="415421"/>
                  </a:lnTo>
                  <a:lnTo>
                    <a:pt x="6008858" y="386300"/>
                  </a:lnTo>
                  <a:lnTo>
                    <a:pt x="6013221" y="406739"/>
                  </a:lnTo>
                  <a:lnTo>
                    <a:pt x="6017584" y="287588"/>
                  </a:lnTo>
                  <a:lnTo>
                    <a:pt x="6021947" y="320156"/>
                  </a:lnTo>
                  <a:lnTo>
                    <a:pt x="6026309" y="342091"/>
                  </a:lnTo>
                  <a:lnTo>
                    <a:pt x="6030672" y="343664"/>
                  </a:lnTo>
                  <a:lnTo>
                    <a:pt x="6035035" y="317522"/>
                  </a:lnTo>
                  <a:lnTo>
                    <a:pt x="6039398" y="254187"/>
                  </a:lnTo>
                  <a:lnTo>
                    <a:pt x="6043760" y="260908"/>
                  </a:lnTo>
                  <a:lnTo>
                    <a:pt x="6048123" y="242623"/>
                  </a:lnTo>
                  <a:lnTo>
                    <a:pt x="6052486" y="222095"/>
                  </a:lnTo>
                  <a:lnTo>
                    <a:pt x="6056849" y="198987"/>
                  </a:lnTo>
                  <a:lnTo>
                    <a:pt x="6061211" y="195380"/>
                  </a:lnTo>
                  <a:lnTo>
                    <a:pt x="6065574" y="171350"/>
                  </a:lnTo>
                  <a:lnTo>
                    <a:pt x="6069937" y="133169"/>
                  </a:lnTo>
                  <a:lnTo>
                    <a:pt x="6074300" y="97751"/>
                  </a:lnTo>
                  <a:lnTo>
                    <a:pt x="6078662" y="194973"/>
                  </a:lnTo>
                  <a:lnTo>
                    <a:pt x="6083025" y="222631"/>
                  </a:lnTo>
                  <a:lnTo>
                    <a:pt x="6087388" y="231400"/>
                  </a:lnTo>
                  <a:lnTo>
                    <a:pt x="6091751" y="237971"/>
                  </a:lnTo>
                  <a:lnTo>
                    <a:pt x="6096113" y="248701"/>
                  </a:lnTo>
                  <a:lnTo>
                    <a:pt x="6100476" y="257931"/>
                  </a:lnTo>
                  <a:lnTo>
                    <a:pt x="6104839" y="288152"/>
                  </a:lnTo>
                  <a:lnTo>
                    <a:pt x="6109202" y="276367"/>
                  </a:lnTo>
                  <a:lnTo>
                    <a:pt x="6113564" y="273587"/>
                  </a:lnTo>
                  <a:lnTo>
                    <a:pt x="6117927" y="272327"/>
                  </a:lnTo>
                  <a:lnTo>
                    <a:pt x="6122290" y="289448"/>
                  </a:lnTo>
                  <a:lnTo>
                    <a:pt x="6126653" y="295190"/>
                  </a:lnTo>
                  <a:lnTo>
                    <a:pt x="6131015" y="320157"/>
                  </a:lnTo>
                  <a:lnTo>
                    <a:pt x="6135378" y="350962"/>
                  </a:lnTo>
                  <a:lnTo>
                    <a:pt x="6139741" y="386720"/>
                  </a:lnTo>
                  <a:lnTo>
                    <a:pt x="6144104" y="429204"/>
                  </a:lnTo>
                  <a:lnTo>
                    <a:pt x="6148466" y="442872"/>
                  </a:lnTo>
                  <a:lnTo>
                    <a:pt x="6152829" y="440393"/>
                  </a:lnTo>
                  <a:lnTo>
                    <a:pt x="6157192" y="417061"/>
                  </a:lnTo>
                  <a:lnTo>
                    <a:pt x="6161555" y="407295"/>
                  </a:lnTo>
                  <a:lnTo>
                    <a:pt x="6165917" y="421348"/>
                  </a:lnTo>
                  <a:lnTo>
                    <a:pt x="6170280" y="419366"/>
                  </a:lnTo>
                  <a:lnTo>
                    <a:pt x="6174643" y="456217"/>
                  </a:lnTo>
                  <a:lnTo>
                    <a:pt x="6179006" y="471616"/>
                  </a:lnTo>
                  <a:lnTo>
                    <a:pt x="6183368" y="473800"/>
                  </a:lnTo>
                  <a:lnTo>
                    <a:pt x="6187731" y="455864"/>
                  </a:lnTo>
                  <a:lnTo>
                    <a:pt x="6192094" y="467996"/>
                  </a:lnTo>
                  <a:lnTo>
                    <a:pt x="6196457" y="432386"/>
                  </a:lnTo>
                  <a:lnTo>
                    <a:pt x="6200819" y="409882"/>
                  </a:lnTo>
                  <a:lnTo>
                    <a:pt x="6205182" y="404079"/>
                  </a:lnTo>
                  <a:lnTo>
                    <a:pt x="6209545" y="468031"/>
                  </a:lnTo>
                  <a:lnTo>
                    <a:pt x="6213908" y="435690"/>
                  </a:lnTo>
                  <a:lnTo>
                    <a:pt x="6218270" y="444012"/>
                  </a:lnTo>
                  <a:lnTo>
                    <a:pt x="6222633" y="456101"/>
                  </a:lnTo>
                  <a:lnTo>
                    <a:pt x="6226996" y="441266"/>
                  </a:lnTo>
                  <a:lnTo>
                    <a:pt x="6231359" y="444006"/>
                  </a:lnTo>
                  <a:lnTo>
                    <a:pt x="6235721" y="427501"/>
                  </a:lnTo>
                  <a:lnTo>
                    <a:pt x="6240084" y="392666"/>
                  </a:lnTo>
                  <a:lnTo>
                    <a:pt x="6244447" y="367278"/>
                  </a:lnTo>
                  <a:lnTo>
                    <a:pt x="6248810" y="454244"/>
                  </a:lnTo>
                  <a:lnTo>
                    <a:pt x="6253172" y="428414"/>
                  </a:lnTo>
                  <a:lnTo>
                    <a:pt x="6257535" y="465075"/>
                  </a:lnTo>
                  <a:lnTo>
                    <a:pt x="6261898" y="524743"/>
                  </a:lnTo>
                  <a:lnTo>
                    <a:pt x="6266261" y="525201"/>
                  </a:lnTo>
                  <a:lnTo>
                    <a:pt x="6270623" y="542368"/>
                  </a:lnTo>
                  <a:lnTo>
                    <a:pt x="6274986" y="543024"/>
                  </a:lnTo>
                  <a:lnTo>
                    <a:pt x="6279349" y="548740"/>
                  </a:lnTo>
                  <a:lnTo>
                    <a:pt x="6283712" y="546754"/>
                  </a:lnTo>
                  <a:lnTo>
                    <a:pt x="6288074" y="534777"/>
                  </a:lnTo>
                  <a:lnTo>
                    <a:pt x="6292437" y="513626"/>
                  </a:lnTo>
                  <a:lnTo>
                    <a:pt x="6296800" y="522227"/>
                  </a:lnTo>
                  <a:lnTo>
                    <a:pt x="6301163" y="548881"/>
                  </a:lnTo>
                  <a:lnTo>
                    <a:pt x="6305525" y="566912"/>
                  </a:lnTo>
                  <a:lnTo>
                    <a:pt x="6309888" y="570142"/>
                  </a:lnTo>
                  <a:lnTo>
                    <a:pt x="6314251" y="564440"/>
                  </a:lnTo>
                  <a:lnTo>
                    <a:pt x="6318614" y="538194"/>
                  </a:lnTo>
                  <a:lnTo>
                    <a:pt x="6322976" y="512321"/>
                  </a:lnTo>
                  <a:lnTo>
                    <a:pt x="6327339" y="518242"/>
                  </a:lnTo>
                  <a:lnTo>
                    <a:pt x="6331702" y="559828"/>
                  </a:lnTo>
                  <a:lnTo>
                    <a:pt x="6336065" y="611920"/>
                  </a:lnTo>
                  <a:lnTo>
                    <a:pt x="6340427" y="557589"/>
                  </a:lnTo>
                  <a:lnTo>
                    <a:pt x="6344790" y="581435"/>
                  </a:lnTo>
                  <a:lnTo>
                    <a:pt x="6349153" y="488964"/>
                  </a:lnTo>
                  <a:lnTo>
                    <a:pt x="6353516" y="547941"/>
                  </a:lnTo>
                  <a:lnTo>
                    <a:pt x="6357878" y="560204"/>
                  </a:lnTo>
                  <a:lnTo>
                    <a:pt x="6362241" y="562777"/>
                  </a:lnTo>
                  <a:lnTo>
                    <a:pt x="6366604" y="564068"/>
                  </a:lnTo>
                  <a:lnTo>
                    <a:pt x="6370967" y="568827"/>
                  </a:lnTo>
                  <a:lnTo>
                    <a:pt x="6375329" y="719963"/>
                  </a:lnTo>
                  <a:lnTo>
                    <a:pt x="6379692" y="732767"/>
                  </a:lnTo>
                  <a:lnTo>
                    <a:pt x="6384055" y="706763"/>
                  </a:lnTo>
                  <a:lnTo>
                    <a:pt x="6388418" y="654102"/>
                  </a:lnTo>
                  <a:lnTo>
                    <a:pt x="6392780" y="627256"/>
                  </a:lnTo>
                  <a:lnTo>
                    <a:pt x="6397143" y="693260"/>
                  </a:lnTo>
                  <a:lnTo>
                    <a:pt x="6401506" y="686691"/>
                  </a:lnTo>
                  <a:lnTo>
                    <a:pt x="6405869" y="679126"/>
                  </a:lnTo>
                  <a:lnTo>
                    <a:pt x="6410231" y="648540"/>
                  </a:lnTo>
                  <a:lnTo>
                    <a:pt x="6414594" y="625631"/>
                  </a:lnTo>
                  <a:lnTo>
                    <a:pt x="6418957" y="584969"/>
                  </a:lnTo>
                  <a:lnTo>
                    <a:pt x="6423320" y="559559"/>
                  </a:lnTo>
                  <a:lnTo>
                    <a:pt x="6427682" y="539491"/>
                  </a:lnTo>
                  <a:lnTo>
                    <a:pt x="6432045" y="518784"/>
                  </a:lnTo>
                  <a:lnTo>
                    <a:pt x="6436408" y="511518"/>
                  </a:lnTo>
                  <a:lnTo>
                    <a:pt x="6440771" y="508112"/>
                  </a:lnTo>
                  <a:lnTo>
                    <a:pt x="6445133" y="498284"/>
                  </a:lnTo>
                  <a:lnTo>
                    <a:pt x="6449496" y="509157"/>
                  </a:lnTo>
                  <a:lnTo>
                    <a:pt x="6453859" y="517856"/>
                  </a:lnTo>
                  <a:lnTo>
                    <a:pt x="6458222" y="528048"/>
                  </a:lnTo>
                  <a:lnTo>
                    <a:pt x="6462584" y="559516"/>
                  </a:lnTo>
                  <a:lnTo>
                    <a:pt x="6466947" y="486958"/>
                  </a:lnTo>
                  <a:lnTo>
                    <a:pt x="6471310" y="517924"/>
                  </a:lnTo>
                  <a:lnTo>
                    <a:pt x="6475673" y="498859"/>
                  </a:lnTo>
                  <a:lnTo>
                    <a:pt x="6480035" y="499097"/>
                  </a:lnTo>
                  <a:lnTo>
                    <a:pt x="6484398" y="526091"/>
                  </a:lnTo>
                  <a:lnTo>
                    <a:pt x="6488761" y="545897"/>
                  </a:lnTo>
                  <a:lnTo>
                    <a:pt x="6493124" y="558191"/>
                  </a:lnTo>
                  <a:lnTo>
                    <a:pt x="6497486" y="562441"/>
                  </a:lnTo>
                  <a:lnTo>
                    <a:pt x="6501849" y="573484"/>
                  </a:lnTo>
                  <a:lnTo>
                    <a:pt x="6506212" y="603124"/>
                  </a:lnTo>
                  <a:lnTo>
                    <a:pt x="6510575" y="640911"/>
                  </a:lnTo>
                  <a:lnTo>
                    <a:pt x="6514937" y="633869"/>
                  </a:lnTo>
                  <a:lnTo>
                    <a:pt x="6519300" y="580094"/>
                  </a:lnTo>
                  <a:lnTo>
                    <a:pt x="6523663" y="573761"/>
                  </a:lnTo>
                  <a:lnTo>
                    <a:pt x="6528026" y="502247"/>
                  </a:lnTo>
                  <a:lnTo>
                    <a:pt x="6532388" y="540254"/>
                  </a:lnTo>
                  <a:lnTo>
                    <a:pt x="6536751" y="558212"/>
                  </a:lnTo>
                  <a:lnTo>
                    <a:pt x="6541114" y="430026"/>
                  </a:lnTo>
                  <a:lnTo>
                    <a:pt x="6545477" y="434417"/>
                  </a:lnTo>
                  <a:lnTo>
                    <a:pt x="6549839" y="435436"/>
                  </a:lnTo>
                  <a:lnTo>
                    <a:pt x="6554202" y="425003"/>
                  </a:lnTo>
                  <a:lnTo>
                    <a:pt x="6558565" y="428011"/>
                  </a:lnTo>
                  <a:lnTo>
                    <a:pt x="6562928" y="416733"/>
                  </a:lnTo>
                  <a:lnTo>
                    <a:pt x="6567290" y="409882"/>
                  </a:lnTo>
                  <a:lnTo>
                    <a:pt x="6571653" y="383314"/>
                  </a:lnTo>
                  <a:lnTo>
                    <a:pt x="6576016" y="355928"/>
                  </a:lnTo>
                  <a:lnTo>
                    <a:pt x="6580379" y="368997"/>
                  </a:lnTo>
                  <a:lnTo>
                    <a:pt x="6584741" y="392203"/>
                  </a:lnTo>
                  <a:lnTo>
                    <a:pt x="6589104" y="406497"/>
                  </a:lnTo>
                  <a:lnTo>
                    <a:pt x="6593467" y="446433"/>
                  </a:lnTo>
                  <a:lnTo>
                    <a:pt x="6597830" y="426138"/>
                  </a:lnTo>
                  <a:lnTo>
                    <a:pt x="6602192" y="324320"/>
                  </a:lnTo>
                  <a:lnTo>
                    <a:pt x="6606555" y="361276"/>
                  </a:lnTo>
                  <a:lnTo>
                    <a:pt x="6610918" y="396142"/>
                  </a:lnTo>
                  <a:lnTo>
                    <a:pt x="6615281" y="397010"/>
                  </a:lnTo>
                  <a:lnTo>
                    <a:pt x="6619643" y="429699"/>
                  </a:lnTo>
                  <a:lnTo>
                    <a:pt x="6624006" y="457153"/>
                  </a:lnTo>
                  <a:lnTo>
                    <a:pt x="6628369" y="502711"/>
                  </a:lnTo>
                  <a:lnTo>
                    <a:pt x="6632732" y="476426"/>
                  </a:lnTo>
                  <a:lnTo>
                    <a:pt x="6637094" y="496933"/>
                  </a:lnTo>
                  <a:lnTo>
                    <a:pt x="6641457" y="512301"/>
                  </a:lnTo>
                  <a:lnTo>
                    <a:pt x="6645820" y="535359"/>
                  </a:lnTo>
                  <a:lnTo>
                    <a:pt x="6650183" y="561791"/>
                  </a:lnTo>
                  <a:lnTo>
                    <a:pt x="6654545" y="607857"/>
                  </a:lnTo>
                  <a:lnTo>
                    <a:pt x="6658908" y="599587"/>
                  </a:lnTo>
                  <a:lnTo>
                    <a:pt x="6663271" y="553029"/>
                  </a:lnTo>
                  <a:lnTo>
                    <a:pt x="6667634" y="520969"/>
                  </a:lnTo>
                  <a:lnTo>
                    <a:pt x="6671996" y="494847"/>
                  </a:lnTo>
                  <a:lnTo>
                    <a:pt x="6676359" y="591145"/>
                  </a:lnTo>
                  <a:lnTo>
                    <a:pt x="6680722" y="592774"/>
                  </a:lnTo>
                  <a:lnTo>
                    <a:pt x="6685085" y="578003"/>
                  </a:lnTo>
                  <a:lnTo>
                    <a:pt x="6689447" y="574945"/>
                  </a:lnTo>
                  <a:lnTo>
                    <a:pt x="6693810" y="567525"/>
                  </a:lnTo>
                  <a:lnTo>
                    <a:pt x="6698173" y="585597"/>
                  </a:lnTo>
                  <a:lnTo>
                    <a:pt x="6702536" y="596462"/>
                  </a:lnTo>
                  <a:lnTo>
                    <a:pt x="6706898" y="577147"/>
                  </a:lnTo>
                  <a:lnTo>
                    <a:pt x="6711261" y="653281"/>
                  </a:lnTo>
                  <a:lnTo>
                    <a:pt x="6715624" y="628288"/>
                  </a:lnTo>
                  <a:lnTo>
                    <a:pt x="6719987" y="586460"/>
                  </a:lnTo>
                  <a:lnTo>
                    <a:pt x="6724349" y="558267"/>
                  </a:lnTo>
                  <a:lnTo>
                    <a:pt x="6728712" y="578304"/>
                  </a:lnTo>
                  <a:lnTo>
                    <a:pt x="6733075" y="577249"/>
                  </a:lnTo>
                  <a:lnTo>
                    <a:pt x="6737438" y="599111"/>
                  </a:lnTo>
                  <a:lnTo>
                    <a:pt x="6741800" y="643283"/>
                  </a:lnTo>
                  <a:lnTo>
                    <a:pt x="6746163" y="676971"/>
                  </a:lnTo>
                  <a:lnTo>
                    <a:pt x="6750526" y="636479"/>
                  </a:lnTo>
                  <a:lnTo>
                    <a:pt x="6754889" y="523415"/>
                  </a:lnTo>
                  <a:lnTo>
                    <a:pt x="6759251" y="631672"/>
                  </a:lnTo>
                  <a:lnTo>
                    <a:pt x="6763614" y="678225"/>
                  </a:lnTo>
                  <a:lnTo>
                    <a:pt x="6767977" y="687936"/>
                  </a:lnTo>
                  <a:lnTo>
                    <a:pt x="6772340" y="700996"/>
                  </a:lnTo>
                  <a:lnTo>
                    <a:pt x="6776702" y="711888"/>
                  </a:lnTo>
                  <a:lnTo>
                    <a:pt x="6781065" y="673953"/>
                  </a:lnTo>
                  <a:lnTo>
                    <a:pt x="6785428" y="581133"/>
                  </a:lnTo>
                  <a:lnTo>
                    <a:pt x="6789791" y="612236"/>
                  </a:lnTo>
                  <a:lnTo>
                    <a:pt x="6794153" y="610826"/>
                  </a:lnTo>
                  <a:lnTo>
                    <a:pt x="6798516" y="596462"/>
                  </a:lnTo>
                  <a:lnTo>
                    <a:pt x="6802879" y="556369"/>
                  </a:lnTo>
                  <a:lnTo>
                    <a:pt x="6807242" y="527426"/>
                  </a:lnTo>
                  <a:lnTo>
                    <a:pt x="6811604" y="481514"/>
                  </a:lnTo>
                  <a:lnTo>
                    <a:pt x="6815967" y="487840"/>
                  </a:lnTo>
                  <a:lnTo>
                    <a:pt x="6820330" y="492727"/>
                  </a:lnTo>
                  <a:lnTo>
                    <a:pt x="6824693" y="491095"/>
                  </a:lnTo>
                  <a:lnTo>
                    <a:pt x="6829055" y="479200"/>
                  </a:lnTo>
                  <a:lnTo>
                    <a:pt x="6833418" y="440957"/>
                  </a:lnTo>
                  <a:lnTo>
                    <a:pt x="6837781" y="302349"/>
                  </a:lnTo>
                  <a:lnTo>
                    <a:pt x="6842144" y="355207"/>
                  </a:lnTo>
                  <a:lnTo>
                    <a:pt x="6846506" y="398316"/>
                  </a:lnTo>
                  <a:lnTo>
                    <a:pt x="6850869" y="390101"/>
                  </a:lnTo>
                  <a:lnTo>
                    <a:pt x="6855232" y="378219"/>
                  </a:lnTo>
                  <a:lnTo>
                    <a:pt x="6859595" y="496878"/>
                  </a:lnTo>
                  <a:lnTo>
                    <a:pt x="6863957" y="517322"/>
                  </a:lnTo>
                  <a:lnTo>
                    <a:pt x="6868320" y="554827"/>
                  </a:lnTo>
                  <a:lnTo>
                    <a:pt x="6872683" y="575504"/>
                  </a:lnTo>
                  <a:lnTo>
                    <a:pt x="6877046" y="632867"/>
                  </a:lnTo>
                  <a:lnTo>
                    <a:pt x="6881408" y="643734"/>
                  </a:lnTo>
                  <a:lnTo>
                    <a:pt x="6885771" y="617916"/>
                  </a:lnTo>
                  <a:lnTo>
                    <a:pt x="6890134" y="606616"/>
                  </a:lnTo>
                  <a:lnTo>
                    <a:pt x="6894497" y="599213"/>
                  </a:lnTo>
                  <a:lnTo>
                    <a:pt x="6898859" y="587393"/>
                  </a:lnTo>
                  <a:lnTo>
                    <a:pt x="6903222" y="595092"/>
                  </a:lnTo>
                  <a:lnTo>
                    <a:pt x="6907585" y="568392"/>
                  </a:lnTo>
                  <a:lnTo>
                    <a:pt x="6911948" y="536357"/>
                  </a:lnTo>
                  <a:lnTo>
                    <a:pt x="6916310" y="519433"/>
                  </a:lnTo>
                  <a:lnTo>
                    <a:pt x="6920673" y="507660"/>
                  </a:lnTo>
                  <a:lnTo>
                    <a:pt x="6925036" y="518850"/>
                  </a:lnTo>
                  <a:lnTo>
                    <a:pt x="6929399" y="500486"/>
                  </a:lnTo>
                  <a:lnTo>
                    <a:pt x="6933761" y="481101"/>
                  </a:lnTo>
                  <a:lnTo>
                    <a:pt x="6938124" y="467619"/>
                  </a:lnTo>
                  <a:lnTo>
                    <a:pt x="6942487" y="314901"/>
                  </a:lnTo>
                  <a:lnTo>
                    <a:pt x="6946850" y="306378"/>
                  </a:lnTo>
                  <a:lnTo>
                    <a:pt x="6951212" y="296540"/>
                  </a:lnTo>
                  <a:lnTo>
                    <a:pt x="6955575" y="301619"/>
                  </a:lnTo>
                  <a:lnTo>
                    <a:pt x="6959938" y="306746"/>
                  </a:lnTo>
                  <a:lnTo>
                    <a:pt x="6964301" y="317522"/>
                  </a:lnTo>
                  <a:lnTo>
                    <a:pt x="6968663" y="322424"/>
                  </a:lnTo>
                  <a:lnTo>
                    <a:pt x="6973026" y="464075"/>
                  </a:lnTo>
                  <a:lnTo>
                    <a:pt x="6977389" y="476550"/>
                  </a:lnTo>
                  <a:lnTo>
                    <a:pt x="6981752" y="498515"/>
                  </a:lnTo>
                  <a:lnTo>
                    <a:pt x="6986114" y="488214"/>
                  </a:lnTo>
                  <a:lnTo>
                    <a:pt x="6990477" y="480405"/>
                  </a:lnTo>
                  <a:lnTo>
                    <a:pt x="6994840" y="513122"/>
                  </a:lnTo>
                  <a:lnTo>
                    <a:pt x="6999203" y="547523"/>
                  </a:lnTo>
                  <a:lnTo>
                    <a:pt x="7003565" y="533907"/>
                  </a:lnTo>
                  <a:lnTo>
                    <a:pt x="7007928" y="544606"/>
                  </a:lnTo>
                  <a:lnTo>
                    <a:pt x="7012291" y="506884"/>
                  </a:lnTo>
                  <a:lnTo>
                    <a:pt x="7016654" y="484854"/>
                  </a:lnTo>
                  <a:lnTo>
                    <a:pt x="7021016" y="453751"/>
                  </a:lnTo>
                  <a:lnTo>
                    <a:pt x="7025379" y="440214"/>
                  </a:lnTo>
                  <a:lnTo>
                    <a:pt x="7029742" y="432048"/>
                  </a:lnTo>
                  <a:lnTo>
                    <a:pt x="7034105" y="419036"/>
                  </a:lnTo>
                  <a:lnTo>
                    <a:pt x="7038467" y="412840"/>
                  </a:lnTo>
                  <a:lnTo>
                    <a:pt x="7042830" y="416547"/>
                  </a:lnTo>
                  <a:lnTo>
                    <a:pt x="7047193" y="404469"/>
                  </a:lnTo>
                  <a:lnTo>
                    <a:pt x="7051556" y="277385"/>
                  </a:lnTo>
                  <a:lnTo>
                    <a:pt x="7055918" y="264299"/>
                  </a:lnTo>
                  <a:lnTo>
                    <a:pt x="7060281" y="237418"/>
                  </a:lnTo>
                  <a:lnTo>
                    <a:pt x="7064644" y="230022"/>
                  </a:lnTo>
                  <a:lnTo>
                    <a:pt x="7069007" y="247549"/>
                  </a:lnTo>
                  <a:lnTo>
                    <a:pt x="7073369" y="256195"/>
                  </a:lnTo>
                  <a:lnTo>
                    <a:pt x="7077732" y="303444"/>
                  </a:lnTo>
                  <a:lnTo>
                    <a:pt x="7082095" y="370302"/>
                  </a:lnTo>
                  <a:lnTo>
                    <a:pt x="7086458" y="420092"/>
                  </a:lnTo>
                  <a:lnTo>
                    <a:pt x="7090820" y="435266"/>
                  </a:lnTo>
                  <a:lnTo>
                    <a:pt x="7095183" y="480973"/>
                  </a:lnTo>
                  <a:lnTo>
                    <a:pt x="7099546" y="532004"/>
                  </a:lnTo>
                  <a:lnTo>
                    <a:pt x="7103909" y="560027"/>
                  </a:lnTo>
                  <a:lnTo>
                    <a:pt x="7108271" y="617559"/>
                  </a:lnTo>
                  <a:lnTo>
                    <a:pt x="7112634" y="673179"/>
                  </a:lnTo>
                  <a:lnTo>
                    <a:pt x="7116997" y="756659"/>
                  </a:lnTo>
                  <a:lnTo>
                    <a:pt x="7121360" y="855369"/>
                  </a:lnTo>
                  <a:lnTo>
                    <a:pt x="7125722" y="956275"/>
                  </a:lnTo>
                  <a:lnTo>
                    <a:pt x="7130085" y="956275"/>
                  </a:lnTo>
                  <a:lnTo>
                    <a:pt x="7134448" y="917479"/>
                  </a:lnTo>
                  <a:lnTo>
                    <a:pt x="7138811" y="933600"/>
                  </a:lnTo>
                  <a:lnTo>
                    <a:pt x="7143173" y="1000701"/>
                  </a:lnTo>
                  <a:lnTo>
                    <a:pt x="7147536" y="1011388"/>
                  </a:lnTo>
                  <a:lnTo>
                    <a:pt x="7151899" y="1003353"/>
                  </a:lnTo>
                  <a:lnTo>
                    <a:pt x="7156262" y="1115145"/>
                  </a:lnTo>
                  <a:lnTo>
                    <a:pt x="7160624" y="1078819"/>
                  </a:lnTo>
                  <a:lnTo>
                    <a:pt x="7164987" y="1040486"/>
                  </a:lnTo>
                  <a:lnTo>
                    <a:pt x="7169350" y="1014093"/>
                  </a:lnTo>
                  <a:lnTo>
                    <a:pt x="7173713" y="916345"/>
                  </a:lnTo>
                  <a:lnTo>
                    <a:pt x="7178075" y="851337"/>
                  </a:lnTo>
                  <a:lnTo>
                    <a:pt x="7182438" y="867649"/>
                  </a:lnTo>
                  <a:lnTo>
                    <a:pt x="7186801" y="871805"/>
                  </a:lnTo>
                  <a:lnTo>
                    <a:pt x="7191164" y="893075"/>
                  </a:lnTo>
                  <a:lnTo>
                    <a:pt x="7195526" y="920893"/>
                  </a:lnTo>
                  <a:lnTo>
                    <a:pt x="7199889" y="981214"/>
                  </a:lnTo>
                  <a:lnTo>
                    <a:pt x="7204252" y="972355"/>
                  </a:lnTo>
                  <a:lnTo>
                    <a:pt x="7208615" y="962403"/>
                  </a:lnTo>
                  <a:lnTo>
                    <a:pt x="7212977" y="956275"/>
                  </a:lnTo>
                  <a:lnTo>
                    <a:pt x="7217340" y="966114"/>
                  </a:lnTo>
                  <a:lnTo>
                    <a:pt x="7221703" y="962403"/>
                  </a:lnTo>
                  <a:lnTo>
                    <a:pt x="7226066" y="986343"/>
                  </a:lnTo>
                  <a:lnTo>
                    <a:pt x="7230428" y="1015451"/>
                  </a:lnTo>
                  <a:lnTo>
                    <a:pt x="7234791" y="1041911"/>
                  </a:lnTo>
                  <a:lnTo>
                    <a:pt x="7239154" y="1145376"/>
                  </a:lnTo>
                  <a:lnTo>
                    <a:pt x="7243517" y="1207529"/>
                  </a:lnTo>
                  <a:lnTo>
                    <a:pt x="7247879" y="1171923"/>
                  </a:lnTo>
                  <a:lnTo>
                    <a:pt x="7252242" y="1207529"/>
                  </a:lnTo>
                  <a:lnTo>
                    <a:pt x="7256605" y="1194137"/>
                  </a:lnTo>
                  <a:lnTo>
                    <a:pt x="7260968" y="1170112"/>
                  </a:lnTo>
                  <a:lnTo>
                    <a:pt x="7265330" y="1102232"/>
                  </a:lnTo>
                  <a:lnTo>
                    <a:pt x="7269693" y="1074255"/>
                  </a:lnTo>
                  <a:lnTo>
                    <a:pt x="7274056" y="976134"/>
                  </a:lnTo>
                  <a:lnTo>
                    <a:pt x="7278419" y="899623"/>
                  </a:lnTo>
                  <a:lnTo>
                    <a:pt x="7282781" y="851337"/>
                  </a:lnTo>
                  <a:lnTo>
                    <a:pt x="7287144" y="831614"/>
                  </a:lnTo>
                  <a:lnTo>
                    <a:pt x="7291507" y="833554"/>
                  </a:lnTo>
                  <a:lnTo>
                    <a:pt x="7295870" y="775539"/>
                  </a:lnTo>
                  <a:lnTo>
                    <a:pt x="7300232" y="743329"/>
                  </a:lnTo>
                  <a:lnTo>
                    <a:pt x="7304595" y="714484"/>
                  </a:lnTo>
                  <a:lnTo>
                    <a:pt x="7308958" y="681192"/>
                  </a:lnTo>
                  <a:lnTo>
                    <a:pt x="7313321" y="618866"/>
                  </a:lnTo>
                  <a:lnTo>
                    <a:pt x="7317683" y="609141"/>
                  </a:lnTo>
                  <a:lnTo>
                    <a:pt x="7322046" y="591441"/>
                  </a:lnTo>
                  <a:lnTo>
                    <a:pt x="7326409" y="598956"/>
                  </a:lnTo>
                  <a:lnTo>
                    <a:pt x="7330772" y="600851"/>
                  </a:lnTo>
                  <a:lnTo>
                    <a:pt x="7335134" y="580360"/>
                  </a:lnTo>
                  <a:lnTo>
                    <a:pt x="7339497" y="556517"/>
                  </a:lnTo>
                  <a:lnTo>
                    <a:pt x="7343860" y="560614"/>
                  </a:lnTo>
                  <a:lnTo>
                    <a:pt x="7348223" y="553029"/>
                  </a:lnTo>
                  <a:lnTo>
                    <a:pt x="7352585" y="551872"/>
                  </a:lnTo>
                  <a:lnTo>
                    <a:pt x="7356948" y="558269"/>
                  </a:lnTo>
                  <a:lnTo>
                    <a:pt x="7361311" y="587104"/>
                  </a:lnTo>
                  <a:lnTo>
                    <a:pt x="7365674" y="611072"/>
                  </a:lnTo>
                  <a:lnTo>
                    <a:pt x="7370036" y="642944"/>
                  </a:lnTo>
                  <a:lnTo>
                    <a:pt x="7374399" y="672456"/>
                  </a:lnTo>
                  <a:lnTo>
                    <a:pt x="7378762" y="720762"/>
                  </a:lnTo>
                  <a:lnTo>
                    <a:pt x="7383125" y="723929"/>
                  </a:lnTo>
                  <a:lnTo>
                    <a:pt x="7387487" y="709048"/>
                  </a:lnTo>
                  <a:lnTo>
                    <a:pt x="7391850" y="638856"/>
                  </a:lnTo>
                  <a:lnTo>
                    <a:pt x="7396213" y="630103"/>
                  </a:lnTo>
                  <a:lnTo>
                    <a:pt x="7400576" y="680459"/>
                  </a:lnTo>
                  <a:lnTo>
                    <a:pt x="7404938" y="775539"/>
                  </a:lnTo>
                  <a:lnTo>
                    <a:pt x="7409301" y="802393"/>
                  </a:lnTo>
                  <a:lnTo>
                    <a:pt x="7413664" y="841386"/>
                  </a:lnTo>
                  <a:lnTo>
                    <a:pt x="7418027" y="827754"/>
                  </a:lnTo>
                  <a:lnTo>
                    <a:pt x="7422389" y="783457"/>
                  </a:lnTo>
                  <a:lnTo>
                    <a:pt x="7426752" y="740866"/>
                  </a:lnTo>
                  <a:lnTo>
                    <a:pt x="7431115" y="704433"/>
                  </a:lnTo>
                  <a:lnTo>
                    <a:pt x="7435478" y="696072"/>
                  </a:lnTo>
                  <a:lnTo>
                    <a:pt x="7439840" y="702140"/>
                  </a:lnTo>
                  <a:lnTo>
                    <a:pt x="7444203" y="692313"/>
                  </a:lnTo>
                  <a:lnTo>
                    <a:pt x="7448566" y="679726"/>
                  </a:lnTo>
                  <a:lnTo>
                    <a:pt x="7452929" y="689325"/>
                  </a:lnTo>
                  <a:lnTo>
                    <a:pt x="7457291" y="730319"/>
                  </a:lnTo>
                  <a:lnTo>
                    <a:pt x="7461654" y="734351"/>
                  </a:lnTo>
                  <a:lnTo>
                    <a:pt x="7466017" y="684135"/>
                  </a:lnTo>
                  <a:lnTo>
                    <a:pt x="7470380" y="638177"/>
                  </a:lnTo>
                  <a:lnTo>
                    <a:pt x="7474742" y="671734"/>
                  </a:lnTo>
                  <a:lnTo>
                    <a:pt x="7479105" y="697582"/>
                  </a:lnTo>
                  <a:lnTo>
                    <a:pt x="7483468" y="727914"/>
                  </a:lnTo>
                  <a:lnTo>
                    <a:pt x="7487831" y="770325"/>
                  </a:lnTo>
                  <a:lnTo>
                    <a:pt x="7492193" y="833554"/>
                  </a:lnTo>
                  <a:lnTo>
                    <a:pt x="7496556" y="880213"/>
                  </a:lnTo>
                  <a:lnTo>
                    <a:pt x="7500919" y="893075"/>
                  </a:lnTo>
                  <a:lnTo>
                    <a:pt x="7505282" y="916345"/>
                  </a:lnTo>
                  <a:lnTo>
                    <a:pt x="7509644" y="982492"/>
                  </a:lnTo>
                  <a:lnTo>
                    <a:pt x="7514007" y="998062"/>
                  </a:lnTo>
                  <a:lnTo>
                    <a:pt x="7518370" y="1054910"/>
                  </a:lnTo>
                  <a:lnTo>
                    <a:pt x="7522733" y="1125036"/>
                  </a:lnTo>
                  <a:lnTo>
                    <a:pt x="7527095" y="1177392"/>
                  </a:lnTo>
                  <a:lnTo>
                    <a:pt x="7531458" y="1279947"/>
                  </a:lnTo>
                  <a:lnTo>
                    <a:pt x="7535821" y="1447149"/>
                  </a:lnTo>
                  <a:lnTo>
                    <a:pt x="7540184" y="1447149"/>
                  </a:lnTo>
                  <a:lnTo>
                    <a:pt x="7544546" y="1441156"/>
                  </a:lnTo>
                  <a:lnTo>
                    <a:pt x="7548909" y="1348270"/>
                  </a:lnTo>
                  <a:lnTo>
                    <a:pt x="7553272" y="1266826"/>
                  </a:lnTo>
                  <a:lnTo>
                    <a:pt x="7557635" y="1199836"/>
                  </a:lnTo>
                  <a:lnTo>
                    <a:pt x="7561997" y="1080348"/>
                  </a:lnTo>
                  <a:lnTo>
                    <a:pt x="7566360" y="1104455"/>
                  </a:lnTo>
                  <a:lnTo>
                    <a:pt x="7570723" y="1048715"/>
                  </a:lnTo>
                  <a:lnTo>
                    <a:pt x="7575086" y="1048715"/>
                  </a:lnTo>
                  <a:lnTo>
                    <a:pt x="7579448" y="1039610"/>
                  </a:lnTo>
                  <a:lnTo>
                    <a:pt x="7583811" y="1023153"/>
                  </a:lnTo>
                  <a:lnTo>
                    <a:pt x="7588174" y="1023153"/>
                  </a:lnTo>
                  <a:lnTo>
                    <a:pt x="7592537" y="1005370"/>
                  </a:lnTo>
                  <a:lnTo>
                    <a:pt x="7596899" y="954388"/>
                  </a:lnTo>
                  <a:lnTo>
                    <a:pt x="7601262" y="931012"/>
                  </a:lnTo>
                  <a:lnTo>
                    <a:pt x="7605625" y="931012"/>
                  </a:lnTo>
                  <a:lnTo>
                    <a:pt x="7609988" y="902136"/>
                  </a:lnTo>
                  <a:lnTo>
                    <a:pt x="7614350" y="927633"/>
                  </a:lnTo>
                  <a:lnTo>
                    <a:pt x="7618713" y="944742"/>
                  </a:lnTo>
                  <a:lnTo>
                    <a:pt x="7623076" y="969641"/>
                  </a:lnTo>
                  <a:lnTo>
                    <a:pt x="7627439" y="1037399"/>
                  </a:lnTo>
                  <a:lnTo>
                    <a:pt x="7631801" y="1114358"/>
                  </a:lnTo>
                  <a:lnTo>
                    <a:pt x="7636164" y="1196125"/>
                  </a:lnTo>
                  <a:lnTo>
                    <a:pt x="7640527" y="1138131"/>
                  </a:lnTo>
                  <a:lnTo>
                    <a:pt x="7644890" y="1117009"/>
                  </a:lnTo>
                  <a:lnTo>
                    <a:pt x="7649252" y="987633"/>
                  </a:lnTo>
                  <a:lnTo>
                    <a:pt x="7653615" y="901823"/>
                  </a:lnTo>
                  <a:lnTo>
                    <a:pt x="7657978" y="835501"/>
                  </a:lnTo>
                  <a:lnTo>
                    <a:pt x="7662341" y="867649"/>
                  </a:lnTo>
                  <a:lnTo>
                    <a:pt x="7666703" y="885535"/>
                  </a:lnTo>
                  <a:lnTo>
                    <a:pt x="7671066" y="836477"/>
                  </a:lnTo>
                  <a:lnTo>
                    <a:pt x="7675429" y="846338"/>
                  </a:lnTo>
                  <a:lnTo>
                    <a:pt x="7679792" y="809785"/>
                  </a:lnTo>
                  <a:lnTo>
                    <a:pt x="7684154" y="750787"/>
                  </a:lnTo>
                  <a:lnTo>
                    <a:pt x="7688517" y="703667"/>
                  </a:lnTo>
                  <a:lnTo>
                    <a:pt x="7692880" y="692313"/>
                  </a:lnTo>
                  <a:lnTo>
                    <a:pt x="7697243" y="678995"/>
                  </a:lnTo>
                  <a:lnTo>
                    <a:pt x="7701605" y="666709"/>
                  </a:lnTo>
                  <a:lnTo>
                    <a:pt x="7705968" y="689325"/>
                  </a:lnTo>
                  <a:lnTo>
                    <a:pt x="7710331" y="716830"/>
                  </a:lnTo>
                  <a:lnTo>
                    <a:pt x="7714694" y="721552"/>
                  </a:lnTo>
                  <a:lnTo>
                    <a:pt x="7719056" y="753296"/>
                  </a:lnTo>
                  <a:lnTo>
                    <a:pt x="7723419" y="837456"/>
                  </a:lnTo>
                  <a:lnTo>
                    <a:pt x="7727782" y="868685"/>
                  </a:lnTo>
                  <a:lnTo>
                    <a:pt x="7732145" y="877045"/>
                  </a:lnTo>
                  <a:lnTo>
                    <a:pt x="7736507" y="909594"/>
                  </a:lnTo>
                  <a:lnTo>
                    <a:pt x="7740870" y="940659"/>
                  </a:lnTo>
                  <a:lnTo>
                    <a:pt x="7745233" y="991520"/>
                  </a:lnTo>
                  <a:lnTo>
                    <a:pt x="7749596" y="1103830"/>
                  </a:lnTo>
                  <a:lnTo>
                    <a:pt x="7753958" y="1186631"/>
                  </a:lnTo>
                  <a:lnTo>
                    <a:pt x="7758321" y="1215333"/>
                  </a:lnTo>
                  <a:lnTo>
                    <a:pt x="7762684" y="1235347"/>
                  </a:lnTo>
                  <a:lnTo>
                    <a:pt x="7767047" y="1247720"/>
                  </a:lnTo>
                  <a:lnTo>
                    <a:pt x="7771409" y="1256129"/>
                  </a:lnTo>
                  <a:lnTo>
                    <a:pt x="7775772" y="1209469"/>
                  </a:lnTo>
                  <a:lnTo>
                    <a:pt x="7780135" y="1155839"/>
                  </a:lnTo>
                  <a:lnTo>
                    <a:pt x="7784498" y="1138511"/>
                  </a:lnTo>
                  <a:lnTo>
                    <a:pt x="7788860" y="1111888"/>
                  </a:lnTo>
                  <a:lnTo>
                    <a:pt x="7793223" y="1121719"/>
                  </a:lnTo>
                  <a:lnTo>
                    <a:pt x="7797586" y="1105432"/>
                  </a:lnTo>
                  <a:lnTo>
                    <a:pt x="7801949" y="1135111"/>
                  </a:lnTo>
                  <a:lnTo>
                    <a:pt x="7806311" y="1103830"/>
                  </a:lnTo>
                  <a:lnTo>
                    <a:pt x="7810674" y="1100640"/>
                  </a:lnTo>
                  <a:lnTo>
                    <a:pt x="7815037" y="1077293"/>
                  </a:lnTo>
                  <a:lnTo>
                    <a:pt x="7819400" y="1049094"/>
                  </a:lnTo>
                  <a:lnTo>
                    <a:pt x="7823762" y="979940"/>
                  </a:lnTo>
                  <a:lnTo>
                    <a:pt x="7828125" y="972355"/>
                  </a:lnTo>
                  <a:lnTo>
                    <a:pt x="7832488" y="987633"/>
                  </a:lnTo>
                  <a:lnTo>
                    <a:pt x="7836851" y="1003353"/>
                  </a:lnTo>
                  <a:lnTo>
                    <a:pt x="7841213" y="1040486"/>
                  </a:lnTo>
                  <a:lnTo>
                    <a:pt x="7845576" y="1092745"/>
                  </a:lnTo>
                  <a:lnTo>
                    <a:pt x="7849939" y="1138511"/>
                  </a:lnTo>
                  <a:lnTo>
                    <a:pt x="7854302" y="1150582"/>
                  </a:lnTo>
                  <a:lnTo>
                    <a:pt x="7858664" y="1148841"/>
                  </a:lnTo>
                  <a:lnTo>
                    <a:pt x="7863027" y="1147106"/>
                  </a:lnTo>
                  <a:lnTo>
                    <a:pt x="7867390" y="1102232"/>
                  </a:lnTo>
                  <a:lnTo>
                    <a:pt x="7871753" y="1110267"/>
                  </a:lnTo>
                  <a:lnTo>
                    <a:pt x="7876115" y="1103830"/>
                  </a:lnTo>
                  <a:lnTo>
                    <a:pt x="7880478" y="1135111"/>
                  </a:lnTo>
                  <a:lnTo>
                    <a:pt x="7884841" y="1175563"/>
                  </a:lnTo>
                  <a:lnTo>
                    <a:pt x="7889204" y="1126702"/>
                  </a:lnTo>
                  <a:lnTo>
                    <a:pt x="7893566" y="1043340"/>
                  </a:lnTo>
                  <a:lnTo>
                    <a:pt x="7897929" y="1131873"/>
                  </a:lnTo>
                  <a:lnTo>
                    <a:pt x="7902292" y="1083427"/>
                  </a:lnTo>
                  <a:lnTo>
                    <a:pt x="7906655" y="1043621"/>
                  </a:lnTo>
                  <a:lnTo>
                    <a:pt x="7911017" y="1023153"/>
                  </a:lnTo>
                  <a:lnTo>
                    <a:pt x="7915380" y="1038431"/>
                  </a:lnTo>
                  <a:lnTo>
                    <a:pt x="7919743" y="1037399"/>
                  </a:lnTo>
                  <a:lnTo>
                    <a:pt x="7924106" y="1009272"/>
                  </a:lnTo>
                  <a:lnTo>
                    <a:pt x="7928468" y="1012217"/>
                  </a:lnTo>
                  <a:lnTo>
                    <a:pt x="7932831" y="992880"/>
                  </a:lnTo>
                  <a:lnTo>
                    <a:pt x="7937194" y="959722"/>
                  </a:lnTo>
                  <a:lnTo>
                    <a:pt x="7941557" y="906978"/>
                  </a:lnTo>
                  <a:lnTo>
                    <a:pt x="7945919" y="867134"/>
                  </a:lnTo>
                  <a:lnTo>
                    <a:pt x="7950282" y="876249"/>
                  </a:lnTo>
                  <a:lnTo>
                    <a:pt x="7954645" y="925951"/>
                  </a:lnTo>
                  <a:lnTo>
                    <a:pt x="7959008" y="983465"/>
                  </a:lnTo>
                  <a:lnTo>
                    <a:pt x="7963370" y="1000984"/>
                  </a:lnTo>
                  <a:lnTo>
                    <a:pt x="7967733" y="1016091"/>
                  </a:lnTo>
                  <a:lnTo>
                    <a:pt x="7972096" y="883400"/>
                  </a:lnTo>
                  <a:lnTo>
                    <a:pt x="7976459" y="871805"/>
                  </a:lnTo>
                  <a:lnTo>
                    <a:pt x="7980821" y="851337"/>
                  </a:lnTo>
                  <a:lnTo>
                    <a:pt x="7985184" y="868685"/>
                  </a:lnTo>
                  <a:lnTo>
                    <a:pt x="7989547" y="908477"/>
                  </a:lnTo>
                  <a:lnTo>
                    <a:pt x="7993910" y="900722"/>
                  </a:lnTo>
                  <a:lnTo>
                    <a:pt x="7998272" y="951422"/>
                  </a:lnTo>
                  <a:lnTo>
                    <a:pt x="8002635" y="990221"/>
                  </a:lnTo>
                  <a:lnTo>
                    <a:pt x="8006998" y="1084964"/>
                  </a:lnTo>
                  <a:lnTo>
                    <a:pt x="8011361" y="1147106"/>
                  </a:lnTo>
                  <a:lnTo>
                    <a:pt x="8015723" y="1091180"/>
                  </a:lnTo>
                  <a:lnTo>
                    <a:pt x="8020086" y="1049094"/>
                  </a:lnTo>
                  <a:lnTo>
                    <a:pt x="8024449" y="1041911"/>
                  </a:lnTo>
                  <a:lnTo>
                    <a:pt x="8028812" y="1043340"/>
                  </a:lnTo>
                  <a:lnTo>
                    <a:pt x="8033174" y="1041911"/>
                  </a:lnTo>
                  <a:lnTo>
                    <a:pt x="8037537" y="998062"/>
                  </a:lnTo>
                  <a:lnTo>
                    <a:pt x="8041900" y="950216"/>
                  </a:lnTo>
                  <a:lnTo>
                    <a:pt x="8046263" y="877045"/>
                  </a:lnTo>
                  <a:lnTo>
                    <a:pt x="8050625" y="855369"/>
                  </a:lnTo>
                  <a:lnTo>
                    <a:pt x="8054988" y="851337"/>
                  </a:lnTo>
                  <a:lnTo>
                    <a:pt x="8059351" y="868685"/>
                  </a:lnTo>
                  <a:lnTo>
                    <a:pt x="8063714" y="864553"/>
                  </a:lnTo>
                  <a:lnTo>
                    <a:pt x="8068076" y="863525"/>
                  </a:lnTo>
                  <a:lnTo>
                    <a:pt x="8072439" y="900718"/>
                  </a:lnTo>
                  <a:lnTo>
                    <a:pt x="8076802" y="870904"/>
                  </a:lnTo>
                  <a:lnTo>
                    <a:pt x="8081165" y="892777"/>
                  </a:lnTo>
                  <a:lnTo>
                    <a:pt x="8085527" y="907789"/>
                  </a:lnTo>
                  <a:lnTo>
                    <a:pt x="8089890" y="914323"/>
                  </a:lnTo>
                  <a:lnTo>
                    <a:pt x="8094253" y="916794"/>
                  </a:lnTo>
                  <a:lnTo>
                    <a:pt x="8098616" y="944742"/>
                  </a:lnTo>
                  <a:lnTo>
                    <a:pt x="8102978" y="967824"/>
                  </a:lnTo>
                  <a:lnTo>
                    <a:pt x="8107341" y="1033291"/>
                  </a:lnTo>
                  <a:lnTo>
                    <a:pt x="8111704" y="1128092"/>
                  </a:lnTo>
                  <a:lnTo>
                    <a:pt x="8116067" y="1154309"/>
                  </a:lnTo>
                  <a:lnTo>
                    <a:pt x="8120429" y="1159449"/>
                  </a:lnTo>
                  <a:lnTo>
                    <a:pt x="8124792" y="1159449"/>
                  </a:lnTo>
                  <a:lnTo>
                    <a:pt x="8129155" y="1168564"/>
                  </a:lnTo>
                  <a:lnTo>
                    <a:pt x="8133518" y="1187267"/>
                  </a:lnTo>
                  <a:lnTo>
                    <a:pt x="8137880" y="1328220"/>
                  </a:lnTo>
                  <a:lnTo>
                    <a:pt x="8142243" y="1462823"/>
                  </a:lnTo>
                  <a:lnTo>
                    <a:pt x="8146606" y="1499821"/>
                  </a:lnTo>
                  <a:lnTo>
                    <a:pt x="8150969" y="1545648"/>
                  </a:lnTo>
                  <a:lnTo>
                    <a:pt x="8155331" y="1545648"/>
                  </a:lnTo>
                  <a:lnTo>
                    <a:pt x="8159694" y="1561825"/>
                  </a:lnTo>
                  <a:lnTo>
                    <a:pt x="8164057" y="1572782"/>
                  </a:lnTo>
                  <a:lnTo>
                    <a:pt x="8168420" y="1656382"/>
                  </a:lnTo>
                  <a:lnTo>
                    <a:pt x="8172782" y="1610001"/>
                  </a:lnTo>
                  <a:lnTo>
                    <a:pt x="8177145" y="1561825"/>
                  </a:lnTo>
                  <a:lnTo>
                    <a:pt x="8181508" y="1561825"/>
                  </a:lnTo>
                  <a:lnTo>
                    <a:pt x="8185871" y="1561825"/>
                  </a:lnTo>
                  <a:lnTo>
                    <a:pt x="8190233" y="1561825"/>
                  </a:lnTo>
                  <a:lnTo>
                    <a:pt x="8194596" y="1561825"/>
                  </a:lnTo>
                  <a:lnTo>
                    <a:pt x="8198959" y="1532788"/>
                  </a:lnTo>
                  <a:lnTo>
                    <a:pt x="8203322" y="1517582"/>
                  </a:lnTo>
                  <a:lnTo>
                    <a:pt x="8207684" y="1510135"/>
                  </a:lnTo>
                  <a:lnTo>
                    <a:pt x="8212047" y="1519188"/>
                  </a:lnTo>
                  <a:lnTo>
                    <a:pt x="8216410" y="1455884"/>
                  </a:lnTo>
                  <a:lnTo>
                    <a:pt x="8220773" y="1432781"/>
                  </a:lnTo>
                  <a:lnTo>
                    <a:pt x="8225135" y="1291130"/>
                  </a:lnTo>
                  <a:lnTo>
                    <a:pt x="8229498" y="1286629"/>
                  </a:lnTo>
                  <a:lnTo>
                    <a:pt x="8233861" y="1239440"/>
                  </a:lnTo>
                  <a:lnTo>
                    <a:pt x="8238224" y="1247720"/>
                  </a:lnTo>
                  <a:lnTo>
                    <a:pt x="8242586" y="1378889"/>
                  </a:lnTo>
                  <a:lnTo>
                    <a:pt x="8246949" y="1363169"/>
                  </a:lnTo>
                  <a:lnTo>
                    <a:pt x="8251312" y="1345556"/>
                  </a:lnTo>
                  <a:lnTo>
                    <a:pt x="8255675" y="1315468"/>
                  </a:lnTo>
                  <a:lnTo>
                    <a:pt x="8260037" y="1306927"/>
                  </a:lnTo>
                  <a:lnTo>
                    <a:pt x="8264400" y="1336532"/>
                  </a:lnTo>
                  <a:lnTo>
                    <a:pt x="8268763" y="1373566"/>
                  </a:lnTo>
                  <a:lnTo>
                    <a:pt x="8273126" y="1379346"/>
                  </a:lnTo>
                  <a:lnTo>
                    <a:pt x="8277488" y="1385188"/>
                  </a:lnTo>
                  <a:lnTo>
                    <a:pt x="8281851" y="1427945"/>
                  </a:lnTo>
                  <a:lnTo>
                    <a:pt x="8286214" y="1419537"/>
                  </a:lnTo>
                  <a:lnTo>
                    <a:pt x="8290577" y="1419537"/>
                  </a:lnTo>
                  <a:lnTo>
                    <a:pt x="8294939" y="1423725"/>
                  </a:lnTo>
                  <a:lnTo>
                    <a:pt x="8299302" y="1488391"/>
                  </a:lnTo>
                  <a:lnTo>
                    <a:pt x="8303665" y="1517582"/>
                  </a:lnTo>
                  <a:lnTo>
                    <a:pt x="8308028" y="1579205"/>
                  </a:lnTo>
                  <a:lnTo>
                    <a:pt x="8312390" y="1602788"/>
                  </a:lnTo>
                  <a:lnTo>
                    <a:pt x="8316753" y="1504289"/>
                  </a:lnTo>
                  <a:lnTo>
                    <a:pt x="8321116" y="1564414"/>
                  </a:lnTo>
                  <a:lnTo>
                    <a:pt x="8323950" y="166881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963230" y="3734935"/>
              <a:ext cx="35265" cy="289463"/>
            </a:xfrm>
            <a:custGeom>
              <a:avLst/>
              <a:pathLst>
                <a:path w="35265" h="289463">
                  <a:moveTo>
                    <a:pt x="0" y="289463"/>
                  </a:moveTo>
                  <a:lnTo>
                    <a:pt x="363" y="286808"/>
                  </a:lnTo>
                  <a:lnTo>
                    <a:pt x="4725" y="182479"/>
                  </a:lnTo>
                  <a:lnTo>
                    <a:pt x="9088" y="161208"/>
                  </a:lnTo>
                  <a:lnTo>
                    <a:pt x="13451" y="72418"/>
                  </a:lnTo>
                  <a:lnTo>
                    <a:pt x="17814" y="83600"/>
                  </a:lnTo>
                  <a:lnTo>
                    <a:pt x="22176" y="83600"/>
                  </a:lnTo>
                  <a:lnTo>
                    <a:pt x="26539" y="61461"/>
                  </a:lnTo>
                  <a:lnTo>
                    <a:pt x="30902" y="25783"/>
                  </a:lnTo>
                  <a:lnTo>
                    <a:pt x="35265" y="0"/>
                  </a:lnTo>
                  <a:lnTo>
                    <a:pt x="35265" y="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22670" y="2355589"/>
              <a:ext cx="8375825" cy="1668810"/>
            </a:xfrm>
            <a:custGeom>
              <a:avLst/>
              <a:pathLst>
                <a:path w="8375825" h="1668810">
                  <a:moveTo>
                    <a:pt x="0" y="1668810"/>
                  </a:moveTo>
                  <a:lnTo>
                    <a:pt x="3708" y="1668810"/>
                  </a:lnTo>
                  <a:lnTo>
                    <a:pt x="8071" y="1646783"/>
                  </a:lnTo>
                  <a:lnTo>
                    <a:pt x="12433" y="1490764"/>
                  </a:lnTo>
                  <a:lnTo>
                    <a:pt x="16796" y="1427945"/>
                  </a:lnTo>
                  <a:lnTo>
                    <a:pt x="21159" y="1379346"/>
                  </a:lnTo>
                  <a:lnTo>
                    <a:pt x="25522" y="1345556"/>
                  </a:lnTo>
                  <a:lnTo>
                    <a:pt x="29884" y="1341929"/>
                  </a:lnTo>
                  <a:lnTo>
                    <a:pt x="34247" y="1336532"/>
                  </a:lnTo>
                  <a:lnTo>
                    <a:pt x="38610" y="1306927"/>
                  </a:lnTo>
                  <a:lnTo>
                    <a:pt x="42973" y="1267705"/>
                  </a:lnTo>
                  <a:lnTo>
                    <a:pt x="47335" y="1331814"/>
                  </a:lnTo>
                  <a:lnTo>
                    <a:pt x="51698" y="1278158"/>
                  </a:lnTo>
                  <a:lnTo>
                    <a:pt x="56061" y="1258069"/>
                  </a:lnTo>
                  <a:lnTo>
                    <a:pt x="60424" y="1258069"/>
                  </a:lnTo>
                  <a:lnTo>
                    <a:pt x="64786" y="1248297"/>
                  </a:lnTo>
                  <a:lnTo>
                    <a:pt x="69149" y="1276553"/>
                  </a:lnTo>
                  <a:lnTo>
                    <a:pt x="73512" y="1271493"/>
                  </a:lnTo>
                  <a:lnTo>
                    <a:pt x="77875" y="1196866"/>
                  </a:lnTo>
                  <a:lnTo>
                    <a:pt x="82237" y="1209463"/>
                  </a:lnTo>
                  <a:lnTo>
                    <a:pt x="86600" y="1185910"/>
                  </a:lnTo>
                  <a:lnTo>
                    <a:pt x="90963" y="1187267"/>
                  </a:lnTo>
                  <a:lnTo>
                    <a:pt x="95326" y="1159449"/>
                  </a:lnTo>
                  <a:lnTo>
                    <a:pt x="99688" y="1163337"/>
                  </a:lnTo>
                  <a:lnTo>
                    <a:pt x="104051" y="1185910"/>
                  </a:lnTo>
                  <a:lnTo>
                    <a:pt x="108414" y="1219466"/>
                  </a:lnTo>
                  <a:lnTo>
                    <a:pt x="112777" y="1248384"/>
                  </a:lnTo>
                  <a:lnTo>
                    <a:pt x="117139" y="1302923"/>
                  </a:lnTo>
                  <a:lnTo>
                    <a:pt x="121502" y="1170112"/>
                  </a:lnTo>
                  <a:lnTo>
                    <a:pt x="125865" y="1170112"/>
                  </a:lnTo>
                  <a:lnTo>
                    <a:pt x="130228" y="1184771"/>
                  </a:lnTo>
                  <a:lnTo>
                    <a:pt x="134590" y="1207529"/>
                  </a:lnTo>
                  <a:lnTo>
                    <a:pt x="138953" y="1225247"/>
                  </a:lnTo>
                  <a:lnTo>
                    <a:pt x="143316" y="1286629"/>
                  </a:lnTo>
                  <a:lnTo>
                    <a:pt x="147679" y="1288875"/>
                  </a:lnTo>
                  <a:lnTo>
                    <a:pt x="152041" y="1390009"/>
                  </a:lnTo>
                  <a:lnTo>
                    <a:pt x="156404" y="1438185"/>
                  </a:lnTo>
                  <a:lnTo>
                    <a:pt x="160767" y="1511026"/>
                  </a:lnTo>
                  <a:lnTo>
                    <a:pt x="165130" y="1511026"/>
                  </a:lnTo>
                  <a:lnTo>
                    <a:pt x="169492" y="1511026"/>
                  </a:lnTo>
                  <a:lnTo>
                    <a:pt x="173855" y="1511026"/>
                  </a:lnTo>
                  <a:lnTo>
                    <a:pt x="178218" y="1481347"/>
                  </a:lnTo>
                  <a:lnTo>
                    <a:pt x="182581" y="1426458"/>
                  </a:lnTo>
                  <a:lnTo>
                    <a:pt x="186943" y="1417827"/>
                  </a:lnTo>
                  <a:lnTo>
                    <a:pt x="191306" y="1390009"/>
                  </a:lnTo>
                  <a:lnTo>
                    <a:pt x="195669" y="1390009"/>
                  </a:lnTo>
                  <a:lnTo>
                    <a:pt x="200032" y="1525645"/>
                  </a:lnTo>
                  <a:lnTo>
                    <a:pt x="204394" y="1493958"/>
                  </a:lnTo>
                  <a:lnTo>
                    <a:pt x="208757" y="1498911"/>
                  </a:lnTo>
                  <a:lnTo>
                    <a:pt x="213120" y="1545465"/>
                  </a:lnTo>
                  <a:lnTo>
                    <a:pt x="217483" y="1623014"/>
                  </a:lnTo>
                  <a:lnTo>
                    <a:pt x="221845" y="1549402"/>
                  </a:lnTo>
                  <a:lnTo>
                    <a:pt x="226208" y="1514943"/>
                  </a:lnTo>
                  <a:lnTo>
                    <a:pt x="230571" y="1435885"/>
                  </a:lnTo>
                  <a:lnTo>
                    <a:pt x="234934" y="1363895"/>
                  </a:lnTo>
                  <a:lnTo>
                    <a:pt x="239296" y="1337577"/>
                  </a:lnTo>
                  <a:lnTo>
                    <a:pt x="243659" y="1327677"/>
                  </a:lnTo>
                  <a:lnTo>
                    <a:pt x="248022" y="1356455"/>
                  </a:lnTo>
                  <a:lnTo>
                    <a:pt x="252385" y="1382177"/>
                  </a:lnTo>
                  <a:lnTo>
                    <a:pt x="256747" y="1397898"/>
                  </a:lnTo>
                  <a:lnTo>
                    <a:pt x="261110" y="1372959"/>
                  </a:lnTo>
                  <a:lnTo>
                    <a:pt x="265473" y="1342168"/>
                  </a:lnTo>
                  <a:lnTo>
                    <a:pt x="269836" y="1289315"/>
                  </a:lnTo>
                  <a:lnTo>
                    <a:pt x="274198" y="1265319"/>
                  </a:lnTo>
                  <a:lnTo>
                    <a:pt x="278561" y="1093853"/>
                  </a:lnTo>
                  <a:lnTo>
                    <a:pt x="282924" y="1102252"/>
                  </a:lnTo>
                  <a:lnTo>
                    <a:pt x="287287" y="1143272"/>
                  </a:lnTo>
                  <a:lnTo>
                    <a:pt x="291649" y="1142433"/>
                  </a:lnTo>
                  <a:lnTo>
                    <a:pt x="296012" y="1030612"/>
                  </a:lnTo>
                  <a:lnTo>
                    <a:pt x="300375" y="1074255"/>
                  </a:lnTo>
                  <a:lnTo>
                    <a:pt x="304738" y="1097468"/>
                  </a:lnTo>
                  <a:lnTo>
                    <a:pt x="309100" y="1078819"/>
                  </a:lnTo>
                  <a:lnTo>
                    <a:pt x="313463" y="1071233"/>
                  </a:lnTo>
                  <a:lnTo>
                    <a:pt x="317826" y="1071233"/>
                  </a:lnTo>
                  <a:lnTo>
                    <a:pt x="322189" y="1071233"/>
                  </a:lnTo>
                  <a:lnTo>
                    <a:pt x="326551" y="1095889"/>
                  </a:lnTo>
                  <a:lnTo>
                    <a:pt x="330914" y="1138511"/>
                  </a:lnTo>
                  <a:lnTo>
                    <a:pt x="335277" y="1247720"/>
                  </a:lnTo>
                  <a:lnTo>
                    <a:pt x="339640" y="1288875"/>
                  </a:lnTo>
                  <a:lnTo>
                    <a:pt x="344002" y="1387304"/>
                  </a:lnTo>
                  <a:lnTo>
                    <a:pt x="348365" y="1348270"/>
                  </a:lnTo>
                  <a:lnTo>
                    <a:pt x="352728" y="1338319"/>
                  </a:lnTo>
                  <a:lnTo>
                    <a:pt x="357091" y="1338319"/>
                  </a:lnTo>
                  <a:lnTo>
                    <a:pt x="361453" y="1403739"/>
                  </a:lnTo>
                  <a:lnTo>
                    <a:pt x="365816" y="1447149"/>
                  </a:lnTo>
                  <a:lnTo>
                    <a:pt x="370179" y="1456264"/>
                  </a:lnTo>
                  <a:lnTo>
                    <a:pt x="374542" y="1549655"/>
                  </a:lnTo>
                  <a:lnTo>
                    <a:pt x="378904" y="1583445"/>
                  </a:lnTo>
                  <a:lnTo>
                    <a:pt x="383267" y="1583445"/>
                  </a:lnTo>
                  <a:lnTo>
                    <a:pt x="387630" y="1450170"/>
                  </a:lnTo>
                  <a:lnTo>
                    <a:pt x="391993" y="1447149"/>
                  </a:lnTo>
                  <a:lnTo>
                    <a:pt x="396355" y="1447149"/>
                  </a:lnTo>
                  <a:lnTo>
                    <a:pt x="400718" y="1447149"/>
                  </a:lnTo>
                  <a:lnTo>
                    <a:pt x="405081" y="1447149"/>
                  </a:lnTo>
                  <a:lnTo>
                    <a:pt x="409444" y="1447149"/>
                  </a:lnTo>
                  <a:lnTo>
                    <a:pt x="413806" y="1497635"/>
                  </a:lnTo>
                  <a:lnTo>
                    <a:pt x="418169" y="1447149"/>
                  </a:lnTo>
                  <a:lnTo>
                    <a:pt x="422532" y="1447149"/>
                  </a:lnTo>
                  <a:lnTo>
                    <a:pt x="426895" y="1447149"/>
                  </a:lnTo>
                  <a:lnTo>
                    <a:pt x="431257" y="1447149"/>
                  </a:lnTo>
                  <a:lnTo>
                    <a:pt x="435620" y="1447149"/>
                  </a:lnTo>
                  <a:lnTo>
                    <a:pt x="439983" y="1447149"/>
                  </a:lnTo>
                  <a:lnTo>
                    <a:pt x="444346" y="1447149"/>
                  </a:lnTo>
                  <a:lnTo>
                    <a:pt x="448708" y="1409330"/>
                  </a:lnTo>
                  <a:lnTo>
                    <a:pt x="453071" y="1507647"/>
                  </a:lnTo>
                  <a:lnTo>
                    <a:pt x="457434" y="1627476"/>
                  </a:lnTo>
                  <a:lnTo>
                    <a:pt x="461797" y="1516611"/>
                  </a:lnTo>
                  <a:lnTo>
                    <a:pt x="466159" y="1487796"/>
                  </a:lnTo>
                  <a:lnTo>
                    <a:pt x="470522" y="1463973"/>
                  </a:lnTo>
                  <a:lnTo>
                    <a:pt x="474885" y="1416833"/>
                  </a:lnTo>
                  <a:lnTo>
                    <a:pt x="479248" y="1329504"/>
                  </a:lnTo>
                  <a:lnTo>
                    <a:pt x="483610" y="1316378"/>
                  </a:lnTo>
                  <a:lnTo>
                    <a:pt x="487973" y="1294427"/>
                  </a:lnTo>
                  <a:lnTo>
                    <a:pt x="492336" y="1288795"/>
                  </a:lnTo>
                  <a:lnTo>
                    <a:pt x="496699" y="1323414"/>
                  </a:lnTo>
                  <a:lnTo>
                    <a:pt x="501061" y="1308437"/>
                  </a:lnTo>
                  <a:lnTo>
                    <a:pt x="505424" y="1302143"/>
                  </a:lnTo>
                  <a:lnTo>
                    <a:pt x="509787" y="1300061"/>
                  </a:lnTo>
                  <a:lnTo>
                    <a:pt x="514150" y="1266816"/>
                  </a:lnTo>
                  <a:lnTo>
                    <a:pt x="518512" y="1239194"/>
                  </a:lnTo>
                  <a:lnTo>
                    <a:pt x="522875" y="1229074"/>
                  </a:lnTo>
                  <a:lnTo>
                    <a:pt x="527238" y="1253305"/>
                  </a:lnTo>
                  <a:lnTo>
                    <a:pt x="531601" y="1217499"/>
                  </a:lnTo>
                  <a:lnTo>
                    <a:pt x="535963" y="1212011"/>
                  </a:lnTo>
                  <a:lnTo>
                    <a:pt x="540326" y="1328117"/>
                  </a:lnTo>
                  <a:lnTo>
                    <a:pt x="544689" y="1288598"/>
                  </a:lnTo>
                  <a:lnTo>
                    <a:pt x="549052" y="1341929"/>
                  </a:lnTo>
                  <a:lnTo>
                    <a:pt x="553414" y="1377412"/>
                  </a:lnTo>
                  <a:lnTo>
                    <a:pt x="557777" y="1362985"/>
                  </a:lnTo>
                  <a:lnTo>
                    <a:pt x="562140" y="1363169"/>
                  </a:lnTo>
                  <a:lnTo>
                    <a:pt x="566503" y="1371762"/>
                  </a:lnTo>
                  <a:lnTo>
                    <a:pt x="570865" y="1247720"/>
                  </a:lnTo>
                  <a:lnTo>
                    <a:pt x="575228" y="1217301"/>
                  </a:lnTo>
                  <a:lnTo>
                    <a:pt x="579591" y="1309516"/>
                  </a:lnTo>
                  <a:lnTo>
                    <a:pt x="583954" y="1358408"/>
                  </a:lnTo>
                  <a:lnTo>
                    <a:pt x="588316" y="1392727"/>
                  </a:lnTo>
                  <a:lnTo>
                    <a:pt x="592679" y="1420688"/>
                  </a:lnTo>
                  <a:lnTo>
                    <a:pt x="597042" y="1390009"/>
                  </a:lnTo>
                  <a:lnTo>
                    <a:pt x="601405" y="1390009"/>
                  </a:lnTo>
                  <a:lnTo>
                    <a:pt x="605767" y="1390009"/>
                  </a:lnTo>
                  <a:lnTo>
                    <a:pt x="610130" y="1390009"/>
                  </a:lnTo>
                  <a:lnTo>
                    <a:pt x="614493" y="1373978"/>
                  </a:lnTo>
                  <a:lnTo>
                    <a:pt x="618856" y="1474734"/>
                  </a:lnTo>
                  <a:lnTo>
                    <a:pt x="623218" y="1480706"/>
                  </a:lnTo>
                  <a:lnTo>
                    <a:pt x="627581" y="1419537"/>
                  </a:lnTo>
                  <a:lnTo>
                    <a:pt x="631944" y="1413315"/>
                  </a:lnTo>
                  <a:lnTo>
                    <a:pt x="636307" y="1499335"/>
                  </a:lnTo>
                  <a:lnTo>
                    <a:pt x="640669" y="1497415"/>
                  </a:lnTo>
                  <a:lnTo>
                    <a:pt x="645032" y="1503195"/>
                  </a:lnTo>
                  <a:lnTo>
                    <a:pt x="649395" y="1497415"/>
                  </a:lnTo>
                  <a:lnTo>
                    <a:pt x="653758" y="1484164"/>
                  </a:lnTo>
                  <a:lnTo>
                    <a:pt x="658120" y="1482297"/>
                  </a:lnTo>
                  <a:lnTo>
                    <a:pt x="662483" y="1503195"/>
                  </a:lnTo>
                  <a:lnTo>
                    <a:pt x="666846" y="1503195"/>
                  </a:lnTo>
                  <a:lnTo>
                    <a:pt x="671209" y="1503195"/>
                  </a:lnTo>
                  <a:lnTo>
                    <a:pt x="675571" y="1503195"/>
                  </a:lnTo>
                  <a:lnTo>
                    <a:pt x="679934" y="1514943"/>
                  </a:lnTo>
                  <a:lnTo>
                    <a:pt x="684297" y="1549402"/>
                  </a:lnTo>
                  <a:lnTo>
                    <a:pt x="688660" y="1576940"/>
                  </a:lnTo>
                  <a:lnTo>
                    <a:pt x="693022" y="1561825"/>
                  </a:lnTo>
                  <a:lnTo>
                    <a:pt x="697385" y="1570022"/>
                  </a:lnTo>
                  <a:lnTo>
                    <a:pt x="701748" y="1589623"/>
                  </a:lnTo>
                  <a:lnTo>
                    <a:pt x="706111" y="1511026"/>
                  </a:lnTo>
                  <a:lnTo>
                    <a:pt x="710473" y="1511026"/>
                  </a:lnTo>
                  <a:lnTo>
                    <a:pt x="714836" y="1579585"/>
                  </a:lnTo>
                  <a:lnTo>
                    <a:pt x="719199" y="1623636"/>
                  </a:lnTo>
                  <a:lnTo>
                    <a:pt x="723562" y="1667046"/>
                  </a:lnTo>
                  <a:lnTo>
                    <a:pt x="727924" y="1667046"/>
                  </a:lnTo>
                  <a:lnTo>
                    <a:pt x="732287" y="1667046"/>
                  </a:lnTo>
                  <a:lnTo>
                    <a:pt x="736650" y="1667046"/>
                  </a:lnTo>
                  <a:lnTo>
                    <a:pt x="741013" y="1667046"/>
                  </a:lnTo>
                  <a:lnTo>
                    <a:pt x="745375" y="1667046"/>
                  </a:lnTo>
                  <a:lnTo>
                    <a:pt x="749738" y="1667046"/>
                  </a:lnTo>
                  <a:lnTo>
                    <a:pt x="754101" y="1667046"/>
                  </a:lnTo>
                  <a:lnTo>
                    <a:pt x="758464" y="1667046"/>
                  </a:lnTo>
                  <a:lnTo>
                    <a:pt x="762826" y="1667046"/>
                  </a:lnTo>
                  <a:lnTo>
                    <a:pt x="767189" y="1667046"/>
                  </a:lnTo>
                  <a:lnTo>
                    <a:pt x="771552" y="1667046"/>
                  </a:lnTo>
                  <a:lnTo>
                    <a:pt x="775915" y="1667046"/>
                  </a:lnTo>
                  <a:lnTo>
                    <a:pt x="780277" y="1667046"/>
                  </a:lnTo>
                  <a:lnTo>
                    <a:pt x="784640" y="1667046"/>
                  </a:lnTo>
                  <a:lnTo>
                    <a:pt x="789003" y="1667046"/>
                  </a:lnTo>
                  <a:lnTo>
                    <a:pt x="793366" y="1667046"/>
                  </a:lnTo>
                  <a:lnTo>
                    <a:pt x="797728" y="1667046"/>
                  </a:lnTo>
                  <a:lnTo>
                    <a:pt x="802091" y="1667046"/>
                  </a:lnTo>
                  <a:lnTo>
                    <a:pt x="806454" y="1667046"/>
                  </a:lnTo>
                  <a:lnTo>
                    <a:pt x="810817" y="1667046"/>
                  </a:lnTo>
                  <a:lnTo>
                    <a:pt x="815179" y="1667046"/>
                  </a:lnTo>
                  <a:lnTo>
                    <a:pt x="819542" y="1591248"/>
                  </a:lnTo>
                  <a:lnTo>
                    <a:pt x="823905" y="1583445"/>
                  </a:lnTo>
                  <a:lnTo>
                    <a:pt x="828268" y="1583445"/>
                  </a:lnTo>
                  <a:lnTo>
                    <a:pt x="832630" y="1583445"/>
                  </a:lnTo>
                  <a:lnTo>
                    <a:pt x="836993" y="1583445"/>
                  </a:lnTo>
                  <a:lnTo>
                    <a:pt x="841356" y="1583445"/>
                  </a:lnTo>
                  <a:lnTo>
                    <a:pt x="845719" y="1560686"/>
                  </a:lnTo>
                  <a:lnTo>
                    <a:pt x="850081" y="1504289"/>
                  </a:lnTo>
                  <a:lnTo>
                    <a:pt x="854444" y="1447149"/>
                  </a:lnTo>
                  <a:lnTo>
                    <a:pt x="858807" y="1447149"/>
                  </a:lnTo>
                  <a:lnTo>
                    <a:pt x="863170" y="1395459"/>
                  </a:lnTo>
                  <a:lnTo>
                    <a:pt x="867532" y="1390009"/>
                  </a:lnTo>
                  <a:lnTo>
                    <a:pt x="871895" y="1390009"/>
                  </a:lnTo>
                  <a:lnTo>
                    <a:pt x="876258" y="1390009"/>
                  </a:lnTo>
                  <a:lnTo>
                    <a:pt x="880621" y="1390009"/>
                  </a:lnTo>
                  <a:lnTo>
                    <a:pt x="884983" y="1441156"/>
                  </a:lnTo>
                  <a:lnTo>
                    <a:pt x="889346" y="1447149"/>
                  </a:lnTo>
                  <a:lnTo>
                    <a:pt x="893709" y="1447149"/>
                  </a:lnTo>
                  <a:lnTo>
                    <a:pt x="898072" y="1447149"/>
                  </a:lnTo>
                  <a:lnTo>
                    <a:pt x="902434" y="1447149"/>
                  </a:lnTo>
                  <a:lnTo>
                    <a:pt x="906797" y="1447149"/>
                  </a:lnTo>
                  <a:lnTo>
                    <a:pt x="911160" y="1465535"/>
                  </a:lnTo>
                  <a:lnTo>
                    <a:pt x="915523" y="1517848"/>
                  </a:lnTo>
                  <a:lnTo>
                    <a:pt x="919885" y="1583445"/>
                  </a:lnTo>
                  <a:lnTo>
                    <a:pt x="924248" y="1583445"/>
                  </a:lnTo>
                  <a:lnTo>
                    <a:pt x="928611" y="1658081"/>
                  </a:lnTo>
                  <a:lnTo>
                    <a:pt x="932974" y="1667046"/>
                  </a:lnTo>
                  <a:lnTo>
                    <a:pt x="937336" y="1667046"/>
                  </a:lnTo>
                  <a:lnTo>
                    <a:pt x="941699" y="1667046"/>
                  </a:lnTo>
                  <a:lnTo>
                    <a:pt x="946062" y="1667046"/>
                  </a:lnTo>
                  <a:lnTo>
                    <a:pt x="950425" y="1667046"/>
                  </a:lnTo>
                  <a:lnTo>
                    <a:pt x="954787" y="1667046"/>
                  </a:lnTo>
                  <a:lnTo>
                    <a:pt x="959150" y="1667046"/>
                  </a:lnTo>
                  <a:lnTo>
                    <a:pt x="963513" y="1667046"/>
                  </a:lnTo>
                  <a:lnTo>
                    <a:pt x="967876" y="1667046"/>
                  </a:lnTo>
                  <a:lnTo>
                    <a:pt x="972238" y="1667046"/>
                  </a:lnTo>
                  <a:lnTo>
                    <a:pt x="976601" y="1667046"/>
                  </a:lnTo>
                  <a:lnTo>
                    <a:pt x="980964" y="1667046"/>
                  </a:lnTo>
                  <a:lnTo>
                    <a:pt x="985327" y="1667046"/>
                  </a:lnTo>
                  <a:lnTo>
                    <a:pt x="989689" y="1667046"/>
                  </a:lnTo>
                  <a:lnTo>
                    <a:pt x="994052" y="1667046"/>
                  </a:lnTo>
                  <a:lnTo>
                    <a:pt x="998415" y="1667046"/>
                  </a:lnTo>
                  <a:lnTo>
                    <a:pt x="1002778" y="1667046"/>
                  </a:lnTo>
                  <a:lnTo>
                    <a:pt x="1007140" y="1667046"/>
                  </a:lnTo>
                  <a:lnTo>
                    <a:pt x="1011503" y="1667046"/>
                  </a:lnTo>
                  <a:lnTo>
                    <a:pt x="1015866" y="1667046"/>
                  </a:lnTo>
                  <a:lnTo>
                    <a:pt x="1020229" y="1667046"/>
                  </a:lnTo>
                  <a:lnTo>
                    <a:pt x="1024591" y="1667046"/>
                  </a:lnTo>
                  <a:lnTo>
                    <a:pt x="1028954" y="1667046"/>
                  </a:lnTo>
                  <a:lnTo>
                    <a:pt x="1033317" y="1667046"/>
                  </a:lnTo>
                  <a:lnTo>
                    <a:pt x="1037680" y="1667046"/>
                  </a:lnTo>
                  <a:lnTo>
                    <a:pt x="1042042" y="1667046"/>
                  </a:lnTo>
                  <a:lnTo>
                    <a:pt x="1046405" y="1667046"/>
                  </a:lnTo>
                  <a:lnTo>
                    <a:pt x="1050768" y="1667046"/>
                  </a:lnTo>
                  <a:lnTo>
                    <a:pt x="1055131" y="1667046"/>
                  </a:lnTo>
                  <a:lnTo>
                    <a:pt x="1059493" y="1591248"/>
                  </a:lnTo>
                  <a:lnTo>
                    <a:pt x="1063856" y="1583445"/>
                  </a:lnTo>
                  <a:lnTo>
                    <a:pt x="1068219" y="1583445"/>
                  </a:lnTo>
                  <a:lnTo>
                    <a:pt x="1072582" y="1564414"/>
                  </a:lnTo>
                  <a:lnTo>
                    <a:pt x="1076944" y="1456264"/>
                  </a:lnTo>
                  <a:lnTo>
                    <a:pt x="1081307" y="1487417"/>
                  </a:lnTo>
                  <a:lnTo>
                    <a:pt x="1085670" y="1493958"/>
                  </a:lnTo>
                  <a:lnTo>
                    <a:pt x="1090033" y="1619590"/>
                  </a:lnTo>
                  <a:lnTo>
                    <a:pt x="1094395" y="1595076"/>
                  </a:lnTo>
                  <a:lnTo>
                    <a:pt x="1098758" y="1543386"/>
                  </a:lnTo>
                  <a:lnTo>
                    <a:pt x="1103121" y="1514943"/>
                  </a:lnTo>
                  <a:lnTo>
                    <a:pt x="1107484" y="1474893"/>
                  </a:lnTo>
                  <a:lnTo>
                    <a:pt x="1111846" y="1386846"/>
                  </a:lnTo>
                  <a:lnTo>
                    <a:pt x="1116209" y="1346208"/>
                  </a:lnTo>
                  <a:lnTo>
                    <a:pt x="1120572" y="1337577"/>
                  </a:lnTo>
                  <a:lnTo>
                    <a:pt x="1124935" y="1363895"/>
                  </a:lnTo>
                  <a:lnTo>
                    <a:pt x="1129297" y="1316581"/>
                  </a:lnTo>
                  <a:lnTo>
                    <a:pt x="1133660" y="1309759"/>
                  </a:lnTo>
                  <a:lnTo>
                    <a:pt x="1138023" y="1305706"/>
                  </a:lnTo>
                  <a:lnTo>
                    <a:pt x="1142386" y="1308405"/>
                  </a:lnTo>
                  <a:lnTo>
                    <a:pt x="1146748" y="1368415"/>
                  </a:lnTo>
                  <a:lnTo>
                    <a:pt x="1151111" y="1352505"/>
                  </a:lnTo>
                  <a:lnTo>
                    <a:pt x="1155474" y="1240081"/>
                  </a:lnTo>
                  <a:lnTo>
                    <a:pt x="1159837" y="1256279"/>
                  </a:lnTo>
                  <a:lnTo>
                    <a:pt x="1164199" y="1271525"/>
                  </a:lnTo>
                  <a:lnTo>
                    <a:pt x="1168562" y="1159373"/>
                  </a:lnTo>
                  <a:lnTo>
                    <a:pt x="1172925" y="1182916"/>
                  </a:lnTo>
                  <a:lnTo>
                    <a:pt x="1177288" y="1262522"/>
                  </a:lnTo>
                  <a:lnTo>
                    <a:pt x="1181650" y="1293394"/>
                  </a:lnTo>
                  <a:lnTo>
                    <a:pt x="1186013" y="1291130"/>
                  </a:lnTo>
                  <a:lnTo>
                    <a:pt x="1190376" y="1291130"/>
                  </a:lnTo>
                  <a:lnTo>
                    <a:pt x="1194739" y="1376617"/>
                  </a:lnTo>
                  <a:lnTo>
                    <a:pt x="1199101" y="1390009"/>
                  </a:lnTo>
                  <a:lnTo>
                    <a:pt x="1203464" y="1400965"/>
                  </a:lnTo>
                  <a:lnTo>
                    <a:pt x="1207827" y="1441156"/>
                  </a:lnTo>
                  <a:lnTo>
                    <a:pt x="1212190" y="1447149"/>
                  </a:lnTo>
                  <a:lnTo>
                    <a:pt x="1216552" y="1398205"/>
                  </a:lnTo>
                  <a:lnTo>
                    <a:pt x="1220915" y="1381934"/>
                  </a:lnTo>
                  <a:lnTo>
                    <a:pt x="1225278" y="1338319"/>
                  </a:lnTo>
                  <a:lnTo>
                    <a:pt x="1229641" y="1338319"/>
                  </a:lnTo>
                  <a:lnTo>
                    <a:pt x="1234003" y="1338319"/>
                  </a:lnTo>
                  <a:lnTo>
                    <a:pt x="1238366" y="1358408"/>
                  </a:lnTo>
                  <a:lnTo>
                    <a:pt x="1242729" y="1390009"/>
                  </a:lnTo>
                  <a:lnTo>
                    <a:pt x="1247092" y="1426458"/>
                  </a:lnTo>
                  <a:lnTo>
                    <a:pt x="1251454" y="1447149"/>
                  </a:lnTo>
                  <a:lnTo>
                    <a:pt x="1255817" y="1447149"/>
                  </a:lnTo>
                  <a:lnTo>
                    <a:pt x="1260180" y="1447149"/>
                  </a:lnTo>
                  <a:lnTo>
                    <a:pt x="1264543" y="1447149"/>
                  </a:lnTo>
                  <a:lnTo>
                    <a:pt x="1268905" y="1459337"/>
                  </a:lnTo>
                  <a:lnTo>
                    <a:pt x="1273268" y="1511026"/>
                  </a:lnTo>
                  <a:lnTo>
                    <a:pt x="1277631" y="1511026"/>
                  </a:lnTo>
                  <a:lnTo>
                    <a:pt x="1281994" y="1571946"/>
                  </a:lnTo>
                  <a:lnTo>
                    <a:pt x="1286356" y="1497635"/>
                  </a:lnTo>
                  <a:lnTo>
                    <a:pt x="1290719" y="1447149"/>
                  </a:lnTo>
                  <a:lnTo>
                    <a:pt x="1295082" y="1447149"/>
                  </a:lnTo>
                  <a:lnTo>
                    <a:pt x="1299445" y="1447149"/>
                  </a:lnTo>
                  <a:lnTo>
                    <a:pt x="1303807" y="1447149"/>
                  </a:lnTo>
                  <a:lnTo>
                    <a:pt x="1308170" y="1447149"/>
                  </a:lnTo>
                  <a:lnTo>
                    <a:pt x="1312533" y="1447149"/>
                  </a:lnTo>
                  <a:lnTo>
                    <a:pt x="1316896" y="1360972"/>
                  </a:lnTo>
                  <a:lnTo>
                    <a:pt x="1321258" y="1258251"/>
                  </a:lnTo>
                  <a:lnTo>
                    <a:pt x="1325621" y="1201749"/>
                  </a:lnTo>
                  <a:lnTo>
                    <a:pt x="1329984" y="1170112"/>
                  </a:lnTo>
                  <a:lnTo>
                    <a:pt x="1334347" y="1170112"/>
                  </a:lnTo>
                  <a:lnTo>
                    <a:pt x="1338709" y="1170112"/>
                  </a:lnTo>
                  <a:lnTo>
                    <a:pt x="1343072" y="1145376"/>
                  </a:lnTo>
                  <a:lnTo>
                    <a:pt x="1347435" y="1135111"/>
                  </a:lnTo>
                  <a:lnTo>
                    <a:pt x="1351798" y="1182916"/>
                  </a:lnTo>
                  <a:lnTo>
                    <a:pt x="1356160" y="1197930"/>
                  </a:lnTo>
                  <a:lnTo>
                    <a:pt x="1360523" y="1170112"/>
                  </a:lnTo>
                  <a:lnTo>
                    <a:pt x="1364886" y="1170112"/>
                  </a:lnTo>
                  <a:lnTo>
                    <a:pt x="1369249" y="1170112"/>
                  </a:lnTo>
                  <a:lnTo>
                    <a:pt x="1373611" y="1170112"/>
                  </a:lnTo>
                  <a:lnTo>
                    <a:pt x="1377974" y="1170112"/>
                  </a:lnTo>
                  <a:lnTo>
                    <a:pt x="1382337" y="1194137"/>
                  </a:lnTo>
                  <a:lnTo>
                    <a:pt x="1386700" y="1279947"/>
                  </a:lnTo>
                  <a:lnTo>
                    <a:pt x="1391062" y="1345765"/>
                  </a:lnTo>
                  <a:lnTo>
                    <a:pt x="1395425" y="1390009"/>
                  </a:lnTo>
                  <a:lnTo>
                    <a:pt x="1399788" y="1390009"/>
                  </a:lnTo>
                  <a:lnTo>
                    <a:pt x="1404151" y="1390009"/>
                  </a:lnTo>
                  <a:lnTo>
                    <a:pt x="1408513" y="1429366"/>
                  </a:lnTo>
                  <a:lnTo>
                    <a:pt x="1412876" y="1412148"/>
                  </a:lnTo>
                  <a:lnTo>
                    <a:pt x="1417239" y="1390009"/>
                  </a:lnTo>
                  <a:lnTo>
                    <a:pt x="1421602" y="1462427"/>
                  </a:lnTo>
                  <a:lnTo>
                    <a:pt x="1425964" y="1511026"/>
                  </a:lnTo>
                  <a:lnTo>
                    <a:pt x="1430327" y="1511026"/>
                  </a:lnTo>
                  <a:lnTo>
                    <a:pt x="1434690" y="1511026"/>
                  </a:lnTo>
                  <a:lnTo>
                    <a:pt x="1439053" y="1511026"/>
                  </a:lnTo>
                  <a:lnTo>
                    <a:pt x="1443415" y="1511026"/>
                  </a:lnTo>
                  <a:lnTo>
                    <a:pt x="1447778" y="1575752"/>
                  </a:lnTo>
                  <a:lnTo>
                    <a:pt x="1452141" y="1583445"/>
                  </a:lnTo>
                  <a:lnTo>
                    <a:pt x="1456504" y="1583445"/>
                  </a:lnTo>
                  <a:lnTo>
                    <a:pt x="1460866" y="1583445"/>
                  </a:lnTo>
                  <a:lnTo>
                    <a:pt x="1465229" y="1583445"/>
                  </a:lnTo>
                  <a:lnTo>
                    <a:pt x="1469592" y="1583445"/>
                  </a:lnTo>
                  <a:lnTo>
                    <a:pt x="1473955" y="1583445"/>
                  </a:lnTo>
                  <a:lnTo>
                    <a:pt x="1478317" y="1632044"/>
                  </a:lnTo>
                  <a:lnTo>
                    <a:pt x="1482680" y="1667046"/>
                  </a:lnTo>
                  <a:lnTo>
                    <a:pt x="1487043" y="1667046"/>
                  </a:lnTo>
                  <a:lnTo>
                    <a:pt x="1491406" y="1667046"/>
                  </a:lnTo>
                  <a:lnTo>
                    <a:pt x="1495768" y="1667046"/>
                  </a:lnTo>
                  <a:lnTo>
                    <a:pt x="1500131" y="1667046"/>
                  </a:lnTo>
                  <a:lnTo>
                    <a:pt x="1504494" y="1667046"/>
                  </a:lnTo>
                  <a:lnTo>
                    <a:pt x="1508857" y="1667046"/>
                  </a:lnTo>
                  <a:lnTo>
                    <a:pt x="1513219" y="1667046"/>
                  </a:lnTo>
                  <a:lnTo>
                    <a:pt x="1517582" y="1667046"/>
                  </a:lnTo>
                  <a:lnTo>
                    <a:pt x="1521945" y="1667046"/>
                  </a:lnTo>
                  <a:lnTo>
                    <a:pt x="1526308" y="1667046"/>
                  </a:lnTo>
                  <a:lnTo>
                    <a:pt x="1530670" y="1667046"/>
                  </a:lnTo>
                  <a:lnTo>
                    <a:pt x="1535033" y="1667046"/>
                  </a:lnTo>
                  <a:lnTo>
                    <a:pt x="1539396" y="1667046"/>
                  </a:lnTo>
                  <a:lnTo>
                    <a:pt x="1543759" y="1667046"/>
                  </a:lnTo>
                  <a:lnTo>
                    <a:pt x="1548121" y="1667046"/>
                  </a:lnTo>
                  <a:lnTo>
                    <a:pt x="1552484" y="1667046"/>
                  </a:lnTo>
                  <a:lnTo>
                    <a:pt x="1556847" y="1667046"/>
                  </a:lnTo>
                  <a:lnTo>
                    <a:pt x="1561210" y="1667046"/>
                  </a:lnTo>
                  <a:lnTo>
                    <a:pt x="1565572" y="1667046"/>
                  </a:lnTo>
                  <a:lnTo>
                    <a:pt x="1569935" y="1667046"/>
                  </a:lnTo>
                  <a:lnTo>
                    <a:pt x="1574298" y="1667046"/>
                  </a:lnTo>
                  <a:lnTo>
                    <a:pt x="1578661" y="1667046"/>
                  </a:lnTo>
                  <a:lnTo>
                    <a:pt x="1583023" y="1667046"/>
                  </a:lnTo>
                  <a:lnTo>
                    <a:pt x="1587386" y="1667046"/>
                  </a:lnTo>
                  <a:lnTo>
                    <a:pt x="1591749" y="1667046"/>
                  </a:lnTo>
                  <a:lnTo>
                    <a:pt x="1596112" y="1667046"/>
                  </a:lnTo>
                  <a:lnTo>
                    <a:pt x="1600474" y="1667046"/>
                  </a:lnTo>
                  <a:lnTo>
                    <a:pt x="1604837" y="1667046"/>
                  </a:lnTo>
                  <a:lnTo>
                    <a:pt x="1609200" y="1667046"/>
                  </a:lnTo>
                  <a:lnTo>
                    <a:pt x="1613563" y="1667046"/>
                  </a:lnTo>
                  <a:lnTo>
                    <a:pt x="1617925" y="1667046"/>
                  </a:lnTo>
                  <a:lnTo>
                    <a:pt x="1622288" y="1607200"/>
                  </a:lnTo>
                  <a:lnTo>
                    <a:pt x="1626651" y="1583445"/>
                  </a:lnTo>
                  <a:lnTo>
                    <a:pt x="1631014" y="1514427"/>
                  </a:lnTo>
                  <a:lnTo>
                    <a:pt x="1635376" y="1511026"/>
                  </a:lnTo>
                  <a:lnTo>
                    <a:pt x="1639739" y="1511026"/>
                  </a:lnTo>
                  <a:lnTo>
                    <a:pt x="1644102" y="1511026"/>
                  </a:lnTo>
                  <a:lnTo>
                    <a:pt x="1648465" y="1511026"/>
                  </a:lnTo>
                  <a:lnTo>
                    <a:pt x="1652827" y="1511026"/>
                  </a:lnTo>
                  <a:lnTo>
                    <a:pt x="1657190" y="1511026"/>
                  </a:lnTo>
                  <a:lnTo>
                    <a:pt x="1661553" y="1511026"/>
                  </a:lnTo>
                  <a:lnTo>
                    <a:pt x="1665916" y="1511026"/>
                  </a:lnTo>
                  <a:lnTo>
                    <a:pt x="1670278" y="1511026"/>
                  </a:lnTo>
                  <a:lnTo>
                    <a:pt x="1674641" y="1511026"/>
                  </a:lnTo>
                  <a:lnTo>
                    <a:pt x="1679004" y="1511026"/>
                  </a:lnTo>
                  <a:lnTo>
                    <a:pt x="1683367" y="1511026"/>
                  </a:lnTo>
                  <a:lnTo>
                    <a:pt x="1687729" y="1560686"/>
                  </a:lnTo>
                  <a:lnTo>
                    <a:pt x="1692092" y="1583445"/>
                  </a:lnTo>
                  <a:lnTo>
                    <a:pt x="1696455" y="1662545"/>
                  </a:lnTo>
                  <a:lnTo>
                    <a:pt x="1700818" y="1667046"/>
                  </a:lnTo>
                  <a:lnTo>
                    <a:pt x="1705180" y="1667046"/>
                  </a:lnTo>
                  <a:lnTo>
                    <a:pt x="1709543" y="1667046"/>
                  </a:lnTo>
                  <a:lnTo>
                    <a:pt x="1713906" y="1667046"/>
                  </a:lnTo>
                  <a:lnTo>
                    <a:pt x="1718269" y="1658081"/>
                  </a:lnTo>
                  <a:lnTo>
                    <a:pt x="1722631" y="1524757"/>
                  </a:lnTo>
                  <a:lnTo>
                    <a:pt x="1726994" y="1447149"/>
                  </a:lnTo>
                  <a:lnTo>
                    <a:pt x="1731357" y="1447149"/>
                  </a:lnTo>
                  <a:lnTo>
                    <a:pt x="1735720" y="1447149"/>
                  </a:lnTo>
                  <a:lnTo>
                    <a:pt x="1740082" y="1403739"/>
                  </a:lnTo>
                  <a:lnTo>
                    <a:pt x="1744445" y="1390009"/>
                  </a:lnTo>
                  <a:lnTo>
                    <a:pt x="1748808" y="1390009"/>
                  </a:lnTo>
                  <a:lnTo>
                    <a:pt x="1753171" y="1390009"/>
                  </a:lnTo>
                  <a:lnTo>
                    <a:pt x="1757533" y="1338319"/>
                  </a:lnTo>
                  <a:lnTo>
                    <a:pt x="1761896" y="1338319"/>
                  </a:lnTo>
                  <a:lnTo>
                    <a:pt x="1766259" y="1338319"/>
                  </a:lnTo>
                  <a:lnTo>
                    <a:pt x="1770622" y="1338319"/>
                  </a:lnTo>
                  <a:lnTo>
                    <a:pt x="1774984" y="1326131"/>
                  </a:lnTo>
                  <a:lnTo>
                    <a:pt x="1779347" y="1291130"/>
                  </a:lnTo>
                  <a:lnTo>
                    <a:pt x="1783710" y="1295668"/>
                  </a:lnTo>
                  <a:lnTo>
                    <a:pt x="1788073" y="1379269"/>
                  </a:lnTo>
                  <a:lnTo>
                    <a:pt x="1792435" y="1447149"/>
                  </a:lnTo>
                  <a:lnTo>
                    <a:pt x="1796798" y="1447149"/>
                  </a:lnTo>
                  <a:lnTo>
                    <a:pt x="1801161" y="1441156"/>
                  </a:lnTo>
                  <a:lnTo>
                    <a:pt x="1805524" y="1432290"/>
                  </a:lnTo>
                  <a:lnTo>
                    <a:pt x="1809886" y="1447149"/>
                  </a:lnTo>
                  <a:lnTo>
                    <a:pt x="1814249" y="1447149"/>
                  </a:lnTo>
                  <a:lnTo>
                    <a:pt x="1818612" y="1447149"/>
                  </a:lnTo>
                  <a:lnTo>
                    <a:pt x="1822975" y="1511026"/>
                  </a:lnTo>
                  <a:lnTo>
                    <a:pt x="1827337" y="1511026"/>
                  </a:lnTo>
                  <a:lnTo>
                    <a:pt x="1831700" y="1511026"/>
                  </a:lnTo>
                  <a:lnTo>
                    <a:pt x="1836063" y="1511026"/>
                  </a:lnTo>
                  <a:lnTo>
                    <a:pt x="1840426" y="1478148"/>
                  </a:lnTo>
                  <a:lnTo>
                    <a:pt x="1844788" y="1511026"/>
                  </a:lnTo>
                  <a:lnTo>
                    <a:pt x="1849151" y="1511026"/>
                  </a:lnTo>
                  <a:lnTo>
                    <a:pt x="1853514" y="1511026"/>
                  </a:lnTo>
                  <a:lnTo>
                    <a:pt x="1857877" y="1511026"/>
                  </a:lnTo>
                  <a:lnTo>
                    <a:pt x="1862239" y="1511026"/>
                  </a:lnTo>
                  <a:lnTo>
                    <a:pt x="1866602" y="1517848"/>
                  </a:lnTo>
                  <a:lnTo>
                    <a:pt x="1870965" y="1583445"/>
                  </a:lnTo>
                  <a:lnTo>
                    <a:pt x="1875328" y="1583445"/>
                  </a:lnTo>
                  <a:lnTo>
                    <a:pt x="1879690" y="1583445"/>
                  </a:lnTo>
                  <a:lnTo>
                    <a:pt x="1884053" y="1583445"/>
                  </a:lnTo>
                  <a:lnTo>
                    <a:pt x="1888416" y="1583445"/>
                  </a:lnTo>
                  <a:lnTo>
                    <a:pt x="1892779" y="1583445"/>
                  </a:lnTo>
                  <a:lnTo>
                    <a:pt x="1897141" y="1583445"/>
                  </a:lnTo>
                  <a:lnTo>
                    <a:pt x="1901504" y="1524757"/>
                  </a:lnTo>
                  <a:lnTo>
                    <a:pt x="1905867" y="1564414"/>
                  </a:lnTo>
                  <a:lnTo>
                    <a:pt x="1910230" y="1583445"/>
                  </a:lnTo>
                  <a:lnTo>
                    <a:pt x="1914592" y="1583445"/>
                  </a:lnTo>
                  <a:lnTo>
                    <a:pt x="1918955" y="1583445"/>
                  </a:lnTo>
                  <a:lnTo>
                    <a:pt x="1923318" y="1583445"/>
                  </a:lnTo>
                  <a:lnTo>
                    <a:pt x="1927681" y="1583445"/>
                  </a:lnTo>
                  <a:lnTo>
                    <a:pt x="1932043" y="1583445"/>
                  </a:lnTo>
                  <a:lnTo>
                    <a:pt x="1936406" y="1583445"/>
                  </a:lnTo>
                  <a:lnTo>
                    <a:pt x="1940769" y="1583445"/>
                  </a:lnTo>
                  <a:lnTo>
                    <a:pt x="1945132" y="1521292"/>
                  </a:lnTo>
                  <a:lnTo>
                    <a:pt x="1949494" y="1511026"/>
                  </a:lnTo>
                  <a:lnTo>
                    <a:pt x="1953857" y="1511026"/>
                  </a:lnTo>
                  <a:lnTo>
                    <a:pt x="1958220" y="1511026"/>
                  </a:lnTo>
                  <a:lnTo>
                    <a:pt x="1962583" y="1511026"/>
                  </a:lnTo>
                  <a:lnTo>
                    <a:pt x="1966945" y="1568167"/>
                  </a:lnTo>
                  <a:lnTo>
                    <a:pt x="1971308" y="1583445"/>
                  </a:lnTo>
                  <a:lnTo>
                    <a:pt x="1975671" y="1583445"/>
                  </a:lnTo>
                  <a:lnTo>
                    <a:pt x="1980034" y="1583445"/>
                  </a:lnTo>
                  <a:lnTo>
                    <a:pt x="1984396" y="1583445"/>
                  </a:lnTo>
                  <a:lnTo>
                    <a:pt x="1988759" y="1583445"/>
                  </a:lnTo>
                  <a:lnTo>
                    <a:pt x="1993122" y="1583445"/>
                  </a:lnTo>
                  <a:lnTo>
                    <a:pt x="1997485" y="1583445"/>
                  </a:lnTo>
                  <a:lnTo>
                    <a:pt x="2001847" y="1583445"/>
                  </a:lnTo>
                  <a:lnTo>
                    <a:pt x="2006210" y="1583445"/>
                  </a:lnTo>
                  <a:lnTo>
                    <a:pt x="2010573" y="1653654"/>
                  </a:lnTo>
                  <a:lnTo>
                    <a:pt x="2014936" y="1667046"/>
                  </a:lnTo>
                  <a:lnTo>
                    <a:pt x="2019298" y="1667046"/>
                  </a:lnTo>
                  <a:lnTo>
                    <a:pt x="2023661" y="1667046"/>
                  </a:lnTo>
                  <a:lnTo>
                    <a:pt x="2028024" y="1667046"/>
                  </a:lnTo>
                  <a:lnTo>
                    <a:pt x="2032387" y="1667046"/>
                  </a:lnTo>
                  <a:lnTo>
                    <a:pt x="2036749" y="1603168"/>
                  </a:lnTo>
                  <a:lnTo>
                    <a:pt x="2041112" y="1583445"/>
                  </a:lnTo>
                  <a:lnTo>
                    <a:pt x="2045475" y="1583445"/>
                  </a:lnTo>
                  <a:lnTo>
                    <a:pt x="2049838" y="1583445"/>
                  </a:lnTo>
                  <a:lnTo>
                    <a:pt x="2054200" y="1583445"/>
                  </a:lnTo>
                  <a:lnTo>
                    <a:pt x="2058563" y="1583445"/>
                  </a:lnTo>
                  <a:lnTo>
                    <a:pt x="2062926" y="1583445"/>
                  </a:lnTo>
                  <a:lnTo>
                    <a:pt x="2067289" y="1583445"/>
                  </a:lnTo>
                  <a:lnTo>
                    <a:pt x="2071651" y="1546028"/>
                  </a:lnTo>
                  <a:lnTo>
                    <a:pt x="2076014" y="1614562"/>
                  </a:lnTo>
                  <a:lnTo>
                    <a:pt x="2080377" y="1545648"/>
                  </a:lnTo>
                  <a:lnTo>
                    <a:pt x="2084740" y="1558857"/>
                  </a:lnTo>
                  <a:lnTo>
                    <a:pt x="2089102" y="1512606"/>
                  </a:lnTo>
                  <a:lnTo>
                    <a:pt x="2093465" y="1419537"/>
                  </a:lnTo>
                  <a:lnTo>
                    <a:pt x="2097828" y="1397064"/>
                  </a:lnTo>
                  <a:lnTo>
                    <a:pt x="2102191" y="1409206"/>
                  </a:lnTo>
                  <a:lnTo>
                    <a:pt x="2106553" y="1403101"/>
                  </a:lnTo>
                  <a:lnTo>
                    <a:pt x="2110916" y="1371653"/>
                  </a:lnTo>
                  <a:lnTo>
                    <a:pt x="2115279" y="1318923"/>
                  </a:lnTo>
                  <a:lnTo>
                    <a:pt x="2119642" y="1298519"/>
                  </a:lnTo>
                  <a:lnTo>
                    <a:pt x="2124004" y="1255238"/>
                  </a:lnTo>
                  <a:lnTo>
                    <a:pt x="2128367" y="1243050"/>
                  </a:lnTo>
                  <a:lnTo>
                    <a:pt x="2132730" y="1243050"/>
                  </a:lnTo>
                  <a:lnTo>
                    <a:pt x="2137093" y="1258328"/>
                  </a:lnTo>
                  <a:lnTo>
                    <a:pt x="2141455" y="1287270"/>
                  </a:lnTo>
                  <a:lnTo>
                    <a:pt x="2145818" y="1325751"/>
                  </a:lnTo>
                  <a:lnTo>
                    <a:pt x="2150181" y="1308453"/>
                  </a:lnTo>
                  <a:lnTo>
                    <a:pt x="2154544" y="1205596"/>
                  </a:lnTo>
                  <a:lnTo>
                    <a:pt x="2158906" y="1291130"/>
                  </a:lnTo>
                  <a:lnTo>
                    <a:pt x="2163269" y="1316574"/>
                  </a:lnTo>
                  <a:lnTo>
                    <a:pt x="2167632" y="1338319"/>
                  </a:lnTo>
                  <a:lnTo>
                    <a:pt x="2171995" y="1358408"/>
                  </a:lnTo>
                  <a:lnTo>
                    <a:pt x="2176357" y="1400965"/>
                  </a:lnTo>
                  <a:lnTo>
                    <a:pt x="2180720" y="1487804"/>
                  </a:lnTo>
                  <a:lnTo>
                    <a:pt x="2185083" y="1528245"/>
                  </a:lnTo>
                  <a:lnTo>
                    <a:pt x="2189446" y="1632044"/>
                  </a:lnTo>
                  <a:lnTo>
                    <a:pt x="2193808" y="1667046"/>
                  </a:lnTo>
                  <a:lnTo>
                    <a:pt x="2198171" y="1658081"/>
                  </a:lnTo>
                  <a:lnTo>
                    <a:pt x="2202534" y="1583445"/>
                  </a:lnTo>
                  <a:lnTo>
                    <a:pt x="2206897" y="1484566"/>
                  </a:lnTo>
                  <a:lnTo>
                    <a:pt x="2211259" y="1447149"/>
                  </a:lnTo>
                  <a:lnTo>
                    <a:pt x="2215622" y="1403739"/>
                  </a:lnTo>
                  <a:lnTo>
                    <a:pt x="2219985" y="1514958"/>
                  </a:lnTo>
                  <a:lnTo>
                    <a:pt x="2224348" y="1493958"/>
                  </a:lnTo>
                  <a:lnTo>
                    <a:pt x="2228710" y="1472214"/>
                  </a:lnTo>
                  <a:lnTo>
                    <a:pt x="2233073" y="1405449"/>
                  </a:lnTo>
                  <a:lnTo>
                    <a:pt x="2237436" y="1492688"/>
                  </a:lnTo>
                  <a:lnTo>
                    <a:pt x="2241799" y="1459285"/>
                  </a:lnTo>
                  <a:lnTo>
                    <a:pt x="2246161" y="1430777"/>
                  </a:lnTo>
                  <a:lnTo>
                    <a:pt x="2250524" y="1430777"/>
                  </a:lnTo>
                  <a:lnTo>
                    <a:pt x="2254887" y="1430777"/>
                  </a:lnTo>
                  <a:lnTo>
                    <a:pt x="2259250" y="1430777"/>
                  </a:lnTo>
                  <a:lnTo>
                    <a:pt x="2263612" y="1434177"/>
                  </a:lnTo>
                  <a:lnTo>
                    <a:pt x="2267975" y="1465778"/>
                  </a:lnTo>
                  <a:lnTo>
                    <a:pt x="2272338" y="1505135"/>
                  </a:lnTo>
                  <a:lnTo>
                    <a:pt x="2276701" y="1467589"/>
                  </a:lnTo>
                  <a:lnTo>
                    <a:pt x="2281063" y="1458595"/>
                  </a:lnTo>
                  <a:lnTo>
                    <a:pt x="2285426" y="1423401"/>
                  </a:lnTo>
                  <a:lnTo>
                    <a:pt x="2289789" y="1425057"/>
                  </a:lnTo>
                  <a:lnTo>
                    <a:pt x="2294152" y="1418464"/>
                  </a:lnTo>
                  <a:lnTo>
                    <a:pt x="2298514" y="1449579"/>
                  </a:lnTo>
                  <a:lnTo>
                    <a:pt x="2302877" y="1338325"/>
                  </a:lnTo>
                  <a:lnTo>
                    <a:pt x="2307240" y="1386149"/>
                  </a:lnTo>
                  <a:lnTo>
                    <a:pt x="2311603" y="1363169"/>
                  </a:lnTo>
                  <a:lnTo>
                    <a:pt x="2315965" y="1351044"/>
                  </a:lnTo>
                  <a:lnTo>
                    <a:pt x="2320328" y="1325898"/>
                  </a:lnTo>
                  <a:lnTo>
                    <a:pt x="2324691" y="1306927"/>
                  </a:lnTo>
                  <a:lnTo>
                    <a:pt x="2329054" y="1306927"/>
                  </a:lnTo>
                  <a:lnTo>
                    <a:pt x="2333416" y="1306927"/>
                  </a:lnTo>
                  <a:lnTo>
                    <a:pt x="2337779" y="1318923"/>
                  </a:lnTo>
                  <a:lnTo>
                    <a:pt x="2342142" y="1377412"/>
                  </a:lnTo>
                  <a:lnTo>
                    <a:pt x="2346505" y="1417455"/>
                  </a:lnTo>
                  <a:lnTo>
                    <a:pt x="2350867" y="1493148"/>
                  </a:lnTo>
                  <a:lnTo>
                    <a:pt x="2355230" y="1527672"/>
                  </a:lnTo>
                  <a:lnTo>
                    <a:pt x="2359593" y="1561825"/>
                  </a:lnTo>
                  <a:lnTo>
                    <a:pt x="2363956" y="1558857"/>
                  </a:lnTo>
                  <a:lnTo>
                    <a:pt x="2368318" y="1602788"/>
                  </a:lnTo>
                  <a:lnTo>
                    <a:pt x="2372681" y="1608848"/>
                  </a:lnTo>
                  <a:lnTo>
                    <a:pt x="2377044" y="1649367"/>
                  </a:lnTo>
                  <a:lnTo>
                    <a:pt x="2381407" y="1564414"/>
                  </a:lnTo>
                  <a:lnTo>
                    <a:pt x="2385769" y="1619480"/>
                  </a:lnTo>
                  <a:lnTo>
                    <a:pt x="2390132" y="1667046"/>
                  </a:lnTo>
                  <a:lnTo>
                    <a:pt x="2394495" y="1615356"/>
                  </a:lnTo>
                  <a:lnTo>
                    <a:pt x="2398858" y="1583445"/>
                  </a:lnTo>
                  <a:lnTo>
                    <a:pt x="2403220" y="1583445"/>
                  </a:lnTo>
                  <a:lnTo>
                    <a:pt x="2407583" y="1553307"/>
                  </a:lnTo>
                  <a:lnTo>
                    <a:pt x="2411946" y="1417827"/>
                  </a:lnTo>
                  <a:lnTo>
                    <a:pt x="2416309" y="1330973"/>
                  </a:lnTo>
                  <a:lnTo>
                    <a:pt x="2420671" y="1249810"/>
                  </a:lnTo>
                  <a:lnTo>
                    <a:pt x="2425034" y="1150582"/>
                  </a:lnTo>
                  <a:lnTo>
                    <a:pt x="2429397" y="1120068"/>
                  </a:lnTo>
                  <a:lnTo>
                    <a:pt x="2433760" y="1102232"/>
                  </a:lnTo>
                  <a:lnTo>
                    <a:pt x="2438122" y="1091180"/>
                  </a:lnTo>
                  <a:lnTo>
                    <a:pt x="2442485" y="1012739"/>
                  </a:lnTo>
                  <a:lnTo>
                    <a:pt x="2446848" y="939476"/>
                  </a:lnTo>
                  <a:lnTo>
                    <a:pt x="2451211" y="938296"/>
                  </a:lnTo>
                  <a:lnTo>
                    <a:pt x="2455573" y="923181"/>
                  </a:lnTo>
                  <a:lnTo>
                    <a:pt x="2459936" y="916345"/>
                  </a:lnTo>
                  <a:lnTo>
                    <a:pt x="2464299" y="866615"/>
                  </a:lnTo>
                  <a:lnTo>
                    <a:pt x="2468662" y="811648"/>
                  </a:lnTo>
                  <a:lnTo>
                    <a:pt x="2473024" y="801476"/>
                  </a:lnTo>
                  <a:lnTo>
                    <a:pt x="2477387" y="812582"/>
                  </a:lnTo>
                  <a:lnTo>
                    <a:pt x="2481750" y="792392"/>
                  </a:lnTo>
                  <a:lnTo>
                    <a:pt x="2486113" y="780805"/>
                  </a:lnTo>
                  <a:lnTo>
                    <a:pt x="2490475" y="939726"/>
                  </a:lnTo>
                  <a:lnTo>
                    <a:pt x="2494838" y="903929"/>
                  </a:lnTo>
                  <a:lnTo>
                    <a:pt x="2499201" y="866235"/>
                  </a:lnTo>
                  <a:lnTo>
                    <a:pt x="2503564" y="834256"/>
                  </a:lnTo>
                  <a:lnTo>
                    <a:pt x="2507926" y="836387"/>
                  </a:lnTo>
                  <a:lnTo>
                    <a:pt x="2512289" y="844273"/>
                  </a:lnTo>
                  <a:lnTo>
                    <a:pt x="2516652" y="795281"/>
                  </a:lnTo>
                  <a:lnTo>
                    <a:pt x="2521015" y="788072"/>
                  </a:lnTo>
                  <a:lnTo>
                    <a:pt x="2525377" y="769512"/>
                  </a:lnTo>
                  <a:lnTo>
                    <a:pt x="2529740" y="790682"/>
                  </a:lnTo>
                  <a:lnTo>
                    <a:pt x="2534103" y="919894"/>
                  </a:lnTo>
                  <a:lnTo>
                    <a:pt x="2538466" y="910823"/>
                  </a:lnTo>
                  <a:lnTo>
                    <a:pt x="2542828" y="882770"/>
                  </a:lnTo>
                  <a:lnTo>
                    <a:pt x="2547191" y="910621"/>
                  </a:lnTo>
                  <a:lnTo>
                    <a:pt x="2551554" y="943418"/>
                  </a:lnTo>
                  <a:lnTo>
                    <a:pt x="2555917" y="968392"/>
                  </a:lnTo>
                  <a:lnTo>
                    <a:pt x="2560279" y="1029596"/>
                  </a:lnTo>
                  <a:lnTo>
                    <a:pt x="2564642" y="1057685"/>
                  </a:lnTo>
                  <a:lnTo>
                    <a:pt x="2569005" y="1015178"/>
                  </a:lnTo>
                  <a:lnTo>
                    <a:pt x="2573368" y="1068156"/>
                  </a:lnTo>
                  <a:lnTo>
                    <a:pt x="2577730" y="1122032"/>
                  </a:lnTo>
                  <a:lnTo>
                    <a:pt x="2582093" y="1216589"/>
                  </a:lnTo>
                  <a:lnTo>
                    <a:pt x="2586456" y="1252165"/>
                  </a:lnTo>
                  <a:lnTo>
                    <a:pt x="2590819" y="1329420"/>
                  </a:lnTo>
                  <a:lnTo>
                    <a:pt x="2595181" y="1364878"/>
                  </a:lnTo>
                  <a:lnTo>
                    <a:pt x="2599544" y="1472214"/>
                  </a:lnTo>
                  <a:lnTo>
                    <a:pt x="2603907" y="1542617"/>
                  </a:lnTo>
                  <a:lnTo>
                    <a:pt x="2608270" y="1619480"/>
                  </a:lnTo>
                  <a:lnTo>
                    <a:pt x="2612632" y="1667046"/>
                  </a:lnTo>
                  <a:lnTo>
                    <a:pt x="2616995" y="1568167"/>
                  </a:lnTo>
                  <a:lnTo>
                    <a:pt x="2621358" y="1511026"/>
                  </a:lnTo>
                  <a:lnTo>
                    <a:pt x="2625721" y="1511026"/>
                  </a:lnTo>
                  <a:lnTo>
                    <a:pt x="2630083" y="1511026"/>
                  </a:lnTo>
                  <a:lnTo>
                    <a:pt x="2634446" y="1511026"/>
                  </a:lnTo>
                  <a:lnTo>
                    <a:pt x="2638809" y="1511026"/>
                  </a:lnTo>
                  <a:lnTo>
                    <a:pt x="2643172" y="1511026"/>
                  </a:lnTo>
                  <a:lnTo>
                    <a:pt x="2647534" y="1511026"/>
                  </a:lnTo>
                  <a:lnTo>
                    <a:pt x="2651897" y="1511026"/>
                  </a:lnTo>
                  <a:lnTo>
                    <a:pt x="2656260" y="1511026"/>
                  </a:lnTo>
                  <a:lnTo>
                    <a:pt x="2660623" y="1456264"/>
                  </a:lnTo>
                  <a:lnTo>
                    <a:pt x="2664985" y="1343272"/>
                  </a:lnTo>
                  <a:lnTo>
                    <a:pt x="2669348" y="1338319"/>
                  </a:lnTo>
                  <a:lnTo>
                    <a:pt x="2673711" y="1338319"/>
                  </a:lnTo>
                  <a:lnTo>
                    <a:pt x="2678074" y="1338319"/>
                  </a:lnTo>
                  <a:lnTo>
                    <a:pt x="2682436" y="1400965"/>
                  </a:lnTo>
                  <a:lnTo>
                    <a:pt x="2686799" y="1447149"/>
                  </a:lnTo>
                  <a:lnTo>
                    <a:pt x="2691162" y="1447149"/>
                  </a:lnTo>
                  <a:lnTo>
                    <a:pt x="2695525" y="1447149"/>
                  </a:lnTo>
                  <a:lnTo>
                    <a:pt x="2699887" y="1447149"/>
                  </a:lnTo>
                  <a:lnTo>
                    <a:pt x="2704250" y="1447149"/>
                  </a:lnTo>
                  <a:lnTo>
                    <a:pt x="2708613" y="1447149"/>
                  </a:lnTo>
                  <a:lnTo>
                    <a:pt x="2712976" y="1432290"/>
                  </a:lnTo>
                  <a:lnTo>
                    <a:pt x="2717338" y="1363548"/>
                  </a:lnTo>
                  <a:lnTo>
                    <a:pt x="2721701" y="1338319"/>
                  </a:lnTo>
                  <a:lnTo>
                    <a:pt x="2726064" y="1381934"/>
                  </a:lnTo>
                  <a:lnTo>
                    <a:pt x="2730427" y="1504289"/>
                  </a:lnTo>
                  <a:lnTo>
                    <a:pt x="2734789" y="1511026"/>
                  </a:lnTo>
                  <a:lnTo>
                    <a:pt x="2739152" y="1511026"/>
                  </a:lnTo>
                  <a:lnTo>
                    <a:pt x="2743515" y="1507647"/>
                  </a:lnTo>
                  <a:lnTo>
                    <a:pt x="2747878" y="1447149"/>
                  </a:lnTo>
                  <a:lnTo>
                    <a:pt x="2752240" y="1441156"/>
                  </a:lnTo>
                  <a:lnTo>
                    <a:pt x="2756603" y="1314211"/>
                  </a:lnTo>
                  <a:lnTo>
                    <a:pt x="2760966" y="1231285"/>
                  </a:lnTo>
                  <a:lnTo>
                    <a:pt x="2765329" y="1133419"/>
                  </a:lnTo>
                  <a:lnTo>
                    <a:pt x="2769691" y="1050542"/>
                  </a:lnTo>
                  <a:lnTo>
                    <a:pt x="2774054" y="1036232"/>
                  </a:lnTo>
                  <a:lnTo>
                    <a:pt x="2778417" y="1020915"/>
                  </a:lnTo>
                  <a:lnTo>
                    <a:pt x="2782780" y="1043340"/>
                  </a:lnTo>
                  <a:lnTo>
                    <a:pt x="2787142" y="1018176"/>
                  </a:lnTo>
                  <a:lnTo>
                    <a:pt x="2791505" y="998062"/>
                  </a:lnTo>
                  <a:lnTo>
                    <a:pt x="2795868" y="878099"/>
                  </a:lnTo>
                  <a:lnTo>
                    <a:pt x="2800231" y="822967"/>
                  </a:lnTo>
                  <a:lnTo>
                    <a:pt x="2804593" y="799647"/>
                  </a:lnTo>
                  <a:lnTo>
                    <a:pt x="2808956" y="772058"/>
                  </a:lnTo>
                  <a:lnTo>
                    <a:pt x="2813319" y="731928"/>
                  </a:lnTo>
                  <a:lnTo>
                    <a:pt x="2817682" y="727914"/>
                  </a:lnTo>
                  <a:lnTo>
                    <a:pt x="2822044" y="761743"/>
                  </a:lnTo>
                  <a:lnTo>
                    <a:pt x="2826407" y="774667"/>
                  </a:lnTo>
                  <a:lnTo>
                    <a:pt x="2830770" y="804232"/>
                  </a:lnTo>
                  <a:lnTo>
                    <a:pt x="2835133" y="845344"/>
                  </a:lnTo>
                  <a:lnTo>
                    <a:pt x="2839495" y="855369"/>
                  </a:lnTo>
                  <a:lnTo>
                    <a:pt x="2843858" y="860452"/>
                  </a:lnTo>
                  <a:lnTo>
                    <a:pt x="2848221" y="838435"/>
                  </a:lnTo>
                  <a:lnTo>
                    <a:pt x="2852584" y="841386"/>
                  </a:lnTo>
                  <a:lnTo>
                    <a:pt x="2856946" y="831614"/>
                  </a:lnTo>
                  <a:lnTo>
                    <a:pt x="2861309" y="900722"/>
                  </a:lnTo>
                  <a:lnTo>
                    <a:pt x="2865672" y="947811"/>
                  </a:lnTo>
                  <a:lnTo>
                    <a:pt x="2870035" y="955058"/>
                  </a:lnTo>
                  <a:lnTo>
                    <a:pt x="2874397" y="973611"/>
                  </a:lnTo>
                  <a:lnTo>
                    <a:pt x="2878760" y="1030612"/>
                  </a:lnTo>
                  <a:lnTo>
                    <a:pt x="2883123" y="1006019"/>
                  </a:lnTo>
                  <a:lnTo>
                    <a:pt x="2887486" y="941844"/>
                  </a:lnTo>
                  <a:lnTo>
                    <a:pt x="2891848" y="950216"/>
                  </a:lnTo>
                  <a:lnTo>
                    <a:pt x="2896211" y="949012"/>
                  </a:lnTo>
                  <a:lnTo>
                    <a:pt x="2900574" y="938296"/>
                  </a:lnTo>
                  <a:lnTo>
                    <a:pt x="2904937" y="914086"/>
                  </a:lnTo>
                  <a:lnTo>
                    <a:pt x="2909299" y="905140"/>
                  </a:lnTo>
                  <a:lnTo>
                    <a:pt x="2913662" y="890910"/>
                  </a:lnTo>
                  <a:lnTo>
                    <a:pt x="2918025" y="829680"/>
                  </a:lnTo>
                  <a:lnTo>
                    <a:pt x="2922388" y="928037"/>
                  </a:lnTo>
                  <a:lnTo>
                    <a:pt x="2926750" y="901583"/>
                  </a:lnTo>
                  <a:lnTo>
                    <a:pt x="2931113" y="832133"/>
                  </a:lnTo>
                  <a:lnTo>
                    <a:pt x="2935476" y="913381"/>
                  </a:lnTo>
                  <a:lnTo>
                    <a:pt x="2939839" y="921858"/>
                  </a:lnTo>
                  <a:lnTo>
                    <a:pt x="2944201" y="897494"/>
                  </a:lnTo>
                  <a:lnTo>
                    <a:pt x="2948564" y="859951"/>
                  </a:lnTo>
                  <a:lnTo>
                    <a:pt x="2952927" y="868799"/>
                  </a:lnTo>
                  <a:lnTo>
                    <a:pt x="2957290" y="827038"/>
                  </a:lnTo>
                  <a:lnTo>
                    <a:pt x="2961652" y="780630"/>
                  </a:lnTo>
                  <a:lnTo>
                    <a:pt x="2966015" y="767152"/>
                  </a:lnTo>
                  <a:lnTo>
                    <a:pt x="2970378" y="770118"/>
                  </a:lnTo>
                  <a:lnTo>
                    <a:pt x="2974741" y="765591"/>
                  </a:lnTo>
                  <a:lnTo>
                    <a:pt x="2979103" y="783275"/>
                  </a:lnTo>
                  <a:lnTo>
                    <a:pt x="2983466" y="828786"/>
                  </a:lnTo>
                  <a:lnTo>
                    <a:pt x="2987829" y="874177"/>
                  </a:lnTo>
                  <a:lnTo>
                    <a:pt x="2992192" y="918771"/>
                  </a:lnTo>
                  <a:lnTo>
                    <a:pt x="2996554" y="889430"/>
                  </a:lnTo>
                  <a:lnTo>
                    <a:pt x="3000917" y="922515"/>
                  </a:lnTo>
                  <a:lnTo>
                    <a:pt x="3005280" y="953464"/>
                  </a:lnTo>
                  <a:lnTo>
                    <a:pt x="3009643" y="1002974"/>
                  </a:lnTo>
                  <a:lnTo>
                    <a:pt x="3014005" y="1069725"/>
                  </a:lnTo>
                  <a:lnTo>
                    <a:pt x="3018368" y="1113135"/>
                  </a:lnTo>
                  <a:lnTo>
                    <a:pt x="3022731" y="1234458"/>
                  </a:lnTo>
                  <a:lnTo>
                    <a:pt x="3027094" y="1433378"/>
                  </a:lnTo>
                  <a:lnTo>
                    <a:pt x="3031456" y="1545648"/>
                  </a:lnTo>
                  <a:lnTo>
                    <a:pt x="3035819" y="1568704"/>
                  </a:lnTo>
                  <a:lnTo>
                    <a:pt x="3040182" y="1481347"/>
                  </a:lnTo>
                  <a:lnTo>
                    <a:pt x="3044545" y="1511026"/>
                  </a:lnTo>
                  <a:lnTo>
                    <a:pt x="3048907" y="1511026"/>
                  </a:lnTo>
                  <a:lnTo>
                    <a:pt x="3053270" y="1459337"/>
                  </a:lnTo>
                  <a:lnTo>
                    <a:pt x="3057633" y="1585490"/>
                  </a:lnTo>
                  <a:lnTo>
                    <a:pt x="3061996" y="1593824"/>
                  </a:lnTo>
                  <a:lnTo>
                    <a:pt x="3066358" y="1516611"/>
                  </a:lnTo>
                  <a:lnTo>
                    <a:pt x="3070721" y="1442981"/>
                  </a:lnTo>
                  <a:lnTo>
                    <a:pt x="3075084" y="1387149"/>
                  </a:lnTo>
                  <a:lnTo>
                    <a:pt x="3079447" y="1356587"/>
                  </a:lnTo>
                  <a:lnTo>
                    <a:pt x="3083809" y="1244559"/>
                  </a:lnTo>
                  <a:lnTo>
                    <a:pt x="3088172" y="1116039"/>
                  </a:lnTo>
                  <a:lnTo>
                    <a:pt x="3092535" y="1030230"/>
                  </a:lnTo>
                  <a:lnTo>
                    <a:pt x="3096898" y="1003430"/>
                  </a:lnTo>
                  <a:lnTo>
                    <a:pt x="3101260" y="942141"/>
                  </a:lnTo>
                  <a:lnTo>
                    <a:pt x="3105623" y="862634"/>
                  </a:lnTo>
                  <a:lnTo>
                    <a:pt x="3109986" y="784180"/>
                  </a:lnTo>
                  <a:lnTo>
                    <a:pt x="3114349" y="731844"/>
                  </a:lnTo>
                  <a:lnTo>
                    <a:pt x="3118711" y="686271"/>
                  </a:lnTo>
                  <a:lnTo>
                    <a:pt x="3123074" y="652364"/>
                  </a:lnTo>
                  <a:lnTo>
                    <a:pt x="3127437" y="587187"/>
                  </a:lnTo>
                  <a:lnTo>
                    <a:pt x="3131800" y="560385"/>
                  </a:lnTo>
                  <a:lnTo>
                    <a:pt x="3136162" y="404008"/>
                  </a:lnTo>
                  <a:lnTo>
                    <a:pt x="3140525" y="376961"/>
                  </a:lnTo>
                  <a:lnTo>
                    <a:pt x="3144888" y="334293"/>
                  </a:lnTo>
                  <a:lnTo>
                    <a:pt x="3149251" y="323181"/>
                  </a:lnTo>
                  <a:lnTo>
                    <a:pt x="3153613" y="306746"/>
                  </a:lnTo>
                  <a:lnTo>
                    <a:pt x="3157976" y="269771"/>
                  </a:lnTo>
                  <a:lnTo>
                    <a:pt x="3162339" y="242296"/>
                  </a:lnTo>
                  <a:lnTo>
                    <a:pt x="3166702" y="210880"/>
                  </a:lnTo>
                  <a:lnTo>
                    <a:pt x="3171064" y="196280"/>
                  </a:lnTo>
                  <a:lnTo>
                    <a:pt x="3175427" y="178564"/>
                  </a:lnTo>
                  <a:lnTo>
                    <a:pt x="3179790" y="285584"/>
                  </a:lnTo>
                  <a:lnTo>
                    <a:pt x="3184153" y="280853"/>
                  </a:lnTo>
                  <a:lnTo>
                    <a:pt x="3188515" y="274344"/>
                  </a:lnTo>
                  <a:lnTo>
                    <a:pt x="3192878" y="285568"/>
                  </a:lnTo>
                  <a:lnTo>
                    <a:pt x="3197241" y="288411"/>
                  </a:lnTo>
                  <a:lnTo>
                    <a:pt x="3201604" y="277890"/>
                  </a:lnTo>
                  <a:lnTo>
                    <a:pt x="3205966" y="272579"/>
                  </a:lnTo>
                  <a:lnTo>
                    <a:pt x="3210329" y="287375"/>
                  </a:lnTo>
                  <a:lnTo>
                    <a:pt x="3214692" y="268068"/>
                  </a:lnTo>
                  <a:lnTo>
                    <a:pt x="3219055" y="253539"/>
                  </a:lnTo>
                  <a:lnTo>
                    <a:pt x="3223417" y="265578"/>
                  </a:lnTo>
                  <a:lnTo>
                    <a:pt x="3227780" y="251357"/>
                  </a:lnTo>
                  <a:lnTo>
                    <a:pt x="3232143" y="264585"/>
                  </a:lnTo>
                  <a:lnTo>
                    <a:pt x="3236506" y="255730"/>
                  </a:lnTo>
                  <a:lnTo>
                    <a:pt x="3240868" y="284795"/>
                  </a:lnTo>
                  <a:lnTo>
                    <a:pt x="3245231" y="305502"/>
                  </a:lnTo>
                  <a:lnTo>
                    <a:pt x="3249594" y="298064"/>
                  </a:lnTo>
                  <a:lnTo>
                    <a:pt x="3253957" y="154419"/>
                  </a:lnTo>
                  <a:lnTo>
                    <a:pt x="3258319" y="120495"/>
                  </a:lnTo>
                  <a:lnTo>
                    <a:pt x="3262682" y="84891"/>
                  </a:lnTo>
                  <a:lnTo>
                    <a:pt x="3267045" y="87586"/>
                  </a:lnTo>
                  <a:lnTo>
                    <a:pt x="3271408" y="93265"/>
                  </a:lnTo>
                  <a:lnTo>
                    <a:pt x="3275770" y="83914"/>
                  </a:lnTo>
                  <a:lnTo>
                    <a:pt x="3280133" y="101266"/>
                  </a:lnTo>
                  <a:lnTo>
                    <a:pt x="3284496" y="134775"/>
                  </a:lnTo>
                  <a:lnTo>
                    <a:pt x="3288859" y="147517"/>
                  </a:lnTo>
                  <a:lnTo>
                    <a:pt x="3293221" y="169348"/>
                  </a:lnTo>
                  <a:lnTo>
                    <a:pt x="3297584" y="195979"/>
                  </a:lnTo>
                  <a:lnTo>
                    <a:pt x="3301947" y="228745"/>
                  </a:lnTo>
                  <a:lnTo>
                    <a:pt x="3306310" y="233546"/>
                  </a:lnTo>
                  <a:lnTo>
                    <a:pt x="3310672" y="390522"/>
                  </a:lnTo>
                  <a:lnTo>
                    <a:pt x="3315035" y="423010"/>
                  </a:lnTo>
                  <a:lnTo>
                    <a:pt x="3319398" y="498422"/>
                  </a:lnTo>
                  <a:lnTo>
                    <a:pt x="3323761" y="539230"/>
                  </a:lnTo>
                  <a:lnTo>
                    <a:pt x="3328123" y="563207"/>
                  </a:lnTo>
                  <a:lnTo>
                    <a:pt x="3332486" y="591455"/>
                  </a:lnTo>
                  <a:lnTo>
                    <a:pt x="3336849" y="614595"/>
                  </a:lnTo>
                  <a:lnTo>
                    <a:pt x="3341212" y="671368"/>
                  </a:lnTo>
                  <a:lnTo>
                    <a:pt x="3345574" y="728917"/>
                  </a:lnTo>
                  <a:lnTo>
                    <a:pt x="3349937" y="720805"/>
                  </a:lnTo>
                  <a:lnTo>
                    <a:pt x="3354300" y="824840"/>
                  </a:lnTo>
                  <a:lnTo>
                    <a:pt x="3358663" y="779620"/>
                  </a:lnTo>
                  <a:lnTo>
                    <a:pt x="3363025" y="725413"/>
                  </a:lnTo>
                  <a:lnTo>
                    <a:pt x="3367388" y="700555"/>
                  </a:lnTo>
                  <a:lnTo>
                    <a:pt x="3371751" y="772594"/>
                  </a:lnTo>
                  <a:lnTo>
                    <a:pt x="3376114" y="765836"/>
                  </a:lnTo>
                  <a:lnTo>
                    <a:pt x="3380476" y="749300"/>
                  </a:lnTo>
                  <a:lnTo>
                    <a:pt x="3384839" y="680796"/>
                  </a:lnTo>
                  <a:lnTo>
                    <a:pt x="3389202" y="688520"/>
                  </a:lnTo>
                  <a:lnTo>
                    <a:pt x="3393565" y="717431"/>
                  </a:lnTo>
                  <a:lnTo>
                    <a:pt x="3397927" y="673540"/>
                  </a:lnTo>
                  <a:lnTo>
                    <a:pt x="3402290" y="629604"/>
                  </a:lnTo>
                  <a:lnTo>
                    <a:pt x="3406653" y="596413"/>
                  </a:lnTo>
                  <a:lnTo>
                    <a:pt x="3411016" y="544865"/>
                  </a:lnTo>
                  <a:lnTo>
                    <a:pt x="3415378" y="526697"/>
                  </a:lnTo>
                  <a:lnTo>
                    <a:pt x="3419741" y="560690"/>
                  </a:lnTo>
                  <a:lnTo>
                    <a:pt x="3424104" y="584197"/>
                  </a:lnTo>
                  <a:lnTo>
                    <a:pt x="3428467" y="509638"/>
                  </a:lnTo>
                  <a:lnTo>
                    <a:pt x="3432829" y="517132"/>
                  </a:lnTo>
                  <a:lnTo>
                    <a:pt x="3437192" y="469803"/>
                  </a:lnTo>
                  <a:lnTo>
                    <a:pt x="3441555" y="431263"/>
                  </a:lnTo>
                  <a:lnTo>
                    <a:pt x="3445918" y="410303"/>
                  </a:lnTo>
                  <a:lnTo>
                    <a:pt x="3450280" y="411837"/>
                  </a:lnTo>
                  <a:lnTo>
                    <a:pt x="3454643" y="400977"/>
                  </a:lnTo>
                  <a:lnTo>
                    <a:pt x="3459006" y="386454"/>
                  </a:lnTo>
                  <a:lnTo>
                    <a:pt x="3463369" y="411742"/>
                  </a:lnTo>
                  <a:lnTo>
                    <a:pt x="3467731" y="459049"/>
                  </a:lnTo>
                  <a:lnTo>
                    <a:pt x="3472094" y="490447"/>
                  </a:lnTo>
                  <a:lnTo>
                    <a:pt x="3476457" y="541897"/>
                  </a:lnTo>
                  <a:lnTo>
                    <a:pt x="3480820" y="587175"/>
                  </a:lnTo>
                  <a:lnTo>
                    <a:pt x="3485182" y="602412"/>
                  </a:lnTo>
                  <a:lnTo>
                    <a:pt x="3489545" y="626486"/>
                  </a:lnTo>
                  <a:lnTo>
                    <a:pt x="3493908" y="612813"/>
                  </a:lnTo>
                  <a:lnTo>
                    <a:pt x="3498271" y="711938"/>
                  </a:lnTo>
                  <a:lnTo>
                    <a:pt x="3502633" y="739358"/>
                  </a:lnTo>
                  <a:lnTo>
                    <a:pt x="3506996" y="765188"/>
                  </a:lnTo>
                  <a:lnTo>
                    <a:pt x="3511359" y="826565"/>
                  </a:lnTo>
                  <a:lnTo>
                    <a:pt x="3515722" y="881424"/>
                  </a:lnTo>
                  <a:lnTo>
                    <a:pt x="3520084" y="790513"/>
                  </a:lnTo>
                  <a:lnTo>
                    <a:pt x="3524447" y="862108"/>
                  </a:lnTo>
                  <a:lnTo>
                    <a:pt x="3528810" y="814749"/>
                  </a:lnTo>
                  <a:lnTo>
                    <a:pt x="3533173" y="845355"/>
                  </a:lnTo>
                  <a:lnTo>
                    <a:pt x="3537535" y="791786"/>
                  </a:lnTo>
                  <a:lnTo>
                    <a:pt x="3541898" y="748550"/>
                  </a:lnTo>
                  <a:lnTo>
                    <a:pt x="3546261" y="714328"/>
                  </a:lnTo>
                  <a:lnTo>
                    <a:pt x="3550624" y="676045"/>
                  </a:lnTo>
                  <a:lnTo>
                    <a:pt x="3554986" y="651753"/>
                  </a:lnTo>
                  <a:lnTo>
                    <a:pt x="3559349" y="663467"/>
                  </a:lnTo>
                  <a:lnTo>
                    <a:pt x="3563712" y="657286"/>
                  </a:lnTo>
                  <a:lnTo>
                    <a:pt x="3568075" y="605428"/>
                  </a:lnTo>
                  <a:lnTo>
                    <a:pt x="3572437" y="601402"/>
                  </a:lnTo>
                  <a:lnTo>
                    <a:pt x="3576800" y="614450"/>
                  </a:lnTo>
                  <a:lnTo>
                    <a:pt x="3581163" y="615920"/>
                  </a:lnTo>
                  <a:lnTo>
                    <a:pt x="3585526" y="619462"/>
                  </a:lnTo>
                  <a:lnTo>
                    <a:pt x="3589888" y="603650"/>
                  </a:lnTo>
                  <a:lnTo>
                    <a:pt x="3594251" y="641471"/>
                  </a:lnTo>
                  <a:lnTo>
                    <a:pt x="3598614" y="572780"/>
                  </a:lnTo>
                  <a:lnTo>
                    <a:pt x="3602977" y="495377"/>
                  </a:lnTo>
                  <a:lnTo>
                    <a:pt x="3607339" y="510775"/>
                  </a:lnTo>
                  <a:lnTo>
                    <a:pt x="3611702" y="524615"/>
                  </a:lnTo>
                  <a:lnTo>
                    <a:pt x="3616065" y="544190"/>
                  </a:lnTo>
                  <a:lnTo>
                    <a:pt x="3620428" y="571877"/>
                  </a:lnTo>
                  <a:lnTo>
                    <a:pt x="3624790" y="593725"/>
                  </a:lnTo>
                  <a:lnTo>
                    <a:pt x="3629153" y="633357"/>
                  </a:lnTo>
                  <a:lnTo>
                    <a:pt x="3633516" y="675585"/>
                  </a:lnTo>
                  <a:lnTo>
                    <a:pt x="3637879" y="723618"/>
                  </a:lnTo>
                  <a:lnTo>
                    <a:pt x="3642241" y="730542"/>
                  </a:lnTo>
                  <a:lnTo>
                    <a:pt x="3646604" y="734780"/>
                  </a:lnTo>
                  <a:lnTo>
                    <a:pt x="3650967" y="592063"/>
                  </a:lnTo>
                  <a:lnTo>
                    <a:pt x="3655330" y="715952"/>
                  </a:lnTo>
                  <a:lnTo>
                    <a:pt x="3659692" y="740720"/>
                  </a:lnTo>
                  <a:lnTo>
                    <a:pt x="3664055" y="847231"/>
                  </a:lnTo>
                  <a:lnTo>
                    <a:pt x="3668418" y="836095"/>
                  </a:lnTo>
                  <a:lnTo>
                    <a:pt x="3672781" y="855106"/>
                  </a:lnTo>
                  <a:lnTo>
                    <a:pt x="3677143" y="881538"/>
                  </a:lnTo>
                  <a:lnTo>
                    <a:pt x="3681506" y="920452"/>
                  </a:lnTo>
                  <a:lnTo>
                    <a:pt x="3685869" y="902882"/>
                  </a:lnTo>
                  <a:lnTo>
                    <a:pt x="3690232" y="886485"/>
                  </a:lnTo>
                  <a:lnTo>
                    <a:pt x="3694594" y="882770"/>
                  </a:lnTo>
                  <a:lnTo>
                    <a:pt x="3698957" y="911270"/>
                  </a:lnTo>
                  <a:lnTo>
                    <a:pt x="3703320" y="958814"/>
                  </a:lnTo>
                  <a:lnTo>
                    <a:pt x="3707683" y="973930"/>
                  </a:lnTo>
                  <a:lnTo>
                    <a:pt x="3712045" y="979801"/>
                  </a:lnTo>
                  <a:lnTo>
                    <a:pt x="3716408" y="1015639"/>
                  </a:lnTo>
                  <a:lnTo>
                    <a:pt x="3720771" y="1038467"/>
                  </a:lnTo>
                  <a:lnTo>
                    <a:pt x="3725134" y="945612"/>
                  </a:lnTo>
                  <a:lnTo>
                    <a:pt x="3729496" y="984679"/>
                  </a:lnTo>
                  <a:lnTo>
                    <a:pt x="3733859" y="907362"/>
                  </a:lnTo>
                  <a:lnTo>
                    <a:pt x="3738222" y="951422"/>
                  </a:lnTo>
                  <a:lnTo>
                    <a:pt x="3742585" y="947811"/>
                  </a:lnTo>
                  <a:lnTo>
                    <a:pt x="3746947" y="895249"/>
                  </a:lnTo>
                  <a:lnTo>
                    <a:pt x="3751310" y="858413"/>
                  </a:lnTo>
                  <a:lnTo>
                    <a:pt x="3755673" y="850334"/>
                  </a:lnTo>
                  <a:lnTo>
                    <a:pt x="3760036" y="800561"/>
                  </a:lnTo>
                  <a:lnTo>
                    <a:pt x="3764398" y="771190"/>
                  </a:lnTo>
                  <a:lnTo>
                    <a:pt x="3768761" y="759195"/>
                  </a:lnTo>
                  <a:lnTo>
                    <a:pt x="3773124" y="759195"/>
                  </a:lnTo>
                  <a:lnTo>
                    <a:pt x="3777487" y="733542"/>
                  </a:lnTo>
                  <a:lnTo>
                    <a:pt x="3781849" y="716046"/>
                  </a:lnTo>
                  <a:lnTo>
                    <a:pt x="3786212" y="682662"/>
                  </a:lnTo>
                  <a:lnTo>
                    <a:pt x="3790575" y="661023"/>
                  </a:lnTo>
                  <a:lnTo>
                    <a:pt x="3794938" y="598325"/>
                  </a:lnTo>
                  <a:lnTo>
                    <a:pt x="3799300" y="539864"/>
                  </a:lnTo>
                  <a:lnTo>
                    <a:pt x="3803663" y="421454"/>
                  </a:lnTo>
                  <a:lnTo>
                    <a:pt x="3808026" y="374038"/>
                  </a:lnTo>
                  <a:lnTo>
                    <a:pt x="3812389" y="336232"/>
                  </a:lnTo>
                  <a:lnTo>
                    <a:pt x="3816751" y="340522"/>
                  </a:lnTo>
                  <a:lnTo>
                    <a:pt x="3821114" y="325081"/>
                  </a:lnTo>
                  <a:lnTo>
                    <a:pt x="3825477" y="315275"/>
                  </a:lnTo>
                  <a:lnTo>
                    <a:pt x="3829840" y="279131"/>
                  </a:lnTo>
                  <a:lnTo>
                    <a:pt x="3834202" y="234834"/>
                  </a:lnTo>
                  <a:lnTo>
                    <a:pt x="3838565" y="192094"/>
                  </a:lnTo>
                  <a:lnTo>
                    <a:pt x="3842928" y="176245"/>
                  </a:lnTo>
                  <a:lnTo>
                    <a:pt x="3847291" y="166783"/>
                  </a:lnTo>
                  <a:lnTo>
                    <a:pt x="3851653" y="173936"/>
                  </a:lnTo>
                  <a:lnTo>
                    <a:pt x="3856016" y="148340"/>
                  </a:lnTo>
                  <a:lnTo>
                    <a:pt x="3860379" y="145054"/>
                  </a:lnTo>
                  <a:lnTo>
                    <a:pt x="3864742" y="127059"/>
                  </a:lnTo>
                  <a:lnTo>
                    <a:pt x="3869104" y="175090"/>
                  </a:lnTo>
                  <a:lnTo>
                    <a:pt x="3873467" y="209341"/>
                  </a:lnTo>
                  <a:lnTo>
                    <a:pt x="3877830" y="249863"/>
                  </a:lnTo>
                  <a:lnTo>
                    <a:pt x="3882193" y="256195"/>
                  </a:lnTo>
                  <a:lnTo>
                    <a:pt x="3886555" y="272182"/>
                  </a:lnTo>
                  <a:lnTo>
                    <a:pt x="3890918" y="284754"/>
                  </a:lnTo>
                  <a:lnTo>
                    <a:pt x="3895281" y="330051"/>
                  </a:lnTo>
                  <a:lnTo>
                    <a:pt x="3899644" y="345241"/>
                  </a:lnTo>
                  <a:lnTo>
                    <a:pt x="3904006" y="339739"/>
                  </a:lnTo>
                  <a:lnTo>
                    <a:pt x="3908369" y="326987"/>
                  </a:lnTo>
                  <a:lnTo>
                    <a:pt x="3912732" y="325081"/>
                  </a:lnTo>
                  <a:lnTo>
                    <a:pt x="3917095" y="337788"/>
                  </a:lnTo>
                  <a:lnTo>
                    <a:pt x="3921457" y="386680"/>
                  </a:lnTo>
                  <a:lnTo>
                    <a:pt x="3925820" y="424645"/>
                  </a:lnTo>
                  <a:lnTo>
                    <a:pt x="3930183" y="470423"/>
                  </a:lnTo>
                  <a:lnTo>
                    <a:pt x="3934546" y="464485"/>
                  </a:lnTo>
                  <a:lnTo>
                    <a:pt x="3938908" y="416927"/>
                  </a:lnTo>
                  <a:lnTo>
                    <a:pt x="3943271" y="389244"/>
                  </a:lnTo>
                  <a:lnTo>
                    <a:pt x="3947634" y="397010"/>
                  </a:lnTo>
                  <a:lnTo>
                    <a:pt x="3951997" y="521820"/>
                  </a:lnTo>
                  <a:lnTo>
                    <a:pt x="3956359" y="479580"/>
                  </a:lnTo>
                  <a:lnTo>
                    <a:pt x="3960722" y="460115"/>
                  </a:lnTo>
                  <a:lnTo>
                    <a:pt x="3965085" y="457632"/>
                  </a:lnTo>
                  <a:lnTo>
                    <a:pt x="3969448" y="455159"/>
                  </a:lnTo>
                  <a:lnTo>
                    <a:pt x="3973810" y="457278"/>
                  </a:lnTo>
                  <a:lnTo>
                    <a:pt x="3978173" y="440214"/>
                  </a:lnTo>
                  <a:lnTo>
                    <a:pt x="3982536" y="403117"/>
                  </a:lnTo>
                  <a:lnTo>
                    <a:pt x="3986899" y="399289"/>
                  </a:lnTo>
                  <a:lnTo>
                    <a:pt x="3991261" y="397385"/>
                  </a:lnTo>
                  <a:lnTo>
                    <a:pt x="3995624" y="396752"/>
                  </a:lnTo>
                  <a:lnTo>
                    <a:pt x="3999987" y="408587"/>
                  </a:lnTo>
                  <a:lnTo>
                    <a:pt x="4004350" y="451647"/>
                  </a:lnTo>
                  <a:lnTo>
                    <a:pt x="4008712" y="478931"/>
                  </a:lnTo>
                  <a:lnTo>
                    <a:pt x="4013075" y="470528"/>
                  </a:lnTo>
                  <a:lnTo>
                    <a:pt x="4017438" y="443227"/>
                  </a:lnTo>
                  <a:lnTo>
                    <a:pt x="4021801" y="473162"/>
                  </a:lnTo>
                  <a:lnTo>
                    <a:pt x="4026163" y="476928"/>
                  </a:lnTo>
                  <a:lnTo>
                    <a:pt x="4030526" y="509240"/>
                  </a:lnTo>
                  <a:lnTo>
                    <a:pt x="4034889" y="571665"/>
                  </a:lnTo>
                  <a:lnTo>
                    <a:pt x="4039252" y="633357"/>
                  </a:lnTo>
                  <a:lnTo>
                    <a:pt x="4043614" y="669272"/>
                  </a:lnTo>
                  <a:lnTo>
                    <a:pt x="4047977" y="673472"/>
                  </a:lnTo>
                  <a:lnTo>
                    <a:pt x="4052340" y="640749"/>
                  </a:lnTo>
                  <a:lnTo>
                    <a:pt x="4056703" y="604756"/>
                  </a:lnTo>
                  <a:lnTo>
                    <a:pt x="4061065" y="618868"/>
                  </a:lnTo>
                  <a:lnTo>
                    <a:pt x="4065428" y="637286"/>
                  </a:lnTo>
                  <a:lnTo>
                    <a:pt x="4069791" y="634336"/>
                  </a:lnTo>
                  <a:lnTo>
                    <a:pt x="4074154" y="622214"/>
                  </a:lnTo>
                  <a:lnTo>
                    <a:pt x="4078516" y="652790"/>
                  </a:lnTo>
                  <a:lnTo>
                    <a:pt x="4082879" y="723110"/>
                  </a:lnTo>
                  <a:lnTo>
                    <a:pt x="4087242" y="731228"/>
                  </a:lnTo>
                  <a:lnTo>
                    <a:pt x="4091605" y="759027"/>
                  </a:lnTo>
                  <a:lnTo>
                    <a:pt x="4095967" y="718019"/>
                  </a:lnTo>
                  <a:lnTo>
                    <a:pt x="4100330" y="671430"/>
                  </a:lnTo>
                  <a:lnTo>
                    <a:pt x="4104693" y="512838"/>
                  </a:lnTo>
                  <a:lnTo>
                    <a:pt x="4109056" y="528116"/>
                  </a:lnTo>
                  <a:lnTo>
                    <a:pt x="4113418" y="564151"/>
                  </a:lnTo>
                  <a:lnTo>
                    <a:pt x="4117781" y="597696"/>
                  </a:lnTo>
                  <a:lnTo>
                    <a:pt x="4122144" y="634125"/>
                  </a:lnTo>
                  <a:lnTo>
                    <a:pt x="4126507" y="645686"/>
                  </a:lnTo>
                  <a:lnTo>
                    <a:pt x="4130869" y="651908"/>
                  </a:lnTo>
                  <a:lnTo>
                    <a:pt x="4135232" y="656797"/>
                  </a:lnTo>
                  <a:lnTo>
                    <a:pt x="4139595" y="630103"/>
                  </a:lnTo>
                  <a:lnTo>
                    <a:pt x="4143958" y="586488"/>
                  </a:lnTo>
                  <a:lnTo>
                    <a:pt x="4148320" y="512301"/>
                  </a:lnTo>
                  <a:lnTo>
                    <a:pt x="4152683" y="497979"/>
                  </a:lnTo>
                  <a:lnTo>
                    <a:pt x="4157046" y="495889"/>
                  </a:lnTo>
                  <a:lnTo>
                    <a:pt x="4161409" y="527563"/>
                  </a:lnTo>
                  <a:lnTo>
                    <a:pt x="4165771" y="497456"/>
                  </a:lnTo>
                  <a:lnTo>
                    <a:pt x="4170134" y="446099"/>
                  </a:lnTo>
                  <a:lnTo>
                    <a:pt x="4174497" y="361683"/>
                  </a:lnTo>
                  <a:lnTo>
                    <a:pt x="4178860" y="294378"/>
                  </a:lnTo>
                  <a:lnTo>
                    <a:pt x="4183222" y="267370"/>
                  </a:lnTo>
                  <a:lnTo>
                    <a:pt x="4187585" y="238066"/>
                  </a:lnTo>
                  <a:lnTo>
                    <a:pt x="4191948" y="214903"/>
                  </a:lnTo>
                  <a:lnTo>
                    <a:pt x="4196311" y="180893"/>
                  </a:lnTo>
                  <a:lnTo>
                    <a:pt x="4200673" y="139620"/>
                  </a:lnTo>
                  <a:lnTo>
                    <a:pt x="4205036" y="131036"/>
                  </a:lnTo>
                  <a:lnTo>
                    <a:pt x="4209399" y="103791"/>
                  </a:lnTo>
                  <a:lnTo>
                    <a:pt x="4213762" y="101518"/>
                  </a:lnTo>
                  <a:lnTo>
                    <a:pt x="4218124" y="76163"/>
                  </a:lnTo>
                  <a:lnTo>
                    <a:pt x="4222487" y="48501"/>
                  </a:lnTo>
                  <a:lnTo>
                    <a:pt x="4226850" y="37193"/>
                  </a:lnTo>
                  <a:lnTo>
                    <a:pt x="4231213" y="38986"/>
                  </a:lnTo>
                  <a:lnTo>
                    <a:pt x="4235575" y="30961"/>
                  </a:lnTo>
                  <a:lnTo>
                    <a:pt x="4239938" y="47588"/>
                  </a:lnTo>
                  <a:lnTo>
                    <a:pt x="4244301" y="50333"/>
                  </a:lnTo>
                  <a:lnTo>
                    <a:pt x="4248664" y="34513"/>
                  </a:lnTo>
                  <a:lnTo>
                    <a:pt x="4253026" y="17198"/>
                  </a:lnTo>
                  <a:lnTo>
                    <a:pt x="4257389" y="0"/>
                  </a:lnTo>
                  <a:lnTo>
                    <a:pt x="4261752" y="3564"/>
                  </a:lnTo>
                  <a:lnTo>
                    <a:pt x="4266115" y="10978"/>
                  </a:lnTo>
                  <a:lnTo>
                    <a:pt x="4270477" y="126966"/>
                  </a:lnTo>
                  <a:lnTo>
                    <a:pt x="4274840" y="138362"/>
                  </a:lnTo>
                  <a:lnTo>
                    <a:pt x="4279203" y="258904"/>
                  </a:lnTo>
                  <a:lnTo>
                    <a:pt x="4283566" y="333756"/>
                  </a:lnTo>
                  <a:lnTo>
                    <a:pt x="4287928" y="366345"/>
                  </a:lnTo>
                  <a:lnTo>
                    <a:pt x="4292291" y="421482"/>
                  </a:lnTo>
                  <a:lnTo>
                    <a:pt x="4296654" y="395212"/>
                  </a:lnTo>
                  <a:lnTo>
                    <a:pt x="4301017" y="399559"/>
                  </a:lnTo>
                  <a:lnTo>
                    <a:pt x="4305379" y="389086"/>
                  </a:lnTo>
                  <a:lnTo>
                    <a:pt x="4309742" y="394880"/>
                  </a:lnTo>
                  <a:lnTo>
                    <a:pt x="4314105" y="390240"/>
                  </a:lnTo>
                  <a:lnTo>
                    <a:pt x="4318468" y="430127"/>
                  </a:lnTo>
                  <a:lnTo>
                    <a:pt x="4322830" y="432277"/>
                  </a:lnTo>
                  <a:lnTo>
                    <a:pt x="4327193" y="421128"/>
                  </a:lnTo>
                  <a:lnTo>
                    <a:pt x="4331556" y="438921"/>
                  </a:lnTo>
                  <a:lnTo>
                    <a:pt x="4335919" y="453024"/>
                  </a:lnTo>
                  <a:lnTo>
                    <a:pt x="4340281" y="430457"/>
                  </a:lnTo>
                  <a:lnTo>
                    <a:pt x="4344644" y="418519"/>
                  </a:lnTo>
                  <a:lnTo>
                    <a:pt x="4349007" y="395445"/>
                  </a:lnTo>
                  <a:lnTo>
                    <a:pt x="4353370" y="356772"/>
                  </a:lnTo>
                  <a:lnTo>
                    <a:pt x="4357732" y="317529"/>
                  </a:lnTo>
                  <a:lnTo>
                    <a:pt x="4362095" y="328099"/>
                  </a:lnTo>
                  <a:lnTo>
                    <a:pt x="4366458" y="315146"/>
                  </a:lnTo>
                  <a:lnTo>
                    <a:pt x="4370821" y="308912"/>
                  </a:lnTo>
                  <a:lnTo>
                    <a:pt x="4375183" y="364120"/>
                  </a:lnTo>
                  <a:lnTo>
                    <a:pt x="4379546" y="377415"/>
                  </a:lnTo>
                  <a:lnTo>
                    <a:pt x="4383909" y="339954"/>
                  </a:lnTo>
                  <a:lnTo>
                    <a:pt x="4388272" y="339954"/>
                  </a:lnTo>
                  <a:lnTo>
                    <a:pt x="4392634" y="342329"/>
                  </a:lnTo>
                  <a:lnTo>
                    <a:pt x="4396997" y="261645"/>
                  </a:lnTo>
                  <a:lnTo>
                    <a:pt x="4401360" y="273752"/>
                  </a:lnTo>
                  <a:lnTo>
                    <a:pt x="4405723" y="299019"/>
                  </a:lnTo>
                  <a:lnTo>
                    <a:pt x="4410085" y="290258"/>
                  </a:lnTo>
                  <a:lnTo>
                    <a:pt x="4414448" y="278793"/>
                  </a:lnTo>
                  <a:lnTo>
                    <a:pt x="4418811" y="280417"/>
                  </a:lnTo>
                  <a:lnTo>
                    <a:pt x="4423174" y="294830"/>
                  </a:lnTo>
                  <a:lnTo>
                    <a:pt x="4427536" y="300704"/>
                  </a:lnTo>
                  <a:lnTo>
                    <a:pt x="4431899" y="318448"/>
                  </a:lnTo>
                  <a:lnTo>
                    <a:pt x="4436262" y="210130"/>
                  </a:lnTo>
                  <a:lnTo>
                    <a:pt x="4440625" y="190281"/>
                  </a:lnTo>
                  <a:lnTo>
                    <a:pt x="4444987" y="78332"/>
                  </a:lnTo>
                  <a:lnTo>
                    <a:pt x="4449350" y="88815"/>
                  </a:lnTo>
                  <a:lnTo>
                    <a:pt x="4453713" y="88569"/>
                  </a:lnTo>
                  <a:lnTo>
                    <a:pt x="4458076" y="119713"/>
                  </a:lnTo>
                  <a:lnTo>
                    <a:pt x="4462438" y="116854"/>
                  </a:lnTo>
                  <a:lnTo>
                    <a:pt x="4466801" y="97001"/>
                  </a:lnTo>
                  <a:lnTo>
                    <a:pt x="4471164" y="91530"/>
                  </a:lnTo>
                  <a:lnTo>
                    <a:pt x="4475527" y="107855"/>
                  </a:lnTo>
                  <a:lnTo>
                    <a:pt x="4479889" y="140973"/>
                  </a:lnTo>
                  <a:lnTo>
                    <a:pt x="4484252" y="195679"/>
                  </a:lnTo>
                  <a:lnTo>
                    <a:pt x="4488615" y="219583"/>
                  </a:lnTo>
                  <a:lnTo>
                    <a:pt x="4492978" y="253853"/>
                  </a:lnTo>
                  <a:lnTo>
                    <a:pt x="4497340" y="285815"/>
                  </a:lnTo>
                  <a:lnTo>
                    <a:pt x="4501703" y="308589"/>
                  </a:lnTo>
                  <a:lnTo>
                    <a:pt x="4506066" y="327752"/>
                  </a:lnTo>
                  <a:lnTo>
                    <a:pt x="4510429" y="340522"/>
                  </a:lnTo>
                  <a:lnTo>
                    <a:pt x="4514791" y="361276"/>
                  </a:lnTo>
                  <a:lnTo>
                    <a:pt x="4519154" y="563444"/>
                  </a:lnTo>
                  <a:lnTo>
                    <a:pt x="4523517" y="564956"/>
                  </a:lnTo>
                  <a:lnTo>
                    <a:pt x="4527880" y="598085"/>
                  </a:lnTo>
                  <a:lnTo>
                    <a:pt x="4532242" y="707749"/>
                  </a:lnTo>
                  <a:lnTo>
                    <a:pt x="4536605" y="690941"/>
                  </a:lnTo>
                  <a:lnTo>
                    <a:pt x="4540968" y="761655"/>
                  </a:lnTo>
                  <a:lnTo>
                    <a:pt x="4545331" y="748080"/>
                  </a:lnTo>
                  <a:lnTo>
                    <a:pt x="4549693" y="730881"/>
                  </a:lnTo>
                  <a:lnTo>
                    <a:pt x="4554056" y="765615"/>
                  </a:lnTo>
                  <a:lnTo>
                    <a:pt x="4558419" y="768183"/>
                  </a:lnTo>
                  <a:lnTo>
                    <a:pt x="4562782" y="723323"/>
                  </a:lnTo>
                  <a:lnTo>
                    <a:pt x="4567144" y="655815"/>
                  </a:lnTo>
                  <a:lnTo>
                    <a:pt x="4571507" y="591434"/>
                  </a:lnTo>
                  <a:lnTo>
                    <a:pt x="4575870" y="556356"/>
                  </a:lnTo>
                  <a:lnTo>
                    <a:pt x="4580233" y="537805"/>
                  </a:lnTo>
                  <a:lnTo>
                    <a:pt x="4584595" y="514412"/>
                  </a:lnTo>
                  <a:lnTo>
                    <a:pt x="4588958" y="500596"/>
                  </a:lnTo>
                  <a:lnTo>
                    <a:pt x="4593321" y="393918"/>
                  </a:lnTo>
                  <a:lnTo>
                    <a:pt x="4597684" y="411837"/>
                  </a:lnTo>
                  <a:lnTo>
                    <a:pt x="4602046" y="267851"/>
                  </a:lnTo>
                  <a:lnTo>
                    <a:pt x="4606409" y="248160"/>
                  </a:lnTo>
                  <a:lnTo>
                    <a:pt x="4610772" y="226910"/>
                  </a:lnTo>
                  <a:lnTo>
                    <a:pt x="4615135" y="69708"/>
                  </a:lnTo>
                  <a:lnTo>
                    <a:pt x="4619497" y="55633"/>
                  </a:lnTo>
                  <a:lnTo>
                    <a:pt x="4623860" y="57024"/>
                  </a:lnTo>
                  <a:lnTo>
                    <a:pt x="4628223" y="73524"/>
                  </a:lnTo>
                  <a:lnTo>
                    <a:pt x="4632586" y="84646"/>
                  </a:lnTo>
                  <a:lnTo>
                    <a:pt x="4636948" y="94756"/>
                  </a:lnTo>
                  <a:lnTo>
                    <a:pt x="4641311" y="76403"/>
                  </a:lnTo>
                  <a:lnTo>
                    <a:pt x="4645674" y="48730"/>
                  </a:lnTo>
                  <a:lnTo>
                    <a:pt x="4650037" y="162969"/>
                  </a:lnTo>
                  <a:lnTo>
                    <a:pt x="4654399" y="174782"/>
                  </a:lnTo>
                  <a:lnTo>
                    <a:pt x="4658762" y="178039"/>
                  </a:lnTo>
                  <a:lnTo>
                    <a:pt x="4663125" y="197274"/>
                  </a:lnTo>
                  <a:lnTo>
                    <a:pt x="4667488" y="200129"/>
                  </a:lnTo>
                  <a:lnTo>
                    <a:pt x="4671850" y="181516"/>
                  </a:lnTo>
                  <a:lnTo>
                    <a:pt x="4676213" y="154539"/>
                  </a:lnTo>
                  <a:lnTo>
                    <a:pt x="4680576" y="143319"/>
                  </a:lnTo>
                  <a:lnTo>
                    <a:pt x="4684939" y="237874"/>
                  </a:lnTo>
                  <a:lnTo>
                    <a:pt x="4689301" y="208053"/>
                  </a:lnTo>
                  <a:lnTo>
                    <a:pt x="4693664" y="184050"/>
                  </a:lnTo>
                  <a:lnTo>
                    <a:pt x="4698027" y="198007"/>
                  </a:lnTo>
                  <a:lnTo>
                    <a:pt x="4702390" y="223744"/>
                  </a:lnTo>
                  <a:lnTo>
                    <a:pt x="4706752" y="260664"/>
                  </a:lnTo>
                  <a:lnTo>
                    <a:pt x="4711115" y="306856"/>
                  </a:lnTo>
                  <a:lnTo>
                    <a:pt x="4715478" y="361348"/>
                  </a:lnTo>
                  <a:lnTo>
                    <a:pt x="4719841" y="394699"/>
                  </a:lnTo>
                  <a:lnTo>
                    <a:pt x="4724203" y="389127"/>
                  </a:lnTo>
                  <a:lnTo>
                    <a:pt x="4728566" y="265578"/>
                  </a:lnTo>
                  <a:lnTo>
                    <a:pt x="4732929" y="275861"/>
                  </a:lnTo>
                  <a:lnTo>
                    <a:pt x="4737292" y="313061"/>
                  </a:lnTo>
                  <a:lnTo>
                    <a:pt x="4741654" y="352126"/>
                  </a:lnTo>
                  <a:lnTo>
                    <a:pt x="4746017" y="353293"/>
                  </a:lnTo>
                  <a:lnTo>
                    <a:pt x="4750380" y="393705"/>
                  </a:lnTo>
                  <a:lnTo>
                    <a:pt x="4754743" y="442517"/>
                  </a:lnTo>
                  <a:lnTo>
                    <a:pt x="4759105" y="354002"/>
                  </a:lnTo>
                  <a:lnTo>
                    <a:pt x="4763468" y="323941"/>
                  </a:lnTo>
                  <a:lnTo>
                    <a:pt x="4767831" y="269084"/>
                  </a:lnTo>
                  <a:lnTo>
                    <a:pt x="4772194" y="227472"/>
                  </a:lnTo>
                  <a:lnTo>
                    <a:pt x="4776556" y="194183"/>
                  </a:lnTo>
                  <a:lnTo>
                    <a:pt x="4780919" y="153031"/>
                  </a:lnTo>
                  <a:lnTo>
                    <a:pt x="4785282" y="125477"/>
                  </a:lnTo>
                  <a:lnTo>
                    <a:pt x="4789645" y="106328"/>
                  </a:lnTo>
                  <a:lnTo>
                    <a:pt x="4794007" y="117113"/>
                  </a:lnTo>
                  <a:lnTo>
                    <a:pt x="4798370" y="109132"/>
                  </a:lnTo>
                  <a:lnTo>
                    <a:pt x="4802733" y="91778"/>
                  </a:lnTo>
                  <a:lnTo>
                    <a:pt x="4807096" y="75922"/>
                  </a:lnTo>
                  <a:lnTo>
                    <a:pt x="4811458" y="71851"/>
                  </a:lnTo>
                  <a:lnTo>
                    <a:pt x="4815821" y="61921"/>
                  </a:lnTo>
                  <a:lnTo>
                    <a:pt x="4820184" y="37417"/>
                  </a:lnTo>
                  <a:lnTo>
                    <a:pt x="4824547" y="26554"/>
                  </a:lnTo>
                  <a:lnTo>
                    <a:pt x="4828909" y="42365"/>
                  </a:lnTo>
                  <a:lnTo>
                    <a:pt x="4833272" y="57256"/>
                  </a:lnTo>
                  <a:lnTo>
                    <a:pt x="4837635" y="43270"/>
                  </a:lnTo>
                  <a:lnTo>
                    <a:pt x="4841998" y="33623"/>
                  </a:lnTo>
                  <a:lnTo>
                    <a:pt x="4846360" y="34513"/>
                  </a:lnTo>
                  <a:lnTo>
                    <a:pt x="4850723" y="45993"/>
                  </a:lnTo>
                  <a:lnTo>
                    <a:pt x="4855086" y="71374"/>
                  </a:lnTo>
                  <a:lnTo>
                    <a:pt x="4859449" y="75202"/>
                  </a:lnTo>
                  <a:lnTo>
                    <a:pt x="4863811" y="100259"/>
                  </a:lnTo>
                  <a:lnTo>
                    <a:pt x="4868174" y="126795"/>
                  </a:lnTo>
                  <a:lnTo>
                    <a:pt x="4872537" y="150819"/>
                  </a:lnTo>
                  <a:lnTo>
                    <a:pt x="4876900" y="178855"/>
                  </a:lnTo>
                  <a:lnTo>
                    <a:pt x="4881262" y="179145"/>
                  </a:lnTo>
                  <a:lnTo>
                    <a:pt x="4885625" y="202012"/>
                  </a:lnTo>
                  <a:lnTo>
                    <a:pt x="4889988" y="229064"/>
                  </a:lnTo>
                  <a:lnTo>
                    <a:pt x="4894351" y="232583"/>
                  </a:lnTo>
                  <a:lnTo>
                    <a:pt x="4898713" y="263279"/>
                  </a:lnTo>
                  <a:lnTo>
                    <a:pt x="4903076" y="311550"/>
                  </a:lnTo>
                  <a:lnTo>
                    <a:pt x="4907439" y="312293"/>
                  </a:lnTo>
                  <a:lnTo>
                    <a:pt x="4911802" y="320156"/>
                  </a:lnTo>
                  <a:lnTo>
                    <a:pt x="4916164" y="340522"/>
                  </a:lnTo>
                  <a:lnTo>
                    <a:pt x="4920527" y="335455"/>
                  </a:lnTo>
                  <a:lnTo>
                    <a:pt x="4924890" y="336232"/>
                  </a:lnTo>
                  <a:lnTo>
                    <a:pt x="4929253" y="332747"/>
                  </a:lnTo>
                  <a:lnTo>
                    <a:pt x="4933615" y="322802"/>
                  </a:lnTo>
                  <a:lnTo>
                    <a:pt x="4937978" y="310067"/>
                  </a:lnTo>
                  <a:lnTo>
                    <a:pt x="4942341" y="295459"/>
                  </a:lnTo>
                  <a:lnTo>
                    <a:pt x="4946704" y="447148"/>
                  </a:lnTo>
                  <a:lnTo>
                    <a:pt x="4951066" y="456894"/>
                  </a:lnTo>
                  <a:lnTo>
                    <a:pt x="4955429" y="472343"/>
                  </a:lnTo>
                  <a:lnTo>
                    <a:pt x="4959792" y="456571"/>
                  </a:lnTo>
                  <a:lnTo>
                    <a:pt x="4964155" y="438845"/>
                  </a:lnTo>
                  <a:lnTo>
                    <a:pt x="4968517" y="442619"/>
                  </a:lnTo>
                  <a:lnTo>
                    <a:pt x="4972880" y="495757"/>
                  </a:lnTo>
                  <a:lnTo>
                    <a:pt x="4977243" y="531062"/>
                  </a:lnTo>
                  <a:lnTo>
                    <a:pt x="4981606" y="547941"/>
                  </a:lnTo>
                  <a:lnTo>
                    <a:pt x="4985968" y="555944"/>
                  </a:lnTo>
                  <a:lnTo>
                    <a:pt x="4990331" y="559777"/>
                  </a:lnTo>
                  <a:lnTo>
                    <a:pt x="4994694" y="552138"/>
                  </a:lnTo>
                  <a:lnTo>
                    <a:pt x="4999057" y="577588"/>
                  </a:lnTo>
                  <a:lnTo>
                    <a:pt x="5003419" y="568392"/>
                  </a:lnTo>
                  <a:lnTo>
                    <a:pt x="5007782" y="656142"/>
                  </a:lnTo>
                  <a:lnTo>
                    <a:pt x="5012145" y="549616"/>
                  </a:lnTo>
                  <a:lnTo>
                    <a:pt x="5016508" y="664588"/>
                  </a:lnTo>
                  <a:lnTo>
                    <a:pt x="5020870" y="647319"/>
                  </a:lnTo>
                  <a:lnTo>
                    <a:pt x="5025233" y="678099"/>
                  </a:lnTo>
                  <a:lnTo>
                    <a:pt x="5029596" y="718941"/>
                  </a:lnTo>
                  <a:lnTo>
                    <a:pt x="5033959" y="831343"/>
                  </a:lnTo>
                  <a:lnTo>
                    <a:pt x="5038321" y="792066"/>
                  </a:lnTo>
                  <a:lnTo>
                    <a:pt x="5042684" y="783759"/>
                  </a:lnTo>
                  <a:lnTo>
                    <a:pt x="5047047" y="752536"/>
                  </a:lnTo>
                  <a:lnTo>
                    <a:pt x="5051410" y="732887"/>
                  </a:lnTo>
                  <a:lnTo>
                    <a:pt x="5055772" y="728882"/>
                  </a:lnTo>
                  <a:lnTo>
                    <a:pt x="5060135" y="729281"/>
                  </a:lnTo>
                  <a:lnTo>
                    <a:pt x="5064498" y="720959"/>
                  </a:lnTo>
                  <a:lnTo>
                    <a:pt x="5068861" y="758825"/>
                  </a:lnTo>
                  <a:lnTo>
                    <a:pt x="5073223" y="851610"/>
                  </a:lnTo>
                  <a:lnTo>
                    <a:pt x="5077586" y="917396"/>
                  </a:lnTo>
                  <a:lnTo>
                    <a:pt x="5081949" y="877793"/>
                  </a:lnTo>
                  <a:lnTo>
                    <a:pt x="5086312" y="952201"/>
                  </a:lnTo>
                  <a:lnTo>
                    <a:pt x="5090674" y="850811"/>
                  </a:lnTo>
                  <a:lnTo>
                    <a:pt x="5095037" y="832840"/>
                  </a:lnTo>
                  <a:lnTo>
                    <a:pt x="5099400" y="785742"/>
                  </a:lnTo>
                  <a:lnTo>
                    <a:pt x="5103763" y="823064"/>
                  </a:lnTo>
                  <a:lnTo>
                    <a:pt x="5108125" y="795138"/>
                  </a:lnTo>
                  <a:lnTo>
                    <a:pt x="5112488" y="730319"/>
                  </a:lnTo>
                  <a:lnTo>
                    <a:pt x="5116851" y="918102"/>
                  </a:lnTo>
                  <a:lnTo>
                    <a:pt x="5121214" y="948933"/>
                  </a:lnTo>
                  <a:lnTo>
                    <a:pt x="5125576" y="948031"/>
                  </a:lnTo>
                  <a:lnTo>
                    <a:pt x="5129939" y="1012394"/>
                  </a:lnTo>
                  <a:lnTo>
                    <a:pt x="5134302" y="960588"/>
                  </a:lnTo>
                  <a:lnTo>
                    <a:pt x="5138665" y="892733"/>
                  </a:lnTo>
                  <a:lnTo>
                    <a:pt x="5143027" y="857457"/>
                  </a:lnTo>
                  <a:lnTo>
                    <a:pt x="5147390" y="886644"/>
                  </a:lnTo>
                  <a:lnTo>
                    <a:pt x="5151753" y="812720"/>
                  </a:lnTo>
                  <a:lnTo>
                    <a:pt x="5156116" y="790396"/>
                  </a:lnTo>
                  <a:lnTo>
                    <a:pt x="5160478" y="784337"/>
                  </a:lnTo>
                  <a:lnTo>
                    <a:pt x="5164841" y="812850"/>
                  </a:lnTo>
                  <a:lnTo>
                    <a:pt x="5169204" y="827414"/>
                  </a:lnTo>
                  <a:lnTo>
                    <a:pt x="5173567" y="854064"/>
                  </a:lnTo>
                  <a:lnTo>
                    <a:pt x="5177929" y="796635"/>
                  </a:lnTo>
                  <a:lnTo>
                    <a:pt x="5182292" y="793976"/>
                  </a:lnTo>
                  <a:lnTo>
                    <a:pt x="5186655" y="779895"/>
                  </a:lnTo>
                  <a:lnTo>
                    <a:pt x="5191018" y="774822"/>
                  </a:lnTo>
                  <a:lnTo>
                    <a:pt x="5195380" y="785348"/>
                  </a:lnTo>
                  <a:lnTo>
                    <a:pt x="5199743" y="770500"/>
                  </a:lnTo>
                  <a:lnTo>
                    <a:pt x="5204106" y="764379"/>
                  </a:lnTo>
                  <a:lnTo>
                    <a:pt x="5208469" y="786564"/>
                  </a:lnTo>
                  <a:lnTo>
                    <a:pt x="5212831" y="789394"/>
                  </a:lnTo>
                  <a:lnTo>
                    <a:pt x="5217194" y="801278"/>
                  </a:lnTo>
                  <a:lnTo>
                    <a:pt x="5221557" y="805646"/>
                  </a:lnTo>
                  <a:lnTo>
                    <a:pt x="5225920" y="809839"/>
                  </a:lnTo>
                  <a:lnTo>
                    <a:pt x="5230282" y="784476"/>
                  </a:lnTo>
                  <a:lnTo>
                    <a:pt x="5234645" y="809663"/>
                  </a:lnTo>
                  <a:lnTo>
                    <a:pt x="5239008" y="762568"/>
                  </a:lnTo>
                  <a:lnTo>
                    <a:pt x="5243371" y="797315"/>
                  </a:lnTo>
                  <a:lnTo>
                    <a:pt x="5247733" y="791727"/>
                  </a:lnTo>
                  <a:lnTo>
                    <a:pt x="5252096" y="828581"/>
                  </a:lnTo>
                  <a:lnTo>
                    <a:pt x="5256459" y="817792"/>
                  </a:lnTo>
                  <a:lnTo>
                    <a:pt x="5260822" y="847929"/>
                  </a:lnTo>
                  <a:lnTo>
                    <a:pt x="5265184" y="829530"/>
                  </a:lnTo>
                  <a:lnTo>
                    <a:pt x="5269547" y="843211"/>
                  </a:lnTo>
                  <a:lnTo>
                    <a:pt x="5273910" y="779617"/>
                  </a:lnTo>
                  <a:lnTo>
                    <a:pt x="5278273" y="716372"/>
                  </a:lnTo>
                  <a:lnTo>
                    <a:pt x="5282635" y="695521"/>
                  </a:lnTo>
                  <a:lnTo>
                    <a:pt x="5286998" y="703929"/>
                  </a:lnTo>
                  <a:lnTo>
                    <a:pt x="5291361" y="707219"/>
                  </a:lnTo>
                  <a:lnTo>
                    <a:pt x="5295724" y="705024"/>
                  </a:lnTo>
                  <a:lnTo>
                    <a:pt x="5300086" y="714696"/>
                  </a:lnTo>
                  <a:lnTo>
                    <a:pt x="5304449" y="724260"/>
                  </a:lnTo>
                  <a:lnTo>
                    <a:pt x="5308812" y="673416"/>
                  </a:lnTo>
                  <a:lnTo>
                    <a:pt x="5313175" y="616969"/>
                  </a:lnTo>
                  <a:lnTo>
                    <a:pt x="5317537" y="527798"/>
                  </a:lnTo>
                  <a:lnTo>
                    <a:pt x="5321900" y="447037"/>
                  </a:lnTo>
                  <a:lnTo>
                    <a:pt x="5326263" y="460746"/>
                  </a:lnTo>
                  <a:lnTo>
                    <a:pt x="5330626" y="556394"/>
                  </a:lnTo>
                  <a:lnTo>
                    <a:pt x="5334988" y="561842"/>
                  </a:lnTo>
                  <a:lnTo>
                    <a:pt x="5339351" y="575262"/>
                  </a:lnTo>
                  <a:lnTo>
                    <a:pt x="5343714" y="599423"/>
                  </a:lnTo>
                  <a:lnTo>
                    <a:pt x="5348077" y="635826"/>
                  </a:lnTo>
                  <a:lnTo>
                    <a:pt x="5352439" y="666747"/>
                  </a:lnTo>
                  <a:lnTo>
                    <a:pt x="5356802" y="616577"/>
                  </a:lnTo>
                  <a:lnTo>
                    <a:pt x="5361165" y="651276"/>
                  </a:lnTo>
                  <a:lnTo>
                    <a:pt x="5365528" y="676553"/>
                  </a:lnTo>
                  <a:lnTo>
                    <a:pt x="5369890" y="692815"/>
                  </a:lnTo>
                  <a:lnTo>
                    <a:pt x="5374253" y="577147"/>
                  </a:lnTo>
                  <a:lnTo>
                    <a:pt x="5378616" y="601054"/>
                  </a:lnTo>
                  <a:lnTo>
                    <a:pt x="5382979" y="756896"/>
                  </a:lnTo>
                  <a:lnTo>
                    <a:pt x="5387341" y="767085"/>
                  </a:lnTo>
                  <a:lnTo>
                    <a:pt x="5391704" y="865555"/>
                  </a:lnTo>
                  <a:lnTo>
                    <a:pt x="5396067" y="795217"/>
                  </a:lnTo>
                  <a:lnTo>
                    <a:pt x="5400430" y="811742"/>
                  </a:lnTo>
                  <a:lnTo>
                    <a:pt x="5404792" y="811837"/>
                  </a:lnTo>
                  <a:lnTo>
                    <a:pt x="5409155" y="867018"/>
                  </a:lnTo>
                  <a:lnTo>
                    <a:pt x="5413518" y="889404"/>
                  </a:lnTo>
                  <a:lnTo>
                    <a:pt x="5417881" y="879610"/>
                  </a:lnTo>
                  <a:lnTo>
                    <a:pt x="5422243" y="876585"/>
                  </a:lnTo>
                  <a:lnTo>
                    <a:pt x="5426606" y="881433"/>
                  </a:lnTo>
                  <a:lnTo>
                    <a:pt x="5430969" y="899378"/>
                  </a:lnTo>
                  <a:lnTo>
                    <a:pt x="5435332" y="915339"/>
                  </a:lnTo>
                  <a:lnTo>
                    <a:pt x="5439694" y="979217"/>
                  </a:lnTo>
                  <a:lnTo>
                    <a:pt x="5444057" y="1034417"/>
                  </a:lnTo>
                  <a:lnTo>
                    <a:pt x="5448420" y="1094975"/>
                  </a:lnTo>
                  <a:lnTo>
                    <a:pt x="5452783" y="1053090"/>
                  </a:lnTo>
                  <a:lnTo>
                    <a:pt x="5457145" y="1102252"/>
                  </a:lnTo>
                  <a:lnTo>
                    <a:pt x="5461508" y="1070854"/>
                  </a:lnTo>
                  <a:lnTo>
                    <a:pt x="5465871" y="1034794"/>
                  </a:lnTo>
                  <a:lnTo>
                    <a:pt x="5470234" y="992117"/>
                  </a:lnTo>
                  <a:lnTo>
                    <a:pt x="5474596" y="966355"/>
                  </a:lnTo>
                  <a:lnTo>
                    <a:pt x="5478959" y="846457"/>
                  </a:lnTo>
                  <a:lnTo>
                    <a:pt x="5483322" y="762216"/>
                  </a:lnTo>
                  <a:lnTo>
                    <a:pt x="5487685" y="728288"/>
                  </a:lnTo>
                  <a:lnTo>
                    <a:pt x="5492047" y="785569"/>
                  </a:lnTo>
                  <a:lnTo>
                    <a:pt x="5496410" y="725826"/>
                  </a:lnTo>
                  <a:lnTo>
                    <a:pt x="5500773" y="805210"/>
                  </a:lnTo>
                  <a:lnTo>
                    <a:pt x="5505136" y="813900"/>
                  </a:lnTo>
                  <a:lnTo>
                    <a:pt x="5509498" y="783897"/>
                  </a:lnTo>
                  <a:lnTo>
                    <a:pt x="5513861" y="742147"/>
                  </a:lnTo>
                  <a:lnTo>
                    <a:pt x="5518224" y="727391"/>
                  </a:lnTo>
                  <a:lnTo>
                    <a:pt x="5522587" y="702837"/>
                  </a:lnTo>
                  <a:lnTo>
                    <a:pt x="5526949" y="679346"/>
                  </a:lnTo>
                  <a:lnTo>
                    <a:pt x="5531312" y="715641"/>
                  </a:lnTo>
                  <a:lnTo>
                    <a:pt x="5535675" y="737692"/>
                  </a:lnTo>
                  <a:lnTo>
                    <a:pt x="5540038" y="730874"/>
                  </a:lnTo>
                  <a:lnTo>
                    <a:pt x="5544400" y="743209"/>
                  </a:lnTo>
                  <a:lnTo>
                    <a:pt x="5548763" y="796267"/>
                  </a:lnTo>
                  <a:lnTo>
                    <a:pt x="5553126" y="782978"/>
                  </a:lnTo>
                  <a:lnTo>
                    <a:pt x="5557489" y="761003"/>
                  </a:lnTo>
                  <a:lnTo>
                    <a:pt x="5561851" y="722003"/>
                  </a:lnTo>
                  <a:lnTo>
                    <a:pt x="5566214" y="718895"/>
                  </a:lnTo>
                  <a:lnTo>
                    <a:pt x="5570577" y="697364"/>
                  </a:lnTo>
                  <a:lnTo>
                    <a:pt x="5574940" y="657562"/>
                  </a:lnTo>
                  <a:lnTo>
                    <a:pt x="5579302" y="705451"/>
                  </a:lnTo>
                  <a:lnTo>
                    <a:pt x="5583665" y="707749"/>
                  </a:lnTo>
                  <a:lnTo>
                    <a:pt x="5588028" y="734901"/>
                  </a:lnTo>
                  <a:lnTo>
                    <a:pt x="5592391" y="806803"/>
                  </a:lnTo>
                  <a:lnTo>
                    <a:pt x="5596753" y="811349"/>
                  </a:lnTo>
                  <a:lnTo>
                    <a:pt x="5601116" y="786804"/>
                  </a:lnTo>
                  <a:lnTo>
                    <a:pt x="5605479" y="724442"/>
                  </a:lnTo>
                  <a:lnTo>
                    <a:pt x="5609842" y="782148"/>
                  </a:lnTo>
                  <a:lnTo>
                    <a:pt x="5614204" y="719083"/>
                  </a:lnTo>
                  <a:lnTo>
                    <a:pt x="5618567" y="777992"/>
                  </a:lnTo>
                  <a:lnTo>
                    <a:pt x="5622930" y="806076"/>
                  </a:lnTo>
                  <a:lnTo>
                    <a:pt x="5627293" y="924329"/>
                  </a:lnTo>
                  <a:lnTo>
                    <a:pt x="5631655" y="966114"/>
                  </a:lnTo>
                  <a:lnTo>
                    <a:pt x="5636018" y="968601"/>
                  </a:lnTo>
                  <a:lnTo>
                    <a:pt x="5640381" y="944223"/>
                  </a:lnTo>
                  <a:lnTo>
                    <a:pt x="5644744" y="941844"/>
                  </a:lnTo>
                  <a:lnTo>
                    <a:pt x="5649106" y="1026435"/>
                  </a:lnTo>
                  <a:lnTo>
                    <a:pt x="5653469" y="1051994"/>
                  </a:lnTo>
                  <a:lnTo>
                    <a:pt x="5657832" y="1004684"/>
                  </a:lnTo>
                  <a:lnTo>
                    <a:pt x="5662195" y="914086"/>
                  </a:lnTo>
                  <a:lnTo>
                    <a:pt x="5666557" y="787013"/>
                  </a:lnTo>
                  <a:lnTo>
                    <a:pt x="5670920" y="818341"/>
                  </a:lnTo>
                  <a:lnTo>
                    <a:pt x="5675283" y="739667"/>
                  </a:lnTo>
                  <a:lnTo>
                    <a:pt x="5679646" y="686811"/>
                  </a:lnTo>
                  <a:lnTo>
                    <a:pt x="5684008" y="630915"/>
                  </a:lnTo>
                  <a:lnTo>
                    <a:pt x="5688371" y="567958"/>
                  </a:lnTo>
                  <a:lnTo>
                    <a:pt x="5692734" y="559350"/>
                  </a:lnTo>
                  <a:lnTo>
                    <a:pt x="5697097" y="545438"/>
                  </a:lnTo>
                  <a:lnTo>
                    <a:pt x="5701459" y="524615"/>
                  </a:lnTo>
                  <a:lnTo>
                    <a:pt x="5705822" y="511947"/>
                  </a:lnTo>
                  <a:lnTo>
                    <a:pt x="5710185" y="476359"/>
                  </a:lnTo>
                  <a:lnTo>
                    <a:pt x="5714548" y="436116"/>
                  </a:lnTo>
                  <a:lnTo>
                    <a:pt x="5718910" y="508108"/>
                  </a:lnTo>
                  <a:lnTo>
                    <a:pt x="5723273" y="502180"/>
                  </a:lnTo>
                  <a:lnTo>
                    <a:pt x="5727636" y="522519"/>
                  </a:lnTo>
                  <a:lnTo>
                    <a:pt x="5731999" y="564749"/>
                  </a:lnTo>
                  <a:lnTo>
                    <a:pt x="5736361" y="614315"/>
                  </a:lnTo>
                  <a:lnTo>
                    <a:pt x="5740724" y="661172"/>
                  </a:lnTo>
                  <a:lnTo>
                    <a:pt x="5745087" y="601054"/>
                  </a:lnTo>
                  <a:lnTo>
                    <a:pt x="5749450" y="642239"/>
                  </a:lnTo>
                  <a:lnTo>
                    <a:pt x="5753812" y="669272"/>
                  </a:lnTo>
                  <a:lnTo>
                    <a:pt x="5758175" y="655842"/>
                  </a:lnTo>
                  <a:lnTo>
                    <a:pt x="5762538" y="612236"/>
                  </a:lnTo>
                  <a:lnTo>
                    <a:pt x="5766901" y="591908"/>
                  </a:lnTo>
                  <a:lnTo>
                    <a:pt x="5771263" y="564930"/>
                  </a:lnTo>
                  <a:lnTo>
                    <a:pt x="5775626" y="577147"/>
                  </a:lnTo>
                  <a:lnTo>
                    <a:pt x="5779989" y="579358"/>
                  </a:lnTo>
                  <a:lnTo>
                    <a:pt x="5784352" y="601263"/>
                  </a:lnTo>
                  <a:lnTo>
                    <a:pt x="5788714" y="609887"/>
                  </a:lnTo>
                  <a:lnTo>
                    <a:pt x="5793077" y="547890"/>
                  </a:lnTo>
                  <a:lnTo>
                    <a:pt x="5797440" y="363723"/>
                  </a:lnTo>
                  <a:lnTo>
                    <a:pt x="5801803" y="307114"/>
                  </a:lnTo>
                  <a:lnTo>
                    <a:pt x="5806165" y="396984"/>
                  </a:lnTo>
                  <a:lnTo>
                    <a:pt x="5810528" y="378049"/>
                  </a:lnTo>
                  <a:lnTo>
                    <a:pt x="5814891" y="340926"/>
                  </a:lnTo>
                  <a:lnTo>
                    <a:pt x="5819254" y="349220"/>
                  </a:lnTo>
                  <a:lnTo>
                    <a:pt x="5823616" y="338884"/>
                  </a:lnTo>
                  <a:lnTo>
                    <a:pt x="5827979" y="348351"/>
                  </a:lnTo>
                  <a:lnTo>
                    <a:pt x="5832342" y="341736"/>
                  </a:lnTo>
                  <a:lnTo>
                    <a:pt x="5836705" y="365103"/>
                  </a:lnTo>
                  <a:lnTo>
                    <a:pt x="5841067" y="350090"/>
                  </a:lnTo>
                  <a:lnTo>
                    <a:pt x="5845430" y="345177"/>
                  </a:lnTo>
                  <a:lnTo>
                    <a:pt x="5849793" y="314690"/>
                  </a:lnTo>
                  <a:lnTo>
                    <a:pt x="5854156" y="336048"/>
                  </a:lnTo>
                  <a:lnTo>
                    <a:pt x="5858518" y="361830"/>
                  </a:lnTo>
                  <a:lnTo>
                    <a:pt x="5862881" y="355928"/>
                  </a:lnTo>
                  <a:lnTo>
                    <a:pt x="5867244" y="388587"/>
                  </a:lnTo>
                  <a:lnTo>
                    <a:pt x="5871607" y="426721"/>
                  </a:lnTo>
                  <a:lnTo>
                    <a:pt x="5875969" y="460916"/>
                  </a:lnTo>
                  <a:lnTo>
                    <a:pt x="5880332" y="502928"/>
                  </a:lnTo>
                  <a:lnTo>
                    <a:pt x="5884695" y="381165"/>
                  </a:lnTo>
                  <a:lnTo>
                    <a:pt x="5889057" y="369062"/>
                  </a:lnTo>
                  <a:lnTo>
                    <a:pt x="5893420" y="332361"/>
                  </a:lnTo>
                  <a:lnTo>
                    <a:pt x="5897783" y="335844"/>
                  </a:lnTo>
                  <a:lnTo>
                    <a:pt x="5902146" y="344847"/>
                  </a:lnTo>
                  <a:lnTo>
                    <a:pt x="5906508" y="382856"/>
                  </a:lnTo>
                  <a:lnTo>
                    <a:pt x="5910871" y="408872"/>
                  </a:lnTo>
                  <a:lnTo>
                    <a:pt x="5915234" y="425561"/>
                  </a:lnTo>
                  <a:lnTo>
                    <a:pt x="5919597" y="398316"/>
                  </a:lnTo>
                  <a:lnTo>
                    <a:pt x="5923959" y="385402"/>
                  </a:lnTo>
                  <a:lnTo>
                    <a:pt x="5928322" y="344847"/>
                  </a:lnTo>
                  <a:lnTo>
                    <a:pt x="5932685" y="279130"/>
                  </a:lnTo>
                  <a:lnTo>
                    <a:pt x="5937048" y="211806"/>
                  </a:lnTo>
                  <a:lnTo>
                    <a:pt x="5941410" y="151371"/>
                  </a:lnTo>
                  <a:lnTo>
                    <a:pt x="5945773" y="124950"/>
                  </a:lnTo>
                  <a:lnTo>
                    <a:pt x="5950136" y="286942"/>
                  </a:lnTo>
                  <a:lnTo>
                    <a:pt x="5954499" y="303355"/>
                  </a:lnTo>
                  <a:lnTo>
                    <a:pt x="5958861" y="321533"/>
                  </a:lnTo>
                  <a:lnTo>
                    <a:pt x="5963224" y="311166"/>
                  </a:lnTo>
                  <a:lnTo>
                    <a:pt x="5967587" y="278907"/>
                  </a:lnTo>
                  <a:lnTo>
                    <a:pt x="5971950" y="245101"/>
                  </a:lnTo>
                  <a:lnTo>
                    <a:pt x="5976312" y="230235"/>
                  </a:lnTo>
                  <a:lnTo>
                    <a:pt x="5980675" y="245340"/>
                  </a:lnTo>
                  <a:lnTo>
                    <a:pt x="5985038" y="239863"/>
                  </a:lnTo>
                  <a:lnTo>
                    <a:pt x="5989401" y="260386"/>
                  </a:lnTo>
                  <a:lnTo>
                    <a:pt x="5993763" y="309816"/>
                  </a:lnTo>
                  <a:lnTo>
                    <a:pt x="5998126" y="360348"/>
                  </a:lnTo>
                  <a:lnTo>
                    <a:pt x="6002489" y="383932"/>
                  </a:lnTo>
                  <a:lnTo>
                    <a:pt x="6006852" y="413786"/>
                  </a:lnTo>
                  <a:lnTo>
                    <a:pt x="6011214" y="415421"/>
                  </a:lnTo>
                  <a:lnTo>
                    <a:pt x="6015577" y="386300"/>
                  </a:lnTo>
                  <a:lnTo>
                    <a:pt x="6019940" y="406739"/>
                  </a:lnTo>
                  <a:lnTo>
                    <a:pt x="6024303" y="287588"/>
                  </a:lnTo>
                  <a:lnTo>
                    <a:pt x="6028665" y="320156"/>
                  </a:lnTo>
                  <a:lnTo>
                    <a:pt x="6033028" y="342091"/>
                  </a:lnTo>
                  <a:lnTo>
                    <a:pt x="6037391" y="343664"/>
                  </a:lnTo>
                  <a:lnTo>
                    <a:pt x="6041754" y="317522"/>
                  </a:lnTo>
                  <a:lnTo>
                    <a:pt x="6046116" y="254187"/>
                  </a:lnTo>
                  <a:lnTo>
                    <a:pt x="6050479" y="260908"/>
                  </a:lnTo>
                  <a:lnTo>
                    <a:pt x="6054842" y="242623"/>
                  </a:lnTo>
                  <a:lnTo>
                    <a:pt x="6059205" y="222095"/>
                  </a:lnTo>
                  <a:lnTo>
                    <a:pt x="6063567" y="198987"/>
                  </a:lnTo>
                  <a:lnTo>
                    <a:pt x="6067930" y="195380"/>
                  </a:lnTo>
                  <a:lnTo>
                    <a:pt x="6072293" y="171350"/>
                  </a:lnTo>
                  <a:lnTo>
                    <a:pt x="6076656" y="133169"/>
                  </a:lnTo>
                  <a:lnTo>
                    <a:pt x="6081018" y="97751"/>
                  </a:lnTo>
                  <a:lnTo>
                    <a:pt x="6085381" y="194973"/>
                  </a:lnTo>
                  <a:lnTo>
                    <a:pt x="6089744" y="222631"/>
                  </a:lnTo>
                  <a:lnTo>
                    <a:pt x="6094107" y="231400"/>
                  </a:lnTo>
                  <a:lnTo>
                    <a:pt x="6098469" y="237971"/>
                  </a:lnTo>
                  <a:lnTo>
                    <a:pt x="6102832" y="248701"/>
                  </a:lnTo>
                  <a:lnTo>
                    <a:pt x="6107195" y="257931"/>
                  </a:lnTo>
                  <a:lnTo>
                    <a:pt x="6111558" y="288152"/>
                  </a:lnTo>
                  <a:lnTo>
                    <a:pt x="6115920" y="276367"/>
                  </a:lnTo>
                  <a:lnTo>
                    <a:pt x="6120283" y="273587"/>
                  </a:lnTo>
                  <a:lnTo>
                    <a:pt x="6124646" y="272327"/>
                  </a:lnTo>
                  <a:lnTo>
                    <a:pt x="6129009" y="289448"/>
                  </a:lnTo>
                  <a:lnTo>
                    <a:pt x="6133371" y="295190"/>
                  </a:lnTo>
                  <a:lnTo>
                    <a:pt x="6137734" y="320157"/>
                  </a:lnTo>
                  <a:lnTo>
                    <a:pt x="6142097" y="350962"/>
                  </a:lnTo>
                  <a:lnTo>
                    <a:pt x="6146460" y="386720"/>
                  </a:lnTo>
                  <a:lnTo>
                    <a:pt x="6150822" y="429204"/>
                  </a:lnTo>
                  <a:lnTo>
                    <a:pt x="6155185" y="442872"/>
                  </a:lnTo>
                  <a:lnTo>
                    <a:pt x="6159548" y="440393"/>
                  </a:lnTo>
                  <a:lnTo>
                    <a:pt x="6163911" y="417061"/>
                  </a:lnTo>
                  <a:lnTo>
                    <a:pt x="6168273" y="407295"/>
                  </a:lnTo>
                  <a:lnTo>
                    <a:pt x="6172636" y="421348"/>
                  </a:lnTo>
                  <a:lnTo>
                    <a:pt x="6176999" y="419366"/>
                  </a:lnTo>
                  <a:lnTo>
                    <a:pt x="6181362" y="456217"/>
                  </a:lnTo>
                  <a:lnTo>
                    <a:pt x="6185724" y="471616"/>
                  </a:lnTo>
                  <a:lnTo>
                    <a:pt x="6190087" y="473800"/>
                  </a:lnTo>
                  <a:lnTo>
                    <a:pt x="6194450" y="455864"/>
                  </a:lnTo>
                  <a:lnTo>
                    <a:pt x="6198813" y="467996"/>
                  </a:lnTo>
                  <a:lnTo>
                    <a:pt x="6203175" y="432386"/>
                  </a:lnTo>
                  <a:lnTo>
                    <a:pt x="6207538" y="409882"/>
                  </a:lnTo>
                  <a:lnTo>
                    <a:pt x="6211901" y="404079"/>
                  </a:lnTo>
                  <a:lnTo>
                    <a:pt x="6216264" y="468031"/>
                  </a:lnTo>
                  <a:lnTo>
                    <a:pt x="6220626" y="435690"/>
                  </a:lnTo>
                  <a:lnTo>
                    <a:pt x="6224989" y="444012"/>
                  </a:lnTo>
                  <a:lnTo>
                    <a:pt x="6229352" y="456101"/>
                  </a:lnTo>
                  <a:lnTo>
                    <a:pt x="6233715" y="441266"/>
                  </a:lnTo>
                  <a:lnTo>
                    <a:pt x="6238077" y="444006"/>
                  </a:lnTo>
                  <a:lnTo>
                    <a:pt x="6242440" y="427501"/>
                  </a:lnTo>
                  <a:lnTo>
                    <a:pt x="6246803" y="392666"/>
                  </a:lnTo>
                  <a:lnTo>
                    <a:pt x="6251166" y="367278"/>
                  </a:lnTo>
                  <a:lnTo>
                    <a:pt x="6255528" y="454244"/>
                  </a:lnTo>
                  <a:lnTo>
                    <a:pt x="6259891" y="428414"/>
                  </a:lnTo>
                  <a:lnTo>
                    <a:pt x="6264254" y="465075"/>
                  </a:lnTo>
                  <a:lnTo>
                    <a:pt x="6268617" y="524743"/>
                  </a:lnTo>
                  <a:lnTo>
                    <a:pt x="6272979" y="525201"/>
                  </a:lnTo>
                  <a:lnTo>
                    <a:pt x="6277342" y="542368"/>
                  </a:lnTo>
                  <a:lnTo>
                    <a:pt x="6281705" y="543024"/>
                  </a:lnTo>
                  <a:lnTo>
                    <a:pt x="6286068" y="548740"/>
                  </a:lnTo>
                  <a:lnTo>
                    <a:pt x="6290430" y="546754"/>
                  </a:lnTo>
                  <a:lnTo>
                    <a:pt x="6294793" y="534777"/>
                  </a:lnTo>
                  <a:lnTo>
                    <a:pt x="6299156" y="513626"/>
                  </a:lnTo>
                  <a:lnTo>
                    <a:pt x="6303519" y="522227"/>
                  </a:lnTo>
                  <a:lnTo>
                    <a:pt x="6307881" y="548881"/>
                  </a:lnTo>
                  <a:lnTo>
                    <a:pt x="6312244" y="566912"/>
                  </a:lnTo>
                  <a:lnTo>
                    <a:pt x="6316607" y="570142"/>
                  </a:lnTo>
                  <a:lnTo>
                    <a:pt x="6320970" y="564440"/>
                  </a:lnTo>
                  <a:lnTo>
                    <a:pt x="6325332" y="538194"/>
                  </a:lnTo>
                  <a:lnTo>
                    <a:pt x="6329695" y="512321"/>
                  </a:lnTo>
                  <a:lnTo>
                    <a:pt x="6334058" y="518242"/>
                  </a:lnTo>
                  <a:lnTo>
                    <a:pt x="6338421" y="559828"/>
                  </a:lnTo>
                  <a:lnTo>
                    <a:pt x="6342783" y="611920"/>
                  </a:lnTo>
                  <a:lnTo>
                    <a:pt x="6347146" y="557589"/>
                  </a:lnTo>
                  <a:lnTo>
                    <a:pt x="6351509" y="581435"/>
                  </a:lnTo>
                  <a:lnTo>
                    <a:pt x="6355872" y="488964"/>
                  </a:lnTo>
                  <a:lnTo>
                    <a:pt x="6360234" y="547941"/>
                  </a:lnTo>
                  <a:lnTo>
                    <a:pt x="6364597" y="560204"/>
                  </a:lnTo>
                  <a:lnTo>
                    <a:pt x="6368960" y="562777"/>
                  </a:lnTo>
                  <a:lnTo>
                    <a:pt x="6373323" y="564068"/>
                  </a:lnTo>
                  <a:lnTo>
                    <a:pt x="6377685" y="568827"/>
                  </a:lnTo>
                  <a:lnTo>
                    <a:pt x="6382048" y="719963"/>
                  </a:lnTo>
                  <a:lnTo>
                    <a:pt x="6386411" y="732767"/>
                  </a:lnTo>
                  <a:lnTo>
                    <a:pt x="6390774" y="706763"/>
                  </a:lnTo>
                  <a:lnTo>
                    <a:pt x="6395136" y="654102"/>
                  </a:lnTo>
                  <a:lnTo>
                    <a:pt x="6399499" y="627256"/>
                  </a:lnTo>
                  <a:lnTo>
                    <a:pt x="6403862" y="693260"/>
                  </a:lnTo>
                  <a:lnTo>
                    <a:pt x="6408225" y="686691"/>
                  </a:lnTo>
                  <a:lnTo>
                    <a:pt x="6412587" y="679126"/>
                  </a:lnTo>
                  <a:lnTo>
                    <a:pt x="6416950" y="648540"/>
                  </a:lnTo>
                  <a:lnTo>
                    <a:pt x="6421313" y="625631"/>
                  </a:lnTo>
                  <a:lnTo>
                    <a:pt x="6425676" y="584969"/>
                  </a:lnTo>
                  <a:lnTo>
                    <a:pt x="6430038" y="559559"/>
                  </a:lnTo>
                  <a:lnTo>
                    <a:pt x="6434401" y="539491"/>
                  </a:lnTo>
                  <a:lnTo>
                    <a:pt x="6438764" y="518784"/>
                  </a:lnTo>
                  <a:lnTo>
                    <a:pt x="6443127" y="511518"/>
                  </a:lnTo>
                  <a:lnTo>
                    <a:pt x="6447489" y="508112"/>
                  </a:lnTo>
                  <a:lnTo>
                    <a:pt x="6451852" y="498284"/>
                  </a:lnTo>
                  <a:lnTo>
                    <a:pt x="6456215" y="509157"/>
                  </a:lnTo>
                  <a:lnTo>
                    <a:pt x="6460578" y="517856"/>
                  </a:lnTo>
                  <a:lnTo>
                    <a:pt x="6464940" y="528048"/>
                  </a:lnTo>
                  <a:lnTo>
                    <a:pt x="6469303" y="559516"/>
                  </a:lnTo>
                  <a:lnTo>
                    <a:pt x="6473666" y="486958"/>
                  </a:lnTo>
                  <a:lnTo>
                    <a:pt x="6478029" y="517924"/>
                  </a:lnTo>
                  <a:lnTo>
                    <a:pt x="6482391" y="498859"/>
                  </a:lnTo>
                  <a:lnTo>
                    <a:pt x="6486754" y="499097"/>
                  </a:lnTo>
                  <a:lnTo>
                    <a:pt x="6491117" y="526091"/>
                  </a:lnTo>
                  <a:lnTo>
                    <a:pt x="6495480" y="545897"/>
                  </a:lnTo>
                  <a:lnTo>
                    <a:pt x="6499842" y="558191"/>
                  </a:lnTo>
                  <a:lnTo>
                    <a:pt x="6504205" y="562441"/>
                  </a:lnTo>
                  <a:lnTo>
                    <a:pt x="6508568" y="573484"/>
                  </a:lnTo>
                  <a:lnTo>
                    <a:pt x="6512931" y="603124"/>
                  </a:lnTo>
                  <a:lnTo>
                    <a:pt x="6517293" y="640911"/>
                  </a:lnTo>
                  <a:lnTo>
                    <a:pt x="6521656" y="633869"/>
                  </a:lnTo>
                  <a:lnTo>
                    <a:pt x="6526019" y="580094"/>
                  </a:lnTo>
                  <a:lnTo>
                    <a:pt x="6530382" y="573761"/>
                  </a:lnTo>
                  <a:lnTo>
                    <a:pt x="6534744" y="502247"/>
                  </a:lnTo>
                  <a:lnTo>
                    <a:pt x="6539107" y="540254"/>
                  </a:lnTo>
                  <a:lnTo>
                    <a:pt x="6543470" y="558212"/>
                  </a:lnTo>
                  <a:lnTo>
                    <a:pt x="6547833" y="430026"/>
                  </a:lnTo>
                  <a:lnTo>
                    <a:pt x="6552195" y="434417"/>
                  </a:lnTo>
                  <a:lnTo>
                    <a:pt x="6556558" y="435436"/>
                  </a:lnTo>
                  <a:lnTo>
                    <a:pt x="6560921" y="425003"/>
                  </a:lnTo>
                  <a:lnTo>
                    <a:pt x="6565284" y="428011"/>
                  </a:lnTo>
                  <a:lnTo>
                    <a:pt x="6569646" y="416733"/>
                  </a:lnTo>
                  <a:lnTo>
                    <a:pt x="6574009" y="409882"/>
                  </a:lnTo>
                  <a:lnTo>
                    <a:pt x="6578372" y="383314"/>
                  </a:lnTo>
                  <a:lnTo>
                    <a:pt x="6582735" y="355928"/>
                  </a:lnTo>
                  <a:lnTo>
                    <a:pt x="6587097" y="368997"/>
                  </a:lnTo>
                  <a:lnTo>
                    <a:pt x="6591460" y="392203"/>
                  </a:lnTo>
                  <a:lnTo>
                    <a:pt x="6595823" y="406497"/>
                  </a:lnTo>
                  <a:lnTo>
                    <a:pt x="6600186" y="446433"/>
                  </a:lnTo>
                  <a:lnTo>
                    <a:pt x="6604548" y="426138"/>
                  </a:lnTo>
                  <a:lnTo>
                    <a:pt x="6608911" y="324320"/>
                  </a:lnTo>
                  <a:lnTo>
                    <a:pt x="6613274" y="361276"/>
                  </a:lnTo>
                  <a:lnTo>
                    <a:pt x="6617637" y="396142"/>
                  </a:lnTo>
                  <a:lnTo>
                    <a:pt x="6621999" y="397010"/>
                  </a:lnTo>
                  <a:lnTo>
                    <a:pt x="6626362" y="429699"/>
                  </a:lnTo>
                  <a:lnTo>
                    <a:pt x="6630725" y="457153"/>
                  </a:lnTo>
                  <a:lnTo>
                    <a:pt x="6635088" y="502711"/>
                  </a:lnTo>
                  <a:lnTo>
                    <a:pt x="6639450" y="476426"/>
                  </a:lnTo>
                  <a:lnTo>
                    <a:pt x="6643813" y="496933"/>
                  </a:lnTo>
                  <a:lnTo>
                    <a:pt x="6648176" y="512301"/>
                  </a:lnTo>
                  <a:lnTo>
                    <a:pt x="6652539" y="535359"/>
                  </a:lnTo>
                  <a:lnTo>
                    <a:pt x="6656901" y="561791"/>
                  </a:lnTo>
                  <a:lnTo>
                    <a:pt x="6661264" y="607857"/>
                  </a:lnTo>
                  <a:lnTo>
                    <a:pt x="6665627" y="599587"/>
                  </a:lnTo>
                  <a:lnTo>
                    <a:pt x="6669990" y="553029"/>
                  </a:lnTo>
                  <a:lnTo>
                    <a:pt x="6674352" y="520969"/>
                  </a:lnTo>
                  <a:lnTo>
                    <a:pt x="6678715" y="494847"/>
                  </a:lnTo>
                  <a:lnTo>
                    <a:pt x="6683078" y="591145"/>
                  </a:lnTo>
                  <a:lnTo>
                    <a:pt x="6687441" y="592774"/>
                  </a:lnTo>
                  <a:lnTo>
                    <a:pt x="6691803" y="578003"/>
                  </a:lnTo>
                  <a:lnTo>
                    <a:pt x="6696166" y="574945"/>
                  </a:lnTo>
                  <a:lnTo>
                    <a:pt x="6700529" y="567525"/>
                  </a:lnTo>
                  <a:lnTo>
                    <a:pt x="6704892" y="585597"/>
                  </a:lnTo>
                  <a:lnTo>
                    <a:pt x="6709254" y="596462"/>
                  </a:lnTo>
                  <a:lnTo>
                    <a:pt x="6713617" y="577147"/>
                  </a:lnTo>
                  <a:lnTo>
                    <a:pt x="6717980" y="653281"/>
                  </a:lnTo>
                  <a:lnTo>
                    <a:pt x="6722343" y="628288"/>
                  </a:lnTo>
                  <a:lnTo>
                    <a:pt x="6726705" y="586460"/>
                  </a:lnTo>
                  <a:lnTo>
                    <a:pt x="6731068" y="558267"/>
                  </a:lnTo>
                  <a:lnTo>
                    <a:pt x="6735431" y="578304"/>
                  </a:lnTo>
                  <a:lnTo>
                    <a:pt x="6739794" y="577249"/>
                  </a:lnTo>
                  <a:lnTo>
                    <a:pt x="6744156" y="599111"/>
                  </a:lnTo>
                  <a:lnTo>
                    <a:pt x="6748519" y="643283"/>
                  </a:lnTo>
                  <a:lnTo>
                    <a:pt x="6752882" y="676971"/>
                  </a:lnTo>
                  <a:lnTo>
                    <a:pt x="6757245" y="636479"/>
                  </a:lnTo>
                  <a:lnTo>
                    <a:pt x="6761607" y="523415"/>
                  </a:lnTo>
                  <a:lnTo>
                    <a:pt x="6765970" y="631672"/>
                  </a:lnTo>
                  <a:lnTo>
                    <a:pt x="6770333" y="678225"/>
                  </a:lnTo>
                  <a:lnTo>
                    <a:pt x="6774696" y="687936"/>
                  </a:lnTo>
                  <a:lnTo>
                    <a:pt x="6779058" y="700996"/>
                  </a:lnTo>
                  <a:lnTo>
                    <a:pt x="6783421" y="711888"/>
                  </a:lnTo>
                  <a:lnTo>
                    <a:pt x="6787784" y="673953"/>
                  </a:lnTo>
                  <a:lnTo>
                    <a:pt x="6792147" y="581133"/>
                  </a:lnTo>
                  <a:lnTo>
                    <a:pt x="6796509" y="612236"/>
                  </a:lnTo>
                  <a:lnTo>
                    <a:pt x="6800872" y="610826"/>
                  </a:lnTo>
                  <a:lnTo>
                    <a:pt x="6805235" y="596462"/>
                  </a:lnTo>
                  <a:lnTo>
                    <a:pt x="6809598" y="556369"/>
                  </a:lnTo>
                  <a:lnTo>
                    <a:pt x="6813960" y="527426"/>
                  </a:lnTo>
                  <a:lnTo>
                    <a:pt x="6818323" y="481514"/>
                  </a:lnTo>
                  <a:lnTo>
                    <a:pt x="6822686" y="487840"/>
                  </a:lnTo>
                  <a:lnTo>
                    <a:pt x="6827049" y="492727"/>
                  </a:lnTo>
                  <a:lnTo>
                    <a:pt x="6831411" y="491095"/>
                  </a:lnTo>
                  <a:lnTo>
                    <a:pt x="6835774" y="479200"/>
                  </a:lnTo>
                  <a:lnTo>
                    <a:pt x="6840137" y="440957"/>
                  </a:lnTo>
                  <a:lnTo>
                    <a:pt x="6844500" y="302349"/>
                  </a:lnTo>
                  <a:lnTo>
                    <a:pt x="6848862" y="355207"/>
                  </a:lnTo>
                  <a:lnTo>
                    <a:pt x="6853225" y="398316"/>
                  </a:lnTo>
                  <a:lnTo>
                    <a:pt x="6857588" y="390101"/>
                  </a:lnTo>
                  <a:lnTo>
                    <a:pt x="6861951" y="378219"/>
                  </a:lnTo>
                  <a:lnTo>
                    <a:pt x="6866313" y="496878"/>
                  </a:lnTo>
                  <a:lnTo>
                    <a:pt x="6870676" y="517322"/>
                  </a:lnTo>
                  <a:lnTo>
                    <a:pt x="6875039" y="554827"/>
                  </a:lnTo>
                  <a:lnTo>
                    <a:pt x="6879402" y="575504"/>
                  </a:lnTo>
                  <a:lnTo>
                    <a:pt x="6883764" y="632867"/>
                  </a:lnTo>
                  <a:lnTo>
                    <a:pt x="6888127" y="643734"/>
                  </a:lnTo>
                  <a:lnTo>
                    <a:pt x="6892490" y="617916"/>
                  </a:lnTo>
                  <a:lnTo>
                    <a:pt x="6896853" y="606616"/>
                  </a:lnTo>
                  <a:lnTo>
                    <a:pt x="6901215" y="599213"/>
                  </a:lnTo>
                  <a:lnTo>
                    <a:pt x="6905578" y="587393"/>
                  </a:lnTo>
                  <a:lnTo>
                    <a:pt x="6909941" y="595092"/>
                  </a:lnTo>
                  <a:lnTo>
                    <a:pt x="6914304" y="568392"/>
                  </a:lnTo>
                  <a:lnTo>
                    <a:pt x="6918666" y="536357"/>
                  </a:lnTo>
                  <a:lnTo>
                    <a:pt x="6923029" y="519433"/>
                  </a:lnTo>
                  <a:lnTo>
                    <a:pt x="6927392" y="507660"/>
                  </a:lnTo>
                  <a:lnTo>
                    <a:pt x="6931755" y="518850"/>
                  </a:lnTo>
                  <a:lnTo>
                    <a:pt x="6936117" y="500486"/>
                  </a:lnTo>
                  <a:lnTo>
                    <a:pt x="6940480" y="481101"/>
                  </a:lnTo>
                  <a:lnTo>
                    <a:pt x="6944843" y="467619"/>
                  </a:lnTo>
                  <a:lnTo>
                    <a:pt x="6949206" y="314901"/>
                  </a:lnTo>
                  <a:lnTo>
                    <a:pt x="6953568" y="306378"/>
                  </a:lnTo>
                  <a:lnTo>
                    <a:pt x="6957931" y="296540"/>
                  </a:lnTo>
                  <a:lnTo>
                    <a:pt x="6962294" y="301619"/>
                  </a:lnTo>
                  <a:lnTo>
                    <a:pt x="6966657" y="306746"/>
                  </a:lnTo>
                  <a:lnTo>
                    <a:pt x="6971019" y="317522"/>
                  </a:lnTo>
                  <a:lnTo>
                    <a:pt x="6975382" y="322424"/>
                  </a:lnTo>
                  <a:lnTo>
                    <a:pt x="6979745" y="464075"/>
                  </a:lnTo>
                  <a:lnTo>
                    <a:pt x="6984108" y="476550"/>
                  </a:lnTo>
                  <a:lnTo>
                    <a:pt x="6988470" y="498515"/>
                  </a:lnTo>
                  <a:lnTo>
                    <a:pt x="6992833" y="488214"/>
                  </a:lnTo>
                  <a:lnTo>
                    <a:pt x="6997196" y="480405"/>
                  </a:lnTo>
                  <a:lnTo>
                    <a:pt x="7001559" y="513122"/>
                  </a:lnTo>
                  <a:lnTo>
                    <a:pt x="7005921" y="547523"/>
                  </a:lnTo>
                  <a:lnTo>
                    <a:pt x="7010284" y="533907"/>
                  </a:lnTo>
                  <a:lnTo>
                    <a:pt x="7014647" y="544606"/>
                  </a:lnTo>
                  <a:lnTo>
                    <a:pt x="7019010" y="506884"/>
                  </a:lnTo>
                  <a:lnTo>
                    <a:pt x="7023372" y="484854"/>
                  </a:lnTo>
                  <a:lnTo>
                    <a:pt x="7027735" y="453751"/>
                  </a:lnTo>
                  <a:lnTo>
                    <a:pt x="7032098" y="440214"/>
                  </a:lnTo>
                  <a:lnTo>
                    <a:pt x="7036461" y="432048"/>
                  </a:lnTo>
                  <a:lnTo>
                    <a:pt x="7040823" y="419036"/>
                  </a:lnTo>
                  <a:lnTo>
                    <a:pt x="7045186" y="412840"/>
                  </a:lnTo>
                  <a:lnTo>
                    <a:pt x="7049549" y="416547"/>
                  </a:lnTo>
                  <a:lnTo>
                    <a:pt x="7053912" y="404469"/>
                  </a:lnTo>
                  <a:lnTo>
                    <a:pt x="7058274" y="277385"/>
                  </a:lnTo>
                  <a:lnTo>
                    <a:pt x="7062637" y="264299"/>
                  </a:lnTo>
                  <a:lnTo>
                    <a:pt x="7067000" y="237418"/>
                  </a:lnTo>
                  <a:lnTo>
                    <a:pt x="7071363" y="230022"/>
                  </a:lnTo>
                  <a:lnTo>
                    <a:pt x="7075725" y="247549"/>
                  </a:lnTo>
                  <a:lnTo>
                    <a:pt x="7080088" y="256195"/>
                  </a:lnTo>
                  <a:lnTo>
                    <a:pt x="7084451" y="303444"/>
                  </a:lnTo>
                  <a:lnTo>
                    <a:pt x="7088814" y="370302"/>
                  </a:lnTo>
                  <a:lnTo>
                    <a:pt x="7093176" y="420092"/>
                  </a:lnTo>
                  <a:lnTo>
                    <a:pt x="7097539" y="435266"/>
                  </a:lnTo>
                  <a:lnTo>
                    <a:pt x="7101902" y="480973"/>
                  </a:lnTo>
                  <a:lnTo>
                    <a:pt x="7106265" y="532004"/>
                  </a:lnTo>
                  <a:lnTo>
                    <a:pt x="7110627" y="560027"/>
                  </a:lnTo>
                  <a:lnTo>
                    <a:pt x="7114990" y="617559"/>
                  </a:lnTo>
                  <a:lnTo>
                    <a:pt x="7119353" y="673179"/>
                  </a:lnTo>
                  <a:lnTo>
                    <a:pt x="7123716" y="756659"/>
                  </a:lnTo>
                  <a:lnTo>
                    <a:pt x="7128078" y="855369"/>
                  </a:lnTo>
                  <a:lnTo>
                    <a:pt x="7132441" y="956275"/>
                  </a:lnTo>
                  <a:lnTo>
                    <a:pt x="7136804" y="956275"/>
                  </a:lnTo>
                  <a:lnTo>
                    <a:pt x="7141167" y="917479"/>
                  </a:lnTo>
                  <a:lnTo>
                    <a:pt x="7145529" y="933600"/>
                  </a:lnTo>
                  <a:lnTo>
                    <a:pt x="7149892" y="1000701"/>
                  </a:lnTo>
                  <a:lnTo>
                    <a:pt x="7154255" y="1011388"/>
                  </a:lnTo>
                  <a:lnTo>
                    <a:pt x="7158618" y="1003353"/>
                  </a:lnTo>
                  <a:lnTo>
                    <a:pt x="7162980" y="1115145"/>
                  </a:lnTo>
                  <a:lnTo>
                    <a:pt x="7167343" y="1078819"/>
                  </a:lnTo>
                  <a:lnTo>
                    <a:pt x="7171706" y="1040486"/>
                  </a:lnTo>
                  <a:lnTo>
                    <a:pt x="7176069" y="1014093"/>
                  </a:lnTo>
                  <a:lnTo>
                    <a:pt x="7180431" y="916345"/>
                  </a:lnTo>
                  <a:lnTo>
                    <a:pt x="7184794" y="851337"/>
                  </a:lnTo>
                  <a:lnTo>
                    <a:pt x="7189157" y="867649"/>
                  </a:lnTo>
                  <a:lnTo>
                    <a:pt x="7193520" y="871805"/>
                  </a:lnTo>
                  <a:lnTo>
                    <a:pt x="7197882" y="893075"/>
                  </a:lnTo>
                  <a:lnTo>
                    <a:pt x="7202245" y="920893"/>
                  </a:lnTo>
                  <a:lnTo>
                    <a:pt x="7206608" y="981214"/>
                  </a:lnTo>
                  <a:lnTo>
                    <a:pt x="7210971" y="972355"/>
                  </a:lnTo>
                  <a:lnTo>
                    <a:pt x="7215333" y="962403"/>
                  </a:lnTo>
                  <a:lnTo>
                    <a:pt x="7219696" y="956275"/>
                  </a:lnTo>
                  <a:lnTo>
                    <a:pt x="7224059" y="966114"/>
                  </a:lnTo>
                  <a:lnTo>
                    <a:pt x="7228422" y="962403"/>
                  </a:lnTo>
                  <a:lnTo>
                    <a:pt x="7232784" y="986343"/>
                  </a:lnTo>
                  <a:lnTo>
                    <a:pt x="7237147" y="1015451"/>
                  </a:lnTo>
                  <a:lnTo>
                    <a:pt x="7241510" y="1041911"/>
                  </a:lnTo>
                  <a:lnTo>
                    <a:pt x="7245873" y="1145376"/>
                  </a:lnTo>
                  <a:lnTo>
                    <a:pt x="7250235" y="1207529"/>
                  </a:lnTo>
                  <a:lnTo>
                    <a:pt x="7254598" y="1171923"/>
                  </a:lnTo>
                  <a:lnTo>
                    <a:pt x="7258961" y="1207529"/>
                  </a:lnTo>
                  <a:lnTo>
                    <a:pt x="7263324" y="1194137"/>
                  </a:lnTo>
                  <a:lnTo>
                    <a:pt x="7267686" y="1170112"/>
                  </a:lnTo>
                  <a:lnTo>
                    <a:pt x="7272049" y="1102232"/>
                  </a:lnTo>
                  <a:lnTo>
                    <a:pt x="7276412" y="1074255"/>
                  </a:lnTo>
                  <a:lnTo>
                    <a:pt x="7280775" y="976134"/>
                  </a:lnTo>
                  <a:lnTo>
                    <a:pt x="7285137" y="899623"/>
                  </a:lnTo>
                  <a:lnTo>
                    <a:pt x="7289500" y="851337"/>
                  </a:lnTo>
                  <a:lnTo>
                    <a:pt x="7293863" y="831614"/>
                  </a:lnTo>
                  <a:lnTo>
                    <a:pt x="7298226" y="833554"/>
                  </a:lnTo>
                  <a:lnTo>
                    <a:pt x="7302588" y="775539"/>
                  </a:lnTo>
                  <a:lnTo>
                    <a:pt x="7306951" y="743329"/>
                  </a:lnTo>
                  <a:lnTo>
                    <a:pt x="7311314" y="714484"/>
                  </a:lnTo>
                  <a:lnTo>
                    <a:pt x="7315677" y="681192"/>
                  </a:lnTo>
                  <a:lnTo>
                    <a:pt x="7320039" y="618866"/>
                  </a:lnTo>
                  <a:lnTo>
                    <a:pt x="7324402" y="609141"/>
                  </a:lnTo>
                  <a:lnTo>
                    <a:pt x="7328765" y="591441"/>
                  </a:lnTo>
                  <a:lnTo>
                    <a:pt x="7333128" y="598956"/>
                  </a:lnTo>
                  <a:lnTo>
                    <a:pt x="7337490" y="600851"/>
                  </a:lnTo>
                  <a:lnTo>
                    <a:pt x="7341853" y="580360"/>
                  </a:lnTo>
                  <a:lnTo>
                    <a:pt x="7346216" y="556517"/>
                  </a:lnTo>
                  <a:lnTo>
                    <a:pt x="7350579" y="560614"/>
                  </a:lnTo>
                  <a:lnTo>
                    <a:pt x="7354941" y="553029"/>
                  </a:lnTo>
                  <a:lnTo>
                    <a:pt x="7359304" y="551872"/>
                  </a:lnTo>
                  <a:lnTo>
                    <a:pt x="7363667" y="558269"/>
                  </a:lnTo>
                  <a:lnTo>
                    <a:pt x="7368030" y="587104"/>
                  </a:lnTo>
                  <a:lnTo>
                    <a:pt x="7372392" y="611072"/>
                  </a:lnTo>
                  <a:lnTo>
                    <a:pt x="7376755" y="642944"/>
                  </a:lnTo>
                  <a:lnTo>
                    <a:pt x="7381118" y="672456"/>
                  </a:lnTo>
                  <a:lnTo>
                    <a:pt x="7385481" y="720762"/>
                  </a:lnTo>
                  <a:lnTo>
                    <a:pt x="7389843" y="723929"/>
                  </a:lnTo>
                  <a:lnTo>
                    <a:pt x="7394206" y="709048"/>
                  </a:lnTo>
                  <a:lnTo>
                    <a:pt x="7398569" y="638856"/>
                  </a:lnTo>
                  <a:lnTo>
                    <a:pt x="7402932" y="630103"/>
                  </a:lnTo>
                  <a:lnTo>
                    <a:pt x="7407294" y="680459"/>
                  </a:lnTo>
                  <a:lnTo>
                    <a:pt x="7411657" y="775539"/>
                  </a:lnTo>
                  <a:lnTo>
                    <a:pt x="7416020" y="802393"/>
                  </a:lnTo>
                  <a:lnTo>
                    <a:pt x="7420383" y="841386"/>
                  </a:lnTo>
                  <a:lnTo>
                    <a:pt x="7424745" y="827754"/>
                  </a:lnTo>
                  <a:lnTo>
                    <a:pt x="7429108" y="783457"/>
                  </a:lnTo>
                  <a:lnTo>
                    <a:pt x="7433471" y="740866"/>
                  </a:lnTo>
                  <a:lnTo>
                    <a:pt x="7437834" y="704433"/>
                  </a:lnTo>
                  <a:lnTo>
                    <a:pt x="7442196" y="696072"/>
                  </a:lnTo>
                  <a:lnTo>
                    <a:pt x="7446559" y="702140"/>
                  </a:lnTo>
                  <a:lnTo>
                    <a:pt x="7450922" y="692313"/>
                  </a:lnTo>
                  <a:lnTo>
                    <a:pt x="7455285" y="679726"/>
                  </a:lnTo>
                  <a:lnTo>
                    <a:pt x="7459647" y="689325"/>
                  </a:lnTo>
                  <a:lnTo>
                    <a:pt x="7464010" y="730319"/>
                  </a:lnTo>
                  <a:lnTo>
                    <a:pt x="7468373" y="734351"/>
                  </a:lnTo>
                  <a:lnTo>
                    <a:pt x="7472736" y="684135"/>
                  </a:lnTo>
                  <a:lnTo>
                    <a:pt x="7477098" y="638177"/>
                  </a:lnTo>
                  <a:lnTo>
                    <a:pt x="7481461" y="671734"/>
                  </a:lnTo>
                  <a:lnTo>
                    <a:pt x="7485824" y="697582"/>
                  </a:lnTo>
                  <a:lnTo>
                    <a:pt x="7490187" y="727914"/>
                  </a:lnTo>
                  <a:lnTo>
                    <a:pt x="7494549" y="770325"/>
                  </a:lnTo>
                  <a:lnTo>
                    <a:pt x="7498912" y="833554"/>
                  </a:lnTo>
                  <a:lnTo>
                    <a:pt x="7503275" y="880213"/>
                  </a:lnTo>
                  <a:lnTo>
                    <a:pt x="7507638" y="893075"/>
                  </a:lnTo>
                  <a:lnTo>
                    <a:pt x="7512000" y="916345"/>
                  </a:lnTo>
                  <a:lnTo>
                    <a:pt x="7516363" y="982492"/>
                  </a:lnTo>
                  <a:lnTo>
                    <a:pt x="7520726" y="998062"/>
                  </a:lnTo>
                  <a:lnTo>
                    <a:pt x="7525089" y="1054910"/>
                  </a:lnTo>
                  <a:lnTo>
                    <a:pt x="7529451" y="1125036"/>
                  </a:lnTo>
                  <a:lnTo>
                    <a:pt x="7533814" y="1177392"/>
                  </a:lnTo>
                  <a:lnTo>
                    <a:pt x="7538177" y="1279947"/>
                  </a:lnTo>
                  <a:lnTo>
                    <a:pt x="7542540" y="1447149"/>
                  </a:lnTo>
                  <a:lnTo>
                    <a:pt x="7546902" y="1447149"/>
                  </a:lnTo>
                  <a:lnTo>
                    <a:pt x="7551265" y="1441156"/>
                  </a:lnTo>
                  <a:lnTo>
                    <a:pt x="7555628" y="1348270"/>
                  </a:lnTo>
                  <a:lnTo>
                    <a:pt x="7559991" y="1266826"/>
                  </a:lnTo>
                  <a:lnTo>
                    <a:pt x="7564353" y="1199836"/>
                  </a:lnTo>
                  <a:lnTo>
                    <a:pt x="7568716" y="1080348"/>
                  </a:lnTo>
                  <a:lnTo>
                    <a:pt x="7573079" y="1104455"/>
                  </a:lnTo>
                  <a:lnTo>
                    <a:pt x="7577442" y="1048715"/>
                  </a:lnTo>
                  <a:lnTo>
                    <a:pt x="7581804" y="1048715"/>
                  </a:lnTo>
                  <a:lnTo>
                    <a:pt x="7586167" y="1039610"/>
                  </a:lnTo>
                  <a:lnTo>
                    <a:pt x="7590530" y="1023153"/>
                  </a:lnTo>
                  <a:lnTo>
                    <a:pt x="7594893" y="1023153"/>
                  </a:lnTo>
                  <a:lnTo>
                    <a:pt x="7599255" y="1005370"/>
                  </a:lnTo>
                  <a:lnTo>
                    <a:pt x="7603618" y="954388"/>
                  </a:lnTo>
                  <a:lnTo>
                    <a:pt x="7607981" y="931012"/>
                  </a:lnTo>
                  <a:lnTo>
                    <a:pt x="7612344" y="931012"/>
                  </a:lnTo>
                  <a:lnTo>
                    <a:pt x="7616706" y="902136"/>
                  </a:lnTo>
                  <a:lnTo>
                    <a:pt x="7621069" y="927633"/>
                  </a:lnTo>
                  <a:lnTo>
                    <a:pt x="7625432" y="944742"/>
                  </a:lnTo>
                  <a:lnTo>
                    <a:pt x="7629795" y="969641"/>
                  </a:lnTo>
                  <a:lnTo>
                    <a:pt x="7634157" y="1037399"/>
                  </a:lnTo>
                  <a:lnTo>
                    <a:pt x="7638520" y="1114358"/>
                  </a:lnTo>
                  <a:lnTo>
                    <a:pt x="7642883" y="1196125"/>
                  </a:lnTo>
                  <a:lnTo>
                    <a:pt x="7647246" y="1138131"/>
                  </a:lnTo>
                  <a:lnTo>
                    <a:pt x="7651608" y="1117009"/>
                  </a:lnTo>
                  <a:lnTo>
                    <a:pt x="7655971" y="987633"/>
                  </a:lnTo>
                  <a:lnTo>
                    <a:pt x="7660334" y="901823"/>
                  </a:lnTo>
                  <a:lnTo>
                    <a:pt x="7664697" y="835501"/>
                  </a:lnTo>
                  <a:lnTo>
                    <a:pt x="7669059" y="867649"/>
                  </a:lnTo>
                  <a:lnTo>
                    <a:pt x="7673422" y="885535"/>
                  </a:lnTo>
                  <a:lnTo>
                    <a:pt x="7677785" y="836477"/>
                  </a:lnTo>
                  <a:lnTo>
                    <a:pt x="7682148" y="846338"/>
                  </a:lnTo>
                  <a:lnTo>
                    <a:pt x="7686510" y="809785"/>
                  </a:lnTo>
                  <a:lnTo>
                    <a:pt x="7690873" y="750787"/>
                  </a:lnTo>
                  <a:lnTo>
                    <a:pt x="7695236" y="703667"/>
                  </a:lnTo>
                  <a:lnTo>
                    <a:pt x="7699599" y="692313"/>
                  </a:lnTo>
                  <a:lnTo>
                    <a:pt x="7703961" y="678995"/>
                  </a:lnTo>
                  <a:lnTo>
                    <a:pt x="7708324" y="666709"/>
                  </a:lnTo>
                  <a:lnTo>
                    <a:pt x="7712687" y="689325"/>
                  </a:lnTo>
                  <a:lnTo>
                    <a:pt x="7717050" y="716830"/>
                  </a:lnTo>
                  <a:lnTo>
                    <a:pt x="7721412" y="721552"/>
                  </a:lnTo>
                  <a:lnTo>
                    <a:pt x="7725775" y="753296"/>
                  </a:lnTo>
                  <a:lnTo>
                    <a:pt x="7730138" y="837456"/>
                  </a:lnTo>
                  <a:lnTo>
                    <a:pt x="7734501" y="868685"/>
                  </a:lnTo>
                  <a:lnTo>
                    <a:pt x="7738863" y="877045"/>
                  </a:lnTo>
                  <a:lnTo>
                    <a:pt x="7743226" y="909594"/>
                  </a:lnTo>
                  <a:lnTo>
                    <a:pt x="7747589" y="940659"/>
                  </a:lnTo>
                  <a:lnTo>
                    <a:pt x="7751952" y="991520"/>
                  </a:lnTo>
                  <a:lnTo>
                    <a:pt x="7756314" y="1103830"/>
                  </a:lnTo>
                  <a:lnTo>
                    <a:pt x="7760677" y="1186631"/>
                  </a:lnTo>
                  <a:lnTo>
                    <a:pt x="7765040" y="1215333"/>
                  </a:lnTo>
                  <a:lnTo>
                    <a:pt x="7769403" y="1235347"/>
                  </a:lnTo>
                  <a:lnTo>
                    <a:pt x="7773765" y="1247720"/>
                  </a:lnTo>
                  <a:lnTo>
                    <a:pt x="7778128" y="1256129"/>
                  </a:lnTo>
                  <a:lnTo>
                    <a:pt x="7782491" y="1209469"/>
                  </a:lnTo>
                  <a:lnTo>
                    <a:pt x="7786854" y="1155839"/>
                  </a:lnTo>
                  <a:lnTo>
                    <a:pt x="7791216" y="1138511"/>
                  </a:lnTo>
                  <a:lnTo>
                    <a:pt x="7795579" y="1111888"/>
                  </a:lnTo>
                  <a:lnTo>
                    <a:pt x="7799942" y="1121719"/>
                  </a:lnTo>
                  <a:lnTo>
                    <a:pt x="7804305" y="1105432"/>
                  </a:lnTo>
                  <a:lnTo>
                    <a:pt x="7808667" y="1135111"/>
                  </a:lnTo>
                  <a:lnTo>
                    <a:pt x="7813030" y="1103830"/>
                  </a:lnTo>
                  <a:lnTo>
                    <a:pt x="7817393" y="1100640"/>
                  </a:lnTo>
                  <a:lnTo>
                    <a:pt x="7821756" y="1077293"/>
                  </a:lnTo>
                  <a:lnTo>
                    <a:pt x="7826118" y="1049094"/>
                  </a:lnTo>
                  <a:lnTo>
                    <a:pt x="7830481" y="979940"/>
                  </a:lnTo>
                  <a:lnTo>
                    <a:pt x="7834844" y="972355"/>
                  </a:lnTo>
                  <a:lnTo>
                    <a:pt x="7839207" y="987633"/>
                  </a:lnTo>
                  <a:lnTo>
                    <a:pt x="7843569" y="1003353"/>
                  </a:lnTo>
                  <a:lnTo>
                    <a:pt x="7847932" y="1040486"/>
                  </a:lnTo>
                  <a:lnTo>
                    <a:pt x="7852295" y="1092745"/>
                  </a:lnTo>
                  <a:lnTo>
                    <a:pt x="7856658" y="1138511"/>
                  </a:lnTo>
                  <a:lnTo>
                    <a:pt x="7861020" y="1150582"/>
                  </a:lnTo>
                  <a:lnTo>
                    <a:pt x="7865383" y="1148841"/>
                  </a:lnTo>
                  <a:lnTo>
                    <a:pt x="7869746" y="1147106"/>
                  </a:lnTo>
                  <a:lnTo>
                    <a:pt x="7874109" y="1102232"/>
                  </a:lnTo>
                  <a:lnTo>
                    <a:pt x="7878471" y="1110267"/>
                  </a:lnTo>
                  <a:lnTo>
                    <a:pt x="7882834" y="1103830"/>
                  </a:lnTo>
                  <a:lnTo>
                    <a:pt x="7887197" y="1135111"/>
                  </a:lnTo>
                  <a:lnTo>
                    <a:pt x="7891560" y="1175563"/>
                  </a:lnTo>
                  <a:lnTo>
                    <a:pt x="7895922" y="1126702"/>
                  </a:lnTo>
                  <a:lnTo>
                    <a:pt x="7900285" y="1043340"/>
                  </a:lnTo>
                  <a:lnTo>
                    <a:pt x="7904648" y="1131873"/>
                  </a:lnTo>
                  <a:lnTo>
                    <a:pt x="7909011" y="1083427"/>
                  </a:lnTo>
                  <a:lnTo>
                    <a:pt x="7913373" y="1043621"/>
                  </a:lnTo>
                  <a:lnTo>
                    <a:pt x="7917736" y="1023153"/>
                  </a:lnTo>
                  <a:lnTo>
                    <a:pt x="7922099" y="1038431"/>
                  </a:lnTo>
                  <a:lnTo>
                    <a:pt x="7926462" y="1037399"/>
                  </a:lnTo>
                  <a:lnTo>
                    <a:pt x="7930824" y="1009272"/>
                  </a:lnTo>
                  <a:lnTo>
                    <a:pt x="7935187" y="1012217"/>
                  </a:lnTo>
                  <a:lnTo>
                    <a:pt x="7939550" y="992880"/>
                  </a:lnTo>
                  <a:lnTo>
                    <a:pt x="7943913" y="959722"/>
                  </a:lnTo>
                  <a:lnTo>
                    <a:pt x="7948275" y="906978"/>
                  </a:lnTo>
                  <a:lnTo>
                    <a:pt x="7952638" y="867134"/>
                  </a:lnTo>
                  <a:lnTo>
                    <a:pt x="7957001" y="876249"/>
                  </a:lnTo>
                  <a:lnTo>
                    <a:pt x="7961364" y="925951"/>
                  </a:lnTo>
                  <a:lnTo>
                    <a:pt x="7965726" y="983465"/>
                  </a:lnTo>
                  <a:lnTo>
                    <a:pt x="7970089" y="1000984"/>
                  </a:lnTo>
                  <a:lnTo>
                    <a:pt x="7974452" y="1016091"/>
                  </a:lnTo>
                  <a:lnTo>
                    <a:pt x="7978815" y="883400"/>
                  </a:lnTo>
                  <a:lnTo>
                    <a:pt x="7983177" y="871805"/>
                  </a:lnTo>
                  <a:lnTo>
                    <a:pt x="7987540" y="851337"/>
                  </a:lnTo>
                  <a:lnTo>
                    <a:pt x="7991903" y="868685"/>
                  </a:lnTo>
                  <a:lnTo>
                    <a:pt x="7996266" y="908477"/>
                  </a:lnTo>
                  <a:lnTo>
                    <a:pt x="8000628" y="900722"/>
                  </a:lnTo>
                  <a:lnTo>
                    <a:pt x="8004991" y="951422"/>
                  </a:lnTo>
                  <a:lnTo>
                    <a:pt x="8009354" y="990221"/>
                  </a:lnTo>
                  <a:lnTo>
                    <a:pt x="8013717" y="1084964"/>
                  </a:lnTo>
                  <a:lnTo>
                    <a:pt x="8018079" y="1147106"/>
                  </a:lnTo>
                  <a:lnTo>
                    <a:pt x="8022442" y="1091180"/>
                  </a:lnTo>
                  <a:lnTo>
                    <a:pt x="8026805" y="1049094"/>
                  </a:lnTo>
                  <a:lnTo>
                    <a:pt x="8031168" y="1041911"/>
                  </a:lnTo>
                  <a:lnTo>
                    <a:pt x="8035530" y="1043340"/>
                  </a:lnTo>
                  <a:lnTo>
                    <a:pt x="8039893" y="1041911"/>
                  </a:lnTo>
                  <a:lnTo>
                    <a:pt x="8044256" y="998062"/>
                  </a:lnTo>
                  <a:lnTo>
                    <a:pt x="8048619" y="950216"/>
                  </a:lnTo>
                  <a:lnTo>
                    <a:pt x="8052981" y="877045"/>
                  </a:lnTo>
                  <a:lnTo>
                    <a:pt x="8057344" y="855369"/>
                  </a:lnTo>
                  <a:lnTo>
                    <a:pt x="8061707" y="851337"/>
                  </a:lnTo>
                  <a:lnTo>
                    <a:pt x="8066070" y="868685"/>
                  </a:lnTo>
                  <a:lnTo>
                    <a:pt x="8070432" y="864553"/>
                  </a:lnTo>
                  <a:lnTo>
                    <a:pt x="8074795" y="863525"/>
                  </a:lnTo>
                  <a:lnTo>
                    <a:pt x="8079158" y="900718"/>
                  </a:lnTo>
                  <a:lnTo>
                    <a:pt x="8083521" y="870904"/>
                  </a:lnTo>
                  <a:lnTo>
                    <a:pt x="8087883" y="892777"/>
                  </a:lnTo>
                  <a:lnTo>
                    <a:pt x="8092246" y="907789"/>
                  </a:lnTo>
                  <a:lnTo>
                    <a:pt x="8096609" y="914323"/>
                  </a:lnTo>
                  <a:lnTo>
                    <a:pt x="8100972" y="916794"/>
                  </a:lnTo>
                  <a:lnTo>
                    <a:pt x="8105334" y="944742"/>
                  </a:lnTo>
                  <a:lnTo>
                    <a:pt x="8109697" y="967824"/>
                  </a:lnTo>
                  <a:lnTo>
                    <a:pt x="8114060" y="1033291"/>
                  </a:lnTo>
                  <a:lnTo>
                    <a:pt x="8118423" y="1128092"/>
                  </a:lnTo>
                  <a:lnTo>
                    <a:pt x="8122785" y="1154309"/>
                  </a:lnTo>
                  <a:lnTo>
                    <a:pt x="8127148" y="1159449"/>
                  </a:lnTo>
                  <a:lnTo>
                    <a:pt x="8131511" y="1159449"/>
                  </a:lnTo>
                  <a:lnTo>
                    <a:pt x="8135874" y="1168564"/>
                  </a:lnTo>
                  <a:lnTo>
                    <a:pt x="8140236" y="1187267"/>
                  </a:lnTo>
                  <a:lnTo>
                    <a:pt x="8144599" y="1328220"/>
                  </a:lnTo>
                  <a:lnTo>
                    <a:pt x="8148962" y="1462823"/>
                  </a:lnTo>
                  <a:lnTo>
                    <a:pt x="8153325" y="1499821"/>
                  </a:lnTo>
                  <a:lnTo>
                    <a:pt x="8157687" y="1545648"/>
                  </a:lnTo>
                  <a:lnTo>
                    <a:pt x="8162050" y="1545648"/>
                  </a:lnTo>
                  <a:lnTo>
                    <a:pt x="8166413" y="1561825"/>
                  </a:lnTo>
                  <a:lnTo>
                    <a:pt x="8170776" y="1572782"/>
                  </a:lnTo>
                  <a:lnTo>
                    <a:pt x="8175138" y="1656382"/>
                  </a:lnTo>
                  <a:lnTo>
                    <a:pt x="8179501" y="1610001"/>
                  </a:lnTo>
                  <a:lnTo>
                    <a:pt x="8183864" y="1561825"/>
                  </a:lnTo>
                  <a:lnTo>
                    <a:pt x="8188227" y="1561825"/>
                  </a:lnTo>
                  <a:lnTo>
                    <a:pt x="8192589" y="1561825"/>
                  </a:lnTo>
                  <a:lnTo>
                    <a:pt x="8196952" y="1561825"/>
                  </a:lnTo>
                  <a:lnTo>
                    <a:pt x="8201315" y="1561825"/>
                  </a:lnTo>
                  <a:lnTo>
                    <a:pt x="8205678" y="1532788"/>
                  </a:lnTo>
                  <a:lnTo>
                    <a:pt x="8210040" y="1517582"/>
                  </a:lnTo>
                  <a:lnTo>
                    <a:pt x="8214403" y="1510135"/>
                  </a:lnTo>
                  <a:lnTo>
                    <a:pt x="8218766" y="1519188"/>
                  </a:lnTo>
                  <a:lnTo>
                    <a:pt x="8223129" y="1455884"/>
                  </a:lnTo>
                  <a:lnTo>
                    <a:pt x="8227491" y="1432781"/>
                  </a:lnTo>
                  <a:lnTo>
                    <a:pt x="8231854" y="1291130"/>
                  </a:lnTo>
                  <a:lnTo>
                    <a:pt x="8236217" y="1286629"/>
                  </a:lnTo>
                  <a:lnTo>
                    <a:pt x="8240580" y="1239440"/>
                  </a:lnTo>
                  <a:lnTo>
                    <a:pt x="8244942" y="1247720"/>
                  </a:lnTo>
                  <a:lnTo>
                    <a:pt x="8249305" y="1378889"/>
                  </a:lnTo>
                  <a:lnTo>
                    <a:pt x="8253668" y="1363169"/>
                  </a:lnTo>
                  <a:lnTo>
                    <a:pt x="8258031" y="1345556"/>
                  </a:lnTo>
                  <a:lnTo>
                    <a:pt x="8262393" y="1315468"/>
                  </a:lnTo>
                  <a:lnTo>
                    <a:pt x="8266756" y="1306927"/>
                  </a:lnTo>
                  <a:lnTo>
                    <a:pt x="8271119" y="1336532"/>
                  </a:lnTo>
                  <a:lnTo>
                    <a:pt x="8275482" y="1373566"/>
                  </a:lnTo>
                  <a:lnTo>
                    <a:pt x="8279844" y="1379346"/>
                  </a:lnTo>
                  <a:lnTo>
                    <a:pt x="8284207" y="1385188"/>
                  </a:lnTo>
                  <a:lnTo>
                    <a:pt x="8288570" y="1427945"/>
                  </a:lnTo>
                  <a:lnTo>
                    <a:pt x="8292933" y="1419537"/>
                  </a:lnTo>
                  <a:lnTo>
                    <a:pt x="8297295" y="1419537"/>
                  </a:lnTo>
                  <a:lnTo>
                    <a:pt x="8301658" y="1423725"/>
                  </a:lnTo>
                  <a:lnTo>
                    <a:pt x="8306021" y="1488391"/>
                  </a:lnTo>
                  <a:lnTo>
                    <a:pt x="8310384" y="1517582"/>
                  </a:lnTo>
                  <a:lnTo>
                    <a:pt x="8314746" y="1579205"/>
                  </a:lnTo>
                  <a:lnTo>
                    <a:pt x="8319109" y="1602788"/>
                  </a:lnTo>
                  <a:lnTo>
                    <a:pt x="8323472" y="1504289"/>
                  </a:lnTo>
                  <a:lnTo>
                    <a:pt x="8327835" y="1564414"/>
                  </a:lnTo>
                  <a:lnTo>
                    <a:pt x="8332197" y="1668810"/>
                  </a:lnTo>
                  <a:lnTo>
                    <a:pt x="8336560" y="1668810"/>
                  </a:lnTo>
                  <a:lnTo>
                    <a:pt x="8340923" y="1666154"/>
                  </a:lnTo>
                  <a:lnTo>
                    <a:pt x="8345286" y="1561825"/>
                  </a:lnTo>
                  <a:lnTo>
                    <a:pt x="8349648" y="1540555"/>
                  </a:lnTo>
                  <a:lnTo>
                    <a:pt x="8354011" y="1451764"/>
                  </a:lnTo>
                  <a:lnTo>
                    <a:pt x="8358374" y="1462946"/>
                  </a:lnTo>
                  <a:lnTo>
                    <a:pt x="8362737" y="1462946"/>
                  </a:lnTo>
                  <a:lnTo>
                    <a:pt x="8367099" y="1440807"/>
                  </a:lnTo>
                  <a:lnTo>
                    <a:pt x="8371462" y="1405129"/>
                  </a:lnTo>
                  <a:lnTo>
                    <a:pt x="8375825" y="1379346"/>
                  </a:lnTo>
                  <a:lnTo>
                    <a:pt x="8375825" y="1668810"/>
                  </a:lnTo>
                  <a:lnTo>
                    <a:pt x="8371462" y="1668810"/>
                  </a:lnTo>
                  <a:lnTo>
                    <a:pt x="8367099" y="1668810"/>
                  </a:lnTo>
                  <a:lnTo>
                    <a:pt x="8362737" y="1668810"/>
                  </a:lnTo>
                  <a:lnTo>
                    <a:pt x="8358374" y="1668810"/>
                  </a:lnTo>
                  <a:lnTo>
                    <a:pt x="8354011" y="1668810"/>
                  </a:lnTo>
                  <a:lnTo>
                    <a:pt x="8349648" y="1668810"/>
                  </a:lnTo>
                  <a:lnTo>
                    <a:pt x="8345286" y="1668810"/>
                  </a:lnTo>
                  <a:lnTo>
                    <a:pt x="8340923" y="1668810"/>
                  </a:lnTo>
                  <a:lnTo>
                    <a:pt x="8336560" y="1668810"/>
                  </a:lnTo>
                  <a:lnTo>
                    <a:pt x="8332197" y="1668810"/>
                  </a:lnTo>
                  <a:lnTo>
                    <a:pt x="8327835" y="1668810"/>
                  </a:lnTo>
                  <a:lnTo>
                    <a:pt x="8323472" y="1668810"/>
                  </a:lnTo>
                  <a:lnTo>
                    <a:pt x="8319109" y="1668810"/>
                  </a:lnTo>
                  <a:lnTo>
                    <a:pt x="8314746" y="1668810"/>
                  </a:lnTo>
                  <a:lnTo>
                    <a:pt x="8310384" y="1668810"/>
                  </a:lnTo>
                  <a:lnTo>
                    <a:pt x="8306021" y="1668810"/>
                  </a:lnTo>
                  <a:lnTo>
                    <a:pt x="8301658" y="1668810"/>
                  </a:lnTo>
                  <a:lnTo>
                    <a:pt x="8297295" y="1668810"/>
                  </a:lnTo>
                  <a:lnTo>
                    <a:pt x="8292933" y="1668810"/>
                  </a:lnTo>
                  <a:lnTo>
                    <a:pt x="8288570" y="1668810"/>
                  </a:lnTo>
                  <a:lnTo>
                    <a:pt x="8284207" y="1668810"/>
                  </a:lnTo>
                  <a:lnTo>
                    <a:pt x="8279844" y="1668810"/>
                  </a:lnTo>
                  <a:lnTo>
                    <a:pt x="8275482" y="1668810"/>
                  </a:lnTo>
                  <a:lnTo>
                    <a:pt x="8271119" y="1668810"/>
                  </a:lnTo>
                  <a:lnTo>
                    <a:pt x="8266756" y="1668810"/>
                  </a:lnTo>
                  <a:lnTo>
                    <a:pt x="8262393" y="1668810"/>
                  </a:lnTo>
                  <a:lnTo>
                    <a:pt x="8258031" y="1668810"/>
                  </a:lnTo>
                  <a:lnTo>
                    <a:pt x="8253668" y="1668810"/>
                  </a:lnTo>
                  <a:lnTo>
                    <a:pt x="8249305" y="1668810"/>
                  </a:lnTo>
                  <a:lnTo>
                    <a:pt x="8244942" y="1668810"/>
                  </a:lnTo>
                  <a:lnTo>
                    <a:pt x="8240580" y="1668810"/>
                  </a:lnTo>
                  <a:lnTo>
                    <a:pt x="8236217" y="1668810"/>
                  </a:lnTo>
                  <a:lnTo>
                    <a:pt x="8231854" y="1668810"/>
                  </a:lnTo>
                  <a:lnTo>
                    <a:pt x="8227491" y="1668810"/>
                  </a:lnTo>
                  <a:lnTo>
                    <a:pt x="8223129" y="1668810"/>
                  </a:lnTo>
                  <a:lnTo>
                    <a:pt x="8218766" y="1668810"/>
                  </a:lnTo>
                  <a:lnTo>
                    <a:pt x="8214403" y="1668810"/>
                  </a:lnTo>
                  <a:lnTo>
                    <a:pt x="8210040" y="1668810"/>
                  </a:lnTo>
                  <a:lnTo>
                    <a:pt x="8205678" y="1668810"/>
                  </a:lnTo>
                  <a:lnTo>
                    <a:pt x="8201315" y="1668810"/>
                  </a:lnTo>
                  <a:lnTo>
                    <a:pt x="8196952" y="1668810"/>
                  </a:lnTo>
                  <a:lnTo>
                    <a:pt x="8192589" y="1668810"/>
                  </a:lnTo>
                  <a:lnTo>
                    <a:pt x="8188227" y="1668810"/>
                  </a:lnTo>
                  <a:lnTo>
                    <a:pt x="8183864" y="1668810"/>
                  </a:lnTo>
                  <a:lnTo>
                    <a:pt x="8179501" y="1668810"/>
                  </a:lnTo>
                  <a:lnTo>
                    <a:pt x="8175138" y="1668810"/>
                  </a:lnTo>
                  <a:lnTo>
                    <a:pt x="8170776" y="1668810"/>
                  </a:lnTo>
                  <a:lnTo>
                    <a:pt x="8166413" y="1668810"/>
                  </a:lnTo>
                  <a:lnTo>
                    <a:pt x="8162050" y="1668810"/>
                  </a:lnTo>
                  <a:lnTo>
                    <a:pt x="8157687" y="1668810"/>
                  </a:lnTo>
                  <a:lnTo>
                    <a:pt x="8153325" y="1668810"/>
                  </a:lnTo>
                  <a:lnTo>
                    <a:pt x="8148962" y="1668810"/>
                  </a:lnTo>
                  <a:lnTo>
                    <a:pt x="8144599" y="1668810"/>
                  </a:lnTo>
                  <a:lnTo>
                    <a:pt x="8140236" y="1668810"/>
                  </a:lnTo>
                  <a:lnTo>
                    <a:pt x="8135874" y="1668810"/>
                  </a:lnTo>
                  <a:lnTo>
                    <a:pt x="8131511" y="1668810"/>
                  </a:lnTo>
                  <a:lnTo>
                    <a:pt x="8127148" y="1668810"/>
                  </a:lnTo>
                  <a:lnTo>
                    <a:pt x="8122785" y="1668810"/>
                  </a:lnTo>
                  <a:lnTo>
                    <a:pt x="8118423" y="1668810"/>
                  </a:lnTo>
                  <a:lnTo>
                    <a:pt x="8114060" y="1668810"/>
                  </a:lnTo>
                  <a:lnTo>
                    <a:pt x="8109697" y="1668810"/>
                  </a:lnTo>
                  <a:lnTo>
                    <a:pt x="8105334" y="1668810"/>
                  </a:lnTo>
                  <a:lnTo>
                    <a:pt x="8100972" y="1668810"/>
                  </a:lnTo>
                  <a:lnTo>
                    <a:pt x="8096609" y="1668810"/>
                  </a:lnTo>
                  <a:lnTo>
                    <a:pt x="8092246" y="1668810"/>
                  </a:lnTo>
                  <a:lnTo>
                    <a:pt x="8087883" y="1668810"/>
                  </a:lnTo>
                  <a:lnTo>
                    <a:pt x="8083521" y="1668810"/>
                  </a:lnTo>
                  <a:lnTo>
                    <a:pt x="8079158" y="1668810"/>
                  </a:lnTo>
                  <a:lnTo>
                    <a:pt x="8074795" y="1668810"/>
                  </a:lnTo>
                  <a:lnTo>
                    <a:pt x="8070432" y="1668810"/>
                  </a:lnTo>
                  <a:lnTo>
                    <a:pt x="8066070" y="1668810"/>
                  </a:lnTo>
                  <a:lnTo>
                    <a:pt x="8061707" y="1668810"/>
                  </a:lnTo>
                  <a:lnTo>
                    <a:pt x="8057344" y="1668810"/>
                  </a:lnTo>
                  <a:lnTo>
                    <a:pt x="8052981" y="1668810"/>
                  </a:lnTo>
                  <a:lnTo>
                    <a:pt x="8048619" y="1668810"/>
                  </a:lnTo>
                  <a:lnTo>
                    <a:pt x="8044256" y="1668810"/>
                  </a:lnTo>
                  <a:lnTo>
                    <a:pt x="8039893" y="1668810"/>
                  </a:lnTo>
                  <a:lnTo>
                    <a:pt x="8035530" y="1668810"/>
                  </a:lnTo>
                  <a:lnTo>
                    <a:pt x="8031168" y="1668810"/>
                  </a:lnTo>
                  <a:lnTo>
                    <a:pt x="8026805" y="1668810"/>
                  </a:lnTo>
                  <a:lnTo>
                    <a:pt x="8022442" y="1668810"/>
                  </a:lnTo>
                  <a:lnTo>
                    <a:pt x="8018079" y="1668810"/>
                  </a:lnTo>
                  <a:lnTo>
                    <a:pt x="8013717" y="1668810"/>
                  </a:lnTo>
                  <a:lnTo>
                    <a:pt x="8009354" y="1668810"/>
                  </a:lnTo>
                  <a:lnTo>
                    <a:pt x="8004991" y="1668810"/>
                  </a:lnTo>
                  <a:lnTo>
                    <a:pt x="8000628" y="1668810"/>
                  </a:lnTo>
                  <a:lnTo>
                    <a:pt x="7996266" y="1668810"/>
                  </a:lnTo>
                  <a:lnTo>
                    <a:pt x="7991903" y="1668810"/>
                  </a:lnTo>
                  <a:lnTo>
                    <a:pt x="7987540" y="1668810"/>
                  </a:lnTo>
                  <a:lnTo>
                    <a:pt x="7983177" y="1668810"/>
                  </a:lnTo>
                  <a:lnTo>
                    <a:pt x="7978815" y="1668810"/>
                  </a:lnTo>
                  <a:lnTo>
                    <a:pt x="7974452" y="1668810"/>
                  </a:lnTo>
                  <a:lnTo>
                    <a:pt x="7970089" y="1668810"/>
                  </a:lnTo>
                  <a:lnTo>
                    <a:pt x="7965726" y="1668810"/>
                  </a:lnTo>
                  <a:lnTo>
                    <a:pt x="7961364" y="1668810"/>
                  </a:lnTo>
                  <a:lnTo>
                    <a:pt x="7957001" y="1668810"/>
                  </a:lnTo>
                  <a:lnTo>
                    <a:pt x="7952638" y="1668810"/>
                  </a:lnTo>
                  <a:lnTo>
                    <a:pt x="7948275" y="1668810"/>
                  </a:lnTo>
                  <a:lnTo>
                    <a:pt x="7943913" y="1668810"/>
                  </a:lnTo>
                  <a:lnTo>
                    <a:pt x="7939550" y="1668810"/>
                  </a:lnTo>
                  <a:lnTo>
                    <a:pt x="7935187" y="1668810"/>
                  </a:lnTo>
                  <a:lnTo>
                    <a:pt x="7930824" y="1668810"/>
                  </a:lnTo>
                  <a:lnTo>
                    <a:pt x="7926462" y="1668810"/>
                  </a:lnTo>
                  <a:lnTo>
                    <a:pt x="7922099" y="1668810"/>
                  </a:lnTo>
                  <a:lnTo>
                    <a:pt x="7917736" y="1668810"/>
                  </a:lnTo>
                  <a:lnTo>
                    <a:pt x="7913373" y="1668810"/>
                  </a:lnTo>
                  <a:lnTo>
                    <a:pt x="7909011" y="1668810"/>
                  </a:lnTo>
                  <a:lnTo>
                    <a:pt x="7904648" y="1668810"/>
                  </a:lnTo>
                  <a:lnTo>
                    <a:pt x="7900285" y="1668810"/>
                  </a:lnTo>
                  <a:lnTo>
                    <a:pt x="7895922" y="1668810"/>
                  </a:lnTo>
                  <a:lnTo>
                    <a:pt x="7891560" y="1668810"/>
                  </a:lnTo>
                  <a:lnTo>
                    <a:pt x="7887197" y="1668810"/>
                  </a:lnTo>
                  <a:lnTo>
                    <a:pt x="7882834" y="1668810"/>
                  </a:lnTo>
                  <a:lnTo>
                    <a:pt x="7878471" y="1668810"/>
                  </a:lnTo>
                  <a:lnTo>
                    <a:pt x="7874109" y="1668810"/>
                  </a:lnTo>
                  <a:lnTo>
                    <a:pt x="7869746" y="1668810"/>
                  </a:lnTo>
                  <a:lnTo>
                    <a:pt x="7865383" y="1668810"/>
                  </a:lnTo>
                  <a:lnTo>
                    <a:pt x="7861020" y="1668810"/>
                  </a:lnTo>
                  <a:lnTo>
                    <a:pt x="7856658" y="1668810"/>
                  </a:lnTo>
                  <a:lnTo>
                    <a:pt x="7852295" y="1668810"/>
                  </a:lnTo>
                  <a:lnTo>
                    <a:pt x="7847932" y="1668810"/>
                  </a:lnTo>
                  <a:lnTo>
                    <a:pt x="7843569" y="1668810"/>
                  </a:lnTo>
                  <a:lnTo>
                    <a:pt x="7839207" y="1668810"/>
                  </a:lnTo>
                  <a:lnTo>
                    <a:pt x="7834844" y="1668810"/>
                  </a:lnTo>
                  <a:lnTo>
                    <a:pt x="7830481" y="1668810"/>
                  </a:lnTo>
                  <a:lnTo>
                    <a:pt x="7826118" y="1668810"/>
                  </a:lnTo>
                  <a:lnTo>
                    <a:pt x="7821756" y="1668810"/>
                  </a:lnTo>
                  <a:lnTo>
                    <a:pt x="7817393" y="1668810"/>
                  </a:lnTo>
                  <a:lnTo>
                    <a:pt x="7813030" y="1668810"/>
                  </a:lnTo>
                  <a:lnTo>
                    <a:pt x="7808667" y="1668810"/>
                  </a:lnTo>
                  <a:lnTo>
                    <a:pt x="7804305" y="1668810"/>
                  </a:lnTo>
                  <a:lnTo>
                    <a:pt x="7799942" y="1668810"/>
                  </a:lnTo>
                  <a:lnTo>
                    <a:pt x="7795579" y="1668810"/>
                  </a:lnTo>
                  <a:lnTo>
                    <a:pt x="7791216" y="1668810"/>
                  </a:lnTo>
                  <a:lnTo>
                    <a:pt x="7786854" y="1668810"/>
                  </a:lnTo>
                  <a:lnTo>
                    <a:pt x="7782491" y="1668810"/>
                  </a:lnTo>
                  <a:lnTo>
                    <a:pt x="7778128" y="1668810"/>
                  </a:lnTo>
                  <a:lnTo>
                    <a:pt x="7773765" y="1668810"/>
                  </a:lnTo>
                  <a:lnTo>
                    <a:pt x="7769403" y="1668810"/>
                  </a:lnTo>
                  <a:lnTo>
                    <a:pt x="7765040" y="1668810"/>
                  </a:lnTo>
                  <a:lnTo>
                    <a:pt x="7760677" y="1668810"/>
                  </a:lnTo>
                  <a:lnTo>
                    <a:pt x="7756314" y="1668810"/>
                  </a:lnTo>
                  <a:lnTo>
                    <a:pt x="7751952" y="1668810"/>
                  </a:lnTo>
                  <a:lnTo>
                    <a:pt x="7747589" y="1668810"/>
                  </a:lnTo>
                  <a:lnTo>
                    <a:pt x="7743226" y="1668810"/>
                  </a:lnTo>
                  <a:lnTo>
                    <a:pt x="7738863" y="1668810"/>
                  </a:lnTo>
                  <a:lnTo>
                    <a:pt x="7734501" y="1668810"/>
                  </a:lnTo>
                  <a:lnTo>
                    <a:pt x="7730138" y="1668810"/>
                  </a:lnTo>
                  <a:lnTo>
                    <a:pt x="7725775" y="1668810"/>
                  </a:lnTo>
                  <a:lnTo>
                    <a:pt x="7721412" y="1668810"/>
                  </a:lnTo>
                  <a:lnTo>
                    <a:pt x="7717050" y="1668810"/>
                  </a:lnTo>
                  <a:lnTo>
                    <a:pt x="7712687" y="1668810"/>
                  </a:lnTo>
                  <a:lnTo>
                    <a:pt x="7708324" y="1668810"/>
                  </a:lnTo>
                  <a:lnTo>
                    <a:pt x="7703961" y="1668810"/>
                  </a:lnTo>
                  <a:lnTo>
                    <a:pt x="7699599" y="1668810"/>
                  </a:lnTo>
                  <a:lnTo>
                    <a:pt x="7695236" y="1668810"/>
                  </a:lnTo>
                  <a:lnTo>
                    <a:pt x="7690873" y="1668810"/>
                  </a:lnTo>
                  <a:lnTo>
                    <a:pt x="7686510" y="1668810"/>
                  </a:lnTo>
                  <a:lnTo>
                    <a:pt x="7682148" y="1668810"/>
                  </a:lnTo>
                  <a:lnTo>
                    <a:pt x="7677785" y="1668810"/>
                  </a:lnTo>
                  <a:lnTo>
                    <a:pt x="7673422" y="1668810"/>
                  </a:lnTo>
                  <a:lnTo>
                    <a:pt x="7669059" y="1668810"/>
                  </a:lnTo>
                  <a:lnTo>
                    <a:pt x="7664697" y="1668810"/>
                  </a:lnTo>
                  <a:lnTo>
                    <a:pt x="7660334" y="1668810"/>
                  </a:lnTo>
                  <a:lnTo>
                    <a:pt x="7655971" y="1668810"/>
                  </a:lnTo>
                  <a:lnTo>
                    <a:pt x="7651608" y="1668810"/>
                  </a:lnTo>
                  <a:lnTo>
                    <a:pt x="7647246" y="1668810"/>
                  </a:lnTo>
                  <a:lnTo>
                    <a:pt x="7642883" y="1668810"/>
                  </a:lnTo>
                  <a:lnTo>
                    <a:pt x="7638520" y="1668810"/>
                  </a:lnTo>
                  <a:lnTo>
                    <a:pt x="7634157" y="1668810"/>
                  </a:lnTo>
                  <a:lnTo>
                    <a:pt x="7629795" y="1668810"/>
                  </a:lnTo>
                  <a:lnTo>
                    <a:pt x="7625432" y="1668810"/>
                  </a:lnTo>
                  <a:lnTo>
                    <a:pt x="7621069" y="1668810"/>
                  </a:lnTo>
                  <a:lnTo>
                    <a:pt x="7616706" y="1668810"/>
                  </a:lnTo>
                  <a:lnTo>
                    <a:pt x="7612344" y="1668810"/>
                  </a:lnTo>
                  <a:lnTo>
                    <a:pt x="7607981" y="1668810"/>
                  </a:lnTo>
                  <a:lnTo>
                    <a:pt x="7603618" y="1668810"/>
                  </a:lnTo>
                  <a:lnTo>
                    <a:pt x="7599255" y="1668810"/>
                  </a:lnTo>
                  <a:lnTo>
                    <a:pt x="7594893" y="1668810"/>
                  </a:lnTo>
                  <a:lnTo>
                    <a:pt x="7590530" y="1668810"/>
                  </a:lnTo>
                  <a:lnTo>
                    <a:pt x="7586167" y="1668810"/>
                  </a:lnTo>
                  <a:lnTo>
                    <a:pt x="7581804" y="1668810"/>
                  </a:lnTo>
                  <a:lnTo>
                    <a:pt x="7577442" y="1668810"/>
                  </a:lnTo>
                  <a:lnTo>
                    <a:pt x="7573079" y="1668810"/>
                  </a:lnTo>
                  <a:lnTo>
                    <a:pt x="7568716" y="1668810"/>
                  </a:lnTo>
                  <a:lnTo>
                    <a:pt x="7564353" y="1668810"/>
                  </a:lnTo>
                  <a:lnTo>
                    <a:pt x="7559991" y="1668810"/>
                  </a:lnTo>
                  <a:lnTo>
                    <a:pt x="7555628" y="1668810"/>
                  </a:lnTo>
                  <a:lnTo>
                    <a:pt x="7551265" y="1668810"/>
                  </a:lnTo>
                  <a:lnTo>
                    <a:pt x="7546902" y="1668810"/>
                  </a:lnTo>
                  <a:lnTo>
                    <a:pt x="7542540" y="1668810"/>
                  </a:lnTo>
                  <a:lnTo>
                    <a:pt x="7538177" y="1668810"/>
                  </a:lnTo>
                  <a:lnTo>
                    <a:pt x="7533814" y="1668810"/>
                  </a:lnTo>
                  <a:lnTo>
                    <a:pt x="7529451" y="1668810"/>
                  </a:lnTo>
                  <a:lnTo>
                    <a:pt x="7525089" y="1668810"/>
                  </a:lnTo>
                  <a:lnTo>
                    <a:pt x="7520726" y="1668810"/>
                  </a:lnTo>
                  <a:lnTo>
                    <a:pt x="7516363" y="1668810"/>
                  </a:lnTo>
                  <a:lnTo>
                    <a:pt x="7512000" y="1668810"/>
                  </a:lnTo>
                  <a:lnTo>
                    <a:pt x="7507638" y="1668810"/>
                  </a:lnTo>
                  <a:lnTo>
                    <a:pt x="7503275" y="1668810"/>
                  </a:lnTo>
                  <a:lnTo>
                    <a:pt x="7498912" y="1668810"/>
                  </a:lnTo>
                  <a:lnTo>
                    <a:pt x="7494549" y="1668810"/>
                  </a:lnTo>
                  <a:lnTo>
                    <a:pt x="7490187" y="1668810"/>
                  </a:lnTo>
                  <a:lnTo>
                    <a:pt x="7485824" y="1668810"/>
                  </a:lnTo>
                  <a:lnTo>
                    <a:pt x="7481461" y="1668810"/>
                  </a:lnTo>
                  <a:lnTo>
                    <a:pt x="7477098" y="1668810"/>
                  </a:lnTo>
                  <a:lnTo>
                    <a:pt x="7472736" y="1668810"/>
                  </a:lnTo>
                  <a:lnTo>
                    <a:pt x="7468373" y="1668810"/>
                  </a:lnTo>
                  <a:lnTo>
                    <a:pt x="7464010" y="1668810"/>
                  </a:lnTo>
                  <a:lnTo>
                    <a:pt x="7459647" y="1668810"/>
                  </a:lnTo>
                  <a:lnTo>
                    <a:pt x="7455285" y="1668810"/>
                  </a:lnTo>
                  <a:lnTo>
                    <a:pt x="7450922" y="1668810"/>
                  </a:lnTo>
                  <a:lnTo>
                    <a:pt x="7446559" y="1668810"/>
                  </a:lnTo>
                  <a:lnTo>
                    <a:pt x="7442196" y="1668810"/>
                  </a:lnTo>
                  <a:lnTo>
                    <a:pt x="7437834" y="1668810"/>
                  </a:lnTo>
                  <a:lnTo>
                    <a:pt x="7433471" y="1668810"/>
                  </a:lnTo>
                  <a:lnTo>
                    <a:pt x="7429108" y="1668810"/>
                  </a:lnTo>
                  <a:lnTo>
                    <a:pt x="7424745" y="1668810"/>
                  </a:lnTo>
                  <a:lnTo>
                    <a:pt x="7420383" y="1668810"/>
                  </a:lnTo>
                  <a:lnTo>
                    <a:pt x="7416020" y="1668810"/>
                  </a:lnTo>
                  <a:lnTo>
                    <a:pt x="7411657" y="1668810"/>
                  </a:lnTo>
                  <a:lnTo>
                    <a:pt x="7407294" y="1668810"/>
                  </a:lnTo>
                  <a:lnTo>
                    <a:pt x="7402932" y="1668810"/>
                  </a:lnTo>
                  <a:lnTo>
                    <a:pt x="7398569" y="1668810"/>
                  </a:lnTo>
                  <a:lnTo>
                    <a:pt x="7394206" y="1668810"/>
                  </a:lnTo>
                  <a:lnTo>
                    <a:pt x="7389843" y="1668810"/>
                  </a:lnTo>
                  <a:lnTo>
                    <a:pt x="7385481" y="1668810"/>
                  </a:lnTo>
                  <a:lnTo>
                    <a:pt x="7381118" y="1668810"/>
                  </a:lnTo>
                  <a:lnTo>
                    <a:pt x="7376755" y="1668810"/>
                  </a:lnTo>
                  <a:lnTo>
                    <a:pt x="7372392" y="1668810"/>
                  </a:lnTo>
                  <a:lnTo>
                    <a:pt x="7368030" y="1668810"/>
                  </a:lnTo>
                  <a:lnTo>
                    <a:pt x="7363667" y="1668810"/>
                  </a:lnTo>
                  <a:lnTo>
                    <a:pt x="7359304" y="1668810"/>
                  </a:lnTo>
                  <a:lnTo>
                    <a:pt x="7354941" y="1668810"/>
                  </a:lnTo>
                  <a:lnTo>
                    <a:pt x="7350579" y="1668810"/>
                  </a:lnTo>
                  <a:lnTo>
                    <a:pt x="7346216" y="1668810"/>
                  </a:lnTo>
                  <a:lnTo>
                    <a:pt x="7341853" y="1668810"/>
                  </a:lnTo>
                  <a:lnTo>
                    <a:pt x="7337490" y="1668810"/>
                  </a:lnTo>
                  <a:lnTo>
                    <a:pt x="7333128" y="1668810"/>
                  </a:lnTo>
                  <a:lnTo>
                    <a:pt x="7328765" y="1668810"/>
                  </a:lnTo>
                  <a:lnTo>
                    <a:pt x="7324402" y="1668810"/>
                  </a:lnTo>
                  <a:lnTo>
                    <a:pt x="7320039" y="1668810"/>
                  </a:lnTo>
                  <a:lnTo>
                    <a:pt x="7315677" y="1668810"/>
                  </a:lnTo>
                  <a:lnTo>
                    <a:pt x="7311314" y="1668810"/>
                  </a:lnTo>
                  <a:lnTo>
                    <a:pt x="7306951" y="1668810"/>
                  </a:lnTo>
                  <a:lnTo>
                    <a:pt x="7302588" y="1668810"/>
                  </a:lnTo>
                  <a:lnTo>
                    <a:pt x="7298226" y="1668810"/>
                  </a:lnTo>
                  <a:lnTo>
                    <a:pt x="7293863" y="1668810"/>
                  </a:lnTo>
                  <a:lnTo>
                    <a:pt x="7289500" y="1668810"/>
                  </a:lnTo>
                  <a:lnTo>
                    <a:pt x="7285137" y="1668810"/>
                  </a:lnTo>
                  <a:lnTo>
                    <a:pt x="7280775" y="1668810"/>
                  </a:lnTo>
                  <a:lnTo>
                    <a:pt x="7276412" y="1668810"/>
                  </a:lnTo>
                  <a:lnTo>
                    <a:pt x="7272049" y="1668810"/>
                  </a:lnTo>
                  <a:lnTo>
                    <a:pt x="7267686" y="1668810"/>
                  </a:lnTo>
                  <a:lnTo>
                    <a:pt x="7263324" y="1668810"/>
                  </a:lnTo>
                  <a:lnTo>
                    <a:pt x="7258961" y="1668810"/>
                  </a:lnTo>
                  <a:lnTo>
                    <a:pt x="7254598" y="1668810"/>
                  </a:lnTo>
                  <a:lnTo>
                    <a:pt x="7250235" y="1668810"/>
                  </a:lnTo>
                  <a:lnTo>
                    <a:pt x="7245873" y="1668810"/>
                  </a:lnTo>
                  <a:lnTo>
                    <a:pt x="7241510" y="1668810"/>
                  </a:lnTo>
                  <a:lnTo>
                    <a:pt x="7237147" y="1668810"/>
                  </a:lnTo>
                  <a:lnTo>
                    <a:pt x="7232784" y="1668810"/>
                  </a:lnTo>
                  <a:lnTo>
                    <a:pt x="7228422" y="1668810"/>
                  </a:lnTo>
                  <a:lnTo>
                    <a:pt x="7224059" y="1668810"/>
                  </a:lnTo>
                  <a:lnTo>
                    <a:pt x="7219696" y="1668810"/>
                  </a:lnTo>
                  <a:lnTo>
                    <a:pt x="7215333" y="1668810"/>
                  </a:lnTo>
                  <a:lnTo>
                    <a:pt x="7210971" y="1668810"/>
                  </a:lnTo>
                  <a:lnTo>
                    <a:pt x="7206608" y="1668810"/>
                  </a:lnTo>
                  <a:lnTo>
                    <a:pt x="7202245" y="1668810"/>
                  </a:lnTo>
                  <a:lnTo>
                    <a:pt x="7197882" y="1668810"/>
                  </a:lnTo>
                  <a:lnTo>
                    <a:pt x="7193520" y="1668810"/>
                  </a:lnTo>
                  <a:lnTo>
                    <a:pt x="7189157" y="1668810"/>
                  </a:lnTo>
                  <a:lnTo>
                    <a:pt x="7184794" y="1668810"/>
                  </a:lnTo>
                  <a:lnTo>
                    <a:pt x="7180431" y="1668810"/>
                  </a:lnTo>
                  <a:lnTo>
                    <a:pt x="7176069" y="1668810"/>
                  </a:lnTo>
                  <a:lnTo>
                    <a:pt x="7171706" y="1668810"/>
                  </a:lnTo>
                  <a:lnTo>
                    <a:pt x="7167343" y="1668810"/>
                  </a:lnTo>
                  <a:lnTo>
                    <a:pt x="7162980" y="1668810"/>
                  </a:lnTo>
                  <a:lnTo>
                    <a:pt x="7158618" y="1668810"/>
                  </a:lnTo>
                  <a:lnTo>
                    <a:pt x="7154255" y="1668810"/>
                  </a:lnTo>
                  <a:lnTo>
                    <a:pt x="7149892" y="1668810"/>
                  </a:lnTo>
                  <a:lnTo>
                    <a:pt x="7145529" y="1668810"/>
                  </a:lnTo>
                  <a:lnTo>
                    <a:pt x="7141167" y="1668810"/>
                  </a:lnTo>
                  <a:lnTo>
                    <a:pt x="7136804" y="1668810"/>
                  </a:lnTo>
                  <a:lnTo>
                    <a:pt x="7132441" y="1668810"/>
                  </a:lnTo>
                  <a:lnTo>
                    <a:pt x="7128078" y="1668810"/>
                  </a:lnTo>
                  <a:lnTo>
                    <a:pt x="7123716" y="1668810"/>
                  </a:lnTo>
                  <a:lnTo>
                    <a:pt x="7119353" y="1668810"/>
                  </a:lnTo>
                  <a:lnTo>
                    <a:pt x="7114990" y="1668810"/>
                  </a:lnTo>
                  <a:lnTo>
                    <a:pt x="7110627" y="1668810"/>
                  </a:lnTo>
                  <a:lnTo>
                    <a:pt x="7106265" y="1668810"/>
                  </a:lnTo>
                  <a:lnTo>
                    <a:pt x="7101902" y="1668810"/>
                  </a:lnTo>
                  <a:lnTo>
                    <a:pt x="7097539" y="1668810"/>
                  </a:lnTo>
                  <a:lnTo>
                    <a:pt x="7093176" y="1668810"/>
                  </a:lnTo>
                  <a:lnTo>
                    <a:pt x="7088814" y="1668810"/>
                  </a:lnTo>
                  <a:lnTo>
                    <a:pt x="7084451" y="1668810"/>
                  </a:lnTo>
                  <a:lnTo>
                    <a:pt x="7080088" y="1668810"/>
                  </a:lnTo>
                  <a:lnTo>
                    <a:pt x="7075725" y="1668810"/>
                  </a:lnTo>
                  <a:lnTo>
                    <a:pt x="7071363" y="1668810"/>
                  </a:lnTo>
                  <a:lnTo>
                    <a:pt x="7067000" y="1668810"/>
                  </a:lnTo>
                  <a:lnTo>
                    <a:pt x="7062637" y="1668810"/>
                  </a:lnTo>
                  <a:lnTo>
                    <a:pt x="7058274" y="1668810"/>
                  </a:lnTo>
                  <a:lnTo>
                    <a:pt x="7053912" y="1668810"/>
                  </a:lnTo>
                  <a:lnTo>
                    <a:pt x="7049549" y="1668810"/>
                  </a:lnTo>
                  <a:lnTo>
                    <a:pt x="7045186" y="1668810"/>
                  </a:lnTo>
                  <a:lnTo>
                    <a:pt x="7040823" y="1668810"/>
                  </a:lnTo>
                  <a:lnTo>
                    <a:pt x="7036461" y="1668810"/>
                  </a:lnTo>
                  <a:lnTo>
                    <a:pt x="7032098" y="1668810"/>
                  </a:lnTo>
                  <a:lnTo>
                    <a:pt x="7027735" y="1668810"/>
                  </a:lnTo>
                  <a:lnTo>
                    <a:pt x="7023372" y="1668810"/>
                  </a:lnTo>
                  <a:lnTo>
                    <a:pt x="7019010" y="1668810"/>
                  </a:lnTo>
                  <a:lnTo>
                    <a:pt x="7014647" y="1668810"/>
                  </a:lnTo>
                  <a:lnTo>
                    <a:pt x="7010284" y="1668810"/>
                  </a:lnTo>
                  <a:lnTo>
                    <a:pt x="7005921" y="1668810"/>
                  </a:lnTo>
                  <a:lnTo>
                    <a:pt x="7001559" y="1668810"/>
                  </a:lnTo>
                  <a:lnTo>
                    <a:pt x="6997196" y="1668810"/>
                  </a:lnTo>
                  <a:lnTo>
                    <a:pt x="6992833" y="1668810"/>
                  </a:lnTo>
                  <a:lnTo>
                    <a:pt x="6988470" y="1668810"/>
                  </a:lnTo>
                  <a:lnTo>
                    <a:pt x="6984108" y="1668810"/>
                  </a:lnTo>
                  <a:lnTo>
                    <a:pt x="6979745" y="1668810"/>
                  </a:lnTo>
                  <a:lnTo>
                    <a:pt x="6975382" y="1668810"/>
                  </a:lnTo>
                  <a:lnTo>
                    <a:pt x="6971019" y="1668810"/>
                  </a:lnTo>
                  <a:lnTo>
                    <a:pt x="6966657" y="1668810"/>
                  </a:lnTo>
                  <a:lnTo>
                    <a:pt x="6962294" y="1668810"/>
                  </a:lnTo>
                  <a:lnTo>
                    <a:pt x="6957931" y="1668810"/>
                  </a:lnTo>
                  <a:lnTo>
                    <a:pt x="6953568" y="1668810"/>
                  </a:lnTo>
                  <a:lnTo>
                    <a:pt x="6949206" y="1668810"/>
                  </a:lnTo>
                  <a:lnTo>
                    <a:pt x="6944843" y="1668810"/>
                  </a:lnTo>
                  <a:lnTo>
                    <a:pt x="6940480" y="1668810"/>
                  </a:lnTo>
                  <a:lnTo>
                    <a:pt x="6936117" y="1668810"/>
                  </a:lnTo>
                  <a:lnTo>
                    <a:pt x="6931755" y="1668810"/>
                  </a:lnTo>
                  <a:lnTo>
                    <a:pt x="6927392" y="1668810"/>
                  </a:lnTo>
                  <a:lnTo>
                    <a:pt x="6923029" y="1668810"/>
                  </a:lnTo>
                  <a:lnTo>
                    <a:pt x="6918666" y="1668810"/>
                  </a:lnTo>
                  <a:lnTo>
                    <a:pt x="6914304" y="1668810"/>
                  </a:lnTo>
                  <a:lnTo>
                    <a:pt x="6909941" y="1668810"/>
                  </a:lnTo>
                  <a:lnTo>
                    <a:pt x="6905578" y="1668810"/>
                  </a:lnTo>
                  <a:lnTo>
                    <a:pt x="6901215" y="1668810"/>
                  </a:lnTo>
                  <a:lnTo>
                    <a:pt x="6896853" y="1668810"/>
                  </a:lnTo>
                  <a:lnTo>
                    <a:pt x="6892490" y="1668810"/>
                  </a:lnTo>
                  <a:lnTo>
                    <a:pt x="6888127" y="1668810"/>
                  </a:lnTo>
                  <a:lnTo>
                    <a:pt x="6883764" y="1668810"/>
                  </a:lnTo>
                  <a:lnTo>
                    <a:pt x="6879402" y="1668810"/>
                  </a:lnTo>
                  <a:lnTo>
                    <a:pt x="6875039" y="1668810"/>
                  </a:lnTo>
                  <a:lnTo>
                    <a:pt x="6870676" y="1668810"/>
                  </a:lnTo>
                  <a:lnTo>
                    <a:pt x="6866313" y="1668810"/>
                  </a:lnTo>
                  <a:lnTo>
                    <a:pt x="6861951" y="1668810"/>
                  </a:lnTo>
                  <a:lnTo>
                    <a:pt x="6857588" y="1668810"/>
                  </a:lnTo>
                  <a:lnTo>
                    <a:pt x="6853225" y="1668810"/>
                  </a:lnTo>
                  <a:lnTo>
                    <a:pt x="6848862" y="1668810"/>
                  </a:lnTo>
                  <a:lnTo>
                    <a:pt x="6844500" y="1668810"/>
                  </a:lnTo>
                  <a:lnTo>
                    <a:pt x="6840137" y="1668810"/>
                  </a:lnTo>
                  <a:lnTo>
                    <a:pt x="6835774" y="1668810"/>
                  </a:lnTo>
                  <a:lnTo>
                    <a:pt x="6831411" y="1668810"/>
                  </a:lnTo>
                  <a:lnTo>
                    <a:pt x="6827049" y="1668810"/>
                  </a:lnTo>
                  <a:lnTo>
                    <a:pt x="6822686" y="1668810"/>
                  </a:lnTo>
                  <a:lnTo>
                    <a:pt x="6818323" y="1668810"/>
                  </a:lnTo>
                  <a:lnTo>
                    <a:pt x="6813960" y="1668810"/>
                  </a:lnTo>
                  <a:lnTo>
                    <a:pt x="6809598" y="1668810"/>
                  </a:lnTo>
                  <a:lnTo>
                    <a:pt x="6805235" y="1668810"/>
                  </a:lnTo>
                  <a:lnTo>
                    <a:pt x="6800872" y="1668810"/>
                  </a:lnTo>
                  <a:lnTo>
                    <a:pt x="6796509" y="1668810"/>
                  </a:lnTo>
                  <a:lnTo>
                    <a:pt x="6792147" y="1668810"/>
                  </a:lnTo>
                  <a:lnTo>
                    <a:pt x="6787784" y="1668810"/>
                  </a:lnTo>
                  <a:lnTo>
                    <a:pt x="6783421" y="1668810"/>
                  </a:lnTo>
                  <a:lnTo>
                    <a:pt x="6779058" y="1668810"/>
                  </a:lnTo>
                  <a:lnTo>
                    <a:pt x="6774696" y="1668810"/>
                  </a:lnTo>
                  <a:lnTo>
                    <a:pt x="6770333" y="1668810"/>
                  </a:lnTo>
                  <a:lnTo>
                    <a:pt x="6765970" y="1668810"/>
                  </a:lnTo>
                  <a:lnTo>
                    <a:pt x="6761607" y="1668810"/>
                  </a:lnTo>
                  <a:lnTo>
                    <a:pt x="6757245" y="1668810"/>
                  </a:lnTo>
                  <a:lnTo>
                    <a:pt x="6752882" y="1668810"/>
                  </a:lnTo>
                  <a:lnTo>
                    <a:pt x="6748519" y="1668810"/>
                  </a:lnTo>
                  <a:lnTo>
                    <a:pt x="6744156" y="1668810"/>
                  </a:lnTo>
                  <a:lnTo>
                    <a:pt x="6739794" y="1668810"/>
                  </a:lnTo>
                  <a:lnTo>
                    <a:pt x="6735431" y="1668810"/>
                  </a:lnTo>
                  <a:lnTo>
                    <a:pt x="6731068" y="1668810"/>
                  </a:lnTo>
                  <a:lnTo>
                    <a:pt x="6726705" y="1668810"/>
                  </a:lnTo>
                  <a:lnTo>
                    <a:pt x="6722343" y="1668810"/>
                  </a:lnTo>
                  <a:lnTo>
                    <a:pt x="6717980" y="1668810"/>
                  </a:lnTo>
                  <a:lnTo>
                    <a:pt x="6713617" y="1668810"/>
                  </a:lnTo>
                  <a:lnTo>
                    <a:pt x="6709254" y="1668810"/>
                  </a:lnTo>
                  <a:lnTo>
                    <a:pt x="6704892" y="1668810"/>
                  </a:lnTo>
                  <a:lnTo>
                    <a:pt x="6700529" y="1668810"/>
                  </a:lnTo>
                  <a:lnTo>
                    <a:pt x="6696166" y="1668810"/>
                  </a:lnTo>
                  <a:lnTo>
                    <a:pt x="6691803" y="1668810"/>
                  </a:lnTo>
                  <a:lnTo>
                    <a:pt x="6687441" y="1668810"/>
                  </a:lnTo>
                  <a:lnTo>
                    <a:pt x="6683078" y="1668810"/>
                  </a:lnTo>
                  <a:lnTo>
                    <a:pt x="6678715" y="1668810"/>
                  </a:lnTo>
                  <a:lnTo>
                    <a:pt x="6674352" y="1668810"/>
                  </a:lnTo>
                  <a:lnTo>
                    <a:pt x="6669990" y="1668810"/>
                  </a:lnTo>
                  <a:lnTo>
                    <a:pt x="6665627" y="1668810"/>
                  </a:lnTo>
                  <a:lnTo>
                    <a:pt x="6661264" y="1668810"/>
                  </a:lnTo>
                  <a:lnTo>
                    <a:pt x="6656901" y="1668810"/>
                  </a:lnTo>
                  <a:lnTo>
                    <a:pt x="6652539" y="1668810"/>
                  </a:lnTo>
                  <a:lnTo>
                    <a:pt x="6648176" y="1668810"/>
                  </a:lnTo>
                  <a:lnTo>
                    <a:pt x="6643813" y="1668810"/>
                  </a:lnTo>
                  <a:lnTo>
                    <a:pt x="6639450" y="1668810"/>
                  </a:lnTo>
                  <a:lnTo>
                    <a:pt x="6635088" y="1668810"/>
                  </a:lnTo>
                  <a:lnTo>
                    <a:pt x="6630725" y="1668810"/>
                  </a:lnTo>
                  <a:lnTo>
                    <a:pt x="6626362" y="1668810"/>
                  </a:lnTo>
                  <a:lnTo>
                    <a:pt x="6621999" y="1668810"/>
                  </a:lnTo>
                  <a:lnTo>
                    <a:pt x="6617637" y="1668810"/>
                  </a:lnTo>
                  <a:lnTo>
                    <a:pt x="6613274" y="1668810"/>
                  </a:lnTo>
                  <a:lnTo>
                    <a:pt x="6608911" y="1668810"/>
                  </a:lnTo>
                  <a:lnTo>
                    <a:pt x="6604548" y="1668810"/>
                  </a:lnTo>
                  <a:lnTo>
                    <a:pt x="6600186" y="1668810"/>
                  </a:lnTo>
                  <a:lnTo>
                    <a:pt x="6595823" y="1668810"/>
                  </a:lnTo>
                  <a:lnTo>
                    <a:pt x="6591460" y="1668810"/>
                  </a:lnTo>
                  <a:lnTo>
                    <a:pt x="6587097" y="1668810"/>
                  </a:lnTo>
                  <a:lnTo>
                    <a:pt x="6582735" y="1668810"/>
                  </a:lnTo>
                  <a:lnTo>
                    <a:pt x="6578372" y="1668810"/>
                  </a:lnTo>
                  <a:lnTo>
                    <a:pt x="6574009" y="1668810"/>
                  </a:lnTo>
                  <a:lnTo>
                    <a:pt x="6569646" y="1668810"/>
                  </a:lnTo>
                  <a:lnTo>
                    <a:pt x="6565284" y="1668810"/>
                  </a:lnTo>
                  <a:lnTo>
                    <a:pt x="6560921" y="1668810"/>
                  </a:lnTo>
                  <a:lnTo>
                    <a:pt x="6556558" y="1668810"/>
                  </a:lnTo>
                  <a:lnTo>
                    <a:pt x="6552195" y="1668810"/>
                  </a:lnTo>
                  <a:lnTo>
                    <a:pt x="6547833" y="1668810"/>
                  </a:lnTo>
                  <a:lnTo>
                    <a:pt x="6543470" y="1668810"/>
                  </a:lnTo>
                  <a:lnTo>
                    <a:pt x="6539107" y="1668810"/>
                  </a:lnTo>
                  <a:lnTo>
                    <a:pt x="6534744" y="1668810"/>
                  </a:lnTo>
                  <a:lnTo>
                    <a:pt x="6530382" y="1668810"/>
                  </a:lnTo>
                  <a:lnTo>
                    <a:pt x="6526019" y="1668810"/>
                  </a:lnTo>
                  <a:lnTo>
                    <a:pt x="6521656" y="1668810"/>
                  </a:lnTo>
                  <a:lnTo>
                    <a:pt x="6517293" y="1668810"/>
                  </a:lnTo>
                  <a:lnTo>
                    <a:pt x="6512931" y="1668810"/>
                  </a:lnTo>
                  <a:lnTo>
                    <a:pt x="6508568" y="1668810"/>
                  </a:lnTo>
                  <a:lnTo>
                    <a:pt x="6504205" y="1668810"/>
                  </a:lnTo>
                  <a:lnTo>
                    <a:pt x="6499842" y="1668810"/>
                  </a:lnTo>
                  <a:lnTo>
                    <a:pt x="6495480" y="1668810"/>
                  </a:lnTo>
                  <a:lnTo>
                    <a:pt x="6491117" y="1668810"/>
                  </a:lnTo>
                  <a:lnTo>
                    <a:pt x="6486754" y="1668810"/>
                  </a:lnTo>
                  <a:lnTo>
                    <a:pt x="6482391" y="1668810"/>
                  </a:lnTo>
                  <a:lnTo>
                    <a:pt x="6478029" y="1668810"/>
                  </a:lnTo>
                  <a:lnTo>
                    <a:pt x="6473666" y="1668810"/>
                  </a:lnTo>
                  <a:lnTo>
                    <a:pt x="6469303" y="1668810"/>
                  </a:lnTo>
                  <a:lnTo>
                    <a:pt x="6464940" y="1668810"/>
                  </a:lnTo>
                  <a:lnTo>
                    <a:pt x="6460578" y="1668810"/>
                  </a:lnTo>
                  <a:lnTo>
                    <a:pt x="6456215" y="1668810"/>
                  </a:lnTo>
                  <a:lnTo>
                    <a:pt x="6451852" y="1668810"/>
                  </a:lnTo>
                  <a:lnTo>
                    <a:pt x="6447489" y="1668810"/>
                  </a:lnTo>
                  <a:lnTo>
                    <a:pt x="6443127" y="1668810"/>
                  </a:lnTo>
                  <a:lnTo>
                    <a:pt x="6438764" y="1668810"/>
                  </a:lnTo>
                  <a:lnTo>
                    <a:pt x="6434401" y="1668810"/>
                  </a:lnTo>
                  <a:lnTo>
                    <a:pt x="6430038" y="1668810"/>
                  </a:lnTo>
                  <a:lnTo>
                    <a:pt x="6425676" y="1668810"/>
                  </a:lnTo>
                  <a:lnTo>
                    <a:pt x="6421313" y="1668810"/>
                  </a:lnTo>
                  <a:lnTo>
                    <a:pt x="6416950" y="1668810"/>
                  </a:lnTo>
                  <a:lnTo>
                    <a:pt x="6412587" y="1668810"/>
                  </a:lnTo>
                  <a:lnTo>
                    <a:pt x="6408225" y="1668810"/>
                  </a:lnTo>
                  <a:lnTo>
                    <a:pt x="6403862" y="1668810"/>
                  </a:lnTo>
                  <a:lnTo>
                    <a:pt x="6399499" y="1668810"/>
                  </a:lnTo>
                  <a:lnTo>
                    <a:pt x="6395136" y="1668810"/>
                  </a:lnTo>
                  <a:lnTo>
                    <a:pt x="6390774" y="1668810"/>
                  </a:lnTo>
                  <a:lnTo>
                    <a:pt x="6386411" y="1668810"/>
                  </a:lnTo>
                  <a:lnTo>
                    <a:pt x="6382048" y="1668810"/>
                  </a:lnTo>
                  <a:lnTo>
                    <a:pt x="6377685" y="1668810"/>
                  </a:lnTo>
                  <a:lnTo>
                    <a:pt x="6373323" y="1668810"/>
                  </a:lnTo>
                  <a:lnTo>
                    <a:pt x="6368960" y="1668810"/>
                  </a:lnTo>
                  <a:lnTo>
                    <a:pt x="6364597" y="1668810"/>
                  </a:lnTo>
                  <a:lnTo>
                    <a:pt x="6360234" y="1668810"/>
                  </a:lnTo>
                  <a:lnTo>
                    <a:pt x="6355872" y="1668810"/>
                  </a:lnTo>
                  <a:lnTo>
                    <a:pt x="6351509" y="1668810"/>
                  </a:lnTo>
                  <a:lnTo>
                    <a:pt x="6347146" y="1668810"/>
                  </a:lnTo>
                  <a:lnTo>
                    <a:pt x="6342783" y="1668810"/>
                  </a:lnTo>
                  <a:lnTo>
                    <a:pt x="6338421" y="1668810"/>
                  </a:lnTo>
                  <a:lnTo>
                    <a:pt x="6334058" y="1668810"/>
                  </a:lnTo>
                  <a:lnTo>
                    <a:pt x="6329695" y="1668810"/>
                  </a:lnTo>
                  <a:lnTo>
                    <a:pt x="6325332" y="1668810"/>
                  </a:lnTo>
                  <a:lnTo>
                    <a:pt x="6320970" y="1668810"/>
                  </a:lnTo>
                  <a:lnTo>
                    <a:pt x="6316607" y="1668810"/>
                  </a:lnTo>
                  <a:lnTo>
                    <a:pt x="6312244" y="1668810"/>
                  </a:lnTo>
                  <a:lnTo>
                    <a:pt x="6307881" y="1668810"/>
                  </a:lnTo>
                  <a:lnTo>
                    <a:pt x="6303519" y="1668810"/>
                  </a:lnTo>
                  <a:lnTo>
                    <a:pt x="6299156" y="1668810"/>
                  </a:lnTo>
                  <a:lnTo>
                    <a:pt x="6294793" y="1668810"/>
                  </a:lnTo>
                  <a:lnTo>
                    <a:pt x="6290430" y="1668810"/>
                  </a:lnTo>
                  <a:lnTo>
                    <a:pt x="6286068" y="1668810"/>
                  </a:lnTo>
                  <a:lnTo>
                    <a:pt x="6281705" y="1668810"/>
                  </a:lnTo>
                  <a:lnTo>
                    <a:pt x="6277342" y="1668810"/>
                  </a:lnTo>
                  <a:lnTo>
                    <a:pt x="6272979" y="1668810"/>
                  </a:lnTo>
                  <a:lnTo>
                    <a:pt x="6268617" y="1668810"/>
                  </a:lnTo>
                  <a:lnTo>
                    <a:pt x="6264254" y="1668810"/>
                  </a:lnTo>
                  <a:lnTo>
                    <a:pt x="6259891" y="1668810"/>
                  </a:lnTo>
                  <a:lnTo>
                    <a:pt x="6255528" y="1668810"/>
                  </a:lnTo>
                  <a:lnTo>
                    <a:pt x="6251166" y="1668810"/>
                  </a:lnTo>
                  <a:lnTo>
                    <a:pt x="6246803" y="1668810"/>
                  </a:lnTo>
                  <a:lnTo>
                    <a:pt x="6242440" y="1668810"/>
                  </a:lnTo>
                  <a:lnTo>
                    <a:pt x="6238077" y="1668810"/>
                  </a:lnTo>
                  <a:lnTo>
                    <a:pt x="6233715" y="1668810"/>
                  </a:lnTo>
                  <a:lnTo>
                    <a:pt x="6229352" y="1668810"/>
                  </a:lnTo>
                  <a:lnTo>
                    <a:pt x="6224989" y="1668810"/>
                  </a:lnTo>
                  <a:lnTo>
                    <a:pt x="6220626" y="1668810"/>
                  </a:lnTo>
                  <a:lnTo>
                    <a:pt x="6216264" y="1668810"/>
                  </a:lnTo>
                  <a:lnTo>
                    <a:pt x="6211901" y="1668810"/>
                  </a:lnTo>
                  <a:lnTo>
                    <a:pt x="6207538" y="1668810"/>
                  </a:lnTo>
                  <a:lnTo>
                    <a:pt x="6203175" y="1668810"/>
                  </a:lnTo>
                  <a:lnTo>
                    <a:pt x="6198813" y="1668810"/>
                  </a:lnTo>
                  <a:lnTo>
                    <a:pt x="6194450" y="1668810"/>
                  </a:lnTo>
                  <a:lnTo>
                    <a:pt x="6190087" y="1668810"/>
                  </a:lnTo>
                  <a:lnTo>
                    <a:pt x="6185724" y="1668810"/>
                  </a:lnTo>
                  <a:lnTo>
                    <a:pt x="6181362" y="1668810"/>
                  </a:lnTo>
                  <a:lnTo>
                    <a:pt x="6176999" y="1668810"/>
                  </a:lnTo>
                  <a:lnTo>
                    <a:pt x="6172636" y="1668810"/>
                  </a:lnTo>
                  <a:lnTo>
                    <a:pt x="6168273" y="1668810"/>
                  </a:lnTo>
                  <a:lnTo>
                    <a:pt x="6163911" y="1668810"/>
                  </a:lnTo>
                  <a:lnTo>
                    <a:pt x="6159548" y="1668810"/>
                  </a:lnTo>
                  <a:lnTo>
                    <a:pt x="6155185" y="1668810"/>
                  </a:lnTo>
                  <a:lnTo>
                    <a:pt x="6150822" y="1668810"/>
                  </a:lnTo>
                  <a:lnTo>
                    <a:pt x="6146460" y="1668810"/>
                  </a:lnTo>
                  <a:lnTo>
                    <a:pt x="6142097" y="1668810"/>
                  </a:lnTo>
                  <a:lnTo>
                    <a:pt x="6137734" y="1668810"/>
                  </a:lnTo>
                  <a:lnTo>
                    <a:pt x="6133371" y="1668810"/>
                  </a:lnTo>
                  <a:lnTo>
                    <a:pt x="6129009" y="1668810"/>
                  </a:lnTo>
                  <a:lnTo>
                    <a:pt x="6124646" y="1668810"/>
                  </a:lnTo>
                  <a:lnTo>
                    <a:pt x="6120283" y="1668810"/>
                  </a:lnTo>
                  <a:lnTo>
                    <a:pt x="6115920" y="1668810"/>
                  </a:lnTo>
                  <a:lnTo>
                    <a:pt x="6111558" y="1668810"/>
                  </a:lnTo>
                  <a:lnTo>
                    <a:pt x="6107195" y="1668810"/>
                  </a:lnTo>
                  <a:lnTo>
                    <a:pt x="6102832" y="1668810"/>
                  </a:lnTo>
                  <a:lnTo>
                    <a:pt x="6098469" y="1668810"/>
                  </a:lnTo>
                  <a:lnTo>
                    <a:pt x="6094107" y="1668810"/>
                  </a:lnTo>
                  <a:lnTo>
                    <a:pt x="6089744" y="1668810"/>
                  </a:lnTo>
                  <a:lnTo>
                    <a:pt x="6085381" y="1668810"/>
                  </a:lnTo>
                  <a:lnTo>
                    <a:pt x="6081018" y="1668810"/>
                  </a:lnTo>
                  <a:lnTo>
                    <a:pt x="6076656" y="1668810"/>
                  </a:lnTo>
                  <a:lnTo>
                    <a:pt x="6072293" y="1668810"/>
                  </a:lnTo>
                  <a:lnTo>
                    <a:pt x="6067930" y="1668810"/>
                  </a:lnTo>
                  <a:lnTo>
                    <a:pt x="6063567" y="1668810"/>
                  </a:lnTo>
                  <a:lnTo>
                    <a:pt x="6059205" y="1668810"/>
                  </a:lnTo>
                  <a:lnTo>
                    <a:pt x="6054842" y="1668810"/>
                  </a:lnTo>
                  <a:lnTo>
                    <a:pt x="6050479" y="1668810"/>
                  </a:lnTo>
                  <a:lnTo>
                    <a:pt x="6046116" y="1668810"/>
                  </a:lnTo>
                  <a:lnTo>
                    <a:pt x="6041754" y="1668810"/>
                  </a:lnTo>
                  <a:lnTo>
                    <a:pt x="6037391" y="1668810"/>
                  </a:lnTo>
                  <a:lnTo>
                    <a:pt x="6033028" y="1668810"/>
                  </a:lnTo>
                  <a:lnTo>
                    <a:pt x="6028665" y="1668810"/>
                  </a:lnTo>
                  <a:lnTo>
                    <a:pt x="6024303" y="1668810"/>
                  </a:lnTo>
                  <a:lnTo>
                    <a:pt x="6019940" y="1668810"/>
                  </a:lnTo>
                  <a:lnTo>
                    <a:pt x="6015577" y="1668810"/>
                  </a:lnTo>
                  <a:lnTo>
                    <a:pt x="6011214" y="1668810"/>
                  </a:lnTo>
                  <a:lnTo>
                    <a:pt x="6006852" y="1668810"/>
                  </a:lnTo>
                  <a:lnTo>
                    <a:pt x="6002489" y="1668810"/>
                  </a:lnTo>
                  <a:lnTo>
                    <a:pt x="5998126" y="1668810"/>
                  </a:lnTo>
                  <a:lnTo>
                    <a:pt x="5993763" y="1668810"/>
                  </a:lnTo>
                  <a:lnTo>
                    <a:pt x="5989401" y="1668810"/>
                  </a:lnTo>
                  <a:lnTo>
                    <a:pt x="5985038" y="1668810"/>
                  </a:lnTo>
                  <a:lnTo>
                    <a:pt x="5980675" y="1668810"/>
                  </a:lnTo>
                  <a:lnTo>
                    <a:pt x="5976312" y="1668810"/>
                  </a:lnTo>
                  <a:lnTo>
                    <a:pt x="5971950" y="1668810"/>
                  </a:lnTo>
                  <a:lnTo>
                    <a:pt x="5967587" y="1668810"/>
                  </a:lnTo>
                  <a:lnTo>
                    <a:pt x="5963224" y="1668810"/>
                  </a:lnTo>
                  <a:lnTo>
                    <a:pt x="5958861" y="1668810"/>
                  </a:lnTo>
                  <a:lnTo>
                    <a:pt x="5954499" y="1668810"/>
                  </a:lnTo>
                  <a:lnTo>
                    <a:pt x="5950136" y="1668810"/>
                  </a:lnTo>
                  <a:lnTo>
                    <a:pt x="5945773" y="1668810"/>
                  </a:lnTo>
                  <a:lnTo>
                    <a:pt x="5941410" y="1668810"/>
                  </a:lnTo>
                  <a:lnTo>
                    <a:pt x="5937048" y="1668810"/>
                  </a:lnTo>
                  <a:lnTo>
                    <a:pt x="5932685" y="1668810"/>
                  </a:lnTo>
                  <a:lnTo>
                    <a:pt x="5928322" y="1668810"/>
                  </a:lnTo>
                  <a:lnTo>
                    <a:pt x="5923959" y="1668810"/>
                  </a:lnTo>
                  <a:lnTo>
                    <a:pt x="5919597" y="1668810"/>
                  </a:lnTo>
                  <a:lnTo>
                    <a:pt x="5915234" y="1668810"/>
                  </a:lnTo>
                  <a:lnTo>
                    <a:pt x="5910871" y="1668810"/>
                  </a:lnTo>
                  <a:lnTo>
                    <a:pt x="5906508" y="1668810"/>
                  </a:lnTo>
                  <a:lnTo>
                    <a:pt x="5902146" y="1668810"/>
                  </a:lnTo>
                  <a:lnTo>
                    <a:pt x="5897783" y="1668810"/>
                  </a:lnTo>
                  <a:lnTo>
                    <a:pt x="5893420" y="1668810"/>
                  </a:lnTo>
                  <a:lnTo>
                    <a:pt x="5889057" y="1668810"/>
                  </a:lnTo>
                  <a:lnTo>
                    <a:pt x="5884695" y="1668810"/>
                  </a:lnTo>
                  <a:lnTo>
                    <a:pt x="5880332" y="1668810"/>
                  </a:lnTo>
                  <a:lnTo>
                    <a:pt x="5875969" y="1668810"/>
                  </a:lnTo>
                  <a:lnTo>
                    <a:pt x="5871607" y="1668810"/>
                  </a:lnTo>
                  <a:lnTo>
                    <a:pt x="5867244" y="1668810"/>
                  </a:lnTo>
                  <a:lnTo>
                    <a:pt x="5862881" y="1668810"/>
                  </a:lnTo>
                  <a:lnTo>
                    <a:pt x="5858518" y="1668810"/>
                  </a:lnTo>
                  <a:lnTo>
                    <a:pt x="5854156" y="1668810"/>
                  </a:lnTo>
                  <a:lnTo>
                    <a:pt x="5849793" y="1668810"/>
                  </a:lnTo>
                  <a:lnTo>
                    <a:pt x="5845430" y="1668810"/>
                  </a:lnTo>
                  <a:lnTo>
                    <a:pt x="5841067" y="1668810"/>
                  </a:lnTo>
                  <a:lnTo>
                    <a:pt x="5836705" y="1668810"/>
                  </a:lnTo>
                  <a:lnTo>
                    <a:pt x="5832342" y="1668810"/>
                  </a:lnTo>
                  <a:lnTo>
                    <a:pt x="5827979" y="1668810"/>
                  </a:lnTo>
                  <a:lnTo>
                    <a:pt x="5823616" y="1668810"/>
                  </a:lnTo>
                  <a:lnTo>
                    <a:pt x="5819254" y="1668810"/>
                  </a:lnTo>
                  <a:lnTo>
                    <a:pt x="5814891" y="1668810"/>
                  </a:lnTo>
                  <a:lnTo>
                    <a:pt x="5810528" y="1668810"/>
                  </a:lnTo>
                  <a:lnTo>
                    <a:pt x="5806165" y="1668810"/>
                  </a:lnTo>
                  <a:lnTo>
                    <a:pt x="5801803" y="1668810"/>
                  </a:lnTo>
                  <a:lnTo>
                    <a:pt x="5797440" y="1668810"/>
                  </a:lnTo>
                  <a:lnTo>
                    <a:pt x="5793077" y="1668810"/>
                  </a:lnTo>
                  <a:lnTo>
                    <a:pt x="5788714" y="1668810"/>
                  </a:lnTo>
                  <a:lnTo>
                    <a:pt x="5784352" y="1668810"/>
                  </a:lnTo>
                  <a:lnTo>
                    <a:pt x="5779989" y="1668810"/>
                  </a:lnTo>
                  <a:lnTo>
                    <a:pt x="5775626" y="1668810"/>
                  </a:lnTo>
                  <a:lnTo>
                    <a:pt x="5771263" y="1668810"/>
                  </a:lnTo>
                  <a:lnTo>
                    <a:pt x="5766901" y="1668810"/>
                  </a:lnTo>
                  <a:lnTo>
                    <a:pt x="5762538" y="1668810"/>
                  </a:lnTo>
                  <a:lnTo>
                    <a:pt x="5758175" y="1668810"/>
                  </a:lnTo>
                  <a:lnTo>
                    <a:pt x="5753812" y="1668810"/>
                  </a:lnTo>
                  <a:lnTo>
                    <a:pt x="5749450" y="1668810"/>
                  </a:lnTo>
                  <a:lnTo>
                    <a:pt x="5745087" y="1668810"/>
                  </a:lnTo>
                  <a:lnTo>
                    <a:pt x="5740724" y="1668810"/>
                  </a:lnTo>
                  <a:lnTo>
                    <a:pt x="5736361" y="1668810"/>
                  </a:lnTo>
                  <a:lnTo>
                    <a:pt x="5731999" y="1668810"/>
                  </a:lnTo>
                  <a:lnTo>
                    <a:pt x="5727636" y="1668810"/>
                  </a:lnTo>
                  <a:lnTo>
                    <a:pt x="5723273" y="1668810"/>
                  </a:lnTo>
                  <a:lnTo>
                    <a:pt x="5718910" y="1668810"/>
                  </a:lnTo>
                  <a:lnTo>
                    <a:pt x="5714548" y="1668810"/>
                  </a:lnTo>
                  <a:lnTo>
                    <a:pt x="5710185" y="1668810"/>
                  </a:lnTo>
                  <a:lnTo>
                    <a:pt x="5705822" y="1668810"/>
                  </a:lnTo>
                  <a:lnTo>
                    <a:pt x="5701459" y="1668810"/>
                  </a:lnTo>
                  <a:lnTo>
                    <a:pt x="5697097" y="1668810"/>
                  </a:lnTo>
                  <a:lnTo>
                    <a:pt x="5692734" y="1668810"/>
                  </a:lnTo>
                  <a:lnTo>
                    <a:pt x="5688371" y="1668810"/>
                  </a:lnTo>
                  <a:lnTo>
                    <a:pt x="5684008" y="1668810"/>
                  </a:lnTo>
                  <a:lnTo>
                    <a:pt x="5679646" y="1668810"/>
                  </a:lnTo>
                  <a:lnTo>
                    <a:pt x="5675283" y="1668810"/>
                  </a:lnTo>
                  <a:lnTo>
                    <a:pt x="5670920" y="1668810"/>
                  </a:lnTo>
                  <a:lnTo>
                    <a:pt x="5666557" y="1668810"/>
                  </a:lnTo>
                  <a:lnTo>
                    <a:pt x="5662195" y="1668810"/>
                  </a:lnTo>
                  <a:lnTo>
                    <a:pt x="5657832" y="1668810"/>
                  </a:lnTo>
                  <a:lnTo>
                    <a:pt x="5653469" y="1668810"/>
                  </a:lnTo>
                  <a:lnTo>
                    <a:pt x="5649106" y="1668810"/>
                  </a:lnTo>
                  <a:lnTo>
                    <a:pt x="5644744" y="1668810"/>
                  </a:lnTo>
                  <a:lnTo>
                    <a:pt x="5640381" y="1668810"/>
                  </a:lnTo>
                  <a:lnTo>
                    <a:pt x="5636018" y="1668810"/>
                  </a:lnTo>
                  <a:lnTo>
                    <a:pt x="5631655" y="1668810"/>
                  </a:lnTo>
                  <a:lnTo>
                    <a:pt x="5627293" y="1668810"/>
                  </a:lnTo>
                  <a:lnTo>
                    <a:pt x="5622930" y="1668810"/>
                  </a:lnTo>
                  <a:lnTo>
                    <a:pt x="5618567" y="1668810"/>
                  </a:lnTo>
                  <a:lnTo>
                    <a:pt x="5614204" y="1668810"/>
                  </a:lnTo>
                  <a:lnTo>
                    <a:pt x="5609842" y="1668810"/>
                  </a:lnTo>
                  <a:lnTo>
                    <a:pt x="5605479" y="1668810"/>
                  </a:lnTo>
                  <a:lnTo>
                    <a:pt x="5601116" y="1668810"/>
                  </a:lnTo>
                  <a:lnTo>
                    <a:pt x="5596753" y="1668810"/>
                  </a:lnTo>
                  <a:lnTo>
                    <a:pt x="5592391" y="1668810"/>
                  </a:lnTo>
                  <a:lnTo>
                    <a:pt x="5588028" y="1668810"/>
                  </a:lnTo>
                  <a:lnTo>
                    <a:pt x="5583665" y="1668810"/>
                  </a:lnTo>
                  <a:lnTo>
                    <a:pt x="5579302" y="1668810"/>
                  </a:lnTo>
                  <a:lnTo>
                    <a:pt x="5574940" y="1668810"/>
                  </a:lnTo>
                  <a:lnTo>
                    <a:pt x="5570577" y="1668810"/>
                  </a:lnTo>
                  <a:lnTo>
                    <a:pt x="5566214" y="1668810"/>
                  </a:lnTo>
                  <a:lnTo>
                    <a:pt x="5561851" y="1668810"/>
                  </a:lnTo>
                  <a:lnTo>
                    <a:pt x="5557489" y="1668810"/>
                  </a:lnTo>
                  <a:lnTo>
                    <a:pt x="5553126" y="1668810"/>
                  </a:lnTo>
                  <a:lnTo>
                    <a:pt x="5548763" y="1668810"/>
                  </a:lnTo>
                  <a:lnTo>
                    <a:pt x="5544400" y="1668810"/>
                  </a:lnTo>
                  <a:lnTo>
                    <a:pt x="5540038" y="1668810"/>
                  </a:lnTo>
                  <a:lnTo>
                    <a:pt x="5535675" y="1668810"/>
                  </a:lnTo>
                  <a:lnTo>
                    <a:pt x="5531312" y="1668810"/>
                  </a:lnTo>
                  <a:lnTo>
                    <a:pt x="5526949" y="1668810"/>
                  </a:lnTo>
                  <a:lnTo>
                    <a:pt x="5522587" y="1668810"/>
                  </a:lnTo>
                  <a:lnTo>
                    <a:pt x="5518224" y="1668810"/>
                  </a:lnTo>
                  <a:lnTo>
                    <a:pt x="5513861" y="1668810"/>
                  </a:lnTo>
                  <a:lnTo>
                    <a:pt x="5509498" y="1668810"/>
                  </a:lnTo>
                  <a:lnTo>
                    <a:pt x="5505136" y="1668810"/>
                  </a:lnTo>
                  <a:lnTo>
                    <a:pt x="5500773" y="1668810"/>
                  </a:lnTo>
                  <a:lnTo>
                    <a:pt x="5496410" y="1668810"/>
                  </a:lnTo>
                  <a:lnTo>
                    <a:pt x="5492047" y="1668810"/>
                  </a:lnTo>
                  <a:lnTo>
                    <a:pt x="5487685" y="1668810"/>
                  </a:lnTo>
                  <a:lnTo>
                    <a:pt x="5483322" y="1668810"/>
                  </a:lnTo>
                  <a:lnTo>
                    <a:pt x="5478959" y="1668810"/>
                  </a:lnTo>
                  <a:lnTo>
                    <a:pt x="5474596" y="1668810"/>
                  </a:lnTo>
                  <a:lnTo>
                    <a:pt x="5470234" y="1668810"/>
                  </a:lnTo>
                  <a:lnTo>
                    <a:pt x="5465871" y="1668810"/>
                  </a:lnTo>
                  <a:lnTo>
                    <a:pt x="5461508" y="1668810"/>
                  </a:lnTo>
                  <a:lnTo>
                    <a:pt x="5457145" y="1668810"/>
                  </a:lnTo>
                  <a:lnTo>
                    <a:pt x="5452783" y="1668810"/>
                  </a:lnTo>
                  <a:lnTo>
                    <a:pt x="5448420" y="1668810"/>
                  </a:lnTo>
                  <a:lnTo>
                    <a:pt x="5444057" y="1668810"/>
                  </a:lnTo>
                  <a:lnTo>
                    <a:pt x="5439694" y="1668810"/>
                  </a:lnTo>
                  <a:lnTo>
                    <a:pt x="5435332" y="1668810"/>
                  </a:lnTo>
                  <a:lnTo>
                    <a:pt x="5430969" y="1668810"/>
                  </a:lnTo>
                  <a:lnTo>
                    <a:pt x="5426606" y="1668810"/>
                  </a:lnTo>
                  <a:lnTo>
                    <a:pt x="5422243" y="1668810"/>
                  </a:lnTo>
                  <a:lnTo>
                    <a:pt x="5417881" y="1668810"/>
                  </a:lnTo>
                  <a:lnTo>
                    <a:pt x="5413518" y="1668810"/>
                  </a:lnTo>
                  <a:lnTo>
                    <a:pt x="5409155" y="1668810"/>
                  </a:lnTo>
                  <a:lnTo>
                    <a:pt x="5404792" y="1668810"/>
                  </a:lnTo>
                  <a:lnTo>
                    <a:pt x="5400430" y="1668810"/>
                  </a:lnTo>
                  <a:lnTo>
                    <a:pt x="5396067" y="1668810"/>
                  </a:lnTo>
                  <a:lnTo>
                    <a:pt x="5391704" y="1668810"/>
                  </a:lnTo>
                  <a:lnTo>
                    <a:pt x="5387341" y="1668810"/>
                  </a:lnTo>
                  <a:lnTo>
                    <a:pt x="5382979" y="1668810"/>
                  </a:lnTo>
                  <a:lnTo>
                    <a:pt x="5378616" y="1668810"/>
                  </a:lnTo>
                  <a:lnTo>
                    <a:pt x="5374253" y="1668810"/>
                  </a:lnTo>
                  <a:lnTo>
                    <a:pt x="5369890" y="1668810"/>
                  </a:lnTo>
                  <a:lnTo>
                    <a:pt x="5365528" y="1668810"/>
                  </a:lnTo>
                  <a:lnTo>
                    <a:pt x="5361165" y="1668810"/>
                  </a:lnTo>
                  <a:lnTo>
                    <a:pt x="5356802" y="1668810"/>
                  </a:lnTo>
                  <a:lnTo>
                    <a:pt x="5352439" y="1668810"/>
                  </a:lnTo>
                  <a:lnTo>
                    <a:pt x="5348077" y="1668810"/>
                  </a:lnTo>
                  <a:lnTo>
                    <a:pt x="5343714" y="1668810"/>
                  </a:lnTo>
                  <a:lnTo>
                    <a:pt x="5339351" y="1668810"/>
                  </a:lnTo>
                  <a:lnTo>
                    <a:pt x="5334988" y="1668810"/>
                  </a:lnTo>
                  <a:lnTo>
                    <a:pt x="5330626" y="1668810"/>
                  </a:lnTo>
                  <a:lnTo>
                    <a:pt x="5326263" y="1668810"/>
                  </a:lnTo>
                  <a:lnTo>
                    <a:pt x="5321900" y="1668810"/>
                  </a:lnTo>
                  <a:lnTo>
                    <a:pt x="5317537" y="1668810"/>
                  </a:lnTo>
                  <a:lnTo>
                    <a:pt x="5313175" y="1668810"/>
                  </a:lnTo>
                  <a:lnTo>
                    <a:pt x="5308812" y="1668810"/>
                  </a:lnTo>
                  <a:lnTo>
                    <a:pt x="5304449" y="1668810"/>
                  </a:lnTo>
                  <a:lnTo>
                    <a:pt x="5300086" y="1668810"/>
                  </a:lnTo>
                  <a:lnTo>
                    <a:pt x="5295724" y="1668810"/>
                  </a:lnTo>
                  <a:lnTo>
                    <a:pt x="5291361" y="1668810"/>
                  </a:lnTo>
                  <a:lnTo>
                    <a:pt x="5286998" y="1668810"/>
                  </a:lnTo>
                  <a:lnTo>
                    <a:pt x="5282635" y="1668810"/>
                  </a:lnTo>
                  <a:lnTo>
                    <a:pt x="5278273" y="1668810"/>
                  </a:lnTo>
                  <a:lnTo>
                    <a:pt x="5273910" y="1668810"/>
                  </a:lnTo>
                  <a:lnTo>
                    <a:pt x="5269547" y="1668810"/>
                  </a:lnTo>
                  <a:lnTo>
                    <a:pt x="5265184" y="1668810"/>
                  </a:lnTo>
                  <a:lnTo>
                    <a:pt x="5260822" y="1668810"/>
                  </a:lnTo>
                  <a:lnTo>
                    <a:pt x="5256459" y="1668810"/>
                  </a:lnTo>
                  <a:lnTo>
                    <a:pt x="5252096" y="1668810"/>
                  </a:lnTo>
                  <a:lnTo>
                    <a:pt x="5247733" y="1668810"/>
                  </a:lnTo>
                  <a:lnTo>
                    <a:pt x="5243371" y="1668810"/>
                  </a:lnTo>
                  <a:lnTo>
                    <a:pt x="5239008" y="1668810"/>
                  </a:lnTo>
                  <a:lnTo>
                    <a:pt x="5234645" y="1668810"/>
                  </a:lnTo>
                  <a:lnTo>
                    <a:pt x="5230282" y="1668810"/>
                  </a:lnTo>
                  <a:lnTo>
                    <a:pt x="5225920" y="1668810"/>
                  </a:lnTo>
                  <a:lnTo>
                    <a:pt x="5221557" y="1668810"/>
                  </a:lnTo>
                  <a:lnTo>
                    <a:pt x="5217194" y="1668810"/>
                  </a:lnTo>
                  <a:lnTo>
                    <a:pt x="5212831" y="1668810"/>
                  </a:lnTo>
                  <a:lnTo>
                    <a:pt x="5208469" y="1668810"/>
                  </a:lnTo>
                  <a:lnTo>
                    <a:pt x="5204106" y="1668810"/>
                  </a:lnTo>
                  <a:lnTo>
                    <a:pt x="5199743" y="1668810"/>
                  </a:lnTo>
                  <a:lnTo>
                    <a:pt x="5195380" y="1668810"/>
                  </a:lnTo>
                  <a:lnTo>
                    <a:pt x="5191018" y="1668810"/>
                  </a:lnTo>
                  <a:lnTo>
                    <a:pt x="5186655" y="1668810"/>
                  </a:lnTo>
                  <a:lnTo>
                    <a:pt x="5182292" y="1668810"/>
                  </a:lnTo>
                  <a:lnTo>
                    <a:pt x="5177929" y="1668810"/>
                  </a:lnTo>
                  <a:lnTo>
                    <a:pt x="5173567" y="1668810"/>
                  </a:lnTo>
                  <a:lnTo>
                    <a:pt x="5169204" y="1668810"/>
                  </a:lnTo>
                  <a:lnTo>
                    <a:pt x="5164841" y="1668810"/>
                  </a:lnTo>
                  <a:lnTo>
                    <a:pt x="5160478" y="1668810"/>
                  </a:lnTo>
                  <a:lnTo>
                    <a:pt x="5156116" y="1668810"/>
                  </a:lnTo>
                  <a:lnTo>
                    <a:pt x="5151753" y="1668810"/>
                  </a:lnTo>
                  <a:lnTo>
                    <a:pt x="5147390" y="1668810"/>
                  </a:lnTo>
                  <a:lnTo>
                    <a:pt x="5143027" y="1668810"/>
                  </a:lnTo>
                  <a:lnTo>
                    <a:pt x="5138665" y="1668810"/>
                  </a:lnTo>
                  <a:lnTo>
                    <a:pt x="5134302" y="1668810"/>
                  </a:lnTo>
                  <a:lnTo>
                    <a:pt x="5129939" y="1668810"/>
                  </a:lnTo>
                  <a:lnTo>
                    <a:pt x="5125576" y="1668810"/>
                  </a:lnTo>
                  <a:lnTo>
                    <a:pt x="5121214" y="1668810"/>
                  </a:lnTo>
                  <a:lnTo>
                    <a:pt x="5116851" y="1668810"/>
                  </a:lnTo>
                  <a:lnTo>
                    <a:pt x="5112488" y="1668810"/>
                  </a:lnTo>
                  <a:lnTo>
                    <a:pt x="5108125" y="1668810"/>
                  </a:lnTo>
                  <a:lnTo>
                    <a:pt x="5103763" y="1668810"/>
                  </a:lnTo>
                  <a:lnTo>
                    <a:pt x="5099400" y="1668810"/>
                  </a:lnTo>
                  <a:lnTo>
                    <a:pt x="5095037" y="1668810"/>
                  </a:lnTo>
                  <a:lnTo>
                    <a:pt x="5090674" y="1668810"/>
                  </a:lnTo>
                  <a:lnTo>
                    <a:pt x="5086312" y="1668810"/>
                  </a:lnTo>
                  <a:lnTo>
                    <a:pt x="5081949" y="1668810"/>
                  </a:lnTo>
                  <a:lnTo>
                    <a:pt x="5077586" y="1668810"/>
                  </a:lnTo>
                  <a:lnTo>
                    <a:pt x="5073223" y="1668810"/>
                  </a:lnTo>
                  <a:lnTo>
                    <a:pt x="5068861" y="1668810"/>
                  </a:lnTo>
                  <a:lnTo>
                    <a:pt x="5064498" y="1668810"/>
                  </a:lnTo>
                  <a:lnTo>
                    <a:pt x="5060135" y="1668810"/>
                  </a:lnTo>
                  <a:lnTo>
                    <a:pt x="5055772" y="1668810"/>
                  </a:lnTo>
                  <a:lnTo>
                    <a:pt x="5051410" y="1668810"/>
                  </a:lnTo>
                  <a:lnTo>
                    <a:pt x="5047047" y="1668810"/>
                  </a:lnTo>
                  <a:lnTo>
                    <a:pt x="5042684" y="1668810"/>
                  </a:lnTo>
                  <a:lnTo>
                    <a:pt x="5038321" y="1668810"/>
                  </a:lnTo>
                  <a:lnTo>
                    <a:pt x="5033959" y="1668810"/>
                  </a:lnTo>
                  <a:lnTo>
                    <a:pt x="5029596" y="1668810"/>
                  </a:lnTo>
                  <a:lnTo>
                    <a:pt x="5025233" y="1668810"/>
                  </a:lnTo>
                  <a:lnTo>
                    <a:pt x="5020870" y="1668810"/>
                  </a:lnTo>
                  <a:lnTo>
                    <a:pt x="5016508" y="1668810"/>
                  </a:lnTo>
                  <a:lnTo>
                    <a:pt x="5012145" y="1668810"/>
                  </a:lnTo>
                  <a:lnTo>
                    <a:pt x="5007782" y="1668810"/>
                  </a:lnTo>
                  <a:lnTo>
                    <a:pt x="5003419" y="1668810"/>
                  </a:lnTo>
                  <a:lnTo>
                    <a:pt x="4999057" y="1668810"/>
                  </a:lnTo>
                  <a:lnTo>
                    <a:pt x="4994694" y="1668810"/>
                  </a:lnTo>
                  <a:lnTo>
                    <a:pt x="4990331" y="1668810"/>
                  </a:lnTo>
                  <a:lnTo>
                    <a:pt x="4985968" y="1668810"/>
                  </a:lnTo>
                  <a:lnTo>
                    <a:pt x="4981606" y="1668810"/>
                  </a:lnTo>
                  <a:lnTo>
                    <a:pt x="4977243" y="1668810"/>
                  </a:lnTo>
                  <a:lnTo>
                    <a:pt x="4972880" y="1668810"/>
                  </a:lnTo>
                  <a:lnTo>
                    <a:pt x="4968517" y="1668810"/>
                  </a:lnTo>
                  <a:lnTo>
                    <a:pt x="4964155" y="1668810"/>
                  </a:lnTo>
                  <a:lnTo>
                    <a:pt x="4959792" y="1668810"/>
                  </a:lnTo>
                  <a:lnTo>
                    <a:pt x="4955429" y="1668810"/>
                  </a:lnTo>
                  <a:lnTo>
                    <a:pt x="4951066" y="1668810"/>
                  </a:lnTo>
                  <a:lnTo>
                    <a:pt x="4946704" y="1668810"/>
                  </a:lnTo>
                  <a:lnTo>
                    <a:pt x="4942341" y="1668810"/>
                  </a:lnTo>
                  <a:lnTo>
                    <a:pt x="4937978" y="1668810"/>
                  </a:lnTo>
                  <a:lnTo>
                    <a:pt x="4933615" y="1668810"/>
                  </a:lnTo>
                  <a:lnTo>
                    <a:pt x="4929253" y="1668810"/>
                  </a:lnTo>
                  <a:lnTo>
                    <a:pt x="4924890" y="1668810"/>
                  </a:lnTo>
                  <a:lnTo>
                    <a:pt x="4920527" y="1668810"/>
                  </a:lnTo>
                  <a:lnTo>
                    <a:pt x="4916164" y="1668810"/>
                  </a:lnTo>
                  <a:lnTo>
                    <a:pt x="4911802" y="1668810"/>
                  </a:lnTo>
                  <a:lnTo>
                    <a:pt x="4907439" y="1668810"/>
                  </a:lnTo>
                  <a:lnTo>
                    <a:pt x="4903076" y="1668810"/>
                  </a:lnTo>
                  <a:lnTo>
                    <a:pt x="4898713" y="1668810"/>
                  </a:lnTo>
                  <a:lnTo>
                    <a:pt x="4894351" y="1668810"/>
                  </a:lnTo>
                  <a:lnTo>
                    <a:pt x="4889988" y="1668810"/>
                  </a:lnTo>
                  <a:lnTo>
                    <a:pt x="4885625" y="1668810"/>
                  </a:lnTo>
                  <a:lnTo>
                    <a:pt x="4881262" y="1668810"/>
                  </a:lnTo>
                  <a:lnTo>
                    <a:pt x="4876900" y="1668810"/>
                  </a:lnTo>
                  <a:lnTo>
                    <a:pt x="4872537" y="1668810"/>
                  </a:lnTo>
                  <a:lnTo>
                    <a:pt x="4868174" y="1668810"/>
                  </a:lnTo>
                  <a:lnTo>
                    <a:pt x="4863811" y="1668810"/>
                  </a:lnTo>
                  <a:lnTo>
                    <a:pt x="4859449" y="1668810"/>
                  </a:lnTo>
                  <a:lnTo>
                    <a:pt x="4855086" y="1668810"/>
                  </a:lnTo>
                  <a:lnTo>
                    <a:pt x="4850723" y="1668810"/>
                  </a:lnTo>
                  <a:lnTo>
                    <a:pt x="4846360" y="1668810"/>
                  </a:lnTo>
                  <a:lnTo>
                    <a:pt x="4841998" y="1668810"/>
                  </a:lnTo>
                  <a:lnTo>
                    <a:pt x="4837635" y="1668810"/>
                  </a:lnTo>
                  <a:lnTo>
                    <a:pt x="4833272" y="1668810"/>
                  </a:lnTo>
                  <a:lnTo>
                    <a:pt x="4828909" y="1668810"/>
                  </a:lnTo>
                  <a:lnTo>
                    <a:pt x="4824547" y="1668810"/>
                  </a:lnTo>
                  <a:lnTo>
                    <a:pt x="4820184" y="1668810"/>
                  </a:lnTo>
                  <a:lnTo>
                    <a:pt x="4815821" y="1668810"/>
                  </a:lnTo>
                  <a:lnTo>
                    <a:pt x="4811458" y="1668810"/>
                  </a:lnTo>
                  <a:lnTo>
                    <a:pt x="4807096" y="1668810"/>
                  </a:lnTo>
                  <a:lnTo>
                    <a:pt x="4802733" y="1668810"/>
                  </a:lnTo>
                  <a:lnTo>
                    <a:pt x="4798370" y="1668810"/>
                  </a:lnTo>
                  <a:lnTo>
                    <a:pt x="4794007" y="1668810"/>
                  </a:lnTo>
                  <a:lnTo>
                    <a:pt x="4789645" y="1668810"/>
                  </a:lnTo>
                  <a:lnTo>
                    <a:pt x="4785282" y="1668810"/>
                  </a:lnTo>
                  <a:lnTo>
                    <a:pt x="4780919" y="1668810"/>
                  </a:lnTo>
                  <a:lnTo>
                    <a:pt x="4776556" y="1668810"/>
                  </a:lnTo>
                  <a:lnTo>
                    <a:pt x="4772194" y="1668810"/>
                  </a:lnTo>
                  <a:lnTo>
                    <a:pt x="4767831" y="1668810"/>
                  </a:lnTo>
                  <a:lnTo>
                    <a:pt x="4763468" y="1668810"/>
                  </a:lnTo>
                  <a:lnTo>
                    <a:pt x="4759105" y="1668810"/>
                  </a:lnTo>
                  <a:lnTo>
                    <a:pt x="4754743" y="1668810"/>
                  </a:lnTo>
                  <a:lnTo>
                    <a:pt x="4750380" y="1668810"/>
                  </a:lnTo>
                  <a:lnTo>
                    <a:pt x="4746017" y="1668810"/>
                  </a:lnTo>
                  <a:lnTo>
                    <a:pt x="4741654" y="1668810"/>
                  </a:lnTo>
                  <a:lnTo>
                    <a:pt x="4737292" y="1668810"/>
                  </a:lnTo>
                  <a:lnTo>
                    <a:pt x="4732929" y="1668810"/>
                  </a:lnTo>
                  <a:lnTo>
                    <a:pt x="4728566" y="1668810"/>
                  </a:lnTo>
                  <a:lnTo>
                    <a:pt x="4724203" y="1668810"/>
                  </a:lnTo>
                  <a:lnTo>
                    <a:pt x="4719841" y="1668810"/>
                  </a:lnTo>
                  <a:lnTo>
                    <a:pt x="4715478" y="1668810"/>
                  </a:lnTo>
                  <a:lnTo>
                    <a:pt x="4711115" y="1668810"/>
                  </a:lnTo>
                  <a:lnTo>
                    <a:pt x="4706752" y="1668810"/>
                  </a:lnTo>
                  <a:lnTo>
                    <a:pt x="4702390" y="1668810"/>
                  </a:lnTo>
                  <a:lnTo>
                    <a:pt x="4698027" y="1668810"/>
                  </a:lnTo>
                  <a:lnTo>
                    <a:pt x="4693664" y="1668810"/>
                  </a:lnTo>
                  <a:lnTo>
                    <a:pt x="4689301" y="1668810"/>
                  </a:lnTo>
                  <a:lnTo>
                    <a:pt x="4684939" y="1668810"/>
                  </a:lnTo>
                  <a:lnTo>
                    <a:pt x="4680576" y="1668810"/>
                  </a:lnTo>
                  <a:lnTo>
                    <a:pt x="4676213" y="1668810"/>
                  </a:lnTo>
                  <a:lnTo>
                    <a:pt x="4671850" y="1668810"/>
                  </a:lnTo>
                  <a:lnTo>
                    <a:pt x="4667488" y="1668810"/>
                  </a:lnTo>
                  <a:lnTo>
                    <a:pt x="4663125" y="1668810"/>
                  </a:lnTo>
                  <a:lnTo>
                    <a:pt x="4658762" y="1668810"/>
                  </a:lnTo>
                  <a:lnTo>
                    <a:pt x="4654399" y="1668810"/>
                  </a:lnTo>
                  <a:lnTo>
                    <a:pt x="4650037" y="1668810"/>
                  </a:lnTo>
                  <a:lnTo>
                    <a:pt x="4645674" y="1668810"/>
                  </a:lnTo>
                  <a:lnTo>
                    <a:pt x="4641311" y="1668810"/>
                  </a:lnTo>
                  <a:lnTo>
                    <a:pt x="4636948" y="1668810"/>
                  </a:lnTo>
                  <a:lnTo>
                    <a:pt x="4632586" y="1668810"/>
                  </a:lnTo>
                  <a:lnTo>
                    <a:pt x="4628223" y="1668810"/>
                  </a:lnTo>
                  <a:lnTo>
                    <a:pt x="4623860" y="1668810"/>
                  </a:lnTo>
                  <a:lnTo>
                    <a:pt x="4619497" y="1668810"/>
                  </a:lnTo>
                  <a:lnTo>
                    <a:pt x="4615135" y="1668810"/>
                  </a:lnTo>
                  <a:lnTo>
                    <a:pt x="4610772" y="1668810"/>
                  </a:lnTo>
                  <a:lnTo>
                    <a:pt x="4606409" y="1668810"/>
                  </a:lnTo>
                  <a:lnTo>
                    <a:pt x="4602046" y="1668810"/>
                  </a:lnTo>
                  <a:lnTo>
                    <a:pt x="4597684" y="1668810"/>
                  </a:lnTo>
                  <a:lnTo>
                    <a:pt x="4593321" y="1668810"/>
                  </a:lnTo>
                  <a:lnTo>
                    <a:pt x="4588958" y="1668810"/>
                  </a:lnTo>
                  <a:lnTo>
                    <a:pt x="4584595" y="1668810"/>
                  </a:lnTo>
                  <a:lnTo>
                    <a:pt x="4580233" y="1668810"/>
                  </a:lnTo>
                  <a:lnTo>
                    <a:pt x="4575870" y="1668810"/>
                  </a:lnTo>
                  <a:lnTo>
                    <a:pt x="4571507" y="1668810"/>
                  </a:lnTo>
                  <a:lnTo>
                    <a:pt x="4567144" y="1668810"/>
                  </a:lnTo>
                  <a:lnTo>
                    <a:pt x="4562782" y="1668810"/>
                  </a:lnTo>
                  <a:lnTo>
                    <a:pt x="4558419" y="1668810"/>
                  </a:lnTo>
                  <a:lnTo>
                    <a:pt x="4554056" y="1668810"/>
                  </a:lnTo>
                  <a:lnTo>
                    <a:pt x="4549693" y="1668810"/>
                  </a:lnTo>
                  <a:lnTo>
                    <a:pt x="4545331" y="1668810"/>
                  </a:lnTo>
                  <a:lnTo>
                    <a:pt x="4540968" y="1668810"/>
                  </a:lnTo>
                  <a:lnTo>
                    <a:pt x="4536605" y="1668810"/>
                  </a:lnTo>
                  <a:lnTo>
                    <a:pt x="4532242" y="1668810"/>
                  </a:lnTo>
                  <a:lnTo>
                    <a:pt x="4527880" y="1668810"/>
                  </a:lnTo>
                  <a:lnTo>
                    <a:pt x="4523517" y="1668810"/>
                  </a:lnTo>
                  <a:lnTo>
                    <a:pt x="4519154" y="1668810"/>
                  </a:lnTo>
                  <a:lnTo>
                    <a:pt x="4514791" y="1668810"/>
                  </a:lnTo>
                  <a:lnTo>
                    <a:pt x="4510429" y="1668810"/>
                  </a:lnTo>
                  <a:lnTo>
                    <a:pt x="4506066" y="1668810"/>
                  </a:lnTo>
                  <a:lnTo>
                    <a:pt x="4501703" y="1668810"/>
                  </a:lnTo>
                  <a:lnTo>
                    <a:pt x="4497340" y="1668810"/>
                  </a:lnTo>
                  <a:lnTo>
                    <a:pt x="4492978" y="1668810"/>
                  </a:lnTo>
                  <a:lnTo>
                    <a:pt x="4488615" y="1668810"/>
                  </a:lnTo>
                  <a:lnTo>
                    <a:pt x="4484252" y="1668810"/>
                  </a:lnTo>
                  <a:lnTo>
                    <a:pt x="4479889" y="1668810"/>
                  </a:lnTo>
                  <a:lnTo>
                    <a:pt x="4475527" y="1668810"/>
                  </a:lnTo>
                  <a:lnTo>
                    <a:pt x="4471164" y="1668810"/>
                  </a:lnTo>
                  <a:lnTo>
                    <a:pt x="4466801" y="1668810"/>
                  </a:lnTo>
                  <a:lnTo>
                    <a:pt x="4462438" y="1668810"/>
                  </a:lnTo>
                  <a:lnTo>
                    <a:pt x="4458076" y="1668810"/>
                  </a:lnTo>
                  <a:lnTo>
                    <a:pt x="4453713" y="1668810"/>
                  </a:lnTo>
                  <a:lnTo>
                    <a:pt x="4449350" y="1668810"/>
                  </a:lnTo>
                  <a:lnTo>
                    <a:pt x="4444987" y="1668810"/>
                  </a:lnTo>
                  <a:lnTo>
                    <a:pt x="4440625" y="1668810"/>
                  </a:lnTo>
                  <a:lnTo>
                    <a:pt x="4436262" y="1668810"/>
                  </a:lnTo>
                  <a:lnTo>
                    <a:pt x="4431899" y="1668810"/>
                  </a:lnTo>
                  <a:lnTo>
                    <a:pt x="4427536" y="1668810"/>
                  </a:lnTo>
                  <a:lnTo>
                    <a:pt x="4423174" y="1668810"/>
                  </a:lnTo>
                  <a:lnTo>
                    <a:pt x="4418811" y="1668810"/>
                  </a:lnTo>
                  <a:lnTo>
                    <a:pt x="4414448" y="1668810"/>
                  </a:lnTo>
                  <a:lnTo>
                    <a:pt x="4410085" y="1668810"/>
                  </a:lnTo>
                  <a:lnTo>
                    <a:pt x="4405723" y="1668810"/>
                  </a:lnTo>
                  <a:lnTo>
                    <a:pt x="4401360" y="1668810"/>
                  </a:lnTo>
                  <a:lnTo>
                    <a:pt x="4396997" y="1668810"/>
                  </a:lnTo>
                  <a:lnTo>
                    <a:pt x="4392634" y="1668810"/>
                  </a:lnTo>
                  <a:lnTo>
                    <a:pt x="4388272" y="1668810"/>
                  </a:lnTo>
                  <a:lnTo>
                    <a:pt x="4383909" y="1668810"/>
                  </a:lnTo>
                  <a:lnTo>
                    <a:pt x="4379546" y="1668810"/>
                  </a:lnTo>
                  <a:lnTo>
                    <a:pt x="4375183" y="1668810"/>
                  </a:lnTo>
                  <a:lnTo>
                    <a:pt x="4370821" y="1668810"/>
                  </a:lnTo>
                  <a:lnTo>
                    <a:pt x="4366458" y="1668810"/>
                  </a:lnTo>
                  <a:lnTo>
                    <a:pt x="4362095" y="1668810"/>
                  </a:lnTo>
                  <a:lnTo>
                    <a:pt x="4357732" y="1668810"/>
                  </a:lnTo>
                  <a:lnTo>
                    <a:pt x="4353370" y="1668810"/>
                  </a:lnTo>
                  <a:lnTo>
                    <a:pt x="4349007" y="1668810"/>
                  </a:lnTo>
                  <a:lnTo>
                    <a:pt x="4344644" y="1668810"/>
                  </a:lnTo>
                  <a:lnTo>
                    <a:pt x="4340281" y="1668810"/>
                  </a:lnTo>
                  <a:lnTo>
                    <a:pt x="4335919" y="1668810"/>
                  </a:lnTo>
                  <a:lnTo>
                    <a:pt x="4331556" y="1668810"/>
                  </a:lnTo>
                  <a:lnTo>
                    <a:pt x="4327193" y="1668810"/>
                  </a:lnTo>
                  <a:lnTo>
                    <a:pt x="4322830" y="1668810"/>
                  </a:lnTo>
                  <a:lnTo>
                    <a:pt x="4318468" y="1668810"/>
                  </a:lnTo>
                  <a:lnTo>
                    <a:pt x="4314105" y="1668810"/>
                  </a:lnTo>
                  <a:lnTo>
                    <a:pt x="4309742" y="1668810"/>
                  </a:lnTo>
                  <a:lnTo>
                    <a:pt x="4305379" y="1668810"/>
                  </a:lnTo>
                  <a:lnTo>
                    <a:pt x="4301017" y="1668810"/>
                  </a:lnTo>
                  <a:lnTo>
                    <a:pt x="4296654" y="1668810"/>
                  </a:lnTo>
                  <a:lnTo>
                    <a:pt x="4292291" y="1668810"/>
                  </a:lnTo>
                  <a:lnTo>
                    <a:pt x="4287928" y="1668810"/>
                  </a:lnTo>
                  <a:lnTo>
                    <a:pt x="4283566" y="1668810"/>
                  </a:lnTo>
                  <a:lnTo>
                    <a:pt x="4279203" y="1668810"/>
                  </a:lnTo>
                  <a:lnTo>
                    <a:pt x="4274840" y="1668810"/>
                  </a:lnTo>
                  <a:lnTo>
                    <a:pt x="4270477" y="1668810"/>
                  </a:lnTo>
                  <a:lnTo>
                    <a:pt x="4266115" y="1668810"/>
                  </a:lnTo>
                  <a:lnTo>
                    <a:pt x="4261752" y="1668810"/>
                  </a:lnTo>
                  <a:lnTo>
                    <a:pt x="4257389" y="1668810"/>
                  </a:lnTo>
                  <a:lnTo>
                    <a:pt x="4253026" y="1668810"/>
                  </a:lnTo>
                  <a:lnTo>
                    <a:pt x="4248664" y="1668810"/>
                  </a:lnTo>
                  <a:lnTo>
                    <a:pt x="4244301" y="1668810"/>
                  </a:lnTo>
                  <a:lnTo>
                    <a:pt x="4239938" y="1668810"/>
                  </a:lnTo>
                  <a:lnTo>
                    <a:pt x="4235575" y="1668810"/>
                  </a:lnTo>
                  <a:lnTo>
                    <a:pt x="4231213" y="1668810"/>
                  </a:lnTo>
                  <a:lnTo>
                    <a:pt x="4226850" y="1668810"/>
                  </a:lnTo>
                  <a:lnTo>
                    <a:pt x="4222487" y="1668810"/>
                  </a:lnTo>
                  <a:lnTo>
                    <a:pt x="4218124" y="1668810"/>
                  </a:lnTo>
                  <a:lnTo>
                    <a:pt x="4213762" y="1668810"/>
                  </a:lnTo>
                  <a:lnTo>
                    <a:pt x="4209399" y="1668810"/>
                  </a:lnTo>
                  <a:lnTo>
                    <a:pt x="4205036" y="1668810"/>
                  </a:lnTo>
                  <a:lnTo>
                    <a:pt x="4200673" y="1668810"/>
                  </a:lnTo>
                  <a:lnTo>
                    <a:pt x="4196311" y="1668810"/>
                  </a:lnTo>
                  <a:lnTo>
                    <a:pt x="4191948" y="1668810"/>
                  </a:lnTo>
                  <a:lnTo>
                    <a:pt x="4187585" y="1668810"/>
                  </a:lnTo>
                  <a:lnTo>
                    <a:pt x="4183222" y="1668810"/>
                  </a:lnTo>
                  <a:lnTo>
                    <a:pt x="4178860" y="1668810"/>
                  </a:lnTo>
                  <a:lnTo>
                    <a:pt x="4174497" y="1668810"/>
                  </a:lnTo>
                  <a:lnTo>
                    <a:pt x="4170134" y="1668810"/>
                  </a:lnTo>
                  <a:lnTo>
                    <a:pt x="4165771" y="1668810"/>
                  </a:lnTo>
                  <a:lnTo>
                    <a:pt x="4161409" y="1668810"/>
                  </a:lnTo>
                  <a:lnTo>
                    <a:pt x="4157046" y="1668810"/>
                  </a:lnTo>
                  <a:lnTo>
                    <a:pt x="4152683" y="1668810"/>
                  </a:lnTo>
                  <a:lnTo>
                    <a:pt x="4148320" y="1668810"/>
                  </a:lnTo>
                  <a:lnTo>
                    <a:pt x="4143958" y="1668810"/>
                  </a:lnTo>
                  <a:lnTo>
                    <a:pt x="4139595" y="1668810"/>
                  </a:lnTo>
                  <a:lnTo>
                    <a:pt x="4135232" y="1668810"/>
                  </a:lnTo>
                  <a:lnTo>
                    <a:pt x="4130869" y="1668810"/>
                  </a:lnTo>
                  <a:lnTo>
                    <a:pt x="4126507" y="1668810"/>
                  </a:lnTo>
                  <a:lnTo>
                    <a:pt x="4122144" y="1668810"/>
                  </a:lnTo>
                  <a:lnTo>
                    <a:pt x="4117781" y="1668810"/>
                  </a:lnTo>
                  <a:lnTo>
                    <a:pt x="4113418" y="1668810"/>
                  </a:lnTo>
                  <a:lnTo>
                    <a:pt x="4109056" y="1668810"/>
                  </a:lnTo>
                  <a:lnTo>
                    <a:pt x="4104693" y="1668810"/>
                  </a:lnTo>
                  <a:lnTo>
                    <a:pt x="4100330" y="1668810"/>
                  </a:lnTo>
                  <a:lnTo>
                    <a:pt x="4095967" y="1668810"/>
                  </a:lnTo>
                  <a:lnTo>
                    <a:pt x="4091605" y="1668810"/>
                  </a:lnTo>
                  <a:lnTo>
                    <a:pt x="4087242" y="1668810"/>
                  </a:lnTo>
                  <a:lnTo>
                    <a:pt x="4082879" y="1668810"/>
                  </a:lnTo>
                  <a:lnTo>
                    <a:pt x="4078516" y="1668810"/>
                  </a:lnTo>
                  <a:lnTo>
                    <a:pt x="4074154" y="1668810"/>
                  </a:lnTo>
                  <a:lnTo>
                    <a:pt x="4069791" y="1668810"/>
                  </a:lnTo>
                  <a:lnTo>
                    <a:pt x="4065428" y="1668810"/>
                  </a:lnTo>
                  <a:lnTo>
                    <a:pt x="4061065" y="1668810"/>
                  </a:lnTo>
                  <a:lnTo>
                    <a:pt x="4056703" y="1668810"/>
                  </a:lnTo>
                  <a:lnTo>
                    <a:pt x="4052340" y="1668810"/>
                  </a:lnTo>
                  <a:lnTo>
                    <a:pt x="4047977" y="1668810"/>
                  </a:lnTo>
                  <a:lnTo>
                    <a:pt x="4043614" y="1668810"/>
                  </a:lnTo>
                  <a:lnTo>
                    <a:pt x="4039252" y="1668810"/>
                  </a:lnTo>
                  <a:lnTo>
                    <a:pt x="4034889" y="1668810"/>
                  </a:lnTo>
                  <a:lnTo>
                    <a:pt x="4030526" y="1668810"/>
                  </a:lnTo>
                  <a:lnTo>
                    <a:pt x="4026163" y="1668810"/>
                  </a:lnTo>
                  <a:lnTo>
                    <a:pt x="4021801" y="1668810"/>
                  </a:lnTo>
                  <a:lnTo>
                    <a:pt x="4017438" y="1668810"/>
                  </a:lnTo>
                  <a:lnTo>
                    <a:pt x="4013075" y="1668810"/>
                  </a:lnTo>
                  <a:lnTo>
                    <a:pt x="4008712" y="1668810"/>
                  </a:lnTo>
                  <a:lnTo>
                    <a:pt x="4004350" y="1668810"/>
                  </a:lnTo>
                  <a:lnTo>
                    <a:pt x="3999987" y="1668810"/>
                  </a:lnTo>
                  <a:lnTo>
                    <a:pt x="3995624" y="1668810"/>
                  </a:lnTo>
                  <a:lnTo>
                    <a:pt x="3991261" y="1668810"/>
                  </a:lnTo>
                  <a:lnTo>
                    <a:pt x="3986899" y="1668810"/>
                  </a:lnTo>
                  <a:lnTo>
                    <a:pt x="3982536" y="1668810"/>
                  </a:lnTo>
                  <a:lnTo>
                    <a:pt x="3978173" y="1668810"/>
                  </a:lnTo>
                  <a:lnTo>
                    <a:pt x="3973810" y="1668810"/>
                  </a:lnTo>
                  <a:lnTo>
                    <a:pt x="3969448" y="1668810"/>
                  </a:lnTo>
                  <a:lnTo>
                    <a:pt x="3965085" y="1668810"/>
                  </a:lnTo>
                  <a:lnTo>
                    <a:pt x="3960722" y="1668810"/>
                  </a:lnTo>
                  <a:lnTo>
                    <a:pt x="3956359" y="1668810"/>
                  </a:lnTo>
                  <a:lnTo>
                    <a:pt x="3951997" y="1668810"/>
                  </a:lnTo>
                  <a:lnTo>
                    <a:pt x="3947634" y="1668810"/>
                  </a:lnTo>
                  <a:lnTo>
                    <a:pt x="3943271" y="1668810"/>
                  </a:lnTo>
                  <a:lnTo>
                    <a:pt x="3938908" y="1668810"/>
                  </a:lnTo>
                  <a:lnTo>
                    <a:pt x="3934546" y="1668810"/>
                  </a:lnTo>
                  <a:lnTo>
                    <a:pt x="3930183" y="1668810"/>
                  </a:lnTo>
                  <a:lnTo>
                    <a:pt x="3925820" y="1668810"/>
                  </a:lnTo>
                  <a:lnTo>
                    <a:pt x="3921457" y="1668810"/>
                  </a:lnTo>
                  <a:lnTo>
                    <a:pt x="3917095" y="1668810"/>
                  </a:lnTo>
                  <a:lnTo>
                    <a:pt x="3912732" y="1668810"/>
                  </a:lnTo>
                  <a:lnTo>
                    <a:pt x="3908369" y="1668810"/>
                  </a:lnTo>
                  <a:lnTo>
                    <a:pt x="3904006" y="1668810"/>
                  </a:lnTo>
                  <a:lnTo>
                    <a:pt x="3899644" y="1668810"/>
                  </a:lnTo>
                  <a:lnTo>
                    <a:pt x="3895281" y="1668810"/>
                  </a:lnTo>
                  <a:lnTo>
                    <a:pt x="3890918" y="1668810"/>
                  </a:lnTo>
                  <a:lnTo>
                    <a:pt x="3886555" y="1668810"/>
                  </a:lnTo>
                  <a:lnTo>
                    <a:pt x="3882193" y="1668810"/>
                  </a:lnTo>
                  <a:lnTo>
                    <a:pt x="3877830" y="1668810"/>
                  </a:lnTo>
                  <a:lnTo>
                    <a:pt x="3873467" y="1668810"/>
                  </a:lnTo>
                  <a:lnTo>
                    <a:pt x="3869104" y="1668810"/>
                  </a:lnTo>
                  <a:lnTo>
                    <a:pt x="3864742" y="1668810"/>
                  </a:lnTo>
                  <a:lnTo>
                    <a:pt x="3860379" y="1668810"/>
                  </a:lnTo>
                  <a:lnTo>
                    <a:pt x="3856016" y="1668810"/>
                  </a:lnTo>
                  <a:lnTo>
                    <a:pt x="3851653" y="1668810"/>
                  </a:lnTo>
                  <a:lnTo>
                    <a:pt x="3847291" y="1668810"/>
                  </a:lnTo>
                  <a:lnTo>
                    <a:pt x="3842928" y="1668810"/>
                  </a:lnTo>
                  <a:lnTo>
                    <a:pt x="3838565" y="1668810"/>
                  </a:lnTo>
                  <a:lnTo>
                    <a:pt x="3834202" y="1668810"/>
                  </a:lnTo>
                  <a:lnTo>
                    <a:pt x="3829840" y="1668810"/>
                  </a:lnTo>
                  <a:lnTo>
                    <a:pt x="3825477" y="1668810"/>
                  </a:lnTo>
                  <a:lnTo>
                    <a:pt x="3821114" y="1668810"/>
                  </a:lnTo>
                  <a:lnTo>
                    <a:pt x="3816751" y="1668810"/>
                  </a:lnTo>
                  <a:lnTo>
                    <a:pt x="3812389" y="1668810"/>
                  </a:lnTo>
                  <a:lnTo>
                    <a:pt x="3808026" y="1668810"/>
                  </a:lnTo>
                  <a:lnTo>
                    <a:pt x="3803663" y="1668810"/>
                  </a:lnTo>
                  <a:lnTo>
                    <a:pt x="3799300" y="1668810"/>
                  </a:lnTo>
                  <a:lnTo>
                    <a:pt x="3794938" y="1668810"/>
                  </a:lnTo>
                  <a:lnTo>
                    <a:pt x="3790575" y="1668810"/>
                  </a:lnTo>
                  <a:lnTo>
                    <a:pt x="3786212" y="1668810"/>
                  </a:lnTo>
                  <a:lnTo>
                    <a:pt x="3781849" y="1668810"/>
                  </a:lnTo>
                  <a:lnTo>
                    <a:pt x="3777487" y="1668810"/>
                  </a:lnTo>
                  <a:lnTo>
                    <a:pt x="3773124" y="1668810"/>
                  </a:lnTo>
                  <a:lnTo>
                    <a:pt x="3768761" y="1668810"/>
                  </a:lnTo>
                  <a:lnTo>
                    <a:pt x="3764398" y="1668810"/>
                  </a:lnTo>
                  <a:lnTo>
                    <a:pt x="3760036" y="1668810"/>
                  </a:lnTo>
                  <a:lnTo>
                    <a:pt x="3755673" y="1668810"/>
                  </a:lnTo>
                  <a:lnTo>
                    <a:pt x="3751310" y="1668810"/>
                  </a:lnTo>
                  <a:lnTo>
                    <a:pt x="3746947" y="1668810"/>
                  </a:lnTo>
                  <a:lnTo>
                    <a:pt x="3742585" y="1668810"/>
                  </a:lnTo>
                  <a:lnTo>
                    <a:pt x="3738222" y="1668810"/>
                  </a:lnTo>
                  <a:lnTo>
                    <a:pt x="3733859" y="1668810"/>
                  </a:lnTo>
                  <a:lnTo>
                    <a:pt x="3729496" y="1668810"/>
                  </a:lnTo>
                  <a:lnTo>
                    <a:pt x="3725134" y="1668810"/>
                  </a:lnTo>
                  <a:lnTo>
                    <a:pt x="3720771" y="1668810"/>
                  </a:lnTo>
                  <a:lnTo>
                    <a:pt x="3716408" y="1668810"/>
                  </a:lnTo>
                  <a:lnTo>
                    <a:pt x="3712045" y="1668810"/>
                  </a:lnTo>
                  <a:lnTo>
                    <a:pt x="3707683" y="1668810"/>
                  </a:lnTo>
                  <a:lnTo>
                    <a:pt x="3703320" y="1668810"/>
                  </a:lnTo>
                  <a:lnTo>
                    <a:pt x="3698957" y="1668810"/>
                  </a:lnTo>
                  <a:lnTo>
                    <a:pt x="3694594" y="1668810"/>
                  </a:lnTo>
                  <a:lnTo>
                    <a:pt x="3690232" y="1668810"/>
                  </a:lnTo>
                  <a:lnTo>
                    <a:pt x="3685869" y="1668810"/>
                  </a:lnTo>
                  <a:lnTo>
                    <a:pt x="3681506" y="1668810"/>
                  </a:lnTo>
                  <a:lnTo>
                    <a:pt x="3677143" y="1668810"/>
                  </a:lnTo>
                  <a:lnTo>
                    <a:pt x="3672781" y="1668810"/>
                  </a:lnTo>
                  <a:lnTo>
                    <a:pt x="3668418" y="1668810"/>
                  </a:lnTo>
                  <a:lnTo>
                    <a:pt x="3664055" y="1668810"/>
                  </a:lnTo>
                  <a:lnTo>
                    <a:pt x="3659692" y="1668810"/>
                  </a:lnTo>
                  <a:lnTo>
                    <a:pt x="3655330" y="1668810"/>
                  </a:lnTo>
                  <a:lnTo>
                    <a:pt x="3650967" y="1668810"/>
                  </a:lnTo>
                  <a:lnTo>
                    <a:pt x="3646604" y="1668810"/>
                  </a:lnTo>
                  <a:lnTo>
                    <a:pt x="3642241" y="1668810"/>
                  </a:lnTo>
                  <a:lnTo>
                    <a:pt x="3637879" y="1668810"/>
                  </a:lnTo>
                  <a:lnTo>
                    <a:pt x="3633516" y="1668810"/>
                  </a:lnTo>
                  <a:lnTo>
                    <a:pt x="3629153" y="1668810"/>
                  </a:lnTo>
                  <a:lnTo>
                    <a:pt x="3624790" y="1668810"/>
                  </a:lnTo>
                  <a:lnTo>
                    <a:pt x="3620428" y="1668810"/>
                  </a:lnTo>
                  <a:lnTo>
                    <a:pt x="3616065" y="1668810"/>
                  </a:lnTo>
                  <a:lnTo>
                    <a:pt x="3611702" y="1668810"/>
                  </a:lnTo>
                  <a:lnTo>
                    <a:pt x="3607339" y="1668810"/>
                  </a:lnTo>
                  <a:lnTo>
                    <a:pt x="3602977" y="1668810"/>
                  </a:lnTo>
                  <a:lnTo>
                    <a:pt x="3598614" y="1668810"/>
                  </a:lnTo>
                  <a:lnTo>
                    <a:pt x="3594251" y="1668810"/>
                  </a:lnTo>
                  <a:lnTo>
                    <a:pt x="3589888" y="1668810"/>
                  </a:lnTo>
                  <a:lnTo>
                    <a:pt x="3585526" y="1668810"/>
                  </a:lnTo>
                  <a:lnTo>
                    <a:pt x="3581163" y="1668810"/>
                  </a:lnTo>
                  <a:lnTo>
                    <a:pt x="3576800" y="1668810"/>
                  </a:lnTo>
                  <a:lnTo>
                    <a:pt x="3572437" y="1668810"/>
                  </a:lnTo>
                  <a:lnTo>
                    <a:pt x="3568075" y="1668810"/>
                  </a:lnTo>
                  <a:lnTo>
                    <a:pt x="3563712" y="1668810"/>
                  </a:lnTo>
                  <a:lnTo>
                    <a:pt x="3559349" y="1668810"/>
                  </a:lnTo>
                  <a:lnTo>
                    <a:pt x="3554986" y="1668810"/>
                  </a:lnTo>
                  <a:lnTo>
                    <a:pt x="3550624" y="1668810"/>
                  </a:lnTo>
                  <a:lnTo>
                    <a:pt x="3546261" y="1668810"/>
                  </a:lnTo>
                  <a:lnTo>
                    <a:pt x="3541898" y="1668810"/>
                  </a:lnTo>
                  <a:lnTo>
                    <a:pt x="3537535" y="1668810"/>
                  </a:lnTo>
                  <a:lnTo>
                    <a:pt x="3533173" y="1668810"/>
                  </a:lnTo>
                  <a:lnTo>
                    <a:pt x="3528810" y="1668810"/>
                  </a:lnTo>
                  <a:lnTo>
                    <a:pt x="3524447" y="1668810"/>
                  </a:lnTo>
                  <a:lnTo>
                    <a:pt x="3520084" y="1668810"/>
                  </a:lnTo>
                  <a:lnTo>
                    <a:pt x="3515722" y="1668810"/>
                  </a:lnTo>
                  <a:lnTo>
                    <a:pt x="3511359" y="1668810"/>
                  </a:lnTo>
                  <a:lnTo>
                    <a:pt x="3506996" y="1668810"/>
                  </a:lnTo>
                  <a:lnTo>
                    <a:pt x="3502633" y="1668810"/>
                  </a:lnTo>
                  <a:lnTo>
                    <a:pt x="3498271" y="1668810"/>
                  </a:lnTo>
                  <a:lnTo>
                    <a:pt x="3493908" y="1668810"/>
                  </a:lnTo>
                  <a:lnTo>
                    <a:pt x="3489545" y="1668810"/>
                  </a:lnTo>
                  <a:lnTo>
                    <a:pt x="3485182" y="1668810"/>
                  </a:lnTo>
                  <a:lnTo>
                    <a:pt x="3480820" y="1668810"/>
                  </a:lnTo>
                  <a:lnTo>
                    <a:pt x="3476457" y="1668810"/>
                  </a:lnTo>
                  <a:lnTo>
                    <a:pt x="3472094" y="1668810"/>
                  </a:lnTo>
                  <a:lnTo>
                    <a:pt x="3467731" y="1668810"/>
                  </a:lnTo>
                  <a:lnTo>
                    <a:pt x="3463369" y="1668810"/>
                  </a:lnTo>
                  <a:lnTo>
                    <a:pt x="3459006" y="1668810"/>
                  </a:lnTo>
                  <a:lnTo>
                    <a:pt x="3454643" y="1668810"/>
                  </a:lnTo>
                  <a:lnTo>
                    <a:pt x="3450280" y="1668810"/>
                  </a:lnTo>
                  <a:lnTo>
                    <a:pt x="3445918" y="1668810"/>
                  </a:lnTo>
                  <a:lnTo>
                    <a:pt x="3441555" y="1668810"/>
                  </a:lnTo>
                  <a:lnTo>
                    <a:pt x="3437192" y="1668810"/>
                  </a:lnTo>
                  <a:lnTo>
                    <a:pt x="3432829" y="1668810"/>
                  </a:lnTo>
                  <a:lnTo>
                    <a:pt x="3428467" y="1668810"/>
                  </a:lnTo>
                  <a:lnTo>
                    <a:pt x="3424104" y="1668810"/>
                  </a:lnTo>
                  <a:lnTo>
                    <a:pt x="3419741" y="1668810"/>
                  </a:lnTo>
                  <a:lnTo>
                    <a:pt x="3415378" y="1668810"/>
                  </a:lnTo>
                  <a:lnTo>
                    <a:pt x="3411016" y="1668810"/>
                  </a:lnTo>
                  <a:lnTo>
                    <a:pt x="3406653" y="1668810"/>
                  </a:lnTo>
                  <a:lnTo>
                    <a:pt x="3402290" y="1668810"/>
                  </a:lnTo>
                  <a:lnTo>
                    <a:pt x="3397927" y="1668810"/>
                  </a:lnTo>
                  <a:lnTo>
                    <a:pt x="3393565" y="1668810"/>
                  </a:lnTo>
                  <a:lnTo>
                    <a:pt x="3389202" y="1668810"/>
                  </a:lnTo>
                  <a:lnTo>
                    <a:pt x="3384839" y="1668810"/>
                  </a:lnTo>
                  <a:lnTo>
                    <a:pt x="3380476" y="1668810"/>
                  </a:lnTo>
                  <a:lnTo>
                    <a:pt x="3376114" y="1668810"/>
                  </a:lnTo>
                  <a:lnTo>
                    <a:pt x="3371751" y="1668810"/>
                  </a:lnTo>
                  <a:lnTo>
                    <a:pt x="3367388" y="1668810"/>
                  </a:lnTo>
                  <a:lnTo>
                    <a:pt x="3363025" y="1668810"/>
                  </a:lnTo>
                  <a:lnTo>
                    <a:pt x="3358663" y="1668810"/>
                  </a:lnTo>
                  <a:lnTo>
                    <a:pt x="3354300" y="1668810"/>
                  </a:lnTo>
                  <a:lnTo>
                    <a:pt x="3349937" y="1668810"/>
                  </a:lnTo>
                  <a:lnTo>
                    <a:pt x="3345574" y="1668810"/>
                  </a:lnTo>
                  <a:lnTo>
                    <a:pt x="3341212" y="1668810"/>
                  </a:lnTo>
                  <a:lnTo>
                    <a:pt x="3336849" y="1668810"/>
                  </a:lnTo>
                  <a:lnTo>
                    <a:pt x="3332486" y="1668810"/>
                  </a:lnTo>
                  <a:lnTo>
                    <a:pt x="3328123" y="1668810"/>
                  </a:lnTo>
                  <a:lnTo>
                    <a:pt x="3323761" y="1668810"/>
                  </a:lnTo>
                  <a:lnTo>
                    <a:pt x="3319398" y="1668810"/>
                  </a:lnTo>
                  <a:lnTo>
                    <a:pt x="3315035" y="1668810"/>
                  </a:lnTo>
                  <a:lnTo>
                    <a:pt x="3310672" y="1668810"/>
                  </a:lnTo>
                  <a:lnTo>
                    <a:pt x="3306310" y="1668810"/>
                  </a:lnTo>
                  <a:lnTo>
                    <a:pt x="3301947" y="1668810"/>
                  </a:lnTo>
                  <a:lnTo>
                    <a:pt x="3297584" y="1668810"/>
                  </a:lnTo>
                  <a:lnTo>
                    <a:pt x="3293221" y="1668810"/>
                  </a:lnTo>
                  <a:lnTo>
                    <a:pt x="3288859" y="1668810"/>
                  </a:lnTo>
                  <a:lnTo>
                    <a:pt x="3284496" y="1668810"/>
                  </a:lnTo>
                  <a:lnTo>
                    <a:pt x="3280133" y="1668810"/>
                  </a:lnTo>
                  <a:lnTo>
                    <a:pt x="3275770" y="1668810"/>
                  </a:lnTo>
                  <a:lnTo>
                    <a:pt x="3271408" y="1668810"/>
                  </a:lnTo>
                  <a:lnTo>
                    <a:pt x="3267045" y="1668810"/>
                  </a:lnTo>
                  <a:lnTo>
                    <a:pt x="3262682" y="1668810"/>
                  </a:lnTo>
                  <a:lnTo>
                    <a:pt x="3258319" y="1668810"/>
                  </a:lnTo>
                  <a:lnTo>
                    <a:pt x="3253957" y="1668810"/>
                  </a:lnTo>
                  <a:lnTo>
                    <a:pt x="3249594" y="1668810"/>
                  </a:lnTo>
                  <a:lnTo>
                    <a:pt x="3245231" y="1668810"/>
                  </a:lnTo>
                  <a:lnTo>
                    <a:pt x="3240868" y="1668810"/>
                  </a:lnTo>
                  <a:lnTo>
                    <a:pt x="3236506" y="1668810"/>
                  </a:lnTo>
                  <a:lnTo>
                    <a:pt x="3232143" y="1668810"/>
                  </a:lnTo>
                  <a:lnTo>
                    <a:pt x="3227780" y="1668810"/>
                  </a:lnTo>
                  <a:lnTo>
                    <a:pt x="3223417" y="1668810"/>
                  </a:lnTo>
                  <a:lnTo>
                    <a:pt x="3219055" y="1668810"/>
                  </a:lnTo>
                  <a:lnTo>
                    <a:pt x="3214692" y="1668810"/>
                  </a:lnTo>
                  <a:lnTo>
                    <a:pt x="3210329" y="1668810"/>
                  </a:lnTo>
                  <a:lnTo>
                    <a:pt x="3205966" y="1668810"/>
                  </a:lnTo>
                  <a:lnTo>
                    <a:pt x="3201604" y="1668810"/>
                  </a:lnTo>
                  <a:lnTo>
                    <a:pt x="3197241" y="1668810"/>
                  </a:lnTo>
                  <a:lnTo>
                    <a:pt x="3192878" y="1668810"/>
                  </a:lnTo>
                  <a:lnTo>
                    <a:pt x="3188515" y="1668810"/>
                  </a:lnTo>
                  <a:lnTo>
                    <a:pt x="3184153" y="1668810"/>
                  </a:lnTo>
                  <a:lnTo>
                    <a:pt x="3179790" y="1668810"/>
                  </a:lnTo>
                  <a:lnTo>
                    <a:pt x="3175427" y="1668810"/>
                  </a:lnTo>
                  <a:lnTo>
                    <a:pt x="3171064" y="1668810"/>
                  </a:lnTo>
                  <a:lnTo>
                    <a:pt x="3166702" y="1668810"/>
                  </a:lnTo>
                  <a:lnTo>
                    <a:pt x="3162339" y="1668810"/>
                  </a:lnTo>
                  <a:lnTo>
                    <a:pt x="3157976" y="1668810"/>
                  </a:lnTo>
                  <a:lnTo>
                    <a:pt x="3153613" y="1668810"/>
                  </a:lnTo>
                  <a:lnTo>
                    <a:pt x="3149251" y="1668810"/>
                  </a:lnTo>
                  <a:lnTo>
                    <a:pt x="3144888" y="1668810"/>
                  </a:lnTo>
                  <a:lnTo>
                    <a:pt x="3140525" y="1668810"/>
                  </a:lnTo>
                  <a:lnTo>
                    <a:pt x="3136162" y="1668810"/>
                  </a:lnTo>
                  <a:lnTo>
                    <a:pt x="3131800" y="1668810"/>
                  </a:lnTo>
                  <a:lnTo>
                    <a:pt x="3127437" y="1668810"/>
                  </a:lnTo>
                  <a:lnTo>
                    <a:pt x="3123074" y="1668810"/>
                  </a:lnTo>
                  <a:lnTo>
                    <a:pt x="3118711" y="1668810"/>
                  </a:lnTo>
                  <a:lnTo>
                    <a:pt x="3114349" y="1668810"/>
                  </a:lnTo>
                  <a:lnTo>
                    <a:pt x="3109986" y="1668810"/>
                  </a:lnTo>
                  <a:lnTo>
                    <a:pt x="3105623" y="1668810"/>
                  </a:lnTo>
                  <a:lnTo>
                    <a:pt x="3101260" y="1668810"/>
                  </a:lnTo>
                  <a:lnTo>
                    <a:pt x="3096898" y="1668810"/>
                  </a:lnTo>
                  <a:lnTo>
                    <a:pt x="3092535" y="1668810"/>
                  </a:lnTo>
                  <a:lnTo>
                    <a:pt x="3088172" y="1668810"/>
                  </a:lnTo>
                  <a:lnTo>
                    <a:pt x="3083809" y="1668810"/>
                  </a:lnTo>
                  <a:lnTo>
                    <a:pt x="3079447" y="1668810"/>
                  </a:lnTo>
                  <a:lnTo>
                    <a:pt x="3075084" y="1668810"/>
                  </a:lnTo>
                  <a:lnTo>
                    <a:pt x="3070721" y="1668810"/>
                  </a:lnTo>
                  <a:lnTo>
                    <a:pt x="3066358" y="1668810"/>
                  </a:lnTo>
                  <a:lnTo>
                    <a:pt x="3061996" y="1668810"/>
                  </a:lnTo>
                  <a:lnTo>
                    <a:pt x="3057633" y="1668810"/>
                  </a:lnTo>
                  <a:lnTo>
                    <a:pt x="3053270" y="1668810"/>
                  </a:lnTo>
                  <a:lnTo>
                    <a:pt x="3048907" y="1668810"/>
                  </a:lnTo>
                  <a:lnTo>
                    <a:pt x="3044545" y="1668810"/>
                  </a:lnTo>
                  <a:lnTo>
                    <a:pt x="3040182" y="1668810"/>
                  </a:lnTo>
                  <a:lnTo>
                    <a:pt x="3035819" y="1668810"/>
                  </a:lnTo>
                  <a:lnTo>
                    <a:pt x="3031456" y="1668810"/>
                  </a:lnTo>
                  <a:lnTo>
                    <a:pt x="3027094" y="1668810"/>
                  </a:lnTo>
                  <a:lnTo>
                    <a:pt x="3022731" y="1668810"/>
                  </a:lnTo>
                  <a:lnTo>
                    <a:pt x="3018368" y="1668810"/>
                  </a:lnTo>
                  <a:lnTo>
                    <a:pt x="3014005" y="1668810"/>
                  </a:lnTo>
                  <a:lnTo>
                    <a:pt x="3009643" y="1668810"/>
                  </a:lnTo>
                  <a:lnTo>
                    <a:pt x="3005280" y="1668810"/>
                  </a:lnTo>
                  <a:lnTo>
                    <a:pt x="3000917" y="1668810"/>
                  </a:lnTo>
                  <a:lnTo>
                    <a:pt x="2996554" y="1668810"/>
                  </a:lnTo>
                  <a:lnTo>
                    <a:pt x="2992192" y="1668810"/>
                  </a:lnTo>
                  <a:lnTo>
                    <a:pt x="2987829" y="1668810"/>
                  </a:lnTo>
                  <a:lnTo>
                    <a:pt x="2983466" y="1668810"/>
                  </a:lnTo>
                  <a:lnTo>
                    <a:pt x="2979103" y="1668810"/>
                  </a:lnTo>
                  <a:lnTo>
                    <a:pt x="2974741" y="1668810"/>
                  </a:lnTo>
                  <a:lnTo>
                    <a:pt x="2970378" y="1668810"/>
                  </a:lnTo>
                  <a:lnTo>
                    <a:pt x="2966015" y="1668810"/>
                  </a:lnTo>
                  <a:lnTo>
                    <a:pt x="2961652" y="1668810"/>
                  </a:lnTo>
                  <a:lnTo>
                    <a:pt x="2957290" y="1668810"/>
                  </a:lnTo>
                  <a:lnTo>
                    <a:pt x="2952927" y="1668810"/>
                  </a:lnTo>
                  <a:lnTo>
                    <a:pt x="2948564" y="1668810"/>
                  </a:lnTo>
                  <a:lnTo>
                    <a:pt x="2944201" y="1668810"/>
                  </a:lnTo>
                  <a:lnTo>
                    <a:pt x="2939839" y="1668810"/>
                  </a:lnTo>
                  <a:lnTo>
                    <a:pt x="2935476" y="1668810"/>
                  </a:lnTo>
                  <a:lnTo>
                    <a:pt x="2931113" y="1668810"/>
                  </a:lnTo>
                  <a:lnTo>
                    <a:pt x="2926750" y="1668810"/>
                  </a:lnTo>
                  <a:lnTo>
                    <a:pt x="2922388" y="1668810"/>
                  </a:lnTo>
                  <a:lnTo>
                    <a:pt x="2918025" y="1668810"/>
                  </a:lnTo>
                  <a:lnTo>
                    <a:pt x="2913662" y="1668810"/>
                  </a:lnTo>
                  <a:lnTo>
                    <a:pt x="2909299" y="1668810"/>
                  </a:lnTo>
                  <a:lnTo>
                    <a:pt x="2904937" y="1668810"/>
                  </a:lnTo>
                  <a:lnTo>
                    <a:pt x="2900574" y="1668810"/>
                  </a:lnTo>
                  <a:lnTo>
                    <a:pt x="2896211" y="1668810"/>
                  </a:lnTo>
                  <a:lnTo>
                    <a:pt x="2891848" y="1668810"/>
                  </a:lnTo>
                  <a:lnTo>
                    <a:pt x="2887486" y="1668810"/>
                  </a:lnTo>
                  <a:lnTo>
                    <a:pt x="2883123" y="1668810"/>
                  </a:lnTo>
                  <a:lnTo>
                    <a:pt x="2878760" y="1668810"/>
                  </a:lnTo>
                  <a:lnTo>
                    <a:pt x="2874397" y="1668810"/>
                  </a:lnTo>
                  <a:lnTo>
                    <a:pt x="2870035" y="1668810"/>
                  </a:lnTo>
                  <a:lnTo>
                    <a:pt x="2865672" y="1668810"/>
                  </a:lnTo>
                  <a:lnTo>
                    <a:pt x="2861309" y="1668810"/>
                  </a:lnTo>
                  <a:lnTo>
                    <a:pt x="2856946" y="1668810"/>
                  </a:lnTo>
                  <a:lnTo>
                    <a:pt x="2852584" y="1668810"/>
                  </a:lnTo>
                  <a:lnTo>
                    <a:pt x="2848221" y="1668810"/>
                  </a:lnTo>
                  <a:lnTo>
                    <a:pt x="2843858" y="1668810"/>
                  </a:lnTo>
                  <a:lnTo>
                    <a:pt x="2839495" y="1668810"/>
                  </a:lnTo>
                  <a:lnTo>
                    <a:pt x="2835133" y="1668810"/>
                  </a:lnTo>
                  <a:lnTo>
                    <a:pt x="2830770" y="1668810"/>
                  </a:lnTo>
                  <a:lnTo>
                    <a:pt x="2826407" y="1668810"/>
                  </a:lnTo>
                  <a:lnTo>
                    <a:pt x="2822044" y="1668810"/>
                  </a:lnTo>
                  <a:lnTo>
                    <a:pt x="2817682" y="1668810"/>
                  </a:lnTo>
                  <a:lnTo>
                    <a:pt x="2813319" y="1668810"/>
                  </a:lnTo>
                  <a:lnTo>
                    <a:pt x="2808956" y="1668810"/>
                  </a:lnTo>
                  <a:lnTo>
                    <a:pt x="2804593" y="1668810"/>
                  </a:lnTo>
                  <a:lnTo>
                    <a:pt x="2800231" y="1668810"/>
                  </a:lnTo>
                  <a:lnTo>
                    <a:pt x="2795868" y="1668810"/>
                  </a:lnTo>
                  <a:lnTo>
                    <a:pt x="2791505" y="1668810"/>
                  </a:lnTo>
                  <a:lnTo>
                    <a:pt x="2787142" y="1668810"/>
                  </a:lnTo>
                  <a:lnTo>
                    <a:pt x="2782780" y="1668810"/>
                  </a:lnTo>
                  <a:lnTo>
                    <a:pt x="2778417" y="1668810"/>
                  </a:lnTo>
                  <a:lnTo>
                    <a:pt x="2774054" y="1668810"/>
                  </a:lnTo>
                  <a:lnTo>
                    <a:pt x="2769691" y="1668810"/>
                  </a:lnTo>
                  <a:lnTo>
                    <a:pt x="2765329" y="1668810"/>
                  </a:lnTo>
                  <a:lnTo>
                    <a:pt x="2760966" y="1668810"/>
                  </a:lnTo>
                  <a:lnTo>
                    <a:pt x="2756603" y="1668810"/>
                  </a:lnTo>
                  <a:lnTo>
                    <a:pt x="2752240" y="1668810"/>
                  </a:lnTo>
                  <a:lnTo>
                    <a:pt x="2747878" y="1668810"/>
                  </a:lnTo>
                  <a:lnTo>
                    <a:pt x="2743515" y="1668810"/>
                  </a:lnTo>
                  <a:lnTo>
                    <a:pt x="2739152" y="1668810"/>
                  </a:lnTo>
                  <a:lnTo>
                    <a:pt x="2734789" y="1668810"/>
                  </a:lnTo>
                  <a:lnTo>
                    <a:pt x="2730427" y="1668810"/>
                  </a:lnTo>
                  <a:lnTo>
                    <a:pt x="2726064" y="1668810"/>
                  </a:lnTo>
                  <a:lnTo>
                    <a:pt x="2721701" y="1668810"/>
                  </a:lnTo>
                  <a:lnTo>
                    <a:pt x="2717338" y="1668810"/>
                  </a:lnTo>
                  <a:lnTo>
                    <a:pt x="2712976" y="1668810"/>
                  </a:lnTo>
                  <a:lnTo>
                    <a:pt x="2708613" y="1668810"/>
                  </a:lnTo>
                  <a:lnTo>
                    <a:pt x="2704250" y="1668810"/>
                  </a:lnTo>
                  <a:lnTo>
                    <a:pt x="2699887" y="1668810"/>
                  </a:lnTo>
                  <a:lnTo>
                    <a:pt x="2695525" y="1668810"/>
                  </a:lnTo>
                  <a:lnTo>
                    <a:pt x="2691162" y="1668810"/>
                  </a:lnTo>
                  <a:lnTo>
                    <a:pt x="2686799" y="1668810"/>
                  </a:lnTo>
                  <a:lnTo>
                    <a:pt x="2682436" y="1668810"/>
                  </a:lnTo>
                  <a:lnTo>
                    <a:pt x="2678074" y="1668810"/>
                  </a:lnTo>
                  <a:lnTo>
                    <a:pt x="2673711" y="1668810"/>
                  </a:lnTo>
                  <a:lnTo>
                    <a:pt x="2669348" y="1668810"/>
                  </a:lnTo>
                  <a:lnTo>
                    <a:pt x="2664985" y="1668810"/>
                  </a:lnTo>
                  <a:lnTo>
                    <a:pt x="2660623" y="1668810"/>
                  </a:lnTo>
                  <a:lnTo>
                    <a:pt x="2656260" y="1668810"/>
                  </a:lnTo>
                  <a:lnTo>
                    <a:pt x="2651897" y="1668810"/>
                  </a:lnTo>
                  <a:lnTo>
                    <a:pt x="2647534" y="1668810"/>
                  </a:lnTo>
                  <a:lnTo>
                    <a:pt x="2643172" y="1668810"/>
                  </a:lnTo>
                  <a:lnTo>
                    <a:pt x="2638809" y="1668810"/>
                  </a:lnTo>
                  <a:lnTo>
                    <a:pt x="2634446" y="1668810"/>
                  </a:lnTo>
                  <a:lnTo>
                    <a:pt x="2630083" y="1668810"/>
                  </a:lnTo>
                  <a:lnTo>
                    <a:pt x="2625721" y="1668810"/>
                  </a:lnTo>
                  <a:lnTo>
                    <a:pt x="2621358" y="1668810"/>
                  </a:lnTo>
                  <a:lnTo>
                    <a:pt x="2616995" y="1668810"/>
                  </a:lnTo>
                  <a:lnTo>
                    <a:pt x="2612632" y="1668810"/>
                  </a:lnTo>
                  <a:lnTo>
                    <a:pt x="2608270" y="1668810"/>
                  </a:lnTo>
                  <a:lnTo>
                    <a:pt x="2603907" y="1668810"/>
                  </a:lnTo>
                  <a:lnTo>
                    <a:pt x="2599544" y="1668810"/>
                  </a:lnTo>
                  <a:lnTo>
                    <a:pt x="2595181" y="1668810"/>
                  </a:lnTo>
                  <a:lnTo>
                    <a:pt x="2590819" y="1668810"/>
                  </a:lnTo>
                  <a:lnTo>
                    <a:pt x="2586456" y="1668810"/>
                  </a:lnTo>
                  <a:lnTo>
                    <a:pt x="2582093" y="1668810"/>
                  </a:lnTo>
                  <a:lnTo>
                    <a:pt x="2577730" y="1668810"/>
                  </a:lnTo>
                  <a:lnTo>
                    <a:pt x="2573368" y="1668810"/>
                  </a:lnTo>
                  <a:lnTo>
                    <a:pt x="2569005" y="1668810"/>
                  </a:lnTo>
                  <a:lnTo>
                    <a:pt x="2564642" y="1668810"/>
                  </a:lnTo>
                  <a:lnTo>
                    <a:pt x="2560279" y="1668810"/>
                  </a:lnTo>
                  <a:lnTo>
                    <a:pt x="2555917" y="1668810"/>
                  </a:lnTo>
                  <a:lnTo>
                    <a:pt x="2551554" y="1668810"/>
                  </a:lnTo>
                  <a:lnTo>
                    <a:pt x="2547191" y="1668810"/>
                  </a:lnTo>
                  <a:lnTo>
                    <a:pt x="2542828" y="1668810"/>
                  </a:lnTo>
                  <a:lnTo>
                    <a:pt x="2538466" y="1668810"/>
                  </a:lnTo>
                  <a:lnTo>
                    <a:pt x="2534103" y="1668810"/>
                  </a:lnTo>
                  <a:lnTo>
                    <a:pt x="2529740" y="1668810"/>
                  </a:lnTo>
                  <a:lnTo>
                    <a:pt x="2525377" y="1668810"/>
                  </a:lnTo>
                  <a:lnTo>
                    <a:pt x="2521015" y="1668810"/>
                  </a:lnTo>
                  <a:lnTo>
                    <a:pt x="2516652" y="1668810"/>
                  </a:lnTo>
                  <a:lnTo>
                    <a:pt x="2512289" y="1668810"/>
                  </a:lnTo>
                  <a:lnTo>
                    <a:pt x="2507926" y="1668810"/>
                  </a:lnTo>
                  <a:lnTo>
                    <a:pt x="2503564" y="1668810"/>
                  </a:lnTo>
                  <a:lnTo>
                    <a:pt x="2499201" y="1668810"/>
                  </a:lnTo>
                  <a:lnTo>
                    <a:pt x="2494838" y="1668810"/>
                  </a:lnTo>
                  <a:lnTo>
                    <a:pt x="2490475" y="1668810"/>
                  </a:lnTo>
                  <a:lnTo>
                    <a:pt x="2486113" y="1668810"/>
                  </a:lnTo>
                  <a:lnTo>
                    <a:pt x="2481750" y="1668810"/>
                  </a:lnTo>
                  <a:lnTo>
                    <a:pt x="2477387" y="1668810"/>
                  </a:lnTo>
                  <a:lnTo>
                    <a:pt x="2473024" y="1668810"/>
                  </a:lnTo>
                  <a:lnTo>
                    <a:pt x="2468662" y="1668810"/>
                  </a:lnTo>
                  <a:lnTo>
                    <a:pt x="2464299" y="1668810"/>
                  </a:lnTo>
                  <a:lnTo>
                    <a:pt x="2459936" y="1668810"/>
                  </a:lnTo>
                  <a:lnTo>
                    <a:pt x="2455573" y="1668810"/>
                  </a:lnTo>
                  <a:lnTo>
                    <a:pt x="2451211" y="1668810"/>
                  </a:lnTo>
                  <a:lnTo>
                    <a:pt x="2446848" y="1668810"/>
                  </a:lnTo>
                  <a:lnTo>
                    <a:pt x="2442485" y="1668810"/>
                  </a:lnTo>
                  <a:lnTo>
                    <a:pt x="2438122" y="1668810"/>
                  </a:lnTo>
                  <a:lnTo>
                    <a:pt x="2433760" y="1668810"/>
                  </a:lnTo>
                  <a:lnTo>
                    <a:pt x="2429397" y="1668810"/>
                  </a:lnTo>
                  <a:lnTo>
                    <a:pt x="2425034" y="1668810"/>
                  </a:lnTo>
                  <a:lnTo>
                    <a:pt x="2420671" y="1668810"/>
                  </a:lnTo>
                  <a:lnTo>
                    <a:pt x="2416309" y="1668810"/>
                  </a:lnTo>
                  <a:lnTo>
                    <a:pt x="2411946" y="1668810"/>
                  </a:lnTo>
                  <a:lnTo>
                    <a:pt x="2407583" y="1668810"/>
                  </a:lnTo>
                  <a:lnTo>
                    <a:pt x="2403220" y="1668810"/>
                  </a:lnTo>
                  <a:lnTo>
                    <a:pt x="2398858" y="1668810"/>
                  </a:lnTo>
                  <a:lnTo>
                    <a:pt x="2394495" y="1668810"/>
                  </a:lnTo>
                  <a:lnTo>
                    <a:pt x="2390132" y="1668810"/>
                  </a:lnTo>
                  <a:lnTo>
                    <a:pt x="2385769" y="1668810"/>
                  </a:lnTo>
                  <a:lnTo>
                    <a:pt x="2381407" y="1668810"/>
                  </a:lnTo>
                  <a:lnTo>
                    <a:pt x="2377044" y="1668810"/>
                  </a:lnTo>
                  <a:lnTo>
                    <a:pt x="2372681" y="1668810"/>
                  </a:lnTo>
                  <a:lnTo>
                    <a:pt x="2368318" y="1668810"/>
                  </a:lnTo>
                  <a:lnTo>
                    <a:pt x="2363956" y="1668810"/>
                  </a:lnTo>
                  <a:lnTo>
                    <a:pt x="2359593" y="1668810"/>
                  </a:lnTo>
                  <a:lnTo>
                    <a:pt x="2355230" y="1668810"/>
                  </a:lnTo>
                  <a:lnTo>
                    <a:pt x="2350867" y="1668810"/>
                  </a:lnTo>
                  <a:lnTo>
                    <a:pt x="2346505" y="1668810"/>
                  </a:lnTo>
                  <a:lnTo>
                    <a:pt x="2342142" y="1668810"/>
                  </a:lnTo>
                  <a:lnTo>
                    <a:pt x="2337779" y="1668810"/>
                  </a:lnTo>
                  <a:lnTo>
                    <a:pt x="2333416" y="1668810"/>
                  </a:lnTo>
                  <a:lnTo>
                    <a:pt x="2329054" y="1668810"/>
                  </a:lnTo>
                  <a:lnTo>
                    <a:pt x="2324691" y="1668810"/>
                  </a:lnTo>
                  <a:lnTo>
                    <a:pt x="2320328" y="1668810"/>
                  </a:lnTo>
                  <a:lnTo>
                    <a:pt x="2315965" y="1668810"/>
                  </a:lnTo>
                  <a:lnTo>
                    <a:pt x="2311603" y="1668810"/>
                  </a:lnTo>
                  <a:lnTo>
                    <a:pt x="2307240" y="1668810"/>
                  </a:lnTo>
                  <a:lnTo>
                    <a:pt x="2302877" y="1668810"/>
                  </a:lnTo>
                  <a:lnTo>
                    <a:pt x="2298514" y="1668810"/>
                  </a:lnTo>
                  <a:lnTo>
                    <a:pt x="2294152" y="1668810"/>
                  </a:lnTo>
                  <a:lnTo>
                    <a:pt x="2289789" y="1668810"/>
                  </a:lnTo>
                  <a:lnTo>
                    <a:pt x="2285426" y="1668810"/>
                  </a:lnTo>
                  <a:lnTo>
                    <a:pt x="2281063" y="1668810"/>
                  </a:lnTo>
                  <a:lnTo>
                    <a:pt x="2276701" y="1668810"/>
                  </a:lnTo>
                  <a:lnTo>
                    <a:pt x="2272338" y="1668810"/>
                  </a:lnTo>
                  <a:lnTo>
                    <a:pt x="2267975" y="1668810"/>
                  </a:lnTo>
                  <a:lnTo>
                    <a:pt x="2263612" y="1668810"/>
                  </a:lnTo>
                  <a:lnTo>
                    <a:pt x="2259250" y="1668810"/>
                  </a:lnTo>
                  <a:lnTo>
                    <a:pt x="2254887" y="1668810"/>
                  </a:lnTo>
                  <a:lnTo>
                    <a:pt x="2250524" y="1668810"/>
                  </a:lnTo>
                  <a:lnTo>
                    <a:pt x="2246161" y="1668810"/>
                  </a:lnTo>
                  <a:lnTo>
                    <a:pt x="2241799" y="1668810"/>
                  </a:lnTo>
                  <a:lnTo>
                    <a:pt x="2237436" y="1668810"/>
                  </a:lnTo>
                  <a:lnTo>
                    <a:pt x="2233073" y="1668810"/>
                  </a:lnTo>
                  <a:lnTo>
                    <a:pt x="2228710" y="1668810"/>
                  </a:lnTo>
                  <a:lnTo>
                    <a:pt x="2224348" y="1668810"/>
                  </a:lnTo>
                  <a:lnTo>
                    <a:pt x="2219985" y="1668810"/>
                  </a:lnTo>
                  <a:lnTo>
                    <a:pt x="2215622" y="1668810"/>
                  </a:lnTo>
                  <a:lnTo>
                    <a:pt x="2211259" y="1668810"/>
                  </a:lnTo>
                  <a:lnTo>
                    <a:pt x="2206897" y="1668810"/>
                  </a:lnTo>
                  <a:lnTo>
                    <a:pt x="2202534" y="1668810"/>
                  </a:lnTo>
                  <a:lnTo>
                    <a:pt x="2198171" y="1668810"/>
                  </a:lnTo>
                  <a:lnTo>
                    <a:pt x="2193808" y="1668810"/>
                  </a:lnTo>
                  <a:lnTo>
                    <a:pt x="2189446" y="1668810"/>
                  </a:lnTo>
                  <a:lnTo>
                    <a:pt x="2185083" y="1668810"/>
                  </a:lnTo>
                  <a:lnTo>
                    <a:pt x="2180720" y="1668810"/>
                  </a:lnTo>
                  <a:lnTo>
                    <a:pt x="2176357" y="1668810"/>
                  </a:lnTo>
                  <a:lnTo>
                    <a:pt x="2171995" y="1668810"/>
                  </a:lnTo>
                  <a:lnTo>
                    <a:pt x="2167632" y="1668810"/>
                  </a:lnTo>
                  <a:lnTo>
                    <a:pt x="2163269" y="1668810"/>
                  </a:lnTo>
                  <a:lnTo>
                    <a:pt x="2158906" y="1668810"/>
                  </a:lnTo>
                  <a:lnTo>
                    <a:pt x="2154544" y="1668810"/>
                  </a:lnTo>
                  <a:lnTo>
                    <a:pt x="2150181" y="1668810"/>
                  </a:lnTo>
                  <a:lnTo>
                    <a:pt x="2145818" y="1668810"/>
                  </a:lnTo>
                  <a:lnTo>
                    <a:pt x="2141455" y="1668810"/>
                  </a:lnTo>
                  <a:lnTo>
                    <a:pt x="2137093" y="1668810"/>
                  </a:lnTo>
                  <a:lnTo>
                    <a:pt x="2132730" y="1668810"/>
                  </a:lnTo>
                  <a:lnTo>
                    <a:pt x="2128367" y="1668810"/>
                  </a:lnTo>
                  <a:lnTo>
                    <a:pt x="2124004" y="1668810"/>
                  </a:lnTo>
                  <a:lnTo>
                    <a:pt x="2119642" y="1668810"/>
                  </a:lnTo>
                  <a:lnTo>
                    <a:pt x="2115279" y="1668810"/>
                  </a:lnTo>
                  <a:lnTo>
                    <a:pt x="2110916" y="1668810"/>
                  </a:lnTo>
                  <a:lnTo>
                    <a:pt x="2106553" y="1668810"/>
                  </a:lnTo>
                  <a:lnTo>
                    <a:pt x="2102191" y="1668810"/>
                  </a:lnTo>
                  <a:lnTo>
                    <a:pt x="2097828" y="1668810"/>
                  </a:lnTo>
                  <a:lnTo>
                    <a:pt x="2093465" y="1668810"/>
                  </a:lnTo>
                  <a:lnTo>
                    <a:pt x="2089102" y="1668810"/>
                  </a:lnTo>
                  <a:lnTo>
                    <a:pt x="2084740" y="1668810"/>
                  </a:lnTo>
                  <a:lnTo>
                    <a:pt x="2080377" y="1668810"/>
                  </a:lnTo>
                  <a:lnTo>
                    <a:pt x="2076014" y="1668810"/>
                  </a:lnTo>
                  <a:lnTo>
                    <a:pt x="2071651" y="1668810"/>
                  </a:lnTo>
                  <a:lnTo>
                    <a:pt x="2067289" y="1668810"/>
                  </a:lnTo>
                  <a:lnTo>
                    <a:pt x="2062926" y="1668810"/>
                  </a:lnTo>
                  <a:lnTo>
                    <a:pt x="2058563" y="1668810"/>
                  </a:lnTo>
                  <a:lnTo>
                    <a:pt x="2054200" y="1668810"/>
                  </a:lnTo>
                  <a:lnTo>
                    <a:pt x="2049838" y="1668810"/>
                  </a:lnTo>
                  <a:lnTo>
                    <a:pt x="2045475" y="1668810"/>
                  </a:lnTo>
                  <a:lnTo>
                    <a:pt x="2041112" y="1668810"/>
                  </a:lnTo>
                  <a:lnTo>
                    <a:pt x="2036749" y="1668810"/>
                  </a:lnTo>
                  <a:lnTo>
                    <a:pt x="2032387" y="1668810"/>
                  </a:lnTo>
                  <a:lnTo>
                    <a:pt x="2028024" y="1668810"/>
                  </a:lnTo>
                  <a:lnTo>
                    <a:pt x="2023661" y="1668810"/>
                  </a:lnTo>
                  <a:lnTo>
                    <a:pt x="2019298" y="1668810"/>
                  </a:lnTo>
                  <a:lnTo>
                    <a:pt x="2014936" y="1668810"/>
                  </a:lnTo>
                  <a:lnTo>
                    <a:pt x="2010573" y="1668810"/>
                  </a:lnTo>
                  <a:lnTo>
                    <a:pt x="2006210" y="1668810"/>
                  </a:lnTo>
                  <a:lnTo>
                    <a:pt x="2001847" y="1668810"/>
                  </a:lnTo>
                  <a:lnTo>
                    <a:pt x="1997485" y="1668810"/>
                  </a:lnTo>
                  <a:lnTo>
                    <a:pt x="1993122" y="1668810"/>
                  </a:lnTo>
                  <a:lnTo>
                    <a:pt x="1988759" y="1668810"/>
                  </a:lnTo>
                  <a:lnTo>
                    <a:pt x="1984396" y="1668810"/>
                  </a:lnTo>
                  <a:lnTo>
                    <a:pt x="1980034" y="1668810"/>
                  </a:lnTo>
                  <a:lnTo>
                    <a:pt x="1975671" y="1668810"/>
                  </a:lnTo>
                  <a:lnTo>
                    <a:pt x="1971308" y="1668810"/>
                  </a:lnTo>
                  <a:lnTo>
                    <a:pt x="1966945" y="1668810"/>
                  </a:lnTo>
                  <a:lnTo>
                    <a:pt x="1962583" y="1668810"/>
                  </a:lnTo>
                  <a:lnTo>
                    <a:pt x="1958220" y="1668810"/>
                  </a:lnTo>
                  <a:lnTo>
                    <a:pt x="1953857" y="1668810"/>
                  </a:lnTo>
                  <a:lnTo>
                    <a:pt x="1949494" y="1668810"/>
                  </a:lnTo>
                  <a:lnTo>
                    <a:pt x="1945132" y="1668810"/>
                  </a:lnTo>
                  <a:lnTo>
                    <a:pt x="1940769" y="1668810"/>
                  </a:lnTo>
                  <a:lnTo>
                    <a:pt x="1936406" y="1668810"/>
                  </a:lnTo>
                  <a:lnTo>
                    <a:pt x="1932043" y="1668810"/>
                  </a:lnTo>
                  <a:lnTo>
                    <a:pt x="1927681" y="1668810"/>
                  </a:lnTo>
                  <a:lnTo>
                    <a:pt x="1923318" y="1668810"/>
                  </a:lnTo>
                  <a:lnTo>
                    <a:pt x="1918955" y="1668810"/>
                  </a:lnTo>
                  <a:lnTo>
                    <a:pt x="1914592" y="1668810"/>
                  </a:lnTo>
                  <a:lnTo>
                    <a:pt x="1910230" y="1668810"/>
                  </a:lnTo>
                  <a:lnTo>
                    <a:pt x="1905867" y="1668810"/>
                  </a:lnTo>
                  <a:lnTo>
                    <a:pt x="1901504" y="1668810"/>
                  </a:lnTo>
                  <a:lnTo>
                    <a:pt x="1897141" y="1668810"/>
                  </a:lnTo>
                  <a:lnTo>
                    <a:pt x="1892779" y="1668810"/>
                  </a:lnTo>
                  <a:lnTo>
                    <a:pt x="1888416" y="1668810"/>
                  </a:lnTo>
                  <a:lnTo>
                    <a:pt x="1884053" y="1668810"/>
                  </a:lnTo>
                  <a:lnTo>
                    <a:pt x="1879690" y="1668810"/>
                  </a:lnTo>
                  <a:lnTo>
                    <a:pt x="1875328" y="1668810"/>
                  </a:lnTo>
                  <a:lnTo>
                    <a:pt x="1870965" y="1668810"/>
                  </a:lnTo>
                  <a:lnTo>
                    <a:pt x="1866602" y="1668810"/>
                  </a:lnTo>
                  <a:lnTo>
                    <a:pt x="1862239" y="1668810"/>
                  </a:lnTo>
                  <a:lnTo>
                    <a:pt x="1857877" y="1668810"/>
                  </a:lnTo>
                  <a:lnTo>
                    <a:pt x="1853514" y="1668810"/>
                  </a:lnTo>
                  <a:lnTo>
                    <a:pt x="1849151" y="1668810"/>
                  </a:lnTo>
                  <a:lnTo>
                    <a:pt x="1844788" y="1668810"/>
                  </a:lnTo>
                  <a:lnTo>
                    <a:pt x="1840426" y="1668810"/>
                  </a:lnTo>
                  <a:lnTo>
                    <a:pt x="1836063" y="1668810"/>
                  </a:lnTo>
                  <a:lnTo>
                    <a:pt x="1831700" y="1668810"/>
                  </a:lnTo>
                  <a:lnTo>
                    <a:pt x="1827337" y="1668810"/>
                  </a:lnTo>
                  <a:lnTo>
                    <a:pt x="1822975" y="1668810"/>
                  </a:lnTo>
                  <a:lnTo>
                    <a:pt x="1818612" y="1668810"/>
                  </a:lnTo>
                  <a:lnTo>
                    <a:pt x="1814249" y="1668810"/>
                  </a:lnTo>
                  <a:lnTo>
                    <a:pt x="1809886" y="1668810"/>
                  </a:lnTo>
                  <a:lnTo>
                    <a:pt x="1805524" y="1668810"/>
                  </a:lnTo>
                  <a:lnTo>
                    <a:pt x="1801161" y="1668810"/>
                  </a:lnTo>
                  <a:lnTo>
                    <a:pt x="1796798" y="1668810"/>
                  </a:lnTo>
                  <a:lnTo>
                    <a:pt x="1792435" y="1668810"/>
                  </a:lnTo>
                  <a:lnTo>
                    <a:pt x="1788073" y="1668810"/>
                  </a:lnTo>
                  <a:lnTo>
                    <a:pt x="1783710" y="1668810"/>
                  </a:lnTo>
                  <a:lnTo>
                    <a:pt x="1779347" y="1668810"/>
                  </a:lnTo>
                  <a:lnTo>
                    <a:pt x="1774984" y="1668810"/>
                  </a:lnTo>
                  <a:lnTo>
                    <a:pt x="1770622" y="1668810"/>
                  </a:lnTo>
                  <a:lnTo>
                    <a:pt x="1766259" y="1668810"/>
                  </a:lnTo>
                  <a:lnTo>
                    <a:pt x="1761896" y="1668810"/>
                  </a:lnTo>
                  <a:lnTo>
                    <a:pt x="1757533" y="1668810"/>
                  </a:lnTo>
                  <a:lnTo>
                    <a:pt x="1753171" y="1668810"/>
                  </a:lnTo>
                  <a:lnTo>
                    <a:pt x="1748808" y="1668810"/>
                  </a:lnTo>
                  <a:lnTo>
                    <a:pt x="1744445" y="1668810"/>
                  </a:lnTo>
                  <a:lnTo>
                    <a:pt x="1740082" y="1668810"/>
                  </a:lnTo>
                  <a:lnTo>
                    <a:pt x="1735720" y="1668810"/>
                  </a:lnTo>
                  <a:lnTo>
                    <a:pt x="1731357" y="1668810"/>
                  </a:lnTo>
                  <a:lnTo>
                    <a:pt x="1726994" y="1668810"/>
                  </a:lnTo>
                  <a:lnTo>
                    <a:pt x="1722631" y="1668810"/>
                  </a:lnTo>
                  <a:lnTo>
                    <a:pt x="1718269" y="1668810"/>
                  </a:lnTo>
                  <a:lnTo>
                    <a:pt x="1713906" y="1668810"/>
                  </a:lnTo>
                  <a:lnTo>
                    <a:pt x="1709543" y="1668810"/>
                  </a:lnTo>
                  <a:lnTo>
                    <a:pt x="1705180" y="1668810"/>
                  </a:lnTo>
                  <a:lnTo>
                    <a:pt x="1700818" y="1668810"/>
                  </a:lnTo>
                  <a:lnTo>
                    <a:pt x="1696455" y="1668810"/>
                  </a:lnTo>
                  <a:lnTo>
                    <a:pt x="1692092" y="1668810"/>
                  </a:lnTo>
                  <a:lnTo>
                    <a:pt x="1687729" y="1668810"/>
                  </a:lnTo>
                  <a:lnTo>
                    <a:pt x="1683367" y="1668810"/>
                  </a:lnTo>
                  <a:lnTo>
                    <a:pt x="1679004" y="1668810"/>
                  </a:lnTo>
                  <a:lnTo>
                    <a:pt x="1674641" y="1668810"/>
                  </a:lnTo>
                  <a:lnTo>
                    <a:pt x="1670278" y="1668810"/>
                  </a:lnTo>
                  <a:lnTo>
                    <a:pt x="1665916" y="1668810"/>
                  </a:lnTo>
                  <a:lnTo>
                    <a:pt x="1661553" y="1668810"/>
                  </a:lnTo>
                  <a:lnTo>
                    <a:pt x="1657190" y="1668810"/>
                  </a:lnTo>
                  <a:lnTo>
                    <a:pt x="1652827" y="1668810"/>
                  </a:lnTo>
                  <a:lnTo>
                    <a:pt x="1648465" y="1668810"/>
                  </a:lnTo>
                  <a:lnTo>
                    <a:pt x="1644102" y="1668810"/>
                  </a:lnTo>
                  <a:lnTo>
                    <a:pt x="1639739" y="1668810"/>
                  </a:lnTo>
                  <a:lnTo>
                    <a:pt x="1635376" y="1668810"/>
                  </a:lnTo>
                  <a:lnTo>
                    <a:pt x="1631014" y="1668810"/>
                  </a:lnTo>
                  <a:lnTo>
                    <a:pt x="1626651" y="1668810"/>
                  </a:lnTo>
                  <a:lnTo>
                    <a:pt x="1622288" y="1668810"/>
                  </a:lnTo>
                  <a:lnTo>
                    <a:pt x="1617925" y="1668810"/>
                  </a:lnTo>
                  <a:lnTo>
                    <a:pt x="1613563" y="1668810"/>
                  </a:lnTo>
                  <a:lnTo>
                    <a:pt x="1609200" y="1668810"/>
                  </a:lnTo>
                  <a:lnTo>
                    <a:pt x="1604837" y="1668810"/>
                  </a:lnTo>
                  <a:lnTo>
                    <a:pt x="1600474" y="1668810"/>
                  </a:lnTo>
                  <a:lnTo>
                    <a:pt x="1596112" y="1668810"/>
                  </a:lnTo>
                  <a:lnTo>
                    <a:pt x="1591749" y="1668810"/>
                  </a:lnTo>
                  <a:lnTo>
                    <a:pt x="1587386" y="1668810"/>
                  </a:lnTo>
                  <a:lnTo>
                    <a:pt x="1583023" y="1668810"/>
                  </a:lnTo>
                  <a:lnTo>
                    <a:pt x="1578661" y="1668810"/>
                  </a:lnTo>
                  <a:lnTo>
                    <a:pt x="1574298" y="1668810"/>
                  </a:lnTo>
                  <a:lnTo>
                    <a:pt x="1569935" y="1668810"/>
                  </a:lnTo>
                  <a:lnTo>
                    <a:pt x="1565572" y="1668810"/>
                  </a:lnTo>
                  <a:lnTo>
                    <a:pt x="1561210" y="1668810"/>
                  </a:lnTo>
                  <a:lnTo>
                    <a:pt x="1556847" y="1668810"/>
                  </a:lnTo>
                  <a:lnTo>
                    <a:pt x="1552484" y="1668810"/>
                  </a:lnTo>
                  <a:lnTo>
                    <a:pt x="1548121" y="1668810"/>
                  </a:lnTo>
                  <a:lnTo>
                    <a:pt x="1543759" y="1668810"/>
                  </a:lnTo>
                  <a:lnTo>
                    <a:pt x="1539396" y="1668810"/>
                  </a:lnTo>
                  <a:lnTo>
                    <a:pt x="1535033" y="1668810"/>
                  </a:lnTo>
                  <a:lnTo>
                    <a:pt x="1530670" y="1668810"/>
                  </a:lnTo>
                  <a:lnTo>
                    <a:pt x="1526308" y="1668810"/>
                  </a:lnTo>
                  <a:lnTo>
                    <a:pt x="1521945" y="1668810"/>
                  </a:lnTo>
                  <a:lnTo>
                    <a:pt x="1517582" y="1668810"/>
                  </a:lnTo>
                  <a:lnTo>
                    <a:pt x="1513219" y="1668810"/>
                  </a:lnTo>
                  <a:lnTo>
                    <a:pt x="1508857" y="1668810"/>
                  </a:lnTo>
                  <a:lnTo>
                    <a:pt x="1504494" y="1668810"/>
                  </a:lnTo>
                  <a:lnTo>
                    <a:pt x="1500131" y="1668810"/>
                  </a:lnTo>
                  <a:lnTo>
                    <a:pt x="1495768" y="1668810"/>
                  </a:lnTo>
                  <a:lnTo>
                    <a:pt x="1491406" y="1668810"/>
                  </a:lnTo>
                  <a:lnTo>
                    <a:pt x="1487043" y="1668810"/>
                  </a:lnTo>
                  <a:lnTo>
                    <a:pt x="1482680" y="1668810"/>
                  </a:lnTo>
                  <a:lnTo>
                    <a:pt x="1478317" y="1668810"/>
                  </a:lnTo>
                  <a:lnTo>
                    <a:pt x="1473955" y="1668810"/>
                  </a:lnTo>
                  <a:lnTo>
                    <a:pt x="1469592" y="1668810"/>
                  </a:lnTo>
                  <a:lnTo>
                    <a:pt x="1465229" y="1668810"/>
                  </a:lnTo>
                  <a:lnTo>
                    <a:pt x="1460866" y="1668810"/>
                  </a:lnTo>
                  <a:lnTo>
                    <a:pt x="1456504" y="1668810"/>
                  </a:lnTo>
                  <a:lnTo>
                    <a:pt x="1452141" y="1668810"/>
                  </a:lnTo>
                  <a:lnTo>
                    <a:pt x="1447778" y="1668810"/>
                  </a:lnTo>
                  <a:lnTo>
                    <a:pt x="1443415" y="1668810"/>
                  </a:lnTo>
                  <a:lnTo>
                    <a:pt x="1439053" y="1668810"/>
                  </a:lnTo>
                  <a:lnTo>
                    <a:pt x="1434690" y="1668810"/>
                  </a:lnTo>
                  <a:lnTo>
                    <a:pt x="1430327" y="1668810"/>
                  </a:lnTo>
                  <a:lnTo>
                    <a:pt x="1425964" y="1668810"/>
                  </a:lnTo>
                  <a:lnTo>
                    <a:pt x="1421602" y="1668810"/>
                  </a:lnTo>
                  <a:lnTo>
                    <a:pt x="1417239" y="1668810"/>
                  </a:lnTo>
                  <a:lnTo>
                    <a:pt x="1412876" y="1668810"/>
                  </a:lnTo>
                  <a:lnTo>
                    <a:pt x="1408513" y="1668810"/>
                  </a:lnTo>
                  <a:lnTo>
                    <a:pt x="1404151" y="1668810"/>
                  </a:lnTo>
                  <a:lnTo>
                    <a:pt x="1399788" y="1668810"/>
                  </a:lnTo>
                  <a:lnTo>
                    <a:pt x="1395425" y="1668810"/>
                  </a:lnTo>
                  <a:lnTo>
                    <a:pt x="1391062" y="1668810"/>
                  </a:lnTo>
                  <a:lnTo>
                    <a:pt x="1386700" y="1668810"/>
                  </a:lnTo>
                  <a:lnTo>
                    <a:pt x="1382337" y="1668810"/>
                  </a:lnTo>
                  <a:lnTo>
                    <a:pt x="1377974" y="1668810"/>
                  </a:lnTo>
                  <a:lnTo>
                    <a:pt x="1373611" y="1668810"/>
                  </a:lnTo>
                  <a:lnTo>
                    <a:pt x="1369249" y="1668810"/>
                  </a:lnTo>
                  <a:lnTo>
                    <a:pt x="1364886" y="1668810"/>
                  </a:lnTo>
                  <a:lnTo>
                    <a:pt x="1360523" y="1668810"/>
                  </a:lnTo>
                  <a:lnTo>
                    <a:pt x="1356160" y="1668810"/>
                  </a:lnTo>
                  <a:lnTo>
                    <a:pt x="1351798" y="1668810"/>
                  </a:lnTo>
                  <a:lnTo>
                    <a:pt x="1347435" y="1668810"/>
                  </a:lnTo>
                  <a:lnTo>
                    <a:pt x="1343072" y="1668810"/>
                  </a:lnTo>
                  <a:lnTo>
                    <a:pt x="1338709" y="1668810"/>
                  </a:lnTo>
                  <a:lnTo>
                    <a:pt x="1334347" y="1668810"/>
                  </a:lnTo>
                  <a:lnTo>
                    <a:pt x="1329984" y="1668810"/>
                  </a:lnTo>
                  <a:lnTo>
                    <a:pt x="1325621" y="1668810"/>
                  </a:lnTo>
                  <a:lnTo>
                    <a:pt x="1321258" y="1668810"/>
                  </a:lnTo>
                  <a:lnTo>
                    <a:pt x="1316896" y="1668810"/>
                  </a:lnTo>
                  <a:lnTo>
                    <a:pt x="1312533" y="1668810"/>
                  </a:lnTo>
                  <a:lnTo>
                    <a:pt x="1308170" y="1668810"/>
                  </a:lnTo>
                  <a:lnTo>
                    <a:pt x="1303807" y="1668810"/>
                  </a:lnTo>
                  <a:lnTo>
                    <a:pt x="1299445" y="1668810"/>
                  </a:lnTo>
                  <a:lnTo>
                    <a:pt x="1295082" y="1668810"/>
                  </a:lnTo>
                  <a:lnTo>
                    <a:pt x="1290719" y="1668810"/>
                  </a:lnTo>
                  <a:lnTo>
                    <a:pt x="1286356" y="1668810"/>
                  </a:lnTo>
                  <a:lnTo>
                    <a:pt x="1281994" y="1668810"/>
                  </a:lnTo>
                  <a:lnTo>
                    <a:pt x="1277631" y="1668810"/>
                  </a:lnTo>
                  <a:lnTo>
                    <a:pt x="1273268" y="1668810"/>
                  </a:lnTo>
                  <a:lnTo>
                    <a:pt x="1268905" y="1668810"/>
                  </a:lnTo>
                  <a:lnTo>
                    <a:pt x="1264543" y="1668810"/>
                  </a:lnTo>
                  <a:lnTo>
                    <a:pt x="1260180" y="1668810"/>
                  </a:lnTo>
                  <a:lnTo>
                    <a:pt x="1255817" y="1668810"/>
                  </a:lnTo>
                  <a:lnTo>
                    <a:pt x="1251454" y="1668810"/>
                  </a:lnTo>
                  <a:lnTo>
                    <a:pt x="1247092" y="1668810"/>
                  </a:lnTo>
                  <a:lnTo>
                    <a:pt x="1242729" y="1668810"/>
                  </a:lnTo>
                  <a:lnTo>
                    <a:pt x="1238366" y="1668810"/>
                  </a:lnTo>
                  <a:lnTo>
                    <a:pt x="1234003" y="1668810"/>
                  </a:lnTo>
                  <a:lnTo>
                    <a:pt x="1229641" y="1668810"/>
                  </a:lnTo>
                  <a:lnTo>
                    <a:pt x="1225278" y="1668810"/>
                  </a:lnTo>
                  <a:lnTo>
                    <a:pt x="1220915" y="1668810"/>
                  </a:lnTo>
                  <a:lnTo>
                    <a:pt x="1216552" y="1668810"/>
                  </a:lnTo>
                  <a:lnTo>
                    <a:pt x="1212190" y="1668810"/>
                  </a:lnTo>
                  <a:lnTo>
                    <a:pt x="1207827" y="1668810"/>
                  </a:lnTo>
                  <a:lnTo>
                    <a:pt x="1203464" y="1668810"/>
                  </a:lnTo>
                  <a:lnTo>
                    <a:pt x="1199101" y="1668810"/>
                  </a:lnTo>
                  <a:lnTo>
                    <a:pt x="1194739" y="1668810"/>
                  </a:lnTo>
                  <a:lnTo>
                    <a:pt x="1190376" y="1668810"/>
                  </a:lnTo>
                  <a:lnTo>
                    <a:pt x="1186013" y="1668810"/>
                  </a:lnTo>
                  <a:lnTo>
                    <a:pt x="1181650" y="1668810"/>
                  </a:lnTo>
                  <a:lnTo>
                    <a:pt x="1177288" y="1668810"/>
                  </a:lnTo>
                  <a:lnTo>
                    <a:pt x="1172925" y="1668810"/>
                  </a:lnTo>
                  <a:lnTo>
                    <a:pt x="1168562" y="1668810"/>
                  </a:lnTo>
                  <a:lnTo>
                    <a:pt x="1164199" y="1668810"/>
                  </a:lnTo>
                  <a:lnTo>
                    <a:pt x="1159837" y="1668810"/>
                  </a:lnTo>
                  <a:lnTo>
                    <a:pt x="1155474" y="1668810"/>
                  </a:lnTo>
                  <a:lnTo>
                    <a:pt x="1151111" y="1668810"/>
                  </a:lnTo>
                  <a:lnTo>
                    <a:pt x="1146748" y="1668810"/>
                  </a:lnTo>
                  <a:lnTo>
                    <a:pt x="1142386" y="1668810"/>
                  </a:lnTo>
                  <a:lnTo>
                    <a:pt x="1138023" y="1668810"/>
                  </a:lnTo>
                  <a:lnTo>
                    <a:pt x="1133660" y="1668810"/>
                  </a:lnTo>
                  <a:lnTo>
                    <a:pt x="1129297" y="1668810"/>
                  </a:lnTo>
                  <a:lnTo>
                    <a:pt x="1124935" y="1668810"/>
                  </a:lnTo>
                  <a:lnTo>
                    <a:pt x="1120572" y="1668810"/>
                  </a:lnTo>
                  <a:lnTo>
                    <a:pt x="1116209" y="1668810"/>
                  </a:lnTo>
                  <a:lnTo>
                    <a:pt x="1111846" y="1668810"/>
                  </a:lnTo>
                  <a:lnTo>
                    <a:pt x="1107484" y="1668810"/>
                  </a:lnTo>
                  <a:lnTo>
                    <a:pt x="1103121" y="1668810"/>
                  </a:lnTo>
                  <a:lnTo>
                    <a:pt x="1098758" y="1668810"/>
                  </a:lnTo>
                  <a:lnTo>
                    <a:pt x="1094395" y="1668810"/>
                  </a:lnTo>
                  <a:lnTo>
                    <a:pt x="1090033" y="1668810"/>
                  </a:lnTo>
                  <a:lnTo>
                    <a:pt x="1085670" y="1668810"/>
                  </a:lnTo>
                  <a:lnTo>
                    <a:pt x="1081307" y="1668810"/>
                  </a:lnTo>
                  <a:lnTo>
                    <a:pt x="1076944" y="1668810"/>
                  </a:lnTo>
                  <a:lnTo>
                    <a:pt x="1072582" y="1668810"/>
                  </a:lnTo>
                  <a:lnTo>
                    <a:pt x="1068219" y="1668810"/>
                  </a:lnTo>
                  <a:lnTo>
                    <a:pt x="1063856" y="1668810"/>
                  </a:lnTo>
                  <a:lnTo>
                    <a:pt x="1059493" y="1668810"/>
                  </a:lnTo>
                  <a:lnTo>
                    <a:pt x="1055131" y="1668810"/>
                  </a:lnTo>
                  <a:lnTo>
                    <a:pt x="1050768" y="1668810"/>
                  </a:lnTo>
                  <a:lnTo>
                    <a:pt x="1046405" y="1668810"/>
                  </a:lnTo>
                  <a:lnTo>
                    <a:pt x="1042042" y="1668810"/>
                  </a:lnTo>
                  <a:lnTo>
                    <a:pt x="1037680" y="1668810"/>
                  </a:lnTo>
                  <a:lnTo>
                    <a:pt x="1033317" y="1668810"/>
                  </a:lnTo>
                  <a:lnTo>
                    <a:pt x="1028954" y="1668810"/>
                  </a:lnTo>
                  <a:lnTo>
                    <a:pt x="1024591" y="1668810"/>
                  </a:lnTo>
                  <a:lnTo>
                    <a:pt x="1020229" y="1668810"/>
                  </a:lnTo>
                  <a:lnTo>
                    <a:pt x="1015866" y="1668810"/>
                  </a:lnTo>
                  <a:lnTo>
                    <a:pt x="1011503" y="1668810"/>
                  </a:lnTo>
                  <a:lnTo>
                    <a:pt x="1007140" y="1668810"/>
                  </a:lnTo>
                  <a:lnTo>
                    <a:pt x="1002778" y="1668810"/>
                  </a:lnTo>
                  <a:lnTo>
                    <a:pt x="998415" y="1668810"/>
                  </a:lnTo>
                  <a:lnTo>
                    <a:pt x="994052" y="1668810"/>
                  </a:lnTo>
                  <a:lnTo>
                    <a:pt x="989689" y="1668810"/>
                  </a:lnTo>
                  <a:lnTo>
                    <a:pt x="985327" y="1668810"/>
                  </a:lnTo>
                  <a:lnTo>
                    <a:pt x="980964" y="1668810"/>
                  </a:lnTo>
                  <a:lnTo>
                    <a:pt x="976601" y="1668810"/>
                  </a:lnTo>
                  <a:lnTo>
                    <a:pt x="972238" y="1668810"/>
                  </a:lnTo>
                  <a:lnTo>
                    <a:pt x="967876" y="1668810"/>
                  </a:lnTo>
                  <a:lnTo>
                    <a:pt x="963513" y="1668810"/>
                  </a:lnTo>
                  <a:lnTo>
                    <a:pt x="959150" y="1668810"/>
                  </a:lnTo>
                  <a:lnTo>
                    <a:pt x="954787" y="1668810"/>
                  </a:lnTo>
                  <a:lnTo>
                    <a:pt x="950425" y="1668810"/>
                  </a:lnTo>
                  <a:lnTo>
                    <a:pt x="946062" y="1668810"/>
                  </a:lnTo>
                  <a:lnTo>
                    <a:pt x="941699" y="1668810"/>
                  </a:lnTo>
                  <a:lnTo>
                    <a:pt x="937336" y="1668810"/>
                  </a:lnTo>
                  <a:lnTo>
                    <a:pt x="932974" y="1668810"/>
                  </a:lnTo>
                  <a:lnTo>
                    <a:pt x="928611" y="1668810"/>
                  </a:lnTo>
                  <a:lnTo>
                    <a:pt x="924248" y="1668810"/>
                  </a:lnTo>
                  <a:lnTo>
                    <a:pt x="919885" y="1668810"/>
                  </a:lnTo>
                  <a:lnTo>
                    <a:pt x="915523" y="1668810"/>
                  </a:lnTo>
                  <a:lnTo>
                    <a:pt x="911160" y="1668810"/>
                  </a:lnTo>
                  <a:lnTo>
                    <a:pt x="906797" y="1668810"/>
                  </a:lnTo>
                  <a:lnTo>
                    <a:pt x="902434" y="1668810"/>
                  </a:lnTo>
                  <a:lnTo>
                    <a:pt x="898072" y="1668810"/>
                  </a:lnTo>
                  <a:lnTo>
                    <a:pt x="893709" y="1668810"/>
                  </a:lnTo>
                  <a:lnTo>
                    <a:pt x="889346" y="1668810"/>
                  </a:lnTo>
                  <a:lnTo>
                    <a:pt x="884983" y="1668810"/>
                  </a:lnTo>
                  <a:lnTo>
                    <a:pt x="880621" y="1668810"/>
                  </a:lnTo>
                  <a:lnTo>
                    <a:pt x="876258" y="1668810"/>
                  </a:lnTo>
                  <a:lnTo>
                    <a:pt x="871895" y="1668810"/>
                  </a:lnTo>
                  <a:lnTo>
                    <a:pt x="867532" y="1668810"/>
                  </a:lnTo>
                  <a:lnTo>
                    <a:pt x="863170" y="1668810"/>
                  </a:lnTo>
                  <a:lnTo>
                    <a:pt x="858807" y="1668810"/>
                  </a:lnTo>
                  <a:lnTo>
                    <a:pt x="854444" y="1668810"/>
                  </a:lnTo>
                  <a:lnTo>
                    <a:pt x="850081" y="1668810"/>
                  </a:lnTo>
                  <a:lnTo>
                    <a:pt x="845719" y="1668810"/>
                  </a:lnTo>
                  <a:lnTo>
                    <a:pt x="841356" y="1668810"/>
                  </a:lnTo>
                  <a:lnTo>
                    <a:pt x="836993" y="1668810"/>
                  </a:lnTo>
                  <a:lnTo>
                    <a:pt x="832630" y="1668810"/>
                  </a:lnTo>
                  <a:lnTo>
                    <a:pt x="828268" y="1668810"/>
                  </a:lnTo>
                  <a:lnTo>
                    <a:pt x="823905" y="1668810"/>
                  </a:lnTo>
                  <a:lnTo>
                    <a:pt x="819542" y="1668810"/>
                  </a:lnTo>
                  <a:lnTo>
                    <a:pt x="815179" y="1668810"/>
                  </a:lnTo>
                  <a:lnTo>
                    <a:pt x="810817" y="1668810"/>
                  </a:lnTo>
                  <a:lnTo>
                    <a:pt x="806454" y="1668810"/>
                  </a:lnTo>
                  <a:lnTo>
                    <a:pt x="802091" y="1668810"/>
                  </a:lnTo>
                  <a:lnTo>
                    <a:pt x="797728" y="1668810"/>
                  </a:lnTo>
                  <a:lnTo>
                    <a:pt x="793366" y="1668810"/>
                  </a:lnTo>
                  <a:lnTo>
                    <a:pt x="789003" y="1668810"/>
                  </a:lnTo>
                  <a:lnTo>
                    <a:pt x="784640" y="1668810"/>
                  </a:lnTo>
                  <a:lnTo>
                    <a:pt x="780277" y="1668810"/>
                  </a:lnTo>
                  <a:lnTo>
                    <a:pt x="775915" y="1668810"/>
                  </a:lnTo>
                  <a:lnTo>
                    <a:pt x="771552" y="1668810"/>
                  </a:lnTo>
                  <a:lnTo>
                    <a:pt x="767189" y="1668810"/>
                  </a:lnTo>
                  <a:lnTo>
                    <a:pt x="762826" y="1668810"/>
                  </a:lnTo>
                  <a:lnTo>
                    <a:pt x="758464" y="1668810"/>
                  </a:lnTo>
                  <a:lnTo>
                    <a:pt x="754101" y="1668810"/>
                  </a:lnTo>
                  <a:lnTo>
                    <a:pt x="749738" y="1668810"/>
                  </a:lnTo>
                  <a:lnTo>
                    <a:pt x="745375" y="1668810"/>
                  </a:lnTo>
                  <a:lnTo>
                    <a:pt x="741013" y="1668810"/>
                  </a:lnTo>
                  <a:lnTo>
                    <a:pt x="736650" y="1668810"/>
                  </a:lnTo>
                  <a:lnTo>
                    <a:pt x="732287" y="1668810"/>
                  </a:lnTo>
                  <a:lnTo>
                    <a:pt x="727924" y="1668810"/>
                  </a:lnTo>
                  <a:lnTo>
                    <a:pt x="723562" y="1668810"/>
                  </a:lnTo>
                  <a:lnTo>
                    <a:pt x="719199" y="1668810"/>
                  </a:lnTo>
                  <a:lnTo>
                    <a:pt x="714836" y="1668810"/>
                  </a:lnTo>
                  <a:lnTo>
                    <a:pt x="710473" y="1668810"/>
                  </a:lnTo>
                  <a:lnTo>
                    <a:pt x="706111" y="1668810"/>
                  </a:lnTo>
                  <a:lnTo>
                    <a:pt x="701748" y="1668810"/>
                  </a:lnTo>
                  <a:lnTo>
                    <a:pt x="697385" y="1668810"/>
                  </a:lnTo>
                  <a:lnTo>
                    <a:pt x="693022" y="1668810"/>
                  </a:lnTo>
                  <a:lnTo>
                    <a:pt x="688660" y="1668810"/>
                  </a:lnTo>
                  <a:lnTo>
                    <a:pt x="684297" y="1668810"/>
                  </a:lnTo>
                  <a:lnTo>
                    <a:pt x="679934" y="1668810"/>
                  </a:lnTo>
                  <a:lnTo>
                    <a:pt x="675571" y="1668810"/>
                  </a:lnTo>
                  <a:lnTo>
                    <a:pt x="671209" y="1668810"/>
                  </a:lnTo>
                  <a:lnTo>
                    <a:pt x="666846" y="1668810"/>
                  </a:lnTo>
                  <a:lnTo>
                    <a:pt x="662483" y="1668810"/>
                  </a:lnTo>
                  <a:lnTo>
                    <a:pt x="658120" y="1668810"/>
                  </a:lnTo>
                  <a:lnTo>
                    <a:pt x="653758" y="1668810"/>
                  </a:lnTo>
                  <a:lnTo>
                    <a:pt x="649395" y="1668810"/>
                  </a:lnTo>
                  <a:lnTo>
                    <a:pt x="645032" y="1668810"/>
                  </a:lnTo>
                  <a:lnTo>
                    <a:pt x="640669" y="1668810"/>
                  </a:lnTo>
                  <a:lnTo>
                    <a:pt x="636307" y="1668810"/>
                  </a:lnTo>
                  <a:lnTo>
                    <a:pt x="631944" y="1668810"/>
                  </a:lnTo>
                  <a:lnTo>
                    <a:pt x="627581" y="1668810"/>
                  </a:lnTo>
                  <a:lnTo>
                    <a:pt x="623218" y="1668810"/>
                  </a:lnTo>
                  <a:lnTo>
                    <a:pt x="618856" y="1668810"/>
                  </a:lnTo>
                  <a:lnTo>
                    <a:pt x="614493" y="1668810"/>
                  </a:lnTo>
                  <a:lnTo>
                    <a:pt x="610130" y="1668810"/>
                  </a:lnTo>
                  <a:lnTo>
                    <a:pt x="605767" y="1668810"/>
                  </a:lnTo>
                  <a:lnTo>
                    <a:pt x="601405" y="1668810"/>
                  </a:lnTo>
                  <a:lnTo>
                    <a:pt x="597042" y="1668810"/>
                  </a:lnTo>
                  <a:lnTo>
                    <a:pt x="592679" y="1668810"/>
                  </a:lnTo>
                  <a:lnTo>
                    <a:pt x="588316" y="1668810"/>
                  </a:lnTo>
                  <a:lnTo>
                    <a:pt x="583954" y="1668810"/>
                  </a:lnTo>
                  <a:lnTo>
                    <a:pt x="579591" y="1668810"/>
                  </a:lnTo>
                  <a:lnTo>
                    <a:pt x="575228" y="1668810"/>
                  </a:lnTo>
                  <a:lnTo>
                    <a:pt x="570865" y="1668810"/>
                  </a:lnTo>
                  <a:lnTo>
                    <a:pt x="566503" y="1668810"/>
                  </a:lnTo>
                  <a:lnTo>
                    <a:pt x="562140" y="1668810"/>
                  </a:lnTo>
                  <a:lnTo>
                    <a:pt x="557777" y="1668810"/>
                  </a:lnTo>
                  <a:lnTo>
                    <a:pt x="553414" y="1668810"/>
                  </a:lnTo>
                  <a:lnTo>
                    <a:pt x="549052" y="1668810"/>
                  </a:lnTo>
                  <a:lnTo>
                    <a:pt x="544689" y="1668810"/>
                  </a:lnTo>
                  <a:lnTo>
                    <a:pt x="540326" y="1668810"/>
                  </a:lnTo>
                  <a:lnTo>
                    <a:pt x="535963" y="1668810"/>
                  </a:lnTo>
                  <a:lnTo>
                    <a:pt x="531601" y="1668810"/>
                  </a:lnTo>
                  <a:lnTo>
                    <a:pt x="527238" y="1668810"/>
                  </a:lnTo>
                  <a:lnTo>
                    <a:pt x="522875" y="1668810"/>
                  </a:lnTo>
                  <a:lnTo>
                    <a:pt x="518512" y="1668810"/>
                  </a:lnTo>
                  <a:lnTo>
                    <a:pt x="514150" y="1668810"/>
                  </a:lnTo>
                  <a:lnTo>
                    <a:pt x="509787" y="1668810"/>
                  </a:lnTo>
                  <a:lnTo>
                    <a:pt x="505424" y="1668810"/>
                  </a:lnTo>
                  <a:lnTo>
                    <a:pt x="501061" y="1668810"/>
                  </a:lnTo>
                  <a:lnTo>
                    <a:pt x="496699" y="1668810"/>
                  </a:lnTo>
                  <a:lnTo>
                    <a:pt x="492336" y="1668810"/>
                  </a:lnTo>
                  <a:lnTo>
                    <a:pt x="487973" y="1668810"/>
                  </a:lnTo>
                  <a:lnTo>
                    <a:pt x="483610" y="1668810"/>
                  </a:lnTo>
                  <a:lnTo>
                    <a:pt x="479248" y="1668810"/>
                  </a:lnTo>
                  <a:lnTo>
                    <a:pt x="474885" y="1668810"/>
                  </a:lnTo>
                  <a:lnTo>
                    <a:pt x="470522" y="1668810"/>
                  </a:lnTo>
                  <a:lnTo>
                    <a:pt x="466159" y="1668810"/>
                  </a:lnTo>
                  <a:lnTo>
                    <a:pt x="461797" y="1668810"/>
                  </a:lnTo>
                  <a:lnTo>
                    <a:pt x="457434" y="1668810"/>
                  </a:lnTo>
                  <a:lnTo>
                    <a:pt x="453071" y="1668810"/>
                  </a:lnTo>
                  <a:lnTo>
                    <a:pt x="448708" y="1668810"/>
                  </a:lnTo>
                  <a:lnTo>
                    <a:pt x="444346" y="1668810"/>
                  </a:lnTo>
                  <a:lnTo>
                    <a:pt x="439983" y="1668810"/>
                  </a:lnTo>
                  <a:lnTo>
                    <a:pt x="435620" y="1668810"/>
                  </a:lnTo>
                  <a:lnTo>
                    <a:pt x="431257" y="1668810"/>
                  </a:lnTo>
                  <a:lnTo>
                    <a:pt x="426895" y="1668810"/>
                  </a:lnTo>
                  <a:lnTo>
                    <a:pt x="422532" y="1668810"/>
                  </a:lnTo>
                  <a:lnTo>
                    <a:pt x="418169" y="1668810"/>
                  </a:lnTo>
                  <a:lnTo>
                    <a:pt x="413806" y="1668810"/>
                  </a:lnTo>
                  <a:lnTo>
                    <a:pt x="409444" y="1668810"/>
                  </a:lnTo>
                  <a:lnTo>
                    <a:pt x="405081" y="1668810"/>
                  </a:lnTo>
                  <a:lnTo>
                    <a:pt x="400718" y="1668810"/>
                  </a:lnTo>
                  <a:lnTo>
                    <a:pt x="396355" y="1668810"/>
                  </a:lnTo>
                  <a:lnTo>
                    <a:pt x="391993" y="1668810"/>
                  </a:lnTo>
                  <a:lnTo>
                    <a:pt x="387630" y="1668810"/>
                  </a:lnTo>
                  <a:lnTo>
                    <a:pt x="383267" y="1668810"/>
                  </a:lnTo>
                  <a:lnTo>
                    <a:pt x="378904" y="1668810"/>
                  </a:lnTo>
                  <a:lnTo>
                    <a:pt x="374542" y="1668810"/>
                  </a:lnTo>
                  <a:lnTo>
                    <a:pt x="370179" y="1668810"/>
                  </a:lnTo>
                  <a:lnTo>
                    <a:pt x="365816" y="1668810"/>
                  </a:lnTo>
                  <a:lnTo>
                    <a:pt x="361453" y="1668810"/>
                  </a:lnTo>
                  <a:lnTo>
                    <a:pt x="357091" y="1668810"/>
                  </a:lnTo>
                  <a:lnTo>
                    <a:pt x="352728" y="1668810"/>
                  </a:lnTo>
                  <a:lnTo>
                    <a:pt x="348365" y="1668810"/>
                  </a:lnTo>
                  <a:lnTo>
                    <a:pt x="344002" y="1668810"/>
                  </a:lnTo>
                  <a:lnTo>
                    <a:pt x="339640" y="1668810"/>
                  </a:lnTo>
                  <a:lnTo>
                    <a:pt x="335277" y="1668810"/>
                  </a:lnTo>
                  <a:lnTo>
                    <a:pt x="330914" y="1668810"/>
                  </a:lnTo>
                  <a:lnTo>
                    <a:pt x="326551" y="1668810"/>
                  </a:lnTo>
                  <a:lnTo>
                    <a:pt x="322189" y="1668810"/>
                  </a:lnTo>
                  <a:lnTo>
                    <a:pt x="317826" y="1668810"/>
                  </a:lnTo>
                  <a:lnTo>
                    <a:pt x="313463" y="1668810"/>
                  </a:lnTo>
                  <a:lnTo>
                    <a:pt x="309100" y="1668810"/>
                  </a:lnTo>
                  <a:lnTo>
                    <a:pt x="304738" y="1668810"/>
                  </a:lnTo>
                  <a:lnTo>
                    <a:pt x="300375" y="1668810"/>
                  </a:lnTo>
                  <a:lnTo>
                    <a:pt x="296012" y="1668810"/>
                  </a:lnTo>
                  <a:lnTo>
                    <a:pt x="291649" y="1668810"/>
                  </a:lnTo>
                  <a:lnTo>
                    <a:pt x="287287" y="1668810"/>
                  </a:lnTo>
                  <a:lnTo>
                    <a:pt x="282924" y="1668810"/>
                  </a:lnTo>
                  <a:lnTo>
                    <a:pt x="278561" y="1668810"/>
                  </a:lnTo>
                  <a:lnTo>
                    <a:pt x="274198" y="1668810"/>
                  </a:lnTo>
                  <a:lnTo>
                    <a:pt x="269836" y="1668810"/>
                  </a:lnTo>
                  <a:lnTo>
                    <a:pt x="265473" y="1668810"/>
                  </a:lnTo>
                  <a:lnTo>
                    <a:pt x="261110" y="1668810"/>
                  </a:lnTo>
                  <a:lnTo>
                    <a:pt x="256747" y="1668810"/>
                  </a:lnTo>
                  <a:lnTo>
                    <a:pt x="252385" y="1668810"/>
                  </a:lnTo>
                  <a:lnTo>
                    <a:pt x="248022" y="1668810"/>
                  </a:lnTo>
                  <a:lnTo>
                    <a:pt x="243659" y="1668810"/>
                  </a:lnTo>
                  <a:lnTo>
                    <a:pt x="239296" y="1668810"/>
                  </a:lnTo>
                  <a:lnTo>
                    <a:pt x="234934" y="1668810"/>
                  </a:lnTo>
                  <a:lnTo>
                    <a:pt x="230571" y="1668810"/>
                  </a:lnTo>
                  <a:lnTo>
                    <a:pt x="226208" y="1668810"/>
                  </a:lnTo>
                  <a:lnTo>
                    <a:pt x="221845" y="1668810"/>
                  </a:lnTo>
                  <a:lnTo>
                    <a:pt x="217483" y="1668810"/>
                  </a:lnTo>
                  <a:lnTo>
                    <a:pt x="213120" y="1668810"/>
                  </a:lnTo>
                  <a:lnTo>
                    <a:pt x="208757" y="1668810"/>
                  </a:lnTo>
                  <a:lnTo>
                    <a:pt x="204394" y="1668810"/>
                  </a:lnTo>
                  <a:lnTo>
                    <a:pt x="200032" y="1668810"/>
                  </a:lnTo>
                  <a:lnTo>
                    <a:pt x="195669" y="1668810"/>
                  </a:lnTo>
                  <a:lnTo>
                    <a:pt x="191306" y="1668810"/>
                  </a:lnTo>
                  <a:lnTo>
                    <a:pt x="186943" y="1668810"/>
                  </a:lnTo>
                  <a:lnTo>
                    <a:pt x="182581" y="1668810"/>
                  </a:lnTo>
                  <a:lnTo>
                    <a:pt x="178218" y="1668810"/>
                  </a:lnTo>
                  <a:lnTo>
                    <a:pt x="173855" y="1668810"/>
                  </a:lnTo>
                  <a:lnTo>
                    <a:pt x="169492" y="1668810"/>
                  </a:lnTo>
                  <a:lnTo>
                    <a:pt x="165130" y="1668810"/>
                  </a:lnTo>
                  <a:lnTo>
                    <a:pt x="160767" y="1668810"/>
                  </a:lnTo>
                  <a:lnTo>
                    <a:pt x="156404" y="1668810"/>
                  </a:lnTo>
                  <a:lnTo>
                    <a:pt x="152041" y="1668810"/>
                  </a:lnTo>
                  <a:lnTo>
                    <a:pt x="147679" y="1668810"/>
                  </a:lnTo>
                  <a:lnTo>
                    <a:pt x="143316" y="1668810"/>
                  </a:lnTo>
                  <a:lnTo>
                    <a:pt x="138953" y="1668810"/>
                  </a:lnTo>
                  <a:lnTo>
                    <a:pt x="134590" y="1668810"/>
                  </a:lnTo>
                  <a:lnTo>
                    <a:pt x="130228" y="1668810"/>
                  </a:lnTo>
                  <a:lnTo>
                    <a:pt x="125865" y="1668810"/>
                  </a:lnTo>
                  <a:lnTo>
                    <a:pt x="121502" y="1668810"/>
                  </a:lnTo>
                  <a:lnTo>
                    <a:pt x="117139" y="1668810"/>
                  </a:lnTo>
                  <a:lnTo>
                    <a:pt x="112777" y="1668810"/>
                  </a:lnTo>
                  <a:lnTo>
                    <a:pt x="108414" y="1668810"/>
                  </a:lnTo>
                  <a:lnTo>
                    <a:pt x="104051" y="1668810"/>
                  </a:lnTo>
                  <a:lnTo>
                    <a:pt x="99688" y="1668810"/>
                  </a:lnTo>
                  <a:lnTo>
                    <a:pt x="95326" y="1668810"/>
                  </a:lnTo>
                  <a:lnTo>
                    <a:pt x="90963" y="1668810"/>
                  </a:lnTo>
                  <a:lnTo>
                    <a:pt x="86600" y="1668810"/>
                  </a:lnTo>
                  <a:lnTo>
                    <a:pt x="82237" y="1668810"/>
                  </a:lnTo>
                  <a:lnTo>
                    <a:pt x="77875" y="1668810"/>
                  </a:lnTo>
                  <a:lnTo>
                    <a:pt x="73512" y="1668810"/>
                  </a:lnTo>
                  <a:lnTo>
                    <a:pt x="69149" y="1668810"/>
                  </a:lnTo>
                  <a:lnTo>
                    <a:pt x="64786" y="1668810"/>
                  </a:lnTo>
                  <a:lnTo>
                    <a:pt x="60424" y="1668810"/>
                  </a:lnTo>
                  <a:lnTo>
                    <a:pt x="56061" y="1668810"/>
                  </a:lnTo>
                  <a:lnTo>
                    <a:pt x="51698" y="1668810"/>
                  </a:lnTo>
                  <a:lnTo>
                    <a:pt x="47335" y="1668810"/>
                  </a:lnTo>
                  <a:lnTo>
                    <a:pt x="42973" y="1668810"/>
                  </a:lnTo>
                  <a:lnTo>
                    <a:pt x="38610" y="1668810"/>
                  </a:lnTo>
                  <a:lnTo>
                    <a:pt x="34247" y="1668810"/>
                  </a:lnTo>
                  <a:lnTo>
                    <a:pt x="29884" y="1668810"/>
                  </a:lnTo>
                  <a:lnTo>
                    <a:pt x="25522" y="1668810"/>
                  </a:lnTo>
                  <a:lnTo>
                    <a:pt x="21159" y="1668810"/>
                  </a:lnTo>
                  <a:lnTo>
                    <a:pt x="16796" y="1668810"/>
                  </a:lnTo>
                  <a:lnTo>
                    <a:pt x="12433" y="1668810"/>
                  </a:lnTo>
                  <a:lnTo>
                    <a:pt x="8071" y="1668810"/>
                  </a:lnTo>
                  <a:lnTo>
                    <a:pt x="3708" y="1668810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985420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074638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22670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88934" y="3865545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88934" y="348815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88934" y="3115297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88934" y="2736325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88934" y="2360410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46" name="pl46"/>
            <p:cNvSpPr/>
            <p:nvPr/>
          </p:nvSpPr>
          <p:spPr>
            <a:xfrm>
              <a:off x="587875" y="390786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87875" y="35319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87875" y="31560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587875" y="27801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87875" y="24042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622670" y="402439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612360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793734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975109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156484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1292386" y="4083973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127000000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473761" y="4083973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127010000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5655136" y="4083973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127020000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836511" y="4083973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127030000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533911" y="4193188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61" name="tx61"/>
            <p:cNvSpPr/>
            <p:nvPr/>
          </p:nvSpPr>
          <p:spPr>
            <a:xfrm rot="-5400000">
              <a:off x="96391" y="313907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22670" y="2084226"/>
              <a:ext cx="70027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dko_k27</a:t>
              </a:r>
            </a:p>
          </p:txBody>
        </p:sp>
        <p:sp>
          <p:nvSpPr>
            <p:cNvPr id="63" name="rc63"/>
            <p:cNvSpPr/>
            <p:nvPr/>
          </p:nvSpPr>
          <p:spPr>
            <a:xfrm>
              <a:off x="622670" y="4685334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22670" y="4944000"/>
              <a:ext cx="8375825" cy="1410144"/>
            </a:xfrm>
            <a:custGeom>
              <a:avLst/>
              <a:pathLst>
                <a:path w="8375825" h="1410144">
                  <a:moveTo>
                    <a:pt x="0" y="1020755"/>
                  </a:moveTo>
                  <a:lnTo>
                    <a:pt x="3708" y="1081945"/>
                  </a:lnTo>
                  <a:lnTo>
                    <a:pt x="8071" y="1132009"/>
                  </a:lnTo>
                  <a:lnTo>
                    <a:pt x="12433" y="1132009"/>
                  </a:lnTo>
                  <a:lnTo>
                    <a:pt x="16796" y="1132009"/>
                  </a:lnTo>
                  <a:lnTo>
                    <a:pt x="21159" y="1187636"/>
                  </a:lnTo>
                  <a:lnTo>
                    <a:pt x="25522" y="1201543"/>
                  </a:lnTo>
                  <a:lnTo>
                    <a:pt x="29884" y="1243263"/>
                  </a:lnTo>
                  <a:lnTo>
                    <a:pt x="34247" y="1243263"/>
                  </a:lnTo>
                  <a:lnTo>
                    <a:pt x="38610" y="1243263"/>
                  </a:lnTo>
                  <a:lnTo>
                    <a:pt x="42973" y="1243263"/>
                  </a:lnTo>
                  <a:lnTo>
                    <a:pt x="47335" y="1243263"/>
                  </a:lnTo>
                  <a:lnTo>
                    <a:pt x="51698" y="1243263"/>
                  </a:lnTo>
                  <a:lnTo>
                    <a:pt x="56061" y="1215449"/>
                  </a:lnTo>
                  <a:lnTo>
                    <a:pt x="60424" y="1187636"/>
                  </a:lnTo>
                  <a:lnTo>
                    <a:pt x="64786" y="1187636"/>
                  </a:lnTo>
                  <a:lnTo>
                    <a:pt x="69149" y="1187636"/>
                  </a:lnTo>
                  <a:lnTo>
                    <a:pt x="73512" y="1187636"/>
                  </a:lnTo>
                  <a:lnTo>
                    <a:pt x="77875" y="1187636"/>
                  </a:lnTo>
                  <a:lnTo>
                    <a:pt x="82237" y="1187636"/>
                  </a:lnTo>
                  <a:lnTo>
                    <a:pt x="86600" y="1187636"/>
                  </a:lnTo>
                  <a:lnTo>
                    <a:pt x="90963" y="1170948"/>
                  </a:lnTo>
                  <a:lnTo>
                    <a:pt x="95326" y="1259951"/>
                  </a:lnTo>
                  <a:lnTo>
                    <a:pt x="99688" y="1298890"/>
                  </a:lnTo>
                  <a:lnTo>
                    <a:pt x="104051" y="1298890"/>
                  </a:lnTo>
                  <a:lnTo>
                    <a:pt x="108414" y="1298890"/>
                  </a:lnTo>
                  <a:lnTo>
                    <a:pt x="112777" y="1298890"/>
                  </a:lnTo>
                  <a:lnTo>
                    <a:pt x="117139" y="1298890"/>
                  </a:lnTo>
                  <a:lnTo>
                    <a:pt x="121502" y="1298890"/>
                  </a:lnTo>
                  <a:lnTo>
                    <a:pt x="125865" y="1298890"/>
                  </a:lnTo>
                  <a:lnTo>
                    <a:pt x="130228" y="1298890"/>
                  </a:lnTo>
                  <a:lnTo>
                    <a:pt x="134590" y="1298890"/>
                  </a:lnTo>
                  <a:lnTo>
                    <a:pt x="138953" y="1298890"/>
                  </a:lnTo>
                  <a:lnTo>
                    <a:pt x="143316" y="1298890"/>
                  </a:lnTo>
                  <a:lnTo>
                    <a:pt x="147679" y="1246044"/>
                  </a:lnTo>
                  <a:lnTo>
                    <a:pt x="152041" y="1201543"/>
                  </a:lnTo>
                  <a:lnTo>
                    <a:pt x="156404" y="1187636"/>
                  </a:lnTo>
                  <a:lnTo>
                    <a:pt x="160767" y="1187636"/>
                  </a:lnTo>
                  <a:lnTo>
                    <a:pt x="165130" y="1184855"/>
                  </a:lnTo>
                  <a:lnTo>
                    <a:pt x="169492" y="1132009"/>
                  </a:lnTo>
                  <a:lnTo>
                    <a:pt x="173855" y="1076382"/>
                  </a:lnTo>
                  <a:lnTo>
                    <a:pt x="178218" y="1076382"/>
                  </a:lnTo>
                  <a:lnTo>
                    <a:pt x="182581" y="1076382"/>
                  </a:lnTo>
                  <a:lnTo>
                    <a:pt x="186943" y="1070819"/>
                  </a:lnTo>
                  <a:lnTo>
                    <a:pt x="191306" y="1020755"/>
                  </a:lnTo>
                  <a:lnTo>
                    <a:pt x="195669" y="1020755"/>
                  </a:lnTo>
                  <a:lnTo>
                    <a:pt x="200032" y="1051350"/>
                  </a:lnTo>
                  <a:lnTo>
                    <a:pt x="204394" y="1076382"/>
                  </a:lnTo>
                  <a:lnTo>
                    <a:pt x="208757" y="1076382"/>
                  </a:lnTo>
                  <a:lnTo>
                    <a:pt x="213120" y="1076382"/>
                  </a:lnTo>
                  <a:lnTo>
                    <a:pt x="217483" y="1076382"/>
                  </a:lnTo>
                  <a:lnTo>
                    <a:pt x="221845" y="1076382"/>
                  </a:lnTo>
                  <a:lnTo>
                    <a:pt x="226208" y="1076382"/>
                  </a:lnTo>
                  <a:lnTo>
                    <a:pt x="230571" y="1076382"/>
                  </a:lnTo>
                  <a:lnTo>
                    <a:pt x="234934" y="1076382"/>
                  </a:lnTo>
                  <a:lnTo>
                    <a:pt x="239296" y="1076382"/>
                  </a:lnTo>
                  <a:lnTo>
                    <a:pt x="243659" y="1076382"/>
                  </a:lnTo>
                  <a:lnTo>
                    <a:pt x="248022" y="1076382"/>
                  </a:lnTo>
                  <a:lnTo>
                    <a:pt x="252385" y="1029099"/>
                  </a:lnTo>
                  <a:lnTo>
                    <a:pt x="256747" y="1015192"/>
                  </a:lnTo>
                  <a:lnTo>
                    <a:pt x="261110" y="1059694"/>
                  </a:lnTo>
                  <a:lnTo>
                    <a:pt x="265473" y="1076382"/>
                  </a:lnTo>
                  <a:lnTo>
                    <a:pt x="269836" y="1070819"/>
                  </a:lnTo>
                  <a:lnTo>
                    <a:pt x="274198" y="1045787"/>
                  </a:lnTo>
                  <a:lnTo>
                    <a:pt x="278561" y="1126446"/>
                  </a:lnTo>
                  <a:lnTo>
                    <a:pt x="282924" y="1187636"/>
                  </a:lnTo>
                  <a:lnTo>
                    <a:pt x="287287" y="1187636"/>
                  </a:lnTo>
                  <a:lnTo>
                    <a:pt x="291649" y="1187636"/>
                  </a:lnTo>
                  <a:lnTo>
                    <a:pt x="296012" y="1190417"/>
                  </a:lnTo>
                  <a:lnTo>
                    <a:pt x="300375" y="1243263"/>
                  </a:lnTo>
                  <a:lnTo>
                    <a:pt x="304738" y="1243263"/>
                  </a:lnTo>
                  <a:lnTo>
                    <a:pt x="309100" y="1243263"/>
                  </a:lnTo>
                  <a:lnTo>
                    <a:pt x="313463" y="1243263"/>
                  </a:lnTo>
                  <a:lnTo>
                    <a:pt x="317826" y="1243263"/>
                  </a:lnTo>
                  <a:lnTo>
                    <a:pt x="322189" y="1243263"/>
                  </a:lnTo>
                  <a:lnTo>
                    <a:pt x="326551" y="1212668"/>
                  </a:lnTo>
                  <a:lnTo>
                    <a:pt x="330914" y="1187636"/>
                  </a:lnTo>
                  <a:lnTo>
                    <a:pt x="335277" y="1187636"/>
                  </a:lnTo>
                  <a:lnTo>
                    <a:pt x="339640" y="1187636"/>
                  </a:lnTo>
                  <a:lnTo>
                    <a:pt x="344002" y="1187636"/>
                  </a:lnTo>
                  <a:lnTo>
                    <a:pt x="348365" y="1187636"/>
                  </a:lnTo>
                  <a:lnTo>
                    <a:pt x="352728" y="1187636"/>
                  </a:lnTo>
                  <a:lnTo>
                    <a:pt x="357091" y="1187636"/>
                  </a:lnTo>
                  <a:lnTo>
                    <a:pt x="361453" y="1223794"/>
                  </a:lnTo>
                  <a:lnTo>
                    <a:pt x="365816" y="1243263"/>
                  </a:lnTo>
                  <a:lnTo>
                    <a:pt x="370179" y="1243263"/>
                  </a:lnTo>
                  <a:lnTo>
                    <a:pt x="374542" y="1243263"/>
                  </a:lnTo>
                  <a:lnTo>
                    <a:pt x="378904" y="1246044"/>
                  </a:lnTo>
                  <a:lnTo>
                    <a:pt x="383267" y="1298890"/>
                  </a:lnTo>
                  <a:lnTo>
                    <a:pt x="387630" y="1298890"/>
                  </a:lnTo>
                  <a:lnTo>
                    <a:pt x="391993" y="1298890"/>
                  </a:lnTo>
                  <a:lnTo>
                    <a:pt x="396355" y="1298890"/>
                  </a:lnTo>
                  <a:lnTo>
                    <a:pt x="400718" y="1298890"/>
                  </a:lnTo>
                  <a:lnTo>
                    <a:pt x="405081" y="1243263"/>
                  </a:lnTo>
                  <a:lnTo>
                    <a:pt x="409444" y="1243263"/>
                  </a:lnTo>
                  <a:lnTo>
                    <a:pt x="413806" y="1243263"/>
                  </a:lnTo>
                  <a:lnTo>
                    <a:pt x="418169" y="1201543"/>
                  </a:lnTo>
                  <a:lnTo>
                    <a:pt x="422532" y="1187636"/>
                  </a:lnTo>
                  <a:lnTo>
                    <a:pt x="426895" y="1187636"/>
                  </a:lnTo>
                  <a:lnTo>
                    <a:pt x="431257" y="1187636"/>
                  </a:lnTo>
                  <a:lnTo>
                    <a:pt x="435620" y="1151478"/>
                  </a:lnTo>
                  <a:lnTo>
                    <a:pt x="439983" y="1112540"/>
                  </a:lnTo>
                  <a:lnTo>
                    <a:pt x="444346" y="1020755"/>
                  </a:lnTo>
                  <a:lnTo>
                    <a:pt x="448708" y="1020755"/>
                  </a:lnTo>
                  <a:lnTo>
                    <a:pt x="453071" y="1020755"/>
                  </a:lnTo>
                  <a:lnTo>
                    <a:pt x="457434" y="1004067"/>
                  </a:lnTo>
                  <a:lnTo>
                    <a:pt x="461797" y="937314"/>
                  </a:lnTo>
                  <a:lnTo>
                    <a:pt x="466159" y="909501"/>
                  </a:lnTo>
                  <a:lnTo>
                    <a:pt x="470522" y="912282"/>
                  </a:lnTo>
                  <a:lnTo>
                    <a:pt x="474885" y="965128"/>
                  </a:lnTo>
                  <a:lnTo>
                    <a:pt x="479248" y="954002"/>
                  </a:lnTo>
                  <a:lnTo>
                    <a:pt x="483610" y="909501"/>
                  </a:lnTo>
                  <a:lnTo>
                    <a:pt x="487973" y="909501"/>
                  </a:lnTo>
                  <a:lnTo>
                    <a:pt x="492336" y="909501"/>
                  </a:lnTo>
                  <a:lnTo>
                    <a:pt x="496699" y="909501"/>
                  </a:lnTo>
                  <a:lnTo>
                    <a:pt x="501061" y="909501"/>
                  </a:lnTo>
                  <a:lnTo>
                    <a:pt x="505424" y="909501"/>
                  </a:lnTo>
                  <a:lnTo>
                    <a:pt x="509787" y="909501"/>
                  </a:lnTo>
                  <a:lnTo>
                    <a:pt x="514150" y="962347"/>
                  </a:lnTo>
                  <a:lnTo>
                    <a:pt x="518512" y="965128"/>
                  </a:lnTo>
                  <a:lnTo>
                    <a:pt x="522875" y="965128"/>
                  </a:lnTo>
                  <a:lnTo>
                    <a:pt x="527238" y="1004067"/>
                  </a:lnTo>
                  <a:lnTo>
                    <a:pt x="531601" y="981816"/>
                  </a:lnTo>
                  <a:lnTo>
                    <a:pt x="535963" y="965128"/>
                  </a:lnTo>
                  <a:lnTo>
                    <a:pt x="540326" y="965128"/>
                  </a:lnTo>
                  <a:lnTo>
                    <a:pt x="544689" y="1023536"/>
                  </a:lnTo>
                  <a:lnTo>
                    <a:pt x="549052" y="1056913"/>
                  </a:lnTo>
                  <a:lnTo>
                    <a:pt x="553414" y="1129228"/>
                  </a:lnTo>
                  <a:lnTo>
                    <a:pt x="557777" y="1132009"/>
                  </a:lnTo>
                  <a:lnTo>
                    <a:pt x="562140" y="1132009"/>
                  </a:lnTo>
                  <a:lnTo>
                    <a:pt x="566503" y="1132009"/>
                  </a:lnTo>
                  <a:lnTo>
                    <a:pt x="570865" y="1157041"/>
                  </a:lnTo>
                  <a:lnTo>
                    <a:pt x="575228" y="1187636"/>
                  </a:lnTo>
                  <a:lnTo>
                    <a:pt x="579591" y="1187636"/>
                  </a:lnTo>
                  <a:lnTo>
                    <a:pt x="583954" y="1187636"/>
                  </a:lnTo>
                  <a:lnTo>
                    <a:pt x="588316" y="1195980"/>
                  </a:lnTo>
                  <a:lnTo>
                    <a:pt x="592679" y="1243263"/>
                  </a:lnTo>
                  <a:lnTo>
                    <a:pt x="597042" y="1243263"/>
                  </a:lnTo>
                  <a:lnTo>
                    <a:pt x="601405" y="1237700"/>
                  </a:lnTo>
                  <a:lnTo>
                    <a:pt x="605767" y="1187636"/>
                  </a:lnTo>
                  <a:lnTo>
                    <a:pt x="610130" y="1187636"/>
                  </a:lnTo>
                  <a:lnTo>
                    <a:pt x="614493" y="1187636"/>
                  </a:lnTo>
                  <a:lnTo>
                    <a:pt x="618856" y="1187636"/>
                  </a:lnTo>
                  <a:lnTo>
                    <a:pt x="623218" y="1187636"/>
                  </a:lnTo>
                  <a:lnTo>
                    <a:pt x="627581" y="1187636"/>
                  </a:lnTo>
                  <a:lnTo>
                    <a:pt x="631944" y="1140353"/>
                  </a:lnTo>
                  <a:lnTo>
                    <a:pt x="636307" y="1132009"/>
                  </a:lnTo>
                  <a:lnTo>
                    <a:pt x="640669" y="1168166"/>
                  </a:lnTo>
                  <a:lnTo>
                    <a:pt x="645032" y="1187636"/>
                  </a:lnTo>
                  <a:lnTo>
                    <a:pt x="649395" y="1159822"/>
                  </a:lnTo>
                  <a:lnTo>
                    <a:pt x="653758" y="1132009"/>
                  </a:lnTo>
                  <a:lnTo>
                    <a:pt x="658120" y="1165385"/>
                  </a:lnTo>
                  <a:lnTo>
                    <a:pt x="662483" y="1187636"/>
                  </a:lnTo>
                  <a:lnTo>
                    <a:pt x="666846" y="1187636"/>
                  </a:lnTo>
                  <a:lnTo>
                    <a:pt x="671209" y="1187636"/>
                  </a:lnTo>
                  <a:lnTo>
                    <a:pt x="675571" y="1198761"/>
                  </a:lnTo>
                  <a:lnTo>
                    <a:pt x="679934" y="1243263"/>
                  </a:lnTo>
                  <a:lnTo>
                    <a:pt x="684297" y="1243263"/>
                  </a:lnTo>
                  <a:lnTo>
                    <a:pt x="688660" y="1243263"/>
                  </a:lnTo>
                  <a:lnTo>
                    <a:pt x="693022" y="1170948"/>
                  </a:lnTo>
                  <a:lnTo>
                    <a:pt x="697385" y="1132009"/>
                  </a:lnTo>
                  <a:lnTo>
                    <a:pt x="701748" y="1132009"/>
                  </a:lnTo>
                  <a:lnTo>
                    <a:pt x="706111" y="1132009"/>
                  </a:lnTo>
                  <a:lnTo>
                    <a:pt x="710473" y="1134790"/>
                  </a:lnTo>
                  <a:lnTo>
                    <a:pt x="714836" y="1187636"/>
                  </a:lnTo>
                  <a:lnTo>
                    <a:pt x="719199" y="1187636"/>
                  </a:lnTo>
                  <a:lnTo>
                    <a:pt x="723562" y="1187636"/>
                  </a:lnTo>
                  <a:lnTo>
                    <a:pt x="727924" y="1187636"/>
                  </a:lnTo>
                  <a:lnTo>
                    <a:pt x="732287" y="1187636"/>
                  </a:lnTo>
                  <a:lnTo>
                    <a:pt x="736650" y="1187636"/>
                  </a:lnTo>
                  <a:lnTo>
                    <a:pt x="741013" y="1176511"/>
                  </a:lnTo>
                  <a:lnTo>
                    <a:pt x="745375" y="1187636"/>
                  </a:lnTo>
                  <a:lnTo>
                    <a:pt x="749738" y="1182073"/>
                  </a:lnTo>
                  <a:lnTo>
                    <a:pt x="754101" y="1132009"/>
                  </a:lnTo>
                  <a:lnTo>
                    <a:pt x="758464" y="1157041"/>
                  </a:lnTo>
                  <a:lnTo>
                    <a:pt x="762826" y="1140353"/>
                  </a:lnTo>
                  <a:lnTo>
                    <a:pt x="767189" y="1132009"/>
                  </a:lnTo>
                  <a:lnTo>
                    <a:pt x="771552" y="1104195"/>
                  </a:lnTo>
                  <a:lnTo>
                    <a:pt x="775915" y="1076382"/>
                  </a:lnTo>
                  <a:lnTo>
                    <a:pt x="780277" y="1076382"/>
                  </a:lnTo>
                  <a:lnTo>
                    <a:pt x="784640" y="1076382"/>
                  </a:lnTo>
                  <a:lnTo>
                    <a:pt x="789003" y="1076382"/>
                  </a:lnTo>
                  <a:lnTo>
                    <a:pt x="793366" y="1051350"/>
                  </a:lnTo>
                  <a:lnTo>
                    <a:pt x="797728" y="1020755"/>
                  </a:lnTo>
                  <a:lnTo>
                    <a:pt x="802091" y="1087507"/>
                  </a:lnTo>
                  <a:lnTo>
                    <a:pt x="806454" y="1132009"/>
                  </a:lnTo>
                  <a:lnTo>
                    <a:pt x="810817" y="1132009"/>
                  </a:lnTo>
                  <a:lnTo>
                    <a:pt x="815179" y="1132009"/>
                  </a:lnTo>
                  <a:lnTo>
                    <a:pt x="819542" y="1132009"/>
                  </a:lnTo>
                  <a:lnTo>
                    <a:pt x="823905" y="1132009"/>
                  </a:lnTo>
                  <a:lnTo>
                    <a:pt x="828268" y="1132009"/>
                  </a:lnTo>
                  <a:lnTo>
                    <a:pt x="832630" y="1132009"/>
                  </a:lnTo>
                  <a:lnTo>
                    <a:pt x="836993" y="1104195"/>
                  </a:lnTo>
                  <a:lnTo>
                    <a:pt x="841356" y="1065257"/>
                  </a:lnTo>
                  <a:lnTo>
                    <a:pt x="845719" y="1020755"/>
                  </a:lnTo>
                  <a:lnTo>
                    <a:pt x="850081" y="1073601"/>
                  </a:lnTo>
                  <a:lnTo>
                    <a:pt x="854444" y="1076382"/>
                  </a:lnTo>
                  <a:lnTo>
                    <a:pt x="858807" y="1079163"/>
                  </a:lnTo>
                  <a:lnTo>
                    <a:pt x="863170" y="1090289"/>
                  </a:lnTo>
                  <a:lnTo>
                    <a:pt x="867532" y="1076382"/>
                  </a:lnTo>
                  <a:lnTo>
                    <a:pt x="871895" y="1120883"/>
                  </a:lnTo>
                  <a:lnTo>
                    <a:pt x="876258" y="1132009"/>
                  </a:lnTo>
                  <a:lnTo>
                    <a:pt x="880621" y="1157041"/>
                  </a:lnTo>
                  <a:lnTo>
                    <a:pt x="884983" y="1187636"/>
                  </a:lnTo>
                  <a:lnTo>
                    <a:pt x="889346" y="1187636"/>
                  </a:lnTo>
                  <a:lnTo>
                    <a:pt x="893709" y="1187636"/>
                  </a:lnTo>
                  <a:lnTo>
                    <a:pt x="898072" y="1187636"/>
                  </a:lnTo>
                  <a:lnTo>
                    <a:pt x="902434" y="1209887"/>
                  </a:lnTo>
                  <a:lnTo>
                    <a:pt x="906797" y="1243263"/>
                  </a:lnTo>
                  <a:lnTo>
                    <a:pt x="911160" y="1243263"/>
                  </a:lnTo>
                  <a:lnTo>
                    <a:pt x="915523" y="1243263"/>
                  </a:lnTo>
                  <a:lnTo>
                    <a:pt x="919885" y="1243263"/>
                  </a:lnTo>
                  <a:lnTo>
                    <a:pt x="924248" y="1243263"/>
                  </a:lnTo>
                  <a:lnTo>
                    <a:pt x="928611" y="1243263"/>
                  </a:lnTo>
                  <a:lnTo>
                    <a:pt x="932974" y="1243263"/>
                  </a:lnTo>
                  <a:lnTo>
                    <a:pt x="937336" y="1243263"/>
                  </a:lnTo>
                  <a:lnTo>
                    <a:pt x="941699" y="1243263"/>
                  </a:lnTo>
                  <a:lnTo>
                    <a:pt x="946062" y="1268295"/>
                  </a:lnTo>
                  <a:lnTo>
                    <a:pt x="950425" y="1307234"/>
                  </a:lnTo>
                  <a:lnTo>
                    <a:pt x="954787" y="1346173"/>
                  </a:lnTo>
                  <a:lnTo>
                    <a:pt x="959150" y="1298890"/>
                  </a:lnTo>
                  <a:lnTo>
                    <a:pt x="963513" y="1284983"/>
                  </a:lnTo>
                  <a:lnTo>
                    <a:pt x="967876" y="1204324"/>
                  </a:lnTo>
                  <a:lnTo>
                    <a:pt x="972238" y="1226575"/>
                  </a:lnTo>
                  <a:lnTo>
                    <a:pt x="976601" y="1243263"/>
                  </a:lnTo>
                  <a:lnTo>
                    <a:pt x="980964" y="1243263"/>
                  </a:lnTo>
                  <a:lnTo>
                    <a:pt x="985327" y="1243263"/>
                  </a:lnTo>
                  <a:lnTo>
                    <a:pt x="989689" y="1243263"/>
                  </a:lnTo>
                  <a:lnTo>
                    <a:pt x="994052" y="1243263"/>
                  </a:lnTo>
                  <a:lnTo>
                    <a:pt x="998415" y="1243263"/>
                  </a:lnTo>
                  <a:lnTo>
                    <a:pt x="1002778" y="1207105"/>
                  </a:lnTo>
                  <a:lnTo>
                    <a:pt x="1007140" y="1187636"/>
                  </a:lnTo>
                  <a:lnTo>
                    <a:pt x="1011503" y="1187636"/>
                  </a:lnTo>
                  <a:lnTo>
                    <a:pt x="1015866" y="1187636"/>
                  </a:lnTo>
                  <a:lnTo>
                    <a:pt x="1020229" y="1187636"/>
                  </a:lnTo>
                  <a:lnTo>
                    <a:pt x="1024591" y="1187636"/>
                  </a:lnTo>
                  <a:lnTo>
                    <a:pt x="1028954" y="1187636"/>
                  </a:lnTo>
                  <a:lnTo>
                    <a:pt x="1033317" y="1154260"/>
                  </a:lnTo>
                  <a:lnTo>
                    <a:pt x="1037680" y="1076382"/>
                  </a:lnTo>
                  <a:lnTo>
                    <a:pt x="1042042" y="1076382"/>
                  </a:lnTo>
                  <a:lnTo>
                    <a:pt x="1046405" y="1076382"/>
                  </a:lnTo>
                  <a:lnTo>
                    <a:pt x="1050768" y="1076382"/>
                  </a:lnTo>
                  <a:lnTo>
                    <a:pt x="1055131" y="1076382"/>
                  </a:lnTo>
                  <a:lnTo>
                    <a:pt x="1059493" y="1076382"/>
                  </a:lnTo>
                  <a:lnTo>
                    <a:pt x="1063856" y="1026318"/>
                  </a:lnTo>
                  <a:lnTo>
                    <a:pt x="1068219" y="1076382"/>
                  </a:lnTo>
                  <a:lnTo>
                    <a:pt x="1072582" y="1087507"/>
                  </a:lnTo>
                  <a:lnTo>
                    <a:pt x="1076944" y="1168166"/>
                  </a:lnTo>
                  <a:lnTo>
                    <a:pt x="1081307" y="1187636"/>
                  </a:lnTo>
                  <a:lnTo>
                    <a:pt x="1085670" y="1187636"/>
                  </a:lnTo>
                  <a:lnTo>
                    <a:pt x="1090033" y="1187636"/>
                  </a:lnTo>
                  <a:lnTo>
                    <a:pt x="1094395" y="1187636"/>
                  </a:lnTo>
                  <a:lnTo>
                    <a:pt x="1098758" y="1187636"/>
                  </a:lnTo>
                  <a:lnTo>
                    <a:pt x="1103121" y="1187636"/>
                  </a:lnTo>
                  <a:lnTo>
                    <a:pt x="1107484" y="1184855"/>
                  </a:lnTo>
                  <a:lnTo>
                    <a:pt x="1111846" y="1165385"/>
                  </a:lnTo>
                  <a:lnTo>
                    <a:pt x="1116209" y="1187636"/>
                  </a:lnTo>
                  <a:lnTo>
                    <a:pt x="1120572" y="1187636"/>
                  </a:lnTo>
                  <a:lnTo>
                    <a:pt x="1124935" y="1187636"/>
                  </a:lnTo>
                  <a:lnTo>
                    <a:pt x="1129297" y="1151478"/>
                  </a:lnTo>
                  <a:lnTo>
                    <a:pt x="1133660" y="1132009"/>
                  </a:lnTo>
                  <a:lnTo>
                    <a:pt x="1138023" y="1132009"/>
                  </a:lnTo>
                  <a:lnTo>
                    <a:pt x="1142386" y="1159822"/>
                  </a:lnTo>
                  <a:lnTo>
                    <a:pt x="1146748" y="1243263"/>
                  </a:lnTo>
                  <a:lnTo>
                    <a:pt x="1151111" y="1243263"/>
                  </a:lnTo>
                  <a:lnTo>
                    <a:pt x="1155474" y="1243263"/>
                  </a:lnTo>
                  <a:lnTo>
                    <a:pt x="1159837" y="1243263"/>
                  </a:lnTo>
                  <a:lnTo>
                    <a:pt x="1164199" y="1243263"/>
                  </a:lnTo>
                  <a:lnTo>
                    <a:pt x="1168562" y="1243263"/>
                  </a:lnTo>
                  <a:lnTo>
                    <a:pt x="1172925" y="1246044"/>
                  </a:lnTo>
                  <a:lnTo>
                    <a:pt x="1177288" y="1243263"/>
                  </a:lnTo>
                  <a:lnTo>
                    <a:pt x="1181650" y="1243263"/>
                  </a:lnTo>
                  <a:lnTo>
                    <a:pt x="1186013" y="1243263"/>
                  </a:lnTo>
                  <a:lnTo>
                    <a:pt x="1190376" y="1190417"/>
                  </a:lnTo>
                  <a:lnTo>
                    <a:pt x="1194739" y="1170948"/>
                  </a:lnTo>
                  <a:lnTo>
                    <a:pt x="1199101" y="1132009"/>
                  </a:lnTo>
                  <a:lnTo>
                    <a:pt x="1203464" y="1132009"/>
                  </a:lnTo>
                  <a:lnTo>
                    <a:pt x="1207827" y="1132009"/>
                  </a:lnTo>
                  <a:lnTo>
                    <a:pt x="1212190" y="1084726"/>
                  </a:lnTo>
                  <a:lnTo>
                    <a:pt x="1216552" y="1076382"/>
                  </a:lnTo>
                  <a:lnTo>
                    <a:pt x="1220915" y="1132009"/>
                  </a:lnTo>
                  <a:lnTo>
                    <a:pt x="1225278" y="1132009"/>
                  </a:lnTo>
                  <a:lnTo>
                    <a:pt x="1229641" y="1132009"/>
                  </a:lnTo>
                  <a:lnTo>
                    <a:pt x="1234003" y="1132009"/>
                  </a:lnTo>
                  <a:lnTo>
                    <a:pt x="1238366" y="1165385"/>
                  </a:lnTo>
                  <a:lnTo>
                    <a:pt x="1242729" y="1187636"/>
                  </a:lnTo>
                  <a:lnTo>
                    <a:pt x="1247092" y="1187636"/>
                  </a:lnTo>
                  <a:lnTo>
                    <a:pt x="1251454" y="1187636"/>
                  </a:lnTo>
                  <a:lnTo>
                    <a:pt x="1255817" y="1187636"/>
                  </a:lnTo>
                  <a:lnTo>
                    <a:pt x="1260180" y="1187636"/>
                  </a:lnTo>
                  <a:lnTo>
                    <a:pt x="1264543" y="1187636"/>
                  </a:lnTo>
                  <a:lnTo>
                    <a:pt x="1268905" y="1187636"/>
                  </a:lnTo>
                  <a:lnTo>
                    <a:pt x="1273268" y="1187636"/>
                  </a:lnTo>
                  <a:lnTo>
                    <a:pt x="1277631" y="1187636"/>
                  </a:lnTo>
                  <a:lnTo>
                    <a:pt x="1281994" y="1234919"/>
                  </a:lnTo>
                  <a:lnTo>
                    <a:pt x="1286356" y="1243263"/>
                  </a:lnTo>
                  <a:lnTo>
                    <a:pt x="1290719" y="1243263"/>
                  </a:lnTo>
                  <a:lnTo>
                    <a:pt x="1295082" y="1243263"/>
                  </a:lnTo>
                  <a:lnTo>
                    <a:pt x="1299445" y="1254388"/>
                  </a:lnTo>
                  <a:lnTo>
                    <a:pt x="1303807" y="1257170"/>
                  </a:lnTo>
                  <a:lnTo>
                    <a:pt x="1308170" y="1298890"/>
                  </a:lnTo>
                  <a:lnTo>
                    <a:pt x="1312533" y="1298890"/>
                  </a:lnTo>
                  <a:lnTo>
                    <a:pt x="1316896" y="1298890"/>
                  </a:lnTo>
                  <a:lnTo>
                    <a:pt x="1321258" y="1343392"/>
                  </a:lnTo>
                  <a:lnTo>
                    <a:pt x="1325621" y="1354517"/>
                  </a:lnTo>
                  <a:lnTo>
                    <a:pt x="1329984" y="1354517"/>
                  </a:lnTo>
                  <a:lnTo>
                    <a:pt x="1334347" y="1354517"/>
                  </a:lnTo>
                  <a:lnTo>
                    <a:pt x="1338709" y="1354517"/>
                  </a:lnTo>
                  <a:lnTo>
                    <a:pt x="1343072" y="1354517"/>
                  </a:lnTo>
                  <a:lnTo>
                    <a:pt x="1347435" y="1354517"/>
                  </a:lnTo>
                  <a:lnTo>
                    <a:pt x="1351798" y="1354517"/>
                  </a:lnTo>
                  <a:lnTo>
                    <a:pt x="1356160" y="1354517"/>
                  </a:lnTo>
                  <a:lnTo>
                    <a:pt x="1360523" y="1354517"/>
                  </a:lnTo>
                  <a:lnTo>
                    <a:pt x="1364886" y="1354517"/>
                  </a:lnTo>
                  <a:lnTo>
                    <a:pt x="1369249" y="1354517"/>
                  </a:lnTo>
                  <a:lnTo>
                    <a:pt x="1373611" y="1354517"/>
                  </a:lnTo>
                  <a:lnTo>
                    <a:pt x="1377974" y="1354517"/>
                  </a:lnTo>
                  <a:lnTo>
                    <a:pt x="1382337" y="1354517"/>
                  </a:lnTo>
                  <a:lnTo>
                    <a:pt x="1386700" y="1354517"/>
                  </a:lnTo>
                  <a:lnTo>
                    <a:pt x="1391062" y="1354517"/>
                  </a:lnTo>
                  <a:lnTo>
                    <a:pt x="1395425" y="1354517"/>
                  </a:lnTo>
                  <a:lnTo>
                    <a:pt x="1399788" y="1354517"/>
                  </a:lnTo>
                  <a:lnTo>
                    <a:pt x="1404151" y="1354517"/>
                  </a:lnTo>
                  <a:lnTo>
                    <a:pt x="1408513" y="1390674"/>
                  </a:lnTo>
                  <a:lnTo>
                    <a:pt x="1412876" y="1410144"/>
                  </a:lnTo>
                  <a:lnTo>
                    <a:pt x="1412876" y="1410144"/>
                  </a:lnTo>
                  <a:lnTo>
                    <a:pt x="1417239" y="1410144"/>
                  </a:lnTo>
                  <a:lnTo>
                    <a:pt x="1421602" y="1410144"/>
                  </a:lnTo>
                  <a:lnTo>
                    <a:pt x="1425964" y="1410144"/>
                  </a:lnTo>
                  <a:lnTo>
                    <a:pt x="1430327" y="1410144"/>
                  </a:lnTo>
                  <a:lnTo>
                    <a:pt x="1434690" y="1410144"/>
                  </a:lnTo>
                  <a:lnTo>
                    <a:pt x="1439053" y="1410144"/>
                  </a:lnTo>
                  <a:lnTo>
                    <a:pt x="1443415" y="1410144"/>
                  </a:lnTo>
                  <a:lnTo>
                    <a:pt x="1447778" y="1410144"/>
                  </a:lnTo>
                  <a:lnTo>
                    <a:pt x="1452141" y="1410144"/>
                  </a:lnTo>
                  <a:lnTo>
                    <a:pt x="1456504" y="1354517"/>
                  </a:lnTo>
                  <a:lnTo>
                    <a:pt x="1460866" y="1354517"/>
                  </a:lnTo>
                  <a:lnTo>
                    <a:pt x="1465229" y="1354517"/>
                  </a:lnTo>
                  <a:lnTo>
                    <a:pt x="1469592" y="1354517"/>
                  </a:lnTo>
                  <a:lnTo>
                    <a:pt x="1473955" y="1354517"/>
                  </a:lnTo>
                  <a:lnTo>
                    <a:pt x="1478317" y="1354517"/>
                  </a:lnTo>
                  <a:lnTo>
                    <a:pt x="1482680" y="1354517"/>
                  </a:lnTo>
                  <a:lnTo>
                    <a:pt x="1487043" y="1354517"/>
                  </a:lnTo>
                  <a:lnTo>
                    <a:pt x="1491406" y="1354517"/>
                  </a:lnTo>
                  <a:lnTo>
                    <a:pt x="1495768" y="1354517"/>
                  </a:lnTo>
                  <a:lnTo>
                    <a:pt x="1500131" y="1354517"/>
                  </a:lnTo>
                  <a:lnTo>
                    <a:pt x="1504494" y="1354517"/>
                  </a:lnTo>
                  <a:lnTo>
                    <a:pt x="1508857" y="1354517"/>
                  </a:lnTo>
                  <a:lnTo>
                    <a:pt x="1513219" y="1354517"/>
                  </a:lnTo>
                  <a:lnTo>
                    <a:pt x="1517582" y="1354517"/>
                  </a:lnTo>
                  <a:lnTo>
                    <a:pt x="1521945" y="1354517"/>
                  </a:lnTo>
                  <a:lnTo>
                    <a:pt x="1526308" y="1354517"/>
                  </a:lnTo>
                  <a:lnTo>
                    <a:pt x="1530670" y="1354517"/>
                  </a:lnTo>
                  <a:lnTo>
                    <a:pt x="1535033" y="1354517"/>
                  </a:lnTo>
                  <a:lnTo>
                    <a:pt x="1539396" y="1354517"/>
                  </a:lnTo>
                  <a:lnTo>
                    <a:pt x="1543759" y="1354517"/>
                  </a:lnTo>
                  <a:lnTo>
                    <a:pt x="1548121" y="1354517"/>
                  </a:lnTo>
                  <a:lnTo>
                    <a:pt x="1552484" y="1354517"/>
                  </a:lnTo>
                  <a:lnTo>
                    <a:pt x="1556847" y="1354517"/>
                  </a:lnTo>
                  <a:lnTo>
                    <a:pt x="1561210" y="1354517"/>
                  </a:lnTo>
                  <a:lnTo>
                    <a:pt x="1565572" y="1354517"/>
                  </a:lnTo>
                  <a:lnTo>
                    <a:pt x="1569935" y="1354517"/>
                  </a:lnTo>
                  <a:lnTo>
                    <a:pt x="1574298" y="1354517"/>
                  </a:lnTo>
                  <a:lnTo>
                    <a:pt x="1578661" y="1354517"/>
                  </a:lnTo>
                  <a:lnTo>
                    <a:pt x="1583023" y="1354517"/>
                  </a:lnTo>
                  <a:lnTo>
                    <a:pt x="1587386" y="1354517"/>
                  </a:lnTo>
                  <a:lnTo>
                    <a:pt x="1591749" y="1354517"/>
                  </a:lnTo>
                  <a:lnTo>
                    <a:pt x="1596112" y="1354517"/>
                  </a:lnTo>
                  <a:lnTo>
                    <a:pt x="1600474" y="1354517"/>
                  </a:lnTo>
                  <a:lnTo>
                    <a:pt x="1604837" y="1354517"/>
                  </a:lnTo>
                  <a:lnTo>
                    <a:pt x="1609200" y="1354517"/>
                  </a:lnTo>
                  <a:lnTo>
                    <a:pt x="1613563" y="1354517"/>
                  </a:lnTo>
                  <a:lnTo>
                    <a:pt x="1617925" y="1321141"/>
                  </a:lnTo>
                  <a:lnTo>
                    <a:pt x="1622288" y="1298890"/>
                  </a:lnTo>
                  <a:lnTo>
                    <a:pt x="1626651" y="1298890"/>
                  </a:lnTo>
                  <a:lnTo>
                    <a:pt x="1631014" y="1298890"/>
                  </a:lnTo>
                  <a:lnTo>
                    <a:pt x="1635376" y="1298890"/>
                  </a:lnTo>
                  <a:lnTo>
                    <a:pt x="1639739" y="1298890"/>
                  </a:lnTo>
                  <a:lnTo>
                    <a:pt x="1644102" y="1298890"/>
                  </a:lnTo>
                  <a:lnTo>
                    <a:pt x="1648465" y="1298890"/>
                  </a:lnTo>
                  <a:lnTo>
                    <a:pt x="1652827" y="1298890"/>
                  </a:lnTo>
                  <a:lnTo>
                    <a:pt x="1657190" y="1298890"/>
                  </a:lnTo>
                  <a:lnTo>
                    <a:pt x="1661553" y="1298890"/>
                  </a:lnTo>
                  <a:lnTo>
                    <a:pt x="1665916" y="1298890"/>
                  </a:lnTo>
                  <a:lnTo>
                    <a:pt x="1670278" y="1298890"/>
                  </a:lnTo>
                  <a:lnTo>
                    <a:pt x="1674641" y="1348954"/>
                  </a:lnTo>
                  <a:lnTo>
                    <a:pt x="1679004" y="1354517"/>
                  </a:lnTo>
                  <a:lnTo>
                    <a:pt x="1683367" y="1354517"/>
                  </a:lnTo>
                  <a:lnTo>
                    <a:pt x="1687729" y="1354517"/>
                  </a:lnTo>
                  <a:lnTo>
                    <a:pt x="1692092" y="1354517"/>
                  </a:lnTo>
                  <a:lnTo>
                    <a:pt x="1696455" y="1354517"/>
                  </a:lnTo>
                  <a:lnTo>
                    <a:pt x="1700818" y="1354517"/>
                  </a:lnTo>
                  <a:lnTo>
                    <a:pt x="1705180" y="1354517"/>
                  </a:lnTo>
                  <a:lnTo>
                    <a:pt x="1709543" y="1354517"/>
                  </a:lnTo>
                  <a:lnTo>
                    <a:pt x="1713906" y="1354517"/>
                  </a:lnTo>
                  <a:lnTo>
                    <a:pt x="1718269" y="1354517"/>
                  </a:lnTo>
                  <a:lnTo>
                    <a:pt x="1722631" y="1354517"/>
                  </a:lnTo>
                  <a:lnTo>
                    <a:pt x="1726994" y="1385112"/>
                  </a:lnTo>
                  <a:lnTo>
                    <a:pt x="1731357" y="1410144"/>
                  </a:lnTo>
                  <a:lnTo>
                    <a:pt x="1731357" y="1410144"/>
                  </a:lnTo>
                  <a:lnTo>
                    <a:pt x="1735720" y="1410144"/>
                  </a:lnTo>
                  <a:lnTo>
                    <a:pt x="1740082" y="1410144"/>
                  </a:lnTo>
                  <a:lnTo>
                    <a:pt x="1744445" y="1382330"/>
                  </a:lnTo>
                  <a:lnTo>
                    <a:pt x="1748808" y="1354517"/>
                  </a:lnTo>
                  <a:lnTo>
                    <a:pt x="1753171" y="1354517"/>
                  </a:lnTo>
                  <a:lnTo>
                    <a:pt x="1757533" y="1354517"/>
                  </a:lnTo>
                  <a:lnTo>
                    <a:pt x="1761896" y="1354517"/>
                  </a:lnTo>
                  <a:lnTo>
                    <a:pt x="1766259" y="1354517"/>
                  </a:lnTo>
                  <a:lnTo>
                    <a:pt x="1770622" y="1354517"/>
                  </a:lnTo>
                  <a:lnTo>
                    <a:pt x="1774984" y="1354517"/>
                  </a:lnTo>
                  <a:lnTo>
                    <a:pt x="1779347" y="1354517"/>
                  </a:lnTo>
                  <a:lnTo>
                    <a:pt x="1783710" y="1354517"/>
                  </a:lnTo>
                  <a:lnTo>
                    <a:pt x="1788073" y="1354517"/>
                  </a:lnTo>
                  <a:lnTo>
                    <a:pt x="1792435" y="1354517"/>
                  </a:lnTo>
                  <a:lnTo>
                    <a:pt x="1796798" y="1354517"/>
                  </a:lnTo>
                  <a:lnTo>
                    <a:pt x="1801161" y="1354517"/>
                  </a:lnTo>
                  <a:lnTo>
                    <a:pt x="1805524" y="1354517"/>
                  </a:lnTo>
                  <a:lnTo>
                    <a:pt x="1809886" y="1354517"/>
                  </a:lnTo>
                  <a:lnTo>
                    <a:pt x="1814249" y="1354517"/>
                  </a:lnTo>
                  <a:lnTo>
                    <a:pt x="1818612" y="1354517"/>
                  </a:lnTo>
                  <a:lnTo>
                    <a:pt x="1822975" y="1354517"/>
                  </a:lnTo>
                  <a:lnTo>
                    <a:pt x="1827337" y="1354517"/>
                  </a:lnTo>
                  <a:lnTo>
                    <a:pt x="1831700" y="1354517"/>
                  </a:lnTo>
                  <a:lnTo>
                    <a:pt x="1836063" y="1354517"/>
                  </a:lnTo>
                  <a:lnTo>
                    <a:pt x="1840426" y="1354517"/>
                  </a:lnTo>
                  <a:lnTo>
                    <a:pt x="1844788" y="1354517"/>
                  </a:lnTo>
                  <a:lnTo>
                    <a:pt x="1849151" y="1354517"/>
                  </a:lnTo>
                  <a:lnTo>
                    <a:pt x="1853514" y="1379549"/>
                  </a:lnTo>
                  <a:lnTo>
                    <a:pt x="1857877" y="1410144"/>
                  </a:lnTo>
                  <a:lnTo>
                    <a:pt x="1857877" y="1410144"/>
                  </a:lnTo>
                  <a:lnTo>
                    <a:pt x="1862239" y="1410144"/>
                  </a:lnTo>
                  <a:lnTo>
                    <a:pt x="1866602" y="1410144"/>
                  </a:lnTo>
                  <a:lnTo>
                    <a:pt x="1870965" y="1410144"/>
                  </a:lnTo>
                  <a:lnTo>
                    <a:pt x="1875328" y="1410144"/>
                  </a:lnTo>
                  <a:lnTo>
                    <a:pt x="1879690" y="1410144"/>
                  </a:lnTo>
                  <a:lnTo>
                    <a:pt x="1884053" y="1410144"/>
                  </a:lnTo>
                  <a:lnTo>
                    <a:pt x="1888416" y="1410144"/>
                  </a:lnTo>
                  <a:lnTo>
                    <a:pt x="1892779" y="1410144"/>
                  </a:lnTo>
                  <a:lnTo>
                    <a:pt x="1897141" y="1410144"/>
                  </a:lnTo>
                  <a:lnTo>
                    <a:pt x="1901504" y="1410144"/>
                  </a:lnTo>
                  <a:lnTo>
                    <a:pt x="1905867" y="1410144"/>
                  </a:lnTo>
                  <a:lnTo>
                    <a:pt x="1910230" y="1410144"/>
                  </a:lnTo>
                  <a:lnTo>
                    <a:pt x="1914592" y="1379549"/>
                  </a:lnTo>
                  <a:lnTo>
                    <a:pt x="1918955" y="1354517"/>
                  </a:lnTo>
                  <a:lnTo>
                    <a:pt x="1923318" y="1354517"/>
                  </a:lnTo>
                  <a:lnTo>
                    <a:pt x="1927681" y="1354517"/>
                  </a:lnTo>
                  <a:lnTo>
                    <a:pt x="1932043" y="1354517"/>
                  </a:lnTo>
                  <a:lnTo>
                    <a:pt x="1936406" y="1354517"/>
                  </a:lnTo>
                  <a:lnTo>
                    <a:pt x="1940769" y="1354517"/>
                  </a:lnTo>
                  <a:lnTo>
                    <a:pt x="1945132" y="1354517"/>
                  </a:lnTo>
                  <a:lnTo>
                    <a:pt x="1949494" y="1354517"/>
                  </a:lnTo>
                  <a:lnTo>
                    <a:pt x="1953857" y="1354517"/>
                  </a:lnTo>
                  <a:lnTo>
                    <a:pt x="1958220" y="1354517"/>
                  </a:lnTo>
                  <a:lnTo>
                    <a:pt x="1962583" y="1354517"/>
                  </a:lnTo>
                  <a:lnTo>
                    <a:pt x="1966945" y="1354517"/>
                  </a:lnTo>
                  <a:lnTo>
                    <a:pt x="1971308" y="1323922"/>
                  </a:lnTo>
                  <a:lnTo>
                    <a:pt x="1975671" y="1298890"/>
                  </a:lnTo>
                  <a:lnTo>
                    <a:pt x="1980034" y="1298890"/>
                  </a:lnTo>
                  <a:lnTo>
                    <a:pt x="1984396" y="1298890"/>
                  </a:lnTo>
                  <a:lnTo>
                    <a:pt x="1988759" y="1298890"/>
                  </a:lnTo>
                  <a:lnTo>
                    <a:pt x="1993122" y="1298890"/>
                  </a:lnTo>
                  <a:lnTo>
                    <a:pt x="1997485" y="1298890"/>
                  </a:lnTo>
                  <a:lnTo>
                    <a:pt x="2001847" y="1298890"/>
                  </a:lnTo>
                  <a:lnTo>
                    <a:pt x="2006210" y="1298890"/>
                  </a:lnTo>
                  <a:lnTo>
                    <a:pt x="2010573" y="1298890"/>
                  </a:lnTo>
                  <a:lnTo>
                    <a:pt x="2014936" y="1298890"/>
                  </a:lnTo>
                  <a:lnTo>
                    <a:pt x="2019298" y="1298890"/>
                  </a:lnTo>
                  <a:lnTo>
                    <a:pt x="2023661" y="1326703"/>
                  </a:lnTo>
                  <a:lnTo>
                    <a:pt x="2028024" y="1354517"/>
                  </a:lnTo>
                  <a:lnTo>
                    <a:pt x="2032387" y="1354517"/>
                  </a:lnTo>
                  <a:lnTo>
                    <a:pt x="2036749" y="1354517"/>
                  </a:lnTo>
                  <a:lnTo>
                    <a:pt x="2041112" y="1346173"/>
                  </a:lnTo>
                  <a:lnTo>
                    <a:pt x="2045475" y="1298890"/>
                  </a:lnTo>
                  <a:lnTo>
                    <a:pt x="2049838" y="1298890"/>
                  </a:lnTo>
                  <a:lnTo>
                    <a:pt x="2054200" y="1298890"/>
                  </a:lnTo>
                  <a:lnTo>
                    <a:pt x="2058563" y="1298890"/>
                  </a:lnTo>
                  <a:lnTo>
                    <a:pt x="2062926" y="1298890"/>
                  </a:lnTo>
                  <a:lnTo>
                    <a:pt x="2067289" y="1298890"/>
                  </a:lnTo>
                  <a:lnTo>
                    <a:pt x="2071651" y="1298890"/>
                  </a:lnTo>
                  <a:lnTo>
                    <a:pt x="2076014" y="1298890"/>
                  </a:lnTo>
                  <a:lnTo>
                    <a:pt x="2080377" y="1326703"/>
                  </a:lnTo>
                  <a:lnTo>
                    <a:pt x="2084740" y="1312797"/>
                  </a:lnTo>
                  <a:lnTo>
                    <a:pt x="2089102" y="1298890"/>
                  </a:lnTo>
                  <a:lnTo>
                    <a:pt x="2093465" y="1298890"/>
                  </a:lnTo>
                  <a:lnTo>
                    <a:pt x="2097828" y="1271076"/>
                  </a:lnTo>
                  <a:lnTo>
                    <a:pt x="2102191" y="1243263"/>
                  </a:lnTo>
                  <a:lnTo>
                    <a:pt x="2106553" y="1243263"/>
                  </a:lnTo>
                  <a:lnTo>
                    <a:pt x="2110916" y="1243263"/>
                  </a:lnTo>
                  <a:lnTo>
                    <a:pt x="2115279" y="1243263"/>
                  </a:lnTo>
                  <a:lnTo>
                    <a:pt x="2119642" y="1243263"/>
                  </a:lnTo>
                  <a:lnTo>
                    <a:pt x="2124004" y="1190417"/>
                  </a:lnTo>
                  <a:lnTo>
                    <a:pt x="2128367" y="1187636"/>
                  </a:lnTo>
                  <a:lnTo>
                    <a:pt x="2132730" y="1187636"/>
                  </a:lnTo>
                  <a:lnTo>
                    <a:pt x="2137093" y="1173729"/>
                  </a:lnTo>
                  <a:lnTo>
                    <a:pt x="2141455" y="1132009"/>
                  </a:lnTo>
                  <a:lnTo>
                    <a:pt x="2145818" y="1132009"/>
                  </a:lnTo>
                  <a:lnTo>
                    <a:pt x="2150181" y="1137572"/>
                  </a:lnTo>
                  <a:lnTo>
                    <a:pt x="2154544" y="1187636"/>
                  </a:lnTo>
                  <a:lnTo>
                    <a:pt x="2158906" y="1187636"/>
                  </a:lnTo>
                  <a:lnTo>
                    <a:pt x="2163269" y="1187636"/>
                  </a:lnTo>
                  <a:lnTo>
                    <a:pt x="2167632" y="1159822"/>
                  </a:lnTo>
                  <a:lnTo>
                    <a:pt x="2171995" y="1106977"/>
                  </a:lnTo>
                  <a:lnTo>
                    <a:pt x="2176357" y="1076382"/>
                  </a:lnTo>
                  <a:lnTo>
                    <a:pt x="2180720" y="1076382"/>
                  </a:lnTo>
                  <a:lnTo>
                    <a:pt x="2185083" y="1076382"/>
                  </a:lnTo>
                  <a:lnTo>
                    <a:pt x="2189446" y="1076382"/>
                  </a:lnTo>
                  <a:lnTo>
                    <a:pt x="2193808" y="1115321"/>
                  </a:lnTo>
                  <a:lnTo>
                    <a:pt x="2198171" y="1132009"/>
                  </a:lnTo>
                  <a:lnTo>
                    <a:pt x="2202534" y="1132009"/>
                  </a:lnTo>
                  <a:lnTo>
                    <a:pt x="2206897" y="1157041"/>
                  </a:lnTo>
                  <a:lnTo>
                    <a:pt x="2211259" y="1187636"/>
                  </a:lnTo>
                  <a:lnTo>
                    <a:pt x="2215622" y="1159822"/>
                  </a:lnTo>
                  <a:lnTo>
                    <a:pt x="2219985" y="1132009"/>
                  </a:lnTo>
                  <a:lnTo>
                    <a:pt x="2224348" y="1132009"/>
                  </a:lnTo>
                  <a:lnTo>
                    <a:pt x="2228710" y="1132009"/>
                  </a:lnTo>
                  <a:lnTo>
                    <a:pt x="2233073" y="1182073"/>
                  </a:lnTo>
                  <a:lnTo>
                    <a:pt x="2237436" y="1187636"/>
                  </a:lnTo>
                  <a:lnTo>
                    <a:pt x="2241799" y="1187636"/>
                  </a:lnTo>
                  <a:lnTo>
                    <a:pt x="2246161" y="1198761"/>
                  </a:lnTo>
                  <a:lnTo>
                    <a:pt x="2250524" y="1243263"/>
                  </a:lnTo>
                  <a:lnTo>
                    <a:pt x="2254887" y="1243263"/>
                  </a:lnTo>
                  <a:lnTo>
                    <a:pt x="2259250" y="1243263"/>
                  </a:lnTo>
                  <a:lnTo>
                    <a:pt x="2263612" y="1223793"/>
                  </a:lnTo>
                  <a:lnTo>
                    <a:pt x="2267975" y="1173729"/>
                  </a:lnTo>
                  <a:lnTo>
                    <a:pt x="2272338" y="1132009"/>
                  </a:lnTo>
                  <a:lnTo>
                    <a:pt x="2276701" y="1157041"/>
                  </a:lnTo>
                  <a:lnTo>
                    <a:pt x="2281063" y="1209887"/>
                  </a:lnTo>
                  <a:lnTo>
                    <a:pt x="2285426" y="1243263"/>
                  </a:lnTo>
                  <a:lnTo>
                    <a:pt x="2289789" y="1243263"/>
                  </a:lnTo>
                  <a:lnTo>
                    <a:pt x="2294152" y="1204324"/>
                  </a:lnTo>
                  <a:lnTo>
                    <a:pt x="2298514" y="1157041"/>
                  </a:lnTo>
                  <a:lnTo>
                    <a:pt x="2302877" y="1132009"/>
                  </a:lnTo>
                  <a:lnTo>
                    <a:pt x="2307240" y="1132009"/>
                  </a:lnTo>
                  <a:lnTo>
                    <a:pt x="2311603" y="1132009"/>
                  </a:lnTo>
                  <a:lnTo>
                    <a:pt x="2315965" y="1132009"/>
                  </a:lnTo>
                  <a:lnTo>
                    <a:pt x="2320328" y="1118102"/>
                  </a:lnTo>
                  <a:lnTo>
                    <a:pt x="2324691" y="1101414"/>
                  </a:lnTo>
                  <a:lnTo>
                    <a:pt x="2329054" y="1132009"/>
                  </a:lnTo>
                  <a:lnTo>
                    <a:pt x="2333416" y="1132009"/>
                  </a:lnTo>
                  <a:lnTo>
                    <a:pt x="2337779" y="1132009"/>
                  </a:lnTo>
                  <a:lnTo>
                    <a:pt x="2342142" y="1132009"/>
                  </a:lnTo>
                  <a:lnTo>
                    <a:pt x="2346505" y="1132009"/>
                  </a:lnTo>
                  <a:lnTo>
                    <a:pt x="2350867" y="1120884"/>
                  </a:lnTo>
                  <a:lnTo>
                    <a:pt x="2355230" y="1076382"/>
                  </a:lnTo>
                  <a:lnTo>
                    <a:pt x="2359593" y="1031880"/>
                  </a:lnTo>
                  <a:lnTo>
                    <a:pt x="2363956" y="1020755"/>
                  </a:lnTo>
                  <a:lnTo>
                    <a:pt x="2368318" y="1020755"/>
                  </a:lnTo>
                  <a:lnTo>
                    <a:pt x="2372681" y="1037443"/>
                  </a:lnTo>
                  <a:lnTo>
                    <a:pt x="2377044" y="1087507"/>
                  </a:lnTo>
                  <a:lnTo>
                    <a:pt x="2381407" y="1132009"/>
                  </a:lnTo>
                  <a:lnTo>
                    <a:pt x="2385769" y="1095851"/>
                  </a:lnTo>
                  <a:lnTo>
                    <a:pt x="2390132" y="1076382"/>
                  </a:lnTo>
                  <a:lnTo>
                    <a:pt x="2394495" y="1076382"/>
                  </a:lnTo>
                  <a:lnTo>
                    <a:pt x="2398858" y="1076382"/>
                  </a:lnTo>
                  <a:lnTo>
                    <a:pt x="2403220" y="1112539"/>
                  </a:lnTo>
                  <a:lnTo>
                    <a:pt x="2407583" y="1159822"/>
                  </a:lnTo>
                  <a:lnTo>
                    <a:pt x="2411946" y="1187636"/>
                  </a:lnTo>
                  <a:lnTo>
                    <a:pt x="2416309" y="1151478"/>
                  </a:lnTo>
                  <a:lnTo>
                    <a:pt x="2420671" y="1132009"/>
                  </a:lnTo>
                  <a:lnTo>
                    <a:pt x="2425034" y="1132009"/>
                  </a:lnTo>
                  <a:lnTo>
                    <a:pt x="2429397" y="1143134"/>
                  </a:lnTo>
                  <a:lnTo>
                    <a:pt x="2433760" y="1187636"/>
                  </a:lnTo>
                  <a:lnTo>
                    <a:pt x="2438122" y="1187636"/>
                  </a:lnTo>
                  <a:lnTo>
                    <a:pt x="2442485" y="1187636"/>
                  </a:lnTo>
                  <a:lnTo>
                    <a:pt x="2446848" y="1173729"/>
                  </a:lnTo>
                  <a:lnTo>
                    <a:pt x="2451211" y="1118102"/>
                  </a:lnTo>
                  <a:lnTo>
                    <a:pt x="2455573" y="1059694"/>
                  </a:lnTo>
                  <a:lnTo>
                    <a:pt x="2459936" y="1029099"/>
                  </a:lnTo>
                  <a:lnTo>
                    <a:pt x="2464299" y="1076382"/>
                  </a:lnTo>
                  <a:lnTo>
                    <a:pt x="2468662" y="1109758"/>
                  </a:lnTo>
                  <a:lnTo>
                    <a:pt x="2473024" y="1045787"/>
                  </a:lnTo>
                  <a:lnTo>
                    <a:pt x="2477387" y="931752"/>
                  </a:lnTo>
                  <a:lnTo>
                    <a:pt x="2481750" y="853874"/>
                  </a:lnTo>
                  <a:lnTo>
                    <a:pt x="2486113" y="853874"/>
                  </a:lnTo>
                  <a:lnTo>
                    <a:pt x="2490475" y="759308"/>
                  </a:lnTo>
                  <a:lnTo>
                    <a:pt x="2494838" y="767652"/>
                  </a:lnTo>
                  <a:lnTo>
                    <a:pt x="2499201" y="712025"/>
                  </a:lnTo>
                  <a:lnTo>
                    <a:pt x="2503564" y="620241"/>
                  </a:lnTo>
                  <a:lnTo>
                    <a:pt x="2507926" y="575739"/>
                  </a:lnTo>
                  <a:lnTo>
                    <a:pt x="2512289" y="575739"/>
                  </a:lnTo>
                  <a:lnTo>
                    <a:pt x="2516652" y="575739"/>
                  </a:lnTo>
                  <a:lnTo>
                    <a:pt x="2521015" y="575739"/>
                  </a:lnTo>
                  <a:lnTo>
                    <a:pt x="2525377" y="592427"/>
                  </a:lnTo>
                  <a:lnTo>
                    <a:pt x="2529740" y="575739"/>
                  </a:lnTo>
                  <a:lnTo>
                    <a:pt x="2534103" y="575739"/>
                  </a:lnTo>
                  <a:lnTo>
                    <a:pt x="2538466" y="575739"/>
                  </a:lnTo>
                  <a:lnTo>
                    <a:pt x="2542828" y="575739"/>
                  </a:lnTo>
                  <a:lnTo>
                    <a:pt x="2547191" y="575739"/>
                  </a:lnTo>
                  <a:lnTo>
                    <a:pt x="2551554" y="575739"/>
                  </a:lnTo>
                  <a:lnTo>
                    <a:pt x="2555917" y="586864"/>
                  </a:lnTo>
                  <a:lnTo>
                    <a:pt x="2560279" y="642491"/>
                  </a:lnTo>
                  <a:lnTo>
                    <a:pt x="2564642" y="700900"/>
                  </a:lnTo>
                  <a:lnTo>
                    <a:pt x="2569005" y="695337"/>
                  </a:lnTo>
                  <a:lnTo>
                    <a:pt x="2573368" y="686993"/>
                  </a:lnTo>
                  <a:lnTo>
                    <a:pt x="2577730" y="692556"/>
                  </a:lnTo>
                  <a:lnTo>
                    <a:pt x="2582093" y="770433"/>
                  </a:lnTo>
                  <a:lnTo>
                    <a:pt x="2586456" y="881687"/>
                  </a:lnTo>
                  <a:lnTo>
                    <a:pt x="2590819" y="915064"/>
                  </a:lnTo>
                  <a:lnTo>
                    <a:pt x="2595181" y="909501"/>
                  </a:lnTo>
                  <a:lnTo>
                    <a:pt x="2599544" y="998504"/>
                  </a:lnTo>
                  <a:lnTo>
                    <a:pt x="2603907" y="990160"/>
                  </a:lnTo>
                  <a:lnTo>
                    <a:pt x="2608270" y="1048568"/>
                  </a:lnTo>
                  <a:lnTo>
                    <a:pt x="2612632" y="1137572"/>
                  </a:lnTo>
                  <a:lnTo>
                    <a:pt x="2616995" y="1187636"/>
                  </a:lnTo>
                  <a:lnTo>
                    <a:pt x="2621358" y="1187636"/>
                  </a:lnTo>
                  <a:lnTo>
                    <a:pt x="2625721" y="1187636"/>
                  </a:lnTo>
                  <a:lnTo>
                    <a:pt x="2630083" y="1187636"/>
                  </a:lnTo>
                  <a:lnTo>
                    <a:pt x="2634446" y="1201543"/>
                  </a:lnTo>
                  <a:lnTo>
                    <a:pt x="2638809" y="1243263"/>
                  </a:lnTo>
                  <a:lnTo>
                    <a:pt x="2643172" y="1243263"/>
                  </a:lnTo>
                  <a:lnTo>
                    <a:pt x="2647534" y="1195980"/>
                  </a:lnTo>
                  <a:lnTo>
                    <a:pt x="2651897" y="1170948"/>
                  </a:lnTo>
                  <a:lnTo>
                    <a:pt x="2656260" y="1132009"/>
                  </a:lnTo>
                  <a:lnTo>
                    <a:pt x="2660623" y="1126446"/>
                  </a:lnTo>
                  <a:lnTo>
                    <a:pt x="2664985" y="1076382"/>
                  </a:lnTo>
                  <a:lnTo>
                    <a:pt x="2669348" y="1076382"/>
                  </a:lnTo>
                  <a:lnTo>
                    <a:pt x="2673711" y="1076382"/>
                  </a:lnTo>
                  <a:lnTo>
                    <a:pt x="2678074" y="1120883"/>
                  </a:lnTo>
                  <a:lnTo>
                    <a:pt x="2682436" y="1132009"/>
                  </a:lnTo>
                  <a:lnTo>
                    <a:pt x="2686799" y="1132009"/>
                  </a:lnTo>
                  <a:lnTo>
                    <a:pt x="2691162" y="1132009"/>
                  </a:lnTo>
                  <a:lnTo>
                    <a:pt x="2695525" y="1132009"/>
                  </a:lnTo>
                  <a:lnTo>
                    <a:pt x="2699887" y="1176511"/>
                  </a:lnTo>
                  <a:lnTo>
                    <a:pt x="2704250" y="1179292"/>
                  </a:lnTo>
                  <a:lnTo>
                    <a:pt x="2708613" y="1132009"/>
                  </a:lnTo>
                  <a:lnTo>
                    <a:pt x="2712976" y="1165385"/>
                  </a:lnTo>
                  <a:lnTo>
                    <a:pt x="2717338" y="1187636"/>
                  </a:lnTo>
                  <a:lnTo>
                    <a:pt x="2721701" y="1187636"/>
                  </a:lnTo>
                  <a:lnTo>
                    <a:pt x="2726064" y="1187636"/>
                  </a:lnTo>
                  <a:lnTo>
                    <a:pt x="2730427" y="1187636"/>
                  </a:lnTo>
                  <a:lnTo>
                    <a:pt x="2734789" y="1187636"/>
                  </a:lnTo>
                  <a:lnTo>
                    <a:pt x="2739152" y="1187636"/>
                  </a:lnTo>
                  <a:lnTo>
                    <a:pt x="2743515" y="1182073"/>
                  </a:lnTo>
                  <a:lnTo>
                    <a:pt x="2747878" y="1132009"/>
                  </a:lnTo>
                  <a:lnTo>
                    <a:pt x="2752240" y="1132009"/>
                  </a:lnTo>
                  <a:lnTo>
                    <a:pt x="2756603" y="1176511"/>
                  </a:lnTo>
                  <a:lnTo>
                    <a:pt x="2760966" y="1201543"/>
                  </a:lnTo>
                  <a:lnTo>
                    <a:pt x="2765329" y="1243263"/>
                  </a:lnTo>
                  <a:lnTo>
                    <a:pt x="2769691" y="1176510"/>
                  </a:lnTo>
                  <a:lnTo>
                    <a:pt x="2774054" y="1187636"/>
                  </a:lnTo>
                  <a:lnTo>
                    <a:pt x="2778417" y="1157041"/>
                  </a:lnTo>
                  <a:lnTo>
                    <a:pt x="2782780" y="1090289"/>
                  </a:lnTo>
                  <a:lnTo>
                    <a:pt x="2787142" y="1076382"/>
                  </a:lnTo>
                  <a:lnTo>
                    <a:pt x="2791505" y="1076382"/>
                  </a:lnTo>
                  <a:lnTo>
                    <a:pt x="2795868" y="1076382"/>
                  </a:lnTo>
                  <a:lnTo>
                    <a:pt x="2800231" y="1076382"/>
                  </a:lnTo>
                  <a:lnTo>
                    <a:pt x="2804593" y="1076382"/>
                  </a:lnTo>
                  <a:lnTo>
                    <a:pt x="2808956" y="1076382"/>
                  </a:lnTo>
                  <a:lnTo>
                    <a:pt x="2813319" y="1081945"/>
                  </a:lnTo>
                  <a:lnTo>
                    <a:pt x="2817682" y="1132009"/>
                  </a:lnTo>
                  <a:lnTo>
                    <a:pt x="2822044" y="1132009"/>
                  </a:lnTo>
                  <a:lnTo>
                    <a:pt x="2826407" y="1132009"/>
                  </a:lnTo>
                  <a:lnTo>
                    <a:pt x="2830770" y="1132009"/>
                  </a:lnTo>
                  <a:lnTo>
                    <a:pt x="2835133" y="1132009"/>
                  </a:lnTo>
                  <a:lnTo>
                    <a:pt x="2839495" y="1132009"/>
                  </a:lnTo>
                  <a:lnTo>
                    <a:pt x="2843858" y="1132009"/>
                  </a:lnTo>
                  <a:lnTo>
                    <a:pt x="2848221" y="1132009"/>
                  </a:lnTo>
                  <a:lnTo>
                    <a:pt x="2852584" y="1134790"/>
                  </a:lnTo>
                  <a:lnTo>
                    <a:pt x="2856946" y="1187636"/>
                  </a:lnTo>
                  <a:lnTo>
                    <a:pt x="2861309" y="1187636"/>
                  </a:lnTo>
                  <a:lnTo>
                    <a:pt x="2865672" y="1187636"/>
                  </a:lnTo>
                  <a:lnTo>
                    <a:pt x="2870035" y="1187636"/>
                  </a:lnTo>
                  <a:lnTo>
                    <a:pt x="2874397" y="1187636"/>
                  </a:lnTo>
                  <a:lnTo>
                    <a:pt x="2878760" y="1251607"/>
                  </a:lnTo>
                  <a:lnTo>
                    <a:pt x="2883123" y="1298890"/>
                  </a:lnTo>
                  <a:lnTo>
                    <a:pt x="2887486" y="1326703"/>
                  </a:lnTo>
                  <a:lnTo>
                    <a:pt x="2891848" y="1393456"/>
                  </a:lnTo>
                  <a:lnTo>
                    <a:pt x="2896211" y="1371205"/>
                  </a:lnTo>
                  <a:lnTo>
                    <a:pt x="2900574" y="1259951"/>
                  </a:lnTo>
                  <a:lnTo>
                    <a:pt x="2904937" y="1154260"/>
                  </a:lnTo>
                  <a:lnTo>
                    <a:pt x="2909299" y="1132009"/>
                  </a:lnTo>
                  <a:lnTo>
                    <a:pt x="2913662" y="1120884"/>
                  </a:lnTo>
                  <a:lnTo>
                    <a:pt x="2918025" y="1076382"/>
                  </a:lnTo>
                  <a:lnTo>
                    <a:pt x="2922388" y="1076382"/>
                  </a:lnTo>
                  <a:lnTo>
                    <a:pt x="2926750" y="1076382"/>
                  </a:lnTo>
                  <a:lnTo>
                    <a:pt x="2931113" y="1076382"/>
                  </a:lnTo>
                  <a:lnTo>
                    <a:pt x="2935476" y="1056912"/>
                  </a:lnTo>
                  <a:lnTo>
                    <a:pt x="2939839" y="1020755"/>
                  </a:lnTo>
                  <a:lnTo>
                    <a:pt x="2944201" y="1020755"/>
                  </a:lnTo>
                  <a:lnTo>
                    <a:pt x="2948564" y="1020755"/>
                  </a:lnTo>
                  <a:lnTo>
                    <a:pt x="2952927" y="1020755"/>
                  </a:lnTo>
                  <a:lnTo>
                    <a:pt x="2957290" y="1020755"/>
                  </a:lnTo>
                  <a:lnTo>
                    <a:pt x="2961652" y="1020755"/>
                  </a:lnTo>
                  <a:lnTo>
                    <a:pt x="2966015" y="1020755"/>
                  </a:lnTo>
                  <a:lnTo>
                    <a:pt x="2970378" y="1020755"/>
                  </a:lnTo>
                  <a:lnTo>
                    <a:pt x="2974741" y="1020755"/>
                  </a:lnTo>
                  <a:lnTo>
                    <a:pt x="2979103" y="1020755"/>
                  </a:lnTo>
                  <a:lnTo>
                    <a:pt x="2983466" y="1020755"/>
                  </a:lnTo>
                  <a:lnTo>
                    <a:pt x="2987829" y="1017974"/>
                  </a:lnTo>
                  <a:lnTo>
                    <a:pt x="2992192" y="965128"/>
                  </a:lnTo>
                  <a:lnTo>
                    <a:pt x="2996554" y="965128"/>
                  </a:lnTo>
                  <a:lnTo>
                    <a:pt x="3000917" y="965128"/>
                  </a:lnTo>
                  <a:lnTo>
                    <a:pt x="3005280" y="984597"/>
                  </a:lnTo>
                  <a:lnTo>
                    <a:pt x="3009643" y="1056913"/>
                  </a:lnTo>
                  <a:lnTo>
                    <a:pt x="3014005" y="1159822"/>
                  </a:lnTo>
                  <a:lnTo>
                    <a:pt x="3018368" y="1187636"/>
                  </a:lnTo>
                  <a:lnTo>
                    <a:pt x="3022731" y="1195980"/>
                  </a:lnTo>
                  <a:lnTo>
                    <a:pt x="3027094" y="1243263"/>
                  </a:lnTo>
                  <a:lnTo>
                    <a:pt x="3031456" y="1243263"/>
                  </a:lnTo>
                  <a:lnTo>
                    <a:pt x="3035819" y="1201543"/>
                  </a:lnTo>
                  <a:lnTo>
                    <a:pt x="3040182" y="1187636"/>
                  </a:lnTo>
                  <a:lnTo>
                    <a:pt x="3044545" y="1204324"/>
                  </a:lnTo>
                  <a:lnTo>
                    <a:pt x="3048907" y="1218231"/>
                  </a:lnTo>
                  <a:lnTo>
                    <a:pt x="3053270" y="1187636"/>
                  </a:lnTo>
                  <a:lnTo>
                    <a:pt x="3057633" y="1187636"/>
                  </a:lnTo>
                  <a:lnTo>
                    <a:pt x="3061996" y="1187636"/>
                  </a:lnTo>
                  <a:lnTo>
                    <a:pt x="3066358" y="1187636"/>
                  </a:lnTo>
                  <a:lnTo>
                    <a:pt x="3070721" y="1173729"/>
                  </a:lnTo>
                  <a:lnTo>
                    <a:pt x="3075084" y="1132009"/>
                  </a:lnTo>
                  <a:lnTo>
                    <a:pt x="3079447" y="1132009"/>
                  </a:lnTo>
                  <a:lnTo>
                    <a:pt x="3083809" y="1087507"/>
                  </a:lnTo>
                  <a:lnTo>
                    <a:pt x="3088172" y="1076382"/>
                  </a:lnTo>
                  <a:lnTo>
                    <a:pt x="3092535" y="1076382"/>
                  </a:lnTo>
                  <a:lnTo>
                    <a:pt x="3096898" y="1076382"/>
                  </a:lnTo>
                  <a:lnTo>
                    <a:pt x="3101260" y="1132009"/>
                  </a:lnTo>
                  <a:lnTo>
                    <a:pt x="3105623" y="1132009"/>
                  </a:lnTo>
                  <a:lnTo>
                    <a:pt x="3109986" y="1132009"/>
                  </a:lnTo>
                  <a:lnTo>
                    <a:pt x="3114349" y="1123665"/>
                  </a:lnTo>
                  <a:lnTo>
                    <a:pt x="3118711" y="1070819"/>
                  </a:lnTo>
                  <a:lnTo>
                    <a:pt x="3123074" y="1020755"/>
                  </a:lnTo>
                  <a:lnTo>
                    <a:pt x="3127437" y="1020755"/>
                  </a:lnTo>
                  <a:lnTo>
                    <a:pt x="3131800" y="1020755"/>
                  </a:lnTo>
                  <a:lnTo>
                    <a:pt x="3136162" y="1020755"/>
                  </a:lnTo>
                  <a:lnTo>
                    <a:pt x="3140525" y="1020755"/>
                  </a:lnTo>
                  <a:lnTo>
                    <a:pt x="3144888" y="1059694"/>
                  </a:lnTo>
                  <a:lnTo>
                    <a:pt x="3149251" y="1076382"/>
                  </a:lnTo>
                  <a:lnTo>
                    <a:pt x="3153613" y="1076382"/>
                  </a:lnTo>
                  <a:lnTo>
                    <a:pt x="3157976" y="1073601"/>
                  </a:lnTo>
                  <a:lnTo>
                    <a:pt x="3162339" y="1051350"/>
                  </a:lnTo>
                  <a:lnTo>
                    <a:pt x="3166702" y="967909"/>
                  </a:lnTo>
                  <a:lnTo>
                    <a:pt x="3171064" y="878906"/>
                  </a:lnTo>
                  <a:lnTo>
                    <a:pt x="3175427" y="826060"/>
                  </a:lnTo>
                  <a:lnTo>
                    <a:pt x="3179790" y="756527"/>
                  </a:lnTo>
                  <a:lnTo>
                    <a:pt x="3184153" y="798247"/>
                  </a:lnTo>
                  <a:lnTo>
                    <a:pt x="3188515" y="798247"/>
                  </a:lnTo>
                  <a:lnTo>
                    <a:pt x="3192878" y="820498"/>
                  </a:lnTo>
                  <a:lnTo>
                    <a:pt x="3197241" y="748183"/>
                  </a:lnTo>
                  <a:lnTo>
                    <a:pt x="3201604" y="589646"/>
                  </a:lnTo>
                  <a:lnTo>
                    <a:pt x="3205966" y="575739"/>
                  </a:lnTo>
                  <a:lnTo>
                    <a:pt x="3210329" y="575739"/>
                  </a:lnTo>
                  <a:lnTo>
                    <a:pt x="3214692" y="575739"/>
                  </a:lnTo>
                  <a:lnTo>
                    <a:pt x="3219055" y="575739"/>
                  </a:lnTo>
                  <a:lnTo>
                    <a:pt x="3223417" y="547925"/>
                  </a:lnTo>
                  <a:lnTo>
                    <a:pt x="3227780" y="520112"/>
                  </a:lnTo>
                  <a:lnTo>
                    <a:pt x="3232143" y="575739"/>
                  </a:lnTo>
                  <a:lnTo>
                    <a:pt x="3236506" y="575739"/>
                  </a:lnTo>
                  <a:lnTo>
                    <a:pt x="3240868" y="575739"/>
                  </a:lnTo>
                  <a:lnTo>
                    <a:pt x="3245231" y="534019"/>
                  </a:lnTo>
                  <a:lnTo>
                    <a:pt x="3249594" y="464485"/>
                  </a:lnTo>
                  <a:lnTo>
                    <a:pt x="3253957" y="464485"/>
                  </a:lnTo>
                  <a:lnTo>
                    <a:pt x="3258319" y="464485"/>
                  </a:lnTo>
                  <a:lnTo>
                    <a:pt x="3262682" y="464485"/>
                  </a:lnTo>
                  <a:lnTo>
                    <a:pt x="3267045" y="450578"/>
                  </a:lnTo>
                  <a:lnTo>
                    <a:pt x="3271408" y="486736"/>
                  </a:lnTo>
                  <a:lnTo>
                    <a:pt x="3275770" y="570176"/>
                  </a:lnTo>
                  <a:lnTo>
                    <a:pt x="3280133" y="656398"/>
                  </a:lnTo>
                  <a:lnTo>
                    <a:pt x="3284496" y="686993"/>
                  </a:lnTo>
                  <a:lnTo>
                    <a:pt x="3288859" y="737057"/>
                  </a:lnTo>
                  <a:lnTo>
                    <a:pt x="3293221" y="742620"/>
                  </a:lnTo>
                  <a:lnTo>
                    <a:pt x="3297584" y="742620"/>
                  </a:lnTo>
                  <a:lnTo>
                    <a:pt x="3301947" y="759308"/>
                  </a:lnTo>
                  <a:lnTo>
                    <a:pt x="3306310" y="839967"/>
                  </a:lnTo>
                  <a:lnTo>
                    <a:pt x="3310672" y="1004067"/>
                  </a:lnTo>
                  <a:lnTo>
                    <a:pt x="3315035" y="1020755"/>
                  </a:lnTo>
                  <a:lnTo>
                    <a:pt x="3319398" y="1020755"/>
                  </a:lnTo>
                  <a:lnTo>
                    <a:pt x="3323761" y="1020755"/>
                  </a:lnTo>
                  <a:lnTo>
                    <a:pt x="3328123" y="1020755"/>
                  </a:lnTo>
                  <a:lnTo>
                    <a:pt x="3332486" y="1023536"/>
                  </a:lnTo>
                  <a:lnTo>
                    <a:pt x="3336849" y="1132009"/>
                  </a:lnTo>
                  <a:lnTo>
                    <a:pt x="3341212" y="1132009"/>
                  </a:lnTo>
                  <a:lnTo>
                    <a:pt x="3345574" y="1120884"/>
                  </a:lnTo>
                  <a:lnTo>
                    <a:pt x="3349937" y="1076382"/>
                  </a:lnTo>
                  <a:lnTo>
                    <a:pt x="3354300" y="1112539"/>
                  </a:lnTo>
                  <a:lnTo>
                    <a:pt x="3358663" y="1162604"/>
                  </a:lnTo>
                  <a:lnTo>
                    <a:pt x="3363025" y="1132009"/>
                  </a:lnTo>
                  <a:lnTo>
                    <a:pt x="3367388" y="1132009"/>
                  </a:lnTo>
                  <a:lnTo>
                    <a:pt x="3371751" y="1132009"/>
                  </a:lnTo>
                  <a:lnTo>
                    <a:pt x="3376114" y="1134790"/>
                  </a:lnTo>
                  <a:lnTo>
                    <a:pt x="3380476" y="1132009"/>
                  </a:lnTo>
                  <a:lnTo>
                    <a:pt x="3384839" y="1132009"/>
                  </a:lnTo>
                  <a:lnTo>
                    <a:pt x="3389202" y="1132009"/>
                  </a:lnTo>
                  <a:lnTo>
                    <a:pt x="3393565" y="1154260"/>
                  </a:lnTo>
                  <a:lnTo>
                    <a:pt x="3397927" y="1162604"/>
                  </a:lnTo>
                  <a:lnTo>
                    <a:pt x="3402290" y="1095851"/>
                  </a:lnTo>
                  <a:lnTo>
                    <a:pt x="3406653" y="1076382"/>
                  </a:lnTo>
                  <a:lnTo>
                    <a:pt x="3411016" y="1076382"/>
                  </a:lnTo>
                  <a:lnTo>
                    <a:pt x="3415378" y="1076382"/>
                  </a:lnTo>
                  <a:lnTo>
                    <a:pt x="3419741" y="1076382"/>
                  </a:lnTo>
                  <a:lnTo>
                    <a:pt x="3424104" y="1059694"/>
                  </a:lnTo>
                  <a:lnTo>
                    <a:pt x="3428467" y="979035"/>
                  </a:lnTo>
                  <a:lnTo>
                    <a:pt x="3432829" y="965128"/>
                  </a:lnTo>
                  <a:lnTo>
                    <a:pt x="3437192" y="965128"/>
                  </a:lnTo>
                  <a:lnTo>
                    <a:pt x="3441555" y="995723"/>
                  </a:lnTo>
                  <a:lnTo>
                    <a:pt x="3445918" y="984597"/>
                  </a:lnTo>
                  <a:lnTo>
                    <a:pt x="3450280" y="965128"/>
                  </a:lnTo>
                  <a:lnTo>
                    <a:pt x="3454643" y="973472"/>
                  </a:lnTo>
                  <a:lnTo>
                    <a:pt x="3459006" y="1017974"/>
                  </a:lnTo>
                  <a:lnTo>
                    <a:pt x="3463369" y="965128"/>
                  </a:lnTo>
                  <a:lnTo>
                    <a:pt x="3467731" y="987379"/>
                  </a:lnTo>
                  <a:lnTo>
                    <a:pt x="3472094" y="1017974"/>
                  </a:lnTo>
                  <a:lnTo>
                    <a:pt x="3476457" y="898375"/>
                  </a:lnTo>
                  <a:lnTo>
                    <a:pt x="3480820" y="853874"/>
                  </a:lnTo>
                  <a:lnTo>
                    <a:pt x="3485182" y="881687"/>
                  </a:lnTo>
                  <a:lnTo>
                    <a:pt x="3489545" y="867781"/>
                  </a:lnTo>
                  <a:lnTo>
                    <a:pt x="3493908" y="853874"/>
                  </a:lnTo>
                  <a:lnTo>
                    <a:pt x="3498271" y="853874"/>
                  </a:lnTo>
                  <a:lnTo>
                    <a:pt x="3502633" y="853874"/>
                  </a:lnTo>
                  <a:lnTo>
                    <a:pt x="3506996" y="845530"/>
                  </a:lnTo>
                  <a:lnTo>
                    <a:pt x="3511359" y="887250"/>
                  </a:lnTo>
                  <a:lnTo>
                    <a:pt x="3515722" y="890031"/>
                  </a:lnTo>
                  <a:lnTo>
                    <a:pt x="3520084" y="803809"/>
                  </a:lnTo>
                  <a:lnTo>
                    <a:pt x="3524447" y="798247"/>
                  </a:lnTo>
                  <a:lnTo>
                    <a:pt x="3528810" y="756527"/>
                  </a:lnTo>
                  <a:lnTo>
                    <a:pt x="3533173" y="756527"/>
                  </a:lnTo>
                  <a:lnTo>
                    <a:pt x="3537535" y="837186"/>
                  </a:lnTo>
                  <a:lnTo>
                    <a:pt x="3541898" y="853874"/>
                  </a:lnTo>
                  <a:lnTo>
                    <a:pt x="3546261" y="831623"/>
                  </a:lnTo>
                  <a:lnTo>
                    <a:pt x="3550624" y="798247"/>
                  </a:lnTo>
                  <a:lnTo>
                    <a:pt x="3554986" y="817716"/>
                  </a:lnTo>
                  <a:lnTo>
                    <a:pt x="3559349" y="798247"/>
                  </a:lnTo>
                  <a:lnTo>
                    <a:pt x="3563712" y="798247"/>
                  </a:lnTo>
                  <a:lnTo>
                    <a:pt x="3568075" y="789903"/>
                  </a:lnTo>
                  <a:lnTo>
                    <a:pt x="3572437" y="798247"/>
                  </a:lnTo>
                  <a:lnTo>
                    <a:pt x="3576800" y="798247"/>
                  </a:lnTo>
                  <a:lnTo>
                    <a:pt x="3581163" y="798247"/>
                  </a:lnTo>
                  <a:lnTo>
                    <a:pt x="3585526" y="915064"/>
                  </a:lnTo>
                  <a:lnTo>
                    <a:pt x="3589888" y="965128"/>
                  </a:lnTo>
                  <a:lnTo>
                    <a:pt x="3594251" y="962347"/>
                  </a:lnTo>
                  <a:lnTo>
                    <a:pt x="3598614" y="920626"/>
                  </a:lnTo>
                  <a:lnTo>
                    <a:pt x="3602977" y="909501"/>
                  </a:lnTo>
                  <a:lnTo>
                    <a:pt x="3607339" y="909501"/>
                  </a:lnTo>
                  <a:lnTo>
                    <a:pt x="3611702" y="909501"/>
                  </a:lnTo>
                  <a:lnTo>
                    <a:pt x="3616065" y="937314"/>
                  </a:lnTo>
                  <a:lnTo>
                    <a:pt x="3620428" y="962347"/>
                  </a:lnTo>
                  <a:lnTo>
                    <a:pt x="3624790" y="926189"/>
                  </a:lnTo>
                  <a:lnTo>
                    <a:pt x="3629153" y="992941"/>
                  </a:lnTo>
                  <a:lnTo>
                    <a:pt x="3633516" y="965128"/>
                  </a:lnTo>
                  <a:lnTo>
                    <a:pt x="3637879" y="967909"/>
                  </a:lnTo>
                  <a:lnTo>
                    <a:pt x="3642241" y="909501"/>
                  </a:lnTo>
                  <a:lnTo>
                    <a:pt x="3646604" y="884469"/>
                  </a:lnTo>
                  <a:lnTo>
                    <a:pt x="3650967" y="853874"/>
                  </a:lnTo>
                  <a:lnTo>
                    <a:pt x="3655330" y="798247"/>
                  </a:lnTo>
                  <a:lnTo>
                    <a:pt x="3659692" y="742620"/>
                  </a:lnTo>
                  <a:lnTo>
                    <a:pt x="3664055" y="753745"/>
                  </a:lnTo>
                  <a:lnTo>
                    <a:pt x="3668418" y="798247"/>
                  </a:lnTo>
                  <a:lnTo>
                    <a:pt x="3672781" y="798247"/>
                  </a:lnTo>
                  <a:lnTo>
                    <a:pt x="3677143" y="803809"/>
                  </a:lnTo>
                  <a:lnTo>
                    <a:pt x="3681506" y="853874"/>
                  </a:lnTo>
                  <a:lnTo>
                    <a:pt x="3685869" y="853874"/>
                  </a:lnTo>
                  <a:lnTo>
                    <a:pt x="3690232" y="853874"/>
                  </a:lnTo>
                  <a:lnTo>
                    <a:pt x="3694594" y="812153"/>
                  </a:lnTo>
                  <a:lnTo>
                    <a:pt x="3698957" y="742620"/>
                  </a:lnTo>
                  <a:lnTo>
                    <a:pt x="3703320" y="742620"/>
                  </a:lnTo>
                  <a:lnTo>
                    <a:pt x="3707683" y="823279"/>
                  </a:lnTo>
                  <a:lnTo>
                    <a:pt x="3712045" y="853874"/>
                  </a:lnTo>
                  <a:lnTo>
                    <a:pt x="3716408" y="853874"/>
                  </a:lnTo>
                  <a:lnTo>
                    <a:pt x="3720771" y="853874"/>
                  </a:lnTo>
                  <a:lnTo>
                    <a:pt x="3725134" y="853874"/>
                  </a:lnTo>
                  <a:lnTo>
                    <a:pt x="3729496" y="851093"/>
                  </a:lnTo>
                  <a:lnTo>
                    <a:pt x="3733859" y="812153"/>
                  </a:lnTo>
                  <a:lnTo>
                    <a:pt x="3738222" y="773215"/>
                  </a:lnTo>
                  <a:lnTo>
                    <a:pt x="3742585" y="798247"/>
                  </a:lnTo>
                  <a:lnTo>
                    <a:pt x="3746947" y="828842"/>
                  </a:lnTo>
                  <a:lnTo>
                    <a:pt x="3751310" y="909501"/>
                  </a:lnTo>
                  <a:lnTo>
                    <a:pt x="3755673" y="931752"/>
                  </a:lnTo>
                  <a:lnTo>
                    <a:pt x="3760036" y="917845"/>
                  </a:lnTo>
                  <a:lnTo>
                    <a:pt x="3764398" y="976253"/>
                  </a:lnTo>
                  <a:lnTo>
                    <a:pt x="3768761" y="1031880"/>
                  </a:lnTo>
                  <a:lnTo>
                    <a:pt x="3773124" y="965128"/>
                  </a:lnTo>
                  <a:lnTo>
                    <a:pt x="3777487" y="965128"/>
                  </a:lnTo>
                  <a:lnTo>
                    <a:pt x="3781849" y="965128"/>
                  </a:lnTo>
                  <a:lnTo>
                    <a:pt x="3786212" y="965128"/>
                  </a:lnTo>
                  <a:lnTo>
                    <a:pt x="3790575" y="965128"/>
                  </a:lnTo>
                  <a:lnTo>
                    <a:pt x="3794938" y="937314"/>
                  </a:lnTo>
                  <a:lnTo>
                    <a:pt x="3799300" y="909501"/>
                  </a:lnTo>
                  <a:lnTo>
                    <a:pt x="3803663" y="948440"/>
                  </a:lnTo>
                  <a:lnTo>
                    <a:pt x="3808026" y="1017974"/>
                  </a:lnTo>
                  <a:lnTo>
                    <a:pt x="3812389" y="1020755"/>
                  </a:lnTo>
                  <a:lnTo>
                    <a:pt x="3816751" y="1009630"/>
                  </a:lnTo>
                  <a:lnTo>
                    <a:pt x="3821114" y="965128"/>
                  </a:lnTo>
                  <a:lnTo>
                    <a:pt x="3825477" y="965128"/>
                  </a:lnTo>
                  <a:lnTo>
                    <a:pt x="3829840" y="917845"/>
                  </a:lnTo>
                  <a:lnTo>
                    <a:pt x="3834202" y="909501"/>
                  </a:lnTo>
                  <a:lnTo>
                    <a:pt x="3838565" y="909501"/>
                  </a:lnTo>
                  <a:lnTo>
                    <a:pt x="3842928" y="981816"/>
                  </a:lnTo>
                  <a:lnTo>
                    <a:pt x="3847291" y="1004067"/>
                  </a:lnTo>
                  <a:lnTo>
                    <a:pt x="3851653" y="1020755"/>
                  </a:lnTo>
                  <a:lnTo>
                    <a:pt x="3856016" y="1020755"/>
                  </a:lnTo>
                  <a:lnTo>
                    <a:pt x="3860379" y="1020755"/>
                  </a:lnTo>
                  <a:lnTo>
                    <a:pt x="3864742" y="1020755"/>
                  </a:lnTo>
                  <a:lnTo>
                    <a:pt x="3869104" y="1065257"/>
                  </a:lnTo>
                  <a:lnTo>
                    <a:pt x="3873467" y="1076382"/>
                  </a:lnTo>
                  <a:lnTo>
                    <a:pt x="3877830" y="1104195"/>
                  </a:lnTo>
                  <a:lnTo>
                    <a:pt x="3882193" y="1120884"/>
                  </a:lnTo>
                  <a:lnTo>
                    <a:pt x="3886555" y="1076382"/>
                  </a:lnTo>
                  <a:lnTo>
                    <a:pt x="3890918" y="1076382"/>
                  </a:lnTo>
                  <a:lnTo>
                    <a:pt x="3895281" y="1068038"/>
                  </a:lnTo>
                  <a:lnTo>
                    <a:pt x="3899644" y="1020755"/>
                  </a:lnTo>
                  <a:lnTo>
                    <a:pt x="3904006" y="1045787"/>
                  </a:lnTo>
                  <a:lnTo>
                    <a:pt x="3908369" y="1076382"/>
                  </a:lnTo>
                  <a:lnTo>
                    <a:pt x="3912732" y="1076382"/>
                  </a:lnTo>
                  <a:lnTo>
                    <a:pt x="3917095" y="1054131"/>
                  </a:lnTo>
                  <a:lnTo>
                    <a:pt x="3921457" y="1020755"/>
                  </a:lnTo>
                  <a:lnTo>
                    <a:pt x="3925820" y="1029099"/>
                  </a:lnTo>
                  <a:lnTo>
                    <a:pt x="3930183" y="1034662"/>
                  </a:lnTo>
                  <a:lnTo>
                    <a:pt x="3934546" y="979035"/>
                  </a:lnTo>
                  <a:lnTo>
                    <a:pt x="3938908" y="954002"/>
                  </a:lnTo>
                  <a:lnTo>
                    <a:pt x="3943271" y="931752"/>
                  </a:lnTo>
                  <a:lnTo>
                    <a:pt x="3947634" y="909501"/>
                  </a:lnTo>
                  <a:lnTo>
                    <a:pt x="3951997" y="928970"/>
                  </a:lnTo>
                  <a:lnTo>
                    <a:pt x="3956359" y="965128"/>
                  </a:lnTo>
                  <a:lnTo>
                    <a:pt x="3960722" y="965128"/>
                  </a:lnTo>
                  <a:lnTo>
                    <a:pt x="3965085" y="965128"/>
                  </a:lnTo>
                  <a:lnTo>
                    <a:pt x="3969448" y="965128"/>
                  </a:lnTo>
                  <a:lnTo>
                    <a:pt x="3973810" y="965128"/>
                  </a:lnTo>
                  <a:lnTo>
                    <a:pt x="3978173" y="965128"/>
                  </a:lnTo>
                  <a:lnTo>
                    <a:pt x="3982536" y="965128"/>
                  </a:lnTo>
                  <a:lnTo>
                    <a:pt x="3986899" y="973472"/>
                  </a:lnTo>
                  <a:lnTo>
                    <a:pt x="3991261" y="1029099"/>
                  </a:lnTo>
                  <a:lnTo>
                    <a:pt x="3995624" y="1076382"/>
                  </a:lnTo>
                  <a:lnTo>
                    <a:pt x="3999987" y="1076382"/>
                  </a:lnTo>
                  <a:lnTo>
                    <a:pt x="4004350" y="1081945"/>
                  </a:lnTo>
                  <a:lnTo>
                    <a:pt x="4008712" y="1132009"/>
                  </a:lnTo>
                  <a:lnTo>
                    <a:pt x="4013075" y="1132009"/>
                  </a:lnTo>
                  <a:lnTo>
                    <a:pt x="4017438" y="1132009"/>
                  </a:lnTo>
                  <a:lnTo>
                    <a:pt x="4021801" y="1132009"/>
                  </a:lnTo>
                  <a:lnTo>
                    <a:pt x="4026163" y="1112539"/>
                  </a:lnTo>
                  <a:lnTo>
                    <a:pt x="4030526" y="1132009"/>
                  </a:lnTo>
                  <a:lnTo>
                    <a:pt x="4034889" y="1132009"/>
                  </a:lnTo>
                  <a:lnTo>
                    <a:pt x="4039252" y="1170948"/>
                  </a:lnTo>
                  <a:lnTo>
                    <a:pt x="4043614" y="1223794"/>
                  </a:lnTo>
                  <a:lnTo>
                    <a:pt x="4047977" y="1298890"/>
                  </a:lnTo>
                  <a:lnTo>
                    <a:pt x="4052340" y="1287765"/>
                  </a:lnTo>
                  <a:lnTo>
                    <a:pt x="4056703" y="1293327"/>
                  </a:lnTo>
                  <a:lnTo>
                    <a:pt x="4061065" y="1243263"/>
                  </a:lnTo>
                  <a:lnTo>
                    <a:pt x="4065428" y="1234919"/>
                  </a:lnTo>
                  <a:lnTo>
                    <a:pt x="4069791" y="1187636"/>
                  </a:lnTo>
                  <a:lnTo>
                    <a:pt x="4074154" y="1132009"/>
                  </a:lnTo>
                  <a:lnTo>
                    <a:pt x="4078516" y="1093070"/>
                  </a:lnTo>
                  <a:lnTo>
                    <a:pt x="4082879" y="1076382"/>
                  </a:lnTo>
                  <a:lnTo>
                    <a:pt x="4087242" y="1076382"/>
                  </a:lnTo>
                  <a:lnTo>
                    <a:pt x="4091605" y="1056912"/>
                  </a:lnTo>
                  <a:lnTo>
                    <a:pt x="4095967" y="995723"/>
                  </a:lnTo>
                  <a:lnTo>
                    <a:pt x="4100330" y="965128"/>
                  </a:lnTo>
                  <a:lnTo>
                    <a:pt x="4104693" y="956784"/>
                  </a:lnTo>
                  <a:lnTo>
                    <a:pt x="4109056" y="909501"/>
                  </a:lnTo>
                  <a:lnTo>
                    <a:pt x="4113418" y="909501"/>
                  </a:lnTo>
                  <a:lnTo>
                    <a:pt x="4117781" y="909501"/>
                  </a:lnTo>
                  <a:lnTo>
                    <a:pt x="4122144" y="909501"/>
                  </a:lnTo>
                  <a:lnTo>
                    <a:pt x="4126507" y="909501"/>
                  </a:lnTo>
                  <a:lnTo>
                    <a:pt x="4130869" y="901157"/>
                  </a:lnTo>
                  <a:lnTo>
                    <a:pt x="4135232" y="890031"/>
                  </a:lnTo>
                  <a:lnTo>
                    <a:pt x="4139595" y="909501"/>
                  </a:lnTo>
                  <a:lnTo>
                    <a:pt x="4143958" y="909501"/>
                  </a:lnTo>
                  <a:lnTo>
                    <a:pt x="4148320" y="909501"/>
                  </a:lnTo>
                  <a:lnTo>
                    <a:pt x="4152683" y="909501"/>
                  </a:lnTo>
                  <a:lnTo>
                    <a:pt x="4157046" y="909501"/>
                  </a:lnTo>
                  <a:lnTo>
                    <a:pt x="4161409" y="948440"/>
                  </a:lnTo>
                  <a:lnTo>
                    <a:pt x="4165771" y="967909"/>
                  </a:lnTo>
                  <a:lnTo>
                    <a:pt x="4170134" y="954002"/>
                  </a:lnTo>
                  <a:lnTo>
                    <a:pt x="4174497" y="915064"/>
                  </a:lnTo>
                  <a:lnTo>
                    <a:pt x="4178860" y="965128"/>
                  </a:lnTo>
                  <a:lnTo>
                    <a:pt x="4183222" y="1017974"/>
                  </a:lnTo>
                  <a:lnTo>
                    <a:pt x="4187585" y="1056913"/>
                  </a:lnTo>
                  <a:lnTo>
                    <a:pt x="4191948" y="1076382"/>
                  </a:lnTo>
                  <a:lnTo>
                    <a:pt x="4196311" y="1076382"/>
                  </a:lnTo>
                  <a:lnTo>
                    <a:pt x="4200673" y="1054131"/>
                  </a:lnTo>
                  <a:lnTo>
                    <a:pt x="4205036" y="1098633"/>
                  </a:lnTo>
                  <a:lnTo>
                    <a:pt x="4209399" y="1132009"/>
                  </a:lnTo>
                  <a:lnTo>
                    <a:pt x="4213762" y="1137572"/>
                  </a:lnTo>
                  <a:lnTo>
                    <a:pt x="4218124" y="1187636"/>
                  </a:lnTo>
                  <a:lnTo>
                    <a:pt x="4222487" y="1187636"/>
                  </a:lnTo>
                  <a:lnTo>
                    <a:pt x="4226850" y="1187636"/>
                  </a:lnTo>
                  <a:lnTo>
                    <a:pt x="4231213" y="1132009"/>
                  </a:lnTo>
                  <a:lnTo>
                    <a:pt x="4235575" y="1132009"/>
                  </a:lnTo>
                  <a:lnTo>
                    <a:pt x="4239938" y="1137572"/>
                  </a:lnTo>
                  <a:lnTo>
                    <a:pt x="4244301" y="1187636"/>
                  </a:lnTo>
                  <a:lnTo>
                    <a:pt x="4248664" y="1187636"/>
                  </a:lnTo>
                  <a:lnTo>
                    <a:pt x="4253026" y="1187636"/>
                  </a:lnTo>
                  <a:lnTo>
                    <a:pt x="4257389" y="1187636"/>
                  </a:lnTo>
                  <a:lnTo>
                    <a:pt x="4261752" y="1173729"/>
                  </a:lnTo>
                  <a:lnTo>
                    <a:pt x="4266115" y="1081945"/>
                  </a:lnTo>
                  <a:lnTo>
                    <a:pt x="4270477" y="1056912"/>
                  </a:lnTo>
                  <a:lnTo>
                    <a:pt x="4274840" y="1020755"/>
                  </a:lnTo>
                  <a:lnTo>
                    <a:pt x="4279203" y="1081945"/>
                  </a:lnTo>
                  <a:lnTo>
                    <a:pt x="4283566" y="1112540"/>
                  </a:lnTo>
                  <a:lnTo>
                    <a:pt x="4287928" y="1009630"/>
                  </a:lnTo>
                  <a:lnTo>
                    <a:pt x="4292291" y="928970"/>
                  </a:lnTo>
                  <a:lnTo>
                    <a:pt x="4296654" y="909501"/>
                  </a:lnTo>
                  <a:lnTo>
                    <a:pt x="4301017" y="864999"/>
                  </a:lnTo>
                  <a:lnTo>
                    <a:pt x="4305379" y="853874"/>
                  </a:lnTo>
                  <a:lnTo>
                    <a:pt x="4309742" y="890031"/>
                  </a:lnTo>
                  <a:lnTo>
                    <a:pt x="4314105" y="890031"/>
                  </a:lnTo>
                  <a:lnTo>
                    <a:pt x="4318468" y="801028"/>
                  </a:lnTo>
                  <a:lnTo>
                    <a:pt x="4322830" y="753745"/>
                  </a:lnTo>
                  <a:lnTo>
                    <a:pt x="4327193" y="725932"/>
                  </a:lnTo>
                  <a:lnTo>
                    <a:pt x="4331556" y="686993"/>
                  </a:lnTo>
                  <a:lnTo>
                    <a:pt x="4335919" y="686993"/>
                  </a:lnTo>
                  <a:lnTo>
                    <a:pt x="4340281" y="714806"/>
                  </a:lnTo>
                  <a:lnTo>
                    <a:pt x="4344644" y="628585"/>
                  </a:lnTo>
                  <a:lnTo>
                    <a:pt x="4349007" y="545144"/>
                  </a:lnTo>
                  <a:lnTo>
                    <a:pt x="4353370" y="467266"/>
                  </a:lnTo>
                  <a:lnTo>
                    <a:pt x="4357732" y="439453"/>
                  </a:lnTo>
                  <a:lnTo>
                    <a:pt x="4362095" y="205819"/>
                  </a:lnTo>
                  <a:lnTo>
                    <a:pt x="4366458" y="130723"/>
                  </a:lnTo>
                  <a:lnTo>
                    <a:pt x="4370821" y="136286"/>
                  </a:lnTo>
                  <a:lnTo>
                    <a:pt x="4375183" y="178006"/>
                  </a:lnTo>
                  <a:lnTo>
                    <a:pt x="4379546" y="155755"/>
                  </a:lnTo>
                  <a:lnTo>
                    <a:pt x="4383909" y="136285"/>
                  </a:lnTo>
                  <a:lnTo>
                    <a:pt x="4388272" y="58408"/>
                  </a:lnTo>
                  <a:lnTo>
                    <a:pt x="4392634" y="0"/>
                  </a:lnTo>
                  <a:lnTo>
                    <a:pt x="4396997" y="80659"/>
                  </a:lnTo>
                  <a:lnTo>
                    <a:pt x="4401360" y="80659"/>
                  </a:lnTo>
                  <a:lnTo>
                    <a:pt x="4405723" y="30594"/>
                  </a:lnTo>
                  <a:lnTo>
                    <a:pt x="4410085" y="61189"/>
                  </a:lnTo>
                  <a:lnTo>
                    <a:pt x="4414448" y="75096"/>
                  </a:lnTo>
                  <a:lnTo>
                    <a:pt x="4418811" y="75096"/>
                  </a:lnTo>
                  <a:lnTo>
                    <a:pt x="4423174" y="91784"/>
                  </a:lnTo>
                  <a:lnTo>
                    <a:pt x="4427536" y="180787"/>
                  </a:lnTo>
                  <a:lnTo>
                    <a:pt x="4431899" y="228070"/>
                  </a:lnTo>
                  <a:lnTo>
                    <a:pt x="4436262" y="205819"/>
                  </a:lnTo>
                  <a:lnTo>
                    <a:pt x="4440625" y="241977"/>
                  </a:lnTo>
                  <a:lnTo>
                    <a:pt x="4444987" y="241977"/>
                  </a:lnTo>
                  <a:lnTo>
                    <a:pt x="4449350" y="264227"/>
                  </a:lnTo>
                  <a:lnTo>
                    <a:pt x="4453713" y="350450"/>
                  </a:lnTo>
                  <a:lnTo>
                    <a:pt x="4458076" y="436672"/>
                  </a:lnTo>
                  <a:lnTo>
                    <a:pt x="4462438" y="514549"/>
                  </a:lnTo>
                  <a:lnTo>
                    <a:pt x="4466801" y="539581"/>
                  </a:lnTo>
                  <a:lnTo>
                    <a:pt x="4471164" y="767652"/>
                  </a:lnTo>
                  <a:lnTo>
                    <a:pt x="4475527" y="853874"/>
                  </a:lnTo>
                  <a:lnTo>
                    <a:pt x="4479889" y="856655"/>
                  </a:lnTo>
                  <a:lnTo>
                    <a:pt x="4484252" y="909501"/>
                  </a:lnTo>
                  <a:lnTo>
                    <a:pt x="4488615" y="954002"/>
                  </a:lnTo>
                  <a:lnTo>
                    <a:pt x="4492978" y="1006848"/>
                  </a:lnTo>
                  <a:lnTo>
                    <a:pt x="4497340" y="1031880"/>
                  </a:lnTo>
                  <a:lnTo>
                    <a:pt x="4501703" y="1109758"/>
                  </a:lnTo>
                  <a:lnTo>
                    <a:pt x="4506066" y="1132009"/>
                  </a:lnTo>
                  <a:lnTo>
                    <a:pt x="4510429" y="1209887"/>
                  </a:lnTo>
                  <a:lnTo>
                    <a:pt x="4514791" y="1284983"/>
                  </a:lnTo>
                  <a:lnTo>
                    <a:pt x="4519154" y="1298890"/>
                  </a:lnTo>
                  <a:lnTo>
                    <a:pt x="4523517" y="1298890"/>
                  </a:lnTo>
                  <a:lnTo>
                    <a:pt x="4527880" y="1298890"/>
                  </a:lnTo>
                  <a:lnTo>
                    <a:pt x="4532242" y="1298890"/>
                  </a:lnTo>
                  <a:lnTo>
                    <a:pt x="4536605" y="1298890"/>
                  </a:lnTo>
                  <a:lnTo>
                    <a:pt x="4540968" y="1298890"/>
                  </a:lnTo>
                  <a:lnTo>
                    <a:pt x="4545331" y="1346173"/>
                  </a:lnTo>
                  <a:lnTo>
                    <a:pt x="4549693" y="1354517"/>
                  </a:lnTo>
                  <a:lnTo>
                    <a:pt x="4554056" y="1354517"/>
                  </a:lnTo>
                  <a:lnTo>
                    <a:pt x="4558419" y="1354517"/>
                  </a:lnTo>
                  <a:lnTo>
                    <a:pt x="4562782" y="1354517"/>
                  </a:lnTo>
                  <a:lnTo>
                    <a:pt x="4567144" y="1354517"/>
                  </a:lnTo>
                  <a:lnTo>
                    <a:pt x="4571507" y="1354517"/>
                  </a:lnTo>
                  <a:lnTo>
                    <a:pt x="4575870" y="1312797"/>
                  </a:lnTo>
                  <a:lnTo>
                    <a:pt x="4580233" y="1268295"/>
                  </a:lnTo>
                  <a:lnTo>
                    <a:pt x="4584595" y="1243263"/>
                  </a:lnTo>
                  <a:lnTo>
                    <a:pt x="4588958" y="1232138"/>
                  </a:lnTo>
                  <a:lnTo>
                    <a:pt x="4593321" y="1187636"/>
                  </a:lnTo>
                  <a:lnTo>
                    <a:pt x="4597684" y="1187636"/>
                  </a:lnTo>
                  <a:lnTo>
                    <a:pt x="4602046" y="1190417"/>
                  </a:lnTo>
                  <a:lnTo>
                    <a:pt x="4606409" y="1198761"/>
                  </a:lnTo>
                  <a:lnTo>
                    <a:pt x="4610772" y="1132009"/>
                  </a:lnTo>
                  <a:lnTo>
                    <a:pt x="4615135" y="1132009"/>
                  </a:lnTo>
                  <a:lnTo>
                    <a:pt x="4619497" y="1132009"/>
                  </a:lnTo>
                  <a:lnTo>
                    <a:pt x="4623860" y="1126446"/>
                  </a:lnTo>
                  <a:lnTo>
                    <a:pt x="4628223" y="1070819"/>
                  </a:lnTo>
                  <a:lnTo>
                    <a:pt x="4632586" y="981816"/>
                  </a:lnTo>
                  <a:lnTo>
                    <a:pt x="4636948" y="956784"/>
                  </a:lnTo>
                  <a:lnTo>
                    <a:pt x="4641311" y="909501"/>
                  </a:lnTo>
                  <a:lnTo>
                    <a:pt x="4645674" y="826060"/>
                  </a:lnTo>
                  <a:lnTo>
                    <a:pt x="4650037" y="767652"/>
                  </a:lnTo>
                  <a:lnTo>
                    <a:pt x="4654399" y="742620"/>
                  </a:lnTo>
                  <a:lnTo>
                    <a:pt x="4658762" y="742620"/>
                  </a:lnTo>
                  <a:lnTo>
                    <a:pt x="4663125" y="692556"/>
                  </a:lnTo>
                  <a:lnTo>
                    <a:pt x="4667488" y="631366"/>
                  </a:lnTo>
                  <a:lnTo>
                    <a:pt x="4671850" y="589646"/>
                  </a:lnTo>
                  <a:lnTo>
                    <a:pt x="4676213" y="575739"/>
                  </a:lnTo>
                  <a:lnTo>
                    <a:pt x="4680576" y="575739"/>
                  </a:lnTo>
                  <a:lnTo>
                    <a:pt x="4684939" y="614678"/>
                  </a:lnTo>
                  <a:lnTo>
                    <a:pt x="4689301" y="639710"/>
                  </a:lnTo>
                  <a:lnTo>
                    <a:pt x="4693664" y="631366"/>
                  </a:lnTo>
                  <a:lnTo>
                    <a:pt x="4698027" y="639710"/>
                  </a:lnTo>
                  <a:lnTo>
                    <a:pt x="4702390" y="686993"/>
                  </a:lnTo>
                  <a:lnTo>
                    <a:pt x="4706752" y="686993"/>
                  </a:lnTo>
                  <a:lnTo>
                    <a:pt x="4711115" y="661961"/>
                  </a:lnTo>
                  <a:lnTo>
                    <a:pt x="4715478" y="673086"/>
                  </a:lnTo>
                  <a:lnTo>
                    <a:pt x="4719841" y="739839"/>
                  </a:lnTo>
                  <a:lnTo>
                    <a:pt x="4724203" y="742620"/>
                  </a:lnTo>
                  <a:lnTo>
                    <a:pt x="4728566" y="742620"/>
                  </a:lnTo>
                  <a:lnTo>
                    <a:pt x="4732929" y="745401"/>
                  </a:lnTo>
                  <a:lnTo>
                    <a:pt x="4737292" y="801028"/>
                  </a:lnTo>
                  <a:lnTo>
                    <a:pt x="4741654" y="890031"/>
                  </a:lnTo>
                  <a:lnTo>
                    <a:pt x="4746017" y="915064"/>
                  </a:lnTo>
                  <a:lnTo>
                    <a:pt x="4750380" y="965128"/>
                  </a:lnTo>
                  <a:lnTo>
                    <a:pt x="4754743" y="1043006"/>
                  </a:lnTo>
                  <a:lnTo>
                    <a:pt x="4759105" y="1104195"/>
                  </a:lnTo>
                  <a:lnTo>
                    <a:pt x="4763468" y="1109758"/>
                  </a:lnTo>
                  <a:lnTo>
                    <a:pt x="4767831" y="1076382"/>
                  </a:lnTo>
                  <a:lnTo>
                    <a:pt x="4772194" y="1120883"/>
                  </a:lnTo>
                  <a:lnTo>
                    <a:pt x="4776556" y="1187636"/>
                  </a:lnTo>
                  <a:lnTo>
                    <a:pt x="4780919" y="1226575"/>
                  </a:lnTo>
                  <a:lnTo>
                    <a:pt x="4785282" y="1243263"/>
                  </a:lnTo>
                  <a:lnTo>
                    <a:pt x="4789645" y="1243263"/>
                  </a:lnTo>
                  <a:lnTo>
                    <a:pt x="4794007" y="1243263"/>
                  </a:lnTo>
                  <a:lnTo>
                    <a:pt x="4798370" y="1207105"/>
                  </a:lnTo>
                  <a:lnTo>
                    <a:pt x="4802733" y="1243263"/>
                  </a:lnTo>
                  <a:lnTo>
                    <a:pt x="4807096" y="1243263"/>
                  </a:lnTo>
                  <a:lnTo>
                    <a:pt x="4811458" y="1243263"/>
                  </a:lnTo>
                  <a:lnTo>
                    <a:pt x="4815821" y="1243263"/>
                  </a:lnTo>
                  <a:lnTo>
                    <a:pt x="4820184" y="1265514"/>
                  </a:lnTo>
                  <a:lnTo>
                    <a:pt x="4824547" y="1279421"/>
                  </a:lnTo>
                  <a:lnTo>
                    <a:pt x="4828909" y="1243263"/>
                  </a:lnTo>
                  <a:lnTo>
                    <a:pt x="4833272" y="1201543"/>
                  </a:lnTo>
                  <a:lnTo>
                    <a:pt x="4837635" y="1187636"/>
                  </a:lnTo>
                  <a:lnTo>
                    <a:pt x="4841998" y="1187636"/>
                  </a:lnTo>
                  <a:lnTo>
                    <a:pt x="4846360" y="1187636"/>
                  </a:lnTo>
                  <a:lnTo>
                    <a:pt x="4850723" y="1165385"/>
                  </a:lnTo>
                  <a:lnTo>
                    <a:pt x="4855086" y="1087507"/>
                  </a:lnTo>
                  <a:lnTo>
                    <a:pt x="4859449" y="1076382"/>
                  </a:lnTo>
                  <a:lnTo>
                    <a:pt x="4863811" y="1076382"/>
                  </a:lnTo>
                  <a:lnTo>
                    <a:pt x="4868174" y="1076382"/>
                  </a:lnTo>
                  <a:lnTo>
                    <a:pt x="4872537" y="1095851"/>
                  </a:lnTo>
                  <a:lnTo>
                    <a:pt x="4876900" y="1132009"/>
                  </a:lnTo>
                  <a:lnTo>
                    <a:pt x="4881262" y="1129228"/>
                  </a:lnTo>
                  <a:lnTo>
                    <a:pt x="4885625" y="1076382"/>
                  </a:lnTo>
                  <a:lnTo>
                    <a:pt x="4889988" y="1076382"/>
                  </a:lnTo>
                  <a:lnTo>
                    <a:pt x="4894351" y="1076382"/>
                  </a:lnTo>
                  <a:lnTo>
                    <a:pt x="4898713" y="1076382"/>
                  </a:lnTo>
                  <a:lnTo>
                    <a:pt x="4903076" y="1076382"/>
                  </a:lnTo>
                  <a:lnTo>
                    <a:pt x="4907439" y="1126446"/>
                  </a:lnTo>
                  <a:lnTo>
                    <a:pt x="4911802" y="1132009"/>
                  </a:lnTo>
                  <a:lnTo>
                    <a:pt x="4916164" y="1120884"/>
                  </a:lnTo>
                  <a:lnTo>
                    <a:pt x="4920527" y="1040224"/>
                  </a:lnTo>
                  <a:lnTo>
                    <a:pt x="4924890" y="1020755"/>
                  </a:lnTo>
                  <a:lnTo>
                    <a:pt x="4929253" y="1020755"/>
                  </a:lnTo>
                  <a:lnTo>
                    <a:pt x="4933615" y="1037443"/>
                  </a:lnTo>
                  <a:lnTo>
                    <a:pt x="4937978" y="1076382"/>
                  </a:lnTo>
                  <a:lnTo>
                    <a:pt x="4942341" y="1029099"/>
                  </a:lnTo>
                  <a:lnTo>
                    <a:pt x="4946704" y="1020755"/>
                  </a:lnTo>
                  <a:lnTo>
                    <a:pt x="4951066" y="1020755"/>
                  </a:lnTo>
                  <a:lnTo>
                    <a:pt x="4955429" y="1020755"/>
                  </a:lnTo>
                  <a:lnTo>
                    <a:pt x="4959792" y="1034662"/>
                  </a:lnTo>
                  <a:lnTo>
                    <a:pt x="4964155" y="1062475"/>
                  </a:lnTo>
                  <a:lnTo>
                    <a:pt x="4968517" y="1076382"/>
                  </a:lnTo>
                  <a:lnTo>
                    <a:pt x="4972880" y="1076382"/>
                  </a:lnTo>
                  <a:lnTo>
                    <a:pt x="4977243" y="1076382"/>
                  </a:lnTo>
                  <a:lnTo>
                    <a:pt x="4981606" y="1076382"/>
                  </a:lnTo>
                  <a:lnTo>
                    <a:pt x="4985968" y="1076382"/>
                  </a:lnTo>
                  <a:lnTo>
                    <a:pt x="4990331" y="1076382"/>
                  </a:lnTo>
                  <a:lnTo>
                    <a:pt x="4994694" y="1132009"/>
                  </a:lnTo>
                  <a:lnTo>
                    <a:pt x="4999057" y="1132009"/>
                  </a:lnTo>
                  <a:lnTo>
                    <a:pt x="5003419" y="1132009"/>
                  </a:lnTo>
                  <a:lnTo>
                    <a:pt x="5007782" y="1132009"/>
                  </a:lnTo>
                  <a:lnTo>
                    <a:pt x="5012145" y="1132009"/>
                  </a:lnTo>
                  <a:lnTo>
                    <a:pt x="5016508" y="1132009"/>
                  </a:lnTo>
                  <a:lnTo>
                    <a:pt x="5020870" y="1118102"/>
                  </a:lnTo>
                  <a:lnTo>
                    <a:pt x="5025233" y="1084726"/>
                  </a:lnTo>
                  <a:lnTo>
                    <a:pt x="5029596" y="1154260"/>
                  </a:lnTo>
                  <a:lnTo>
                    <a:pt x="5033959" y="1132009"/>
                  </a:lnTo>
                  <a:lnTo>
                    <a:pt x="5038321" y="1093070"/>
                  </a:lnTo>
                  <a:lnTo>
                    <a:pt x="5042684" y="1076382"/>
                  </a:lnTo>
                  <a:lnTo>
                    <a:pt x="5047047" y="1076382"/>
                  </a:lnTo>
                  <a:lnTo>
                    <a:pt x="5051410" y="1157041"/>
                  </a:lnTo>
                  <a:lnTo>
                    <a:pt x="5055772" y="1187636"/>
                  </a:lnTo>
                  <a:lnTo>
                    <a:pt x="5060135" y="1187636"/>
                  </a:lnTo>
                  <a:lnTo>
                    <a:pt x="5064498" y="1187636"/>
                  </a:lnTo>
                  <a:lnTo>
                    <a:pt x="5068861" y="1190417"/>
                  </a:lnTo>
                  <a:lnTo>
                    <a:pt x="5073223" y="1243263"/>
                  </a:lnTo>
                  <a:lnTo>
                    <a:pt x="5077586" y="1243263"/>
                  </a:lnTo>
                  <a:lnTo>
                    <a:pt x="5081949" y="1243263"/>
                  </a:lnTo>
                  <a:lnTo>
                    <a:pt x="5086312" y="1243263"/>
                  </a:lnTo>
                  <a:lnTo>
                    <a:pt x="5090674" y="1243263"/>
                  </a:lnTo>
                  <a:lnTo>
                    <a:pt x="5095037" y="1243263"/>
                  </a:lnTo>
                  <a:lnTo>
                    <a:pt x="5099400" y="1243263"/>
                  </a:lnTo>
                  <a:lnTo>
                    <a:pt x="5103763" y="1243263"/>
                  </a:lnTo>
                  <a:lnTo>
                    <a:pt x="5108125" y="1243263"/>
                  </a:lnTo>
                  <a:lnTo>
                    <a:pt x="5112488" y="1204324"/>
                  </a:lnTo>
                  <a:lnTo>
                    <a:pt x="5116851" y="1187636"/>
                  </a:lnTo>
                  <a:lnTo>
                    <a:pt x="5121214" y="1187636"/>
                  </a:lnTo>
                  <a:lnTo>
                    <a:pt x="5125576" y="1187636"/>
                  </a:lnTo>
                  <a:lnTo>
                    <a:pt x="5129939" y="1198761"/>
                  </a:lnTo>
                  <a:lnTo>
                    <a:pt x="5134302" y="1243263"/>
                  </a:lnTo>
                  <a:lnTo>
                    <a:pt x="5138665" y="1251607"/>
                  </a:lnTo>
                  <a:lnTo>
                    <a:pt x="5143027" y="1276639"/>
                  </a:lnTo>
                  <a:lnTo>
                    <a:pt x="5147390" y="1279420"/>
                  </a:lnTo>
                  <a:lnTo>
                    <a:pt x="5151753" y="1298890"/>
                  </a:lnTo>
                  <a:lnTo>
                    <a:pt x="5156116" y="1298890"/>
                  </a:lnTo>
                  <a:lnTo>
                    <a:pt x="5160478" y="1262732"/>
                  </a:lnTo>
                  <a:lnTo>
                    <a:pt x="5164841" y="1243263"/>
                  </a:lnTo>
                  <a:lnTo>
                    <a:pt x="5169204" y="1243263"/>
                  </a:lnTo>
                  <a:lnTo>
                    <a:pt x="5173567" y="1243263"/>
                  </a:lnTo>
                  <a:lnTo>
                    <a:pt x="5177929" y="1243263"/>
                  </a:lnTo>
                  <a:lnTo>
                    <a:pt x="5182292" y="1243263"/>
                  </a:lnTo>
                  <a:lnTo>
                    <a:pt x="5186655" y="1221012"/>
                  </a:lnTo>
                  <a:lnTo>
                    <a:pt x="5191018" y="1187636"/>
                  </a:lnTo>
                  <a:lnTo>
                    <a:pt x="5195380" y="1187636"/>
                  </a:lnTo>
                  <a:lnTo>
                    <a:pt x="5199743" y="1187636"/>
                  </a:lnTo>
                  <a:lnTo>
                    <a:pt x="5204106" y="1132009"/>
                  </a:lnTo>
                  <a:lnTo>
                    <a:pt x="5208469" y="1090289"/>
                  </a:lnTo>
                  <a:lnTo>
                    <a:pt x="5212831" y="1073601"/>
                  </a:lnTo>
                  <a:lnTo>
                    <a:pt x="5217194" y="1020755"/>
                  </a:lnTo>
                  <a:lnTo>
                    <a:pt x="5221557" y="1056913"/>
                  </a:lnTo>
                  <a:lnTo>
                    <a:pt x="5225920" y="1076382"/>
                  </a:lnTo>
                  <a:lnTo>
                    <a:pt x="5230282" y="1076382"/>
                  </a:lnTo>
                  <a:lnTo>
                    <a:pt x="5234645" y="1076382"/>
                  </a:lnTo>
                  <a:lnTo>
                    <a:pt x="5239008" y="1076382"/>
                  </a:lnTo>
                  <a:lnTo>
                    <a:pt x="5243371" y="1076382"/>
                  </a:lnTo>
                  <a:lnTo>
                    <a:pt x="5247733" y="1076382"/>
                  </a:lnTo>
                  <a:lnTo>
                    <a:pt x="5252096" y="1095851"/>
                  </a:lnTo>
                  <a:lnTo>
                    <a:pt x="5256459" y="1132009"/>
                  </a:lnTo>
                  <a:lnTo>
                    <a:pt x="5260822" y="1132009"/>
                  </a:lnTo>
                  <a:lnTo>
                    <a:pt x="5265184" y="1132009"/>
                  </a:lnTo>
                  <a:lnTo>
                    <a:pt x="5269547" y="1165385"/>
                  </a:lnTo>
                  <a:lnTo>
                    <a:pt x="5273910" y="1187636"/>
                  </a:lnTo>
                  <a:lnTo>
                    <a:pt x="5278273" y="1168166"/>
                  </a:lnTo>
                  <a:lnTo>
                    <a:pt x="5282635" y="1132009"/>
                  </a:lnTo>
                  <a:lnTo>
                    <a:pt x="5286998" y="1059694"/>
                  </a:lnTo>
                  <a:lnTo>
                    <a:pt x="5291361" y="1020755"/>
                  </a:lnTo>
                  <a:lnTo>
                    <a:pt x="5295724" y="1040224"/>
                  </a:lnTo>
                  <a:lnTo>
                    <a:pt x="5300086" y="1026318"/>
                  </a:lnTo>
                  <a:lnTo>
                    <a:pt x="5304449" y="1020755"/>
                  </a:lnTo>
                  <a:lnTo>
                    <a:pt x="5308812" y="1020755"/>
                  </a:lnTo>
                  <a:lnTo>
                    <a:pt x="5313175" y="1073601"/>
                  </a:lnTo>
                  <a:lnTo>
                    <a:pt x="5317537" y="1115321"/>
                  </a:lnTo>
                  <a:lnTo>
                    <a:pt x="5321900" y="1054131"/>
                  </a:lnTo>
                  <a:lnTo>
                    <a:pt x="5326263" y="1076382"/>
                  </a:lnTo>
                  <a:lnTo>
                    <a:pt x="5330626" y="1048568"/>
                  </a:lnTo>
                  <a:lnTo>
                    <a:pt x="5334988" y="1020755"/>
                  </a:lnTo>
                  <a:lnTo>
                    <a:pt x="5339351" y="1020755"/>
                  </a:lnTo>
                  <a:lnTo>
                    <a:pt x="5343714" y="990160"/>
                  </a:lnTo>
                  <a:lnTo>
                    <a:pt x="5348077" y="965128"/>
                  </a:lnTo>
                  <a:lnTo>
                    <a:pt x="5352439" y="909501"/>
                  </a:lnTo>
                  <a:lnTo>
                    <a:pt x="5356802" y="909501"/>
                  </a:lnTo>
                  <a:lnTo>
                    <a:pt x="5361165" y="909501"/>
                  </a:lnTo>
                  <a:lnTo>
                    <a:pt x="5365528" y="909501"/>
                  </a:lnTo>
                  <a:lnTo>
                    <a:pt x="5369890" y="909501"/>
                  </a:lnTo>
                  <a:lnTo>
                    <a:pt x="5374253" y="873343"/>
                  </a:lnTo>
                  <a:lnTo>
                    <a:pt x="5378616" y="848311"/>
                  </a:lnTo>
                  <a:lnTo>
                    <a:pt x="5382979" y="742620"/>
                  </a:lnTo>
                  <a:lnTo>
                    <a:pt x="5387341" y="759308"/>
                  </a:lnTo>
                  <a:lnTo>
                    <a:pt x="5391704" y="745401"/>
                  </a:lnTo>
                  <a:lnTo>
                    <a:pt x="5396067" y="809372"/>
                  </a:lnTo>
                  <a:lnTo>
                    <a:pt x="5400430" y="853874"/>
                  </a:lnTo>
                  <a:lnTo>
                    <a:pt x="5404792" y="853874"/>
                  </a:lnTo>
                  <a:lnTo>
                    <a:pt x="5409155" y="901157"/>
                  </a:lnTo>
                  <a:lnTo>
                    <a:pt x="5413518" y="892813"/>
                  </a:lnTo>
                  <a:lnTo>
                    <a:pt x="5417881" y="795465"/>
                  </a:lnTo>
                  <a:lnTo>
                    <a:pt x="5422243" y="742620"/>
                  </a:lnTo>
                  <a:lnTo>
                    <a:pt x="5426606" y="742620"/>
                  </a:lnTo>
                  <a:lnTo>
                    <a:pt x="5430969" y="778777"/>
                  </a:lnTo>
                  <a:lnTo>
                    <a:pt x="5435332" y="695337"/>
                  </a:lnTo>
                  <a:lnTo>
                    <a:pt x="5439694" y="600771"/>
                  </a:lnTo>
                  <a:lnTo>
                    <a:pt x="5444057" y="625803"/>
                  </a:lnTo>
                  <a:lnTo>
                    <a:pt x="5448420" y="575739"/>
                  </a:lnTo>
                  <a:lnTo>
                    <a:pt x="5452783" y="603552"/>
                  </a:lnTo>
                  <a:lnTo>
                    <a:pt x="5457145" y="631366"/>
                  </a:lnTo>
                  <a:lnTo>
                    <a:pt x="5461508" y="661961"/>
                  </a:lnTo>
                  <a:lnTo>
                    <a:pt x="5465871" y="631366"/>
                  </a:lnTo>
                  <a:lnTo>
                    <a:pt x="5470234" y="623022"/>
                  </a:lnTo>
                  <a:lnTo>
                    <a:pt x="5474596" y="559051"/>
                  </a:lnTo>
                  <a:lnTo>
                    <a:pt x="5478959" y="520112"/>
                  </a:lnTo>
                  <a:lnTo>
                    <a:pt x="5483322" y="517330"/>
                  </a:lnTo>
                  <a:lnTo>
                    <a:pt x="5487685" y="472829"/>
                  </a:lnTo>
                  <a:lnTo>
                    <a:pt x="5492047" y="559051"/>
                  </a:lnTo>
                  <a:lnTo>
                    <a:pt x="5496410" y="520112"/>
                  </a:lnTo>
                  <a:lnTo>
                    <a:pt x="5500773" y="570176"/>
                  </a:lnTo>
                  <a:lnTo>
                    <a:pt x="5505136" y="528456"/>
                  </a:lnTo>
                  <a:lnTo>
                    <a:pt x="5509498" y="520112"/>
                  </a:lnTo>
                  <a:lnTo>
                    <a:pt x="5513861" y="520112"/>
                  </a:lnTo>
                  <a:lnTo>
                    <a:pt x="5518224" y="520112"/>
                  </a:lnTo>
                  <a:lnTo>
                    <a:pt x="5522587" y="534019"/>
                  </a:lnTo>
                  <a:lnTo>
                    <a:pt x="5526949" y="606334"/>
                  </a:lnTo>
                  <a:lnTo>
                    <a:pt x="5531312" y="631366"/>
                  </a:lnTo>
                  <a:lnTo>
                    <a:pt x="5535675" y="631366"/>
                  </a:lnTo>
                  <a:lnTo>
                    <a:pt x="5540038" y="648054"/>
                  </a:lnTo>
                  <a:lnTo>
                    <a:pt x="5544400" y="717588"/>
                  </a:lnTo>
                  <a:lnTo>
                    <a:pt x="5548763" y="798247"/>
                  </a:lnTo>
                  <a:lnTo>
                    <a:pt x="5553126" y="801028"/>
                  </a:lnTo>
                  <a:lnTo>
                    <a:pt x="5557489" y="853874"/>
                  </a:lnTo>
                  <a:lnTo>
                    <a:pt x="5561851" y="853874"/>
                  </a:lnTo>
                  <a:lnTo>
                    <a:pt x="5566214" y="853874"/>
                  </a:lnTo>
                  <a:lnTo>
                    <a:pt x="5570577" y="873343"/>
                  </a:lnTo>
                  <a:lnTo>
                    <a:pt x="5574940" y="892813"/>
                  </a:lnTo>
                  <a:lnTo>
                    <a:pt x="5579302" y="859437"/>
                  </a:lnTo>
                  <a:lnTo>
                    <a:pt x="5583665" y="923408"/>
                  </a:lnTo>
                  <a:lnTo>
                    <a:pt x="5588028" y="965128"/>
                  </a:lnTo>
                  <a:lnTo>
                    <a:pt x="5592391" y="998504"/>
                  </a:lnTo>
                  <a:lnTo>
                    <a:pt x="5596753" y="1068038"/>
                  </a:lnTo>
                  <a:lnTo>
                    <a:pt x="5601116" y="1087507"/>
                  </a:lnTo>
                  <a:lnTo>
                    <a:pt x="5605479" y="1132009"/>
                  </a:lnTo>
                  <a:lnTo>
                    <a:pt x="5609842" y="1118102"/>
                  </a:lnTo>
                  <a:lnTo>
                    <a:pt x="5614204" y="1120883"/>
                  </a:lnTo>
                  <a:lnTo>
                    <a:pt x="5618567" y="1115321"/>
                  </a:lnTo>
                  <a:lnTo>
                    <a:pt x="5622930" y="1048568"/>
                  </a:lnTo>
                  <a:lnTo>
                    <a:pt x="5627293" y="987379"/>
                  </a:lnTo>
                  <a:lnTo>
                    <a:pt x="5631655" y="965128"/>
                  </a:lnTo>
                  <a:lnTo>
                    <a:pt x="5636018" y="984597"/>
                  </a:lnTo>
                  <a:lnTo>
                    <a:pt x="5640381" y="1020755"/>
                  </a:lnTo>
                  <a:lnTo>
                    <a:pt x="5644744" y="1020755"/>
                  </a:lnTo>
                  <a:lnTo>
                    <a:pt x="5649106" y="1006848"/>
                  </a:lnTo>
                  <a:lnTo>
                    <a:pt x="5653469" y="992941"/>
                  </a:lnTo>
                  <a:lnTo>
                    <a:pt x="5657832" y="1020755"/>
                  </a:lnTo>
                  <a:lnTo>
                    <a:pt x="5662195" y="981816"/>
                  </a:lnTo>
                  <a:lnTo>
                    <a:pt x="5666557" y="920626"/>
                  </a:lnTo>
                  <a:lnTo>
                    <a:pt x="5670920" y="909501"/>
                  </a:lnTo>
                  <a:lnTo>
                    <a:pt x="5675283" y="859437"/>
                  </a:lnTo>
                  <a:lnTo>
                    <a:pt x="5679646" y="853874"/>
                  </a:lnTo>
                  <a:lnTo>
                    <a:pt x="5684008" y="867781"/>
                  </a:lnTo>
                  <a:lnTo>
                    <a:pt x="5688371" y="892813"/>
                  </a:lnTo>
                  <a:lnTo>
                    <a:pt x="5692734" y="814935"/>
                  </a:lnTo>
                  <a:lnTo>
                    <a:pt x="5697097" y="756527"/>
                  </a:lnTo>
                  <a:lnTo>
                    <a:pt x="5701459" y="742620"/>
                  </a:lnTo>
                  <a:lnTo>
                    <a:pt x="5705822" y="742620"/>
                  </a:lnTo>
                  <a:lnTo>
                    <a:pt x="5710185" y="689774"/>
                  </a:lnTo>
                  <a:lnTo>
                    <a:pt x="5714548" y="686993"/>
                  </a:lnTo>
                  <a:lnTo>
                    <a:pt x="5718910" y="698118"/>
                  </a:lnTo>
                  <a:lnTo>
                    <a:pt x="5723273" y="742620"/>
                  </a:lnTo>
                  <a:lnTo>
                    <a:pt x="5727636" y="756527"/>
                  </a:lnTo>
                  <a:lnTo>
                    <a:pt x="5731999" y="823279"/>
                  </a:lnTo>
                  <a:lnTo>
                    <a:pt x="5736361" y="884469"/>
                  </a:lnTo>
                  <a:lnTo>
                    <a:pt x="5740724" y="909501"/>
                  </a:lnTo>
                  <a:lnTo>
                    <a:pt x="5745087" y="909501"/>
                  </a:lnTo>
                  <a:lnTo>
                    <a:pt x="5749450" y="898375"/>
                  </a:lnTo>
                  <a:lnTo>
                    <a:pt x="5753812" y="853874"/>
                  </a:lnTo>
                  <a:lnTo>
                    <a:pt x="5758175" y="876125"/>
                  </a:lnTo>
                  <a:lnTo>
                    <a:pt x="5762538" y="940096"/>
                  </a:lnTo>
                  <a:lnTo>
                    <a:pt x="5766901" y="965128"/>
                  </a:lnTo>
                  <a:lnTo>
                    <a:pt x="5771263" y="1001285"/>
                  </a:lnTo>
                  <a:lnTo>
                    <a:pt x="5775626" y="1062475"/>
                  </a:lnTo>
                  <a:lnTo>
                    <a:pt x="5779989" y="1059694"/>
                  </a:lnTo>
                  <a:lnTo>
                    <a:pt x="5784352" y="1068038"/>
                  </a:lnTo>
                  <a:lnTo>
                    <a:pt x="5788714" y="1029099"/>
                  </a:lnTo>
                  <a:lnTo>
                    <a:pt x="5793077" y="1020755"/>
                  </a:lnTo>
                  <a:lnTo>
                    <a:pt x="5797440" y="1034662"/>
                  </a:lnTo>
                  <a:lnTo>
                    <a:pt x="5801803" y="1112539"/>
                  </a:lnTo>
                  <a:lnTo>
                    <a:pt x="5806165" y="1120883"/>
                  </a:lnTo>
                  <a:lnTo>
                    <a:pt x="5810528" y="1132009"/>
                  </a:lnTo>
                  <a:lnTo>
                    <a:pt x="5814891" y="1132009"/>
                  </a:lnTo>
                  <a:lnTo>
                    <a:pt x="5819254" y="1182073"/>
                  </a:lnTo>
                  <a:lnTo>
                    <a:pt x="5823616" y="1187636"/>
                  </a:lnTo>
                  <a:lnTo>
                    <a:pt x="5827979" y="1170948"/>
                  </a:lnTo>
                  <a:lnTo>
                    <a:pt x="5832342" y="1132009"/>
                  </a:lnTo>
                  <a:lnTo>
                    <a:pt x="5836705" y="1087507"/>
                  </a:lnTo>
                  <a:lnTo>
                    <a:pt x="5841067" y="1034662"/>
                  </a:lnTo>
                  <a:lnTo>
                    <a:pt x="5845430" y="1020755"/>
                  </a:lnTo>
                  <a:lnTo>
                    <a:pt x="5849793" y="1020755"/>
                  </a:lnTo>
                  <a:lnTo>
                    <a:pt x="5854156" y="1006848"/>
                  </a:lnTo>
                  <a:lnTo>
                    <a:pt x="5858518" y="973472"/>
                  </a:lnTo>
                  <a:lnTo>
                    <a:pt x="5862881" y="981816"/>
                  </a:lnTo>
                  <a:lnTo>
                    <a:pt x="5867244" y="909501"/>
                  </a:lnTo>
                  <a:lnTo>
                    <a:pt x="5871607" y="909501"/>
                  </a:lnTo>
                  <a:lnTo>
                    <a:pt x="5875969" y="909501"/>
                  </a:lnTo>
                  <a:lnTo>
                    <a:pt x="5880332" y="909501"/>
                  </a:lnTo>
                  <a:lnTo>
                    <a:pt x="5884695" y="909501"/>
                  </a:lnTo>
                  <a:lnTo>
                    <a:pt x="5889057" y="923408"/>
                  </a:lnTo>
                  <a:lnTo>
                    <a:pt x="5893420" y="965128"/>
                  </a:lnTo>
                  <a:lnTo>
                    <a:pt x="5897783" y="1009630"/>
                  </a:lnTo>
                  <a:lnTo>
                    <a:pt x="5902146" y="1020755"/>
                  </a:lnTo>
                  <a:lnTo>
                    <a:pt x="5906508" y="1020755"/>
                  </a:lnTo>
                  <a:lnTo>
                    <a:pt x="5910871" y="992941"/>
                  </a:lnTo>
                  <a:lnTo>
                    <a:pt x="5915234" y="1012411"/>
                  </a:lnTo>
                  <a:lnTo>
                    <a:pt x="5919597" y="1020755"/>
                  </a:lnTo>
                  <a:lnTo>
                    <a:pt x="5923959" y="1020755"/>
                  </a:lnTo>
                  <a:lnTo>
                    <a:pt x="5928322" y="992941"/>
                  </a:lnTo>
                  <a:lnTo>
                    <a:pt x="5932685" y="965128"/>
                  </a:lnTo>
                  <a:lnTo>
                    <a:pt x="5937048" y="979035"/>
                  </a:lnTo>
                  <a:lnTo>
                    <a:pt x="5941410" y="1020755"/>
                  </a:lnTo>
                  <a:lnTo>
                    <a:pt x="5945773" y="1059694"/>
                  </a:lnTo>
                  <a:lnTo>
                    <a:pt x="5950136" y="1006848"/>
                  </a:lnTo>
                  <a:lnTo>
                    <a:pt x="5954499" y="984597"/>
                  </a:lnTo>
                  <a:lnTo>
                    <a:pt x="5958861" y="965128"/>
                  </a:lnTo>
                  <a:lnTo>
                    <a:pt x="5963224" y="976253"/>
                  </a:lnTo>
                  <a:lnTo>
                    <a:pt x="5967587" y="1020755"/>
                  </a:lnTo>
                  <a:lnTo>
                    <a:pt x="5971950" y="1054131"/>
                  </a:lnTo>
                  <a:lnTo>
                    <a:pt x="5976312" y="1132009"/>
                  </a:lnTo>
                  <a:lnTo>
                    <a:pt x="5980675" y="1132009"/>
                  </a:lnTo>
                  <a:lnTo>
                    <a:pt x="5985038" y="1132009"/>
                  </a:lnTo>
                  <a:lnTo>
                    <a:pt x="5989401" y="1132009"/>
                  </a:lnTo>
                  <a:lnTo>
                    <a:pt x="5993763" y="1132009"/>
                  </a:lnTo>
                  <a:lnTo>
                    <a:pt x="5998126" y="1132009"/>
                  </a:lnTo>
                  <a:lnTo>
                    <a:pt x="6002489" y="1132009"/>
                  </a:lnTo>
                  <a:lnTo>
                    <a:pt x="6006852" y="1132009"/>
                  </a:lnTo>
                  <a:lnTo>
                    <a:pt x="6011214" y="1093070"/>
                  </a:lnTo>
                  <a:lnTo>
                    <a:pt x="6015577" y="1051350"/>
                  </a:lnTo>
                  <a:lnTo>
                    <a:pt x="6019940" y="1045787"/>
                  </a:lnTo>
                  <a:lnTo>
                    <a:pt x="6024303" y="1076382"/>
                  </a:lnTo>
                  <a:lnTo>
                    <a:pt x="6028665" y="1076382"/>
                  </a:lnTo>
                  <a:lnTo>
                    <a:pt x="6033028" y="1076382"/>
                  </a:lnTo>
                  <a:lnTo>
                    <a:pt x="6037391" y="1101414"/>
                  </a:lnTo>
                  <a:lnTo>
                    <a:pt x="6041754" y="1109758"/>
                  </a:lnTo>
                  <a:lnTo>
                    <a:pt x="6046116" y="1076382"/>
                  </a:lnTo>
                  <a:lnTo>
                    <a:pt x="6050479" y="1076382"/>
                  </a:lnTo>
                  <a:lnTo>
                    <a:pt x="6054842" y="1070819"/>
                  </a:lnTo>
                  <a:lnTo>
                    <a:pt x="6059205" y="1106977"/>
                  </a:lnTo>
                  <a:lnTo>
                    <a:pt x="6063567" y="1098633"/>
                  </a:lnTo>
                  <a:lnTo>
                    <a:pt x="6067930" y="1076382"/>
                  </a:lnTo>
                  <a:lnTo>
                    <a:pt x="6072293" y="1076382"/>
                  </a:lnTo>
                  <a:lnTo>
                    <a:pt x="6076656" y="1023536"/>
                  </a:lnTo>
                  <a:lnTo>
                    <a:pt x="6081018" y="998504"/>
                  </a:lnTo>
                  <a:lnTo>
                    <a:pt x="6085381" y="965128"/>
                  </a:lnTo>
                  <a:lnTo>
                    <a:pt x="6089744" y="965128"/>
                  </a:lnTo>
                  <a:lnTo>
                    <a:pt x="6094107" y="965128"/>
                  </a:lnTo>
                  <a:lnTo>
                    <a:pt x="6098469" y="965128"/>
                  </a:lnTo>
                  <a:lnTo>
                    <a:pt x="6102832" y="965128"/>
                  </a:lnTo>
                  <a:lnTo>
                    <a:pt x="6107195" y="931752"/>
                  </a:lnTo>
                  <a:lnTo>
                    <a:pt x="6111558" y="909501"/>
                  </a:lnTo>
                  <a:lnTo>
                    <a:pt x="6115920" y="909501"/>
                  </a:lnTo>
                  <a:lnTo>
                    <a:pt x="6120283" y="945658"/>
                  </a:lnTo>
                  <a:lnTo>
                    <a:pt x="6124646" y="987379"/>
                  </a:lnTo>
                  <a:lnTo>
                    <a:pt x="6129009" y="1020755"/>
                  </a:lnTo>
                  <a:lnTo>
                    <a:pt x="6133371" y="1020755"/>
                  </a:lnTo>
                  <a:lnTo>
                    <a:pt x="6137734" y="1020755"/>
                  </a:lnTo>
                  <a:lnTo>
                    <a:pt x="6142097" y="1015192"/>
                  </a:lnTo>
                  <a:lnTo>
                    <a:pt x="6146460" y="965128"/>
                  </a:lnTo>
                  <a:lnTo>
                    <a:pt x="6150822" y="984597"/>
                  </a:lnTo>
                  <a:lnTo>
                    <a:pt x="6155185" y="1020755"/>
                  </a:lnTo>
                  <a:lnTo>
                    <a:pt x="6159548" y="965128"/>
                  </a:lnTo>
                  <a:lnTo>
                    <a:pt x="6163911" y="967909"/>
                  </a:lnTo>
                  <a:lnTo>
                    <a:pt x="6168273" y="931752"/>
                  </a:lnTo>
                  <a:lnTo>
                    <a:pt x="6172636" y="917845"/>
                  </a:lnTo>
                  <a:lnTo>
                    <a:pt x="6176999" y="903938"/>
                  </a:lnTo>
                  <a:lnTo>
                    <a:pt x="6181362" y="853874"/>
                  </a:lnTo>
                  <a:lnTo>
                    <a:pt x="6185724" y="903938"/>
                  </a:lnTo>
                  <a:lnTo>
                    <a:pt x="6190087" y="848311"/>
                  </a:lnTo>
                  <a:lnTo>
                    <a:pt x="6194450" y="853874"/>
                  </a:lnTo>
                  <a:lnTo>
                    <a:pt x="6198813" y="853874"/>
                  </a:lnTo>
                  <a:lnTo>
                    <a:pt x="6203175" y="853874"/>
                  </a:lnTo>
                  <a:lnTo>
                    <a:pt x="6207538" y="820498"/>
                  </a:lnTo>
                  <a:lnTo>
                    <a:pt x="6211901" y="748183"/>
                  </a:lnTo>
                  <a:lnTo>
                    <a:pt x="6216264" y="759308"/>
                  </a:lnTo>
                  <a:lnTo>
                    <a:pt x="6220626" y="720369"/>
                  </a:lnTo>
                  <a:lnTo>
                    <a:pt x="6224989" y="678649"/>
                  </a:lnTo>
                  <a:lnTo>
                    <a:pt x="6229352" y="631366"/>
                  </a:lnTo>
                  <a:lnTo>
                    <a:pt x="6233715" y="631366"/>
                  </a:lnTo>
                  <a:lnTo>
                    <a:pt x="6238077" y="614678"/>
                  </a:lnTo>
                  <a:lnTo>
                    <a:pt x="6242440" y="575739"/>
                  </a:lnTo>
                  <a:lnTo>
                    <a:pt x="6246803" y="575739"/>
                  </a:lnTo>
                  <a:lnTo>
                    <a:pt x="6251166" y="578520"/>
                  </a:lnTo>
                  <a:lnTo>
                    <a:pt x="6255528" y="631366"/>
                  </a:lnTo>
                  <a:lnTo>
                    <a:pt x="6259891" y="597990"/>
                  </a:lnTo>
                  <a:lnTo>
                    <a:pt x="6264254" y="575739"/>
                  </a:lnTo>
                  <a:lnTo>
                    <a:pt x="6268617" y="623022"/>
                  </a:lnTo>
                  <a:lnTo>
                    <a:pt x="6272979" y="575739"/>
                  </a:lnTo>
                  <a:lnTo>
                    <a:pt x="6277342" y="617459"/>
                  </a:lnTo>
                  <a:lnTo>
                    <a:pt x="6281705" y="670305"/>
                  </a:lnTo>
                  <a:lnTo>
                    <a:pt x="6286068" y="673086"/>
                  </a:lnTo>
                  <a:lnTo>
                    <a:pt x="6290430" y="634147"/>
                  </a:lnTo>
                  <a:lnTo>
                    <a:pt x="6294793" y="564613"/>
                  </a:lnTo>
                  <a:lnTo>
                    <a:pt x="6299156" y="595208"/>
                  </a:lnTo>
                  <a:lnTo>
                    <a:pt x="6303519" y="595209"/>
                  </a:lnTo>
                  <a:lnTo>
                    <a:pt x="6307881" y="575739"/>
                  </a:lnTo>
                  <a:lnTo>
                    <a:pt x="6312244" y="575739"/>
                  </a:lnTo>
                  <a:lnTo>
                    <a:pt x="6316607" y="606334"/>
                  </a:lnTo>
                  <a:lnTo>
                    <a:pt x="6320970" y="678649"/>
                  </a:lnTo>
                  <a:lnTo>
                    <a:pt x="6325332" y="698118"/>
                  </a:lnTo>
                  <a:lnTo>
                    <a:pt x="6329695" y="762089"/>
                  </a:lnTo>
                  <a:lnTo>
                    <a:pt x="6334058" y="803809"/>
                  </a:lnTo>
                  <a:lnTo>
                    <a:pt x="6338421" y="853874"/>
                  </a:lnTo>
                  <a:lnTo>
                    <a:pt x="6342783" y="853874"/>
                  </a:lnTo>
                  <a:lnTo>
                    <a:pt x="6347146" y="867781"/>
                  </a:lnTo>
                  <a:lnTo>
                    <a:pt x="6351509" y="909501"/>
                  </a:lnTo>
                  <a:lnTo>
                    <a:pt x="6355872" y="884469"/>
                  </a:lnTo>
                  <a:lnTo>
                    <a:pt x="6360234" y="853874"/>
                  </a:lnTo>
                  <a:lnTo>
                    <a:pt x="6364597" y="853874"/>
                  </a:lnTo>
                  <a:lnTo>
                    <a:pt x="6368960" y="884469"/>
                  </a:lnTo>
                  <a:lnTo>
                    <a:pt x="6373323" y="909501"/>
                  </a:lnTo>
                  <a:lnTo>
                    <a:pt x="6377685" y="912282"/>
                  </a:lnTo>
                  <a:lnTo>
                    <a:pt x="6382048" y="901157"/>
                  </a:lnTo>
                  <a:lnTo>
                    <a:pt x="6386411" y="906719"/>
                  </a:lnTo>
                  <a:lnTo>
                    <a:pt x="6390774" y="923408"/>
                  </a:lnTo>
                  <a:lnTo>
                    <a:pt x="6395136" y="976253"/>
                  </a:lnTo>
                  <a:lnTo>
                    <a:pt x="6399499" y="1070819"/>
                  </a:lnTo>
                  <a:lnTo>
                    <a:pt x="6403862" y="1137572"/>
                  </a:lnTo>
                  <a:lnTo>
                    <a:pt x="6408225" y="1187636"/>
                  </a:lnTo>
                  <a:lnTo>
                    <a:pt x="6412587" y="1170948"/>
                  </a:lnTo>
                  <a:lnTo>
                    <a:pt x="6416950" y="1179292"/>
                  </a:lnTo>
                  <a:lnTo>
                    <a:pt x="6421313" y="1112540"/>
                  </a:lnTo>
                  <a:lnTo>
                    <a:pt x="6425676" y="1068038"/>
                  </a:lnTo>
                  <a:lnTo>
                    <a:pt x="6430038" y="1020755"/>
                  </a:lnTo>
                  <a:lnTo>
                    <a:pt x="6434401" y="1020755"/>
                  </a:lnTo>
                  <a:lnTo>
                    <a:pt x="6438764" y="1020755"/>
                  </a:lnTo>
                  <a:lnTo>
                    <a:pt x="6443127" y="1020755"/>
                  </a:lnTo>
                  <a:lnTo>
                    <a:pt x="6447489" y="1020755"/>
                  </a:lnTo>
                  <a:lnTo>
                    <a:pt x="6451852" y="1020755"/>
                  </a:lnTo>
                  <a:lnTo>
                    <a:pt x="6456215" y="973472"/>
                  </a:lnTo>
                  <a:lnTo>
                    <a:pt x="6460578" y="965128"/>
                  </a:lnTo>
                  <a:lnTo>
                    <a:pt x="6464940" y="984597"/>
                  </a:lnTo>
                  <a:lnTo>
                    <a:pt x="6469303" y="965128"/>
                  </a:lnTo>
                  <a:lnTo>
                    <a:pt x="6473666" y="965128"/>
                  </a:lnTo>
                  <a:lnTo>
                    <a:pt x="6478029" y="965128"/>
                  </a:lnTo>
                  <a:lnTo>
                    <a:pt x="6482391" y="965128"/>
                  </a:lnTo>
                  <a:lnTo>
                    <a:pt x="6486754" y="934533"/>
                  </a:lnTo>
                  <a:lnTo>
                    <a:pt x="6491117" y="912282"/>
                  </a:lnTo>
                  <a:lnTo>
                    <a:pt x="6495480" y="965128"/>
                  </a:lnTo>
                  <a:lnTo>
                    <a:pt x="6499842" y="965128"/>
                  </a:lnTo>
                  <a:lnTo>
                    <a:pt x="6504205" y="965128"/>
                  </a:lnTo>
                  <a:lnTo>
                    <a:pt x="6508568" y="965128"/>
                  </a:lnTo>
                  <a:lnTo>
                    <a:pt x="6512931" y="920626"/>
                  </a:lnTo>
                  <a:lnTo>
                    <a:pt x="6517293" y="873343"/>
                  </a:lnTo>
                  <a:lnTo>
                    <a:pt x="6521656" y="901157"/>
                  </a:lnTo>
                  <a:lnTo>
                    <a:pt x="6526019" y="915064"/>
                  </a:lnTo>
                  <a:lnTo>
                    <a:pt x="6530382" y="917845"/>
                  </a:lnTo>
                  <a:lnTo>
                    <a:pt x="6534744" y="915064"/>
                  </a:lnTo>
                  <a:lnTo>
                    <a:pt x="6539107" y="965128"/>
                  </a:lnTo>
                  <a:lnTo>
                    <a:pt x="6543470" y="965128"/>
                  </a:lnTo>
                  <a:lnTo>
                    <a:pt x="6547833" y="965128"/>
                  </a:lnTo>
                  <a:lnTo>
                    <a:pt x="6552195" y="917845"/>
                  </a:lnTo>
                  <a:lnTo>
                    <a:pt x="6556558" y="909501"/>
                  </a:lnTo>
                  <a:lnTo>
                    <a:pt x="6560921" y="909501"/>
                  </a:lnTo>
                  <a:lnTo>
                    <a:pt x="6565284" y="954002"/>
                  </a:lnTo>
                  <a:lnTo>
                    <a:pt x="6569646" y="931752"/>
                  </a:lnTo>
                  <a:lnTo>
                    <a:pt x="6574009" y="909501"/>
                  </a:lnTo>
                  <a:lnTo>
                    <a:pt x="6578372" y="965128"/>
                  </a:lnTo>
                  <a:lnTo>
                    <a:pt x="6582735" y="965128"/>
                  </a:lnTo>
                  <a:lnTo>
                    <a:pt x="6587097" y="965128"/>
                  </a:lnTo>
                  <a:lnTo>
                    <a:pt x="6591460" y="965128"/>
                  </a:lnTo>
                  <a:lnTo>
                    <a:pt x="6595823" y="990160"/>
                  </a:lnTo>
                  <a:lnTo>
                    <a:pt x="6600186" y="1076382"/>
                  </a:lnTo>
                  <a:lnTo>
                    <a:pt x="6604548" y="1076382"/>
                  </a:lnTo>
                  <a:lnTo>
                    <a:pt x="6608911" y="1076382"/>
                  </a:lnTo>
                  <a:lnTo>
                    <a:pt x="6613274" y="1034662"/>
                  </a:lnTo>
                  <a:lnTo>
                    <a:pt x="6617637" y="1020755"/>
                  </a:lnTo>
                  <a:lnTo>
                    <a:pt x="6621999" y="1062475"/>
                  </a:lnTo>
                  <a:lnTo>
                    <a:pt x="6626362" y="1056913"/>
                  </a:lnTo>
                  <a:lnTo>
                    <a:pt x="6630725" y="1076382"/>
                  </a:lnTo>
                  <a:lnTo>
                    <a:pt x="6635088" y="1076382"/>
                  </a:lnTo>
                  <a:lnTo>
                    <a:pt x="6639450" y="1134790"/>
                  </a:lnTo>
                  <a:lnTo>
                    <a:pt x="6643813" y="1187636"/>
                  </a:lnTo>
                  <a:lnTo>
                    <a:pt x="6648176" y="1187636"/>
                  </a:lnTo>
                  <a:lnTo>
                    <a:pt x="6652539" y="1187636"/>
                  </a:lnTo>
                  <a:lnTo>
                    <a:pt x="6656901" y="1187636"/>
                  </a:lnTo>
                  <a:lnTo>
                    <a:pt x="6661264" y="1232138"/>
                  </a:lnTo>
                  <a:lnTo>
                    <a:pt x="6665627" y="1243263"/>
                  </a:lnTo>
                  <a:lnTo>
                    <a:pt x="6669990" y="1243263"/>
                  </a:lnTo>
                  <a:lnTo>
                    <a:pt x="6674352" y="1229356"/>
                  </a:lnTo>
                  <a:lnTo>
                    <a:pt x="6678715" y="1190417"/>
                  </a:lnTo>
                  <a:lnTo>
                    <a:pt x="6683078" y="1148697"/>
                  </a:lnTo>
                  <a:lnTo>
                    <a:pt x="6687441" y="1093070"/>
                  </a:lnTo>
                  <a:lnTo>
                    <a:pt x="6691803" y="1034662"/>
                  </a:lnTo>
                  <a:lnTo>
                    <a:pt x="6696166" y="1020755"/>
                  </a:lnTo>
                  <a:lnTo>
                    <a:pt x="6700529" y="970691"/>
                  </a:lnTo>
                  <a:lnTo>
                    <a:pt x="6704892" y="965128"/>
                  </a:lnTo>
                  <a:lnTo>
                    <a:pt x="6709254" y="965128"/>
                  </a:lnTo>
                  <a:lnTo>
                    <a:pt x="6713617" y="965128"/>
                  </a:lnTo>
                  <a:lnTo>
                    <a:pt x="6717980" y="965128"/>
                  </a:lnTo>
                  <a:lnTo>
                    <a:pt x="6722343" y="1004067"/>
                  </a:lnTo>
                  <a:lnTo>
                    <a:pt x="6726705" y="1020755"/>
                  </a:lnTo>
                  <a:lnTo>
                    <a:pt x="6731068" y="1020755"/>
                  </a:lnTo>
                  <a:lnTo>
                    <a:pt x="6735431" y="1070819"/>
                  </a:lnTo>
                  <a:lnTo>
                    <a:pt x="6739794" y="1076382"/>
                  </a:lnTo>
                  <a:lnTo>
                    <a:pt x="6744156" y="1076382"/>
                  </a:lnTo>
                  <a:lnTo>
                    <a:pt x="6748519" y="1051350"/>
                  </a:lnTo>
                  <a:lnTo>
                    <a:pt x="6752882" y="1020755"/>
                  </a:lnTo>
                  <a:lnTo>
                    <a:pt x="6757245" y="1020755"/>
                  </a:lnTo>
                  <a:lnTo>
                    <a:pt x="6761607" y="1020755"/>
                  </a:lnTo>
                  <a:lnTo>
                    <a:pt x="6765970" y="1020755"/>
                  </a:lnTo>
                  <a:lnTo>
                    <a:pt x="6770333" y="979035"/>
                  </a:lnTo>
                  <a:lnTo>
                    <a:pt x="6774696" y="956784"/>
                  </a:lnTo>
                  <a:lnTo>
                    <a:pt x="6779058" y="853874"/>
                  </a:lnTo>
                  <a:lnTo>
                    <a:pt x="6783421" y="809372"/>
                  </a:lnTo>
                  <a:lnTo>
                    <a:pt x="6787784" y="831623"/>
                  </a:lnTo>
                  <a:lnTo>
                    <a:pt x="6792147" y="890031"/>
                  </a:lnTo>
                  <a:lnTo>
                    <a:pt x="6796509" y="945658"/>
                  </a:lnTo>
                  <a:lnTo>
                    <a:pt x="6800872" y="1004067"/>
                  </a:lnTo>
                  <a:lnTo>
                    <a:pt x="6805235" y="1020755"/>
                  </a:lnTo>
                  <a:lnTo>
                    <a:pt x="6809598" y="1068038"/>
                  </a:lnTo>
                  <a:lnTo>
                    <a:pt x="6813960" y="1076382"/>
                  </a:lnTo>
                  <a:lnTo>
                    <a:pt x="6818323" y="1076382"/>
                  </a:lnTo>
                  <a:lnTo>
                    <a:pt x="6822686" y="1031880"/>
                  </a:lnTo>
                  <a:lnTo>
                    <a:pt x="6827049" y="973472"/>
                  </a:lnTo>
                  <a:lnTo>
                    <a:pt x="6831411" y="920626"/>
                  </a:lnTo>
                  <a:lnTo>
                    <a:pt x="6835774" y="909501"/>
                  </a:lnTo>
                  <a:lnTo>
                    <a:pt x="6840137" y="909501"/>
                  </a:lnTo>
                  <a:lnTo>
                    <a:pt x="6844500" y="909501"/>
                  </a:lnTo>
                  <a:lnTo>
                    <a:pt x="6848862" y="909501"/>
                  </a:lnTo>
                  <a:lnTo>
                    <a:pt x="6853225" y="881687"/>
                  </a:lnTo>
                  <a:lnTo>
                    <a:pt x="6857588" y="876125"/>
                  </a:lnTo>
                  <a:lnTo>
                    <a:pt x="6861951" y="876125"/>
                  </a:lnTo>
                  <a:lnTo>
                    <a:pt x="6866313" y="853874"/>
                  </a:lnTo>
                  <a:lnTo>
                    <a:pt x="6870676" y="853874"/>
                  </a:lnTo>
                  <a:lnTo>
                    <a:pt x="6875039" y="853874"/>
                  </a:lnTo>
                  <a:lnTo>
                    <a:pt x="6879402" y="892813"/>
                  </a:lnTo>
                  <a:lnTo>
                    <a:pt x="6883764" y="915064"/>
                  </a:lnTo>
                  <a:lnTo>
                    <a:pt x="6888127" y="1015192"/>
                  </a:lnTo>
                  <a:lnTo>
                    <a:pt x="6892490" y="1026318"/>
                  </a:lnTo>
                  <a:lnTo>
                    <a:pt x="6896853" y="1065257"/>
                  </a:lnTo>
                  <a:lnTo>
                    <a:pt x="6901215" y="1076382"/>
                  </a:lnTo>
                  <a:lnTo>
                    <a:pt x="6905578" y="1076382"/>
                  </a:lnTo>
                  <a:lnTo>
                    <a:pt x="6909941" y="1076382"/>
                  </a:lnTo>
                  <a:lnTo>
                    <a:pt x="6914304" y="1037443"/>
                  </a:lnTo>
                  <a:lnTo>
                    <a:pt x="6918666" y="1020755"/>
                  </a:lnTo>
                  <a:lnTo>
                    <a:pt x="6923029" y="1012411"/>
                  </a:lnTo>
                  <a:lnTo>
                    <a:pt x="6927392" y="959565"/>
                  </a:lnTo>
                  <a:lnTo>
                    <a:pt x="6931755" y="951221"/>
                  </a:lnTo>
                  <a:lnTo>
                    <a:pt x="6936117" y="1009630"/>
                  </a:lnTo>
                  <a:lnTo>
                    <a:pt x="6940480" y="1023536"/>
                  </a:lnTo>
                  <a:lnTo>
                    <a:pt x="6944843" y="995723"/>
                  </a:lnTo>
                  <a:lnTo>
                    <a:pt x="6949206" y="965128"/>
                  </a:lnTo>
                  <a:lnTo>
                    <a:pt x="6953568" y="965128"/>
                  </a:lnTo>
                  <a:lnTo>
                    <a:pt x="6957931" y="965128"/>
                  </a:lnTo>
                  <a:lnTo>
                    <a:pt x="6962294" y="990160"/>
                  </a:lnTo>
                  <a:lnTo>
                    <a:pt x="6966657" y="1020755"/>
                  </a:lnTo>
                  <a:lnTo>
                    <a:pt x="6971019" y="1051350"/>
                  </a:lnTo>
                  <a:lnTo>
                    <a:pt x="6975382" y="1076382"/>
                  </a:lnTo>
                  <a:lnTo>
                    <a:pt x="6979745" y="1076382"/>
                  </a:lnTo>
                  <a:lnTo>
                    <a:pt x="6984108" y="1076382"/>
                  </a:lnTo>
                  <a:lnTo>
                    <a:pt x="6988470" y="1076382"/>
                  </a:lnTo>
                  <a:lnTo>
                    <a:pt x="6992833" y="1076382"/>
                  </a:lnTo>
                  <a:lnTo>
                    <a:pt x="6997196" y="1076382"/>
                  </a:lnTo>
                  <a:lnTo>
                    <a:pt x="7001559" y="1059694"/>
                  </a:lnTo>
                  <a:lnTo>
                    <a:pt x="7005921" y="965128"/>
                  </a:lnTo>
                  <a:lnTo>
                    <a:pt x="7010284" y="965128"/>
                  </a:lnTo>
                  <a:lnTo>
                    <a:pt x="7014647" y="965128"/>
                  </a:lnTo>
                  <a:lnTo>
                    <a:pt x="7019010" y="965128"/>
                  </a:lnTo>
                  <a:lnTo>
                    <a:pt x="7023372" y="1001285"/>
                  </a:lnTo>
                  <a:lnTo>
                    <a:pt x="7027735" y="1020755"/>
                  </a:lnTo>
                  <a:lnTo>
                    <a:pt x="7032098" y="1017974"/>
                  </a:lnTo>
                  <a:lnTo>
                    <a:pt x="7036461" y="1023536"/>
                  </a:lnTo>
                  <a:lnTo>
                    <a:pt x="7040823" y="1031880"/>
                  </a:lnTo>
                  <a:lnTo>
                    <a:pt x="7045186" y="965128"/>
                  </a:lnTo>
                  <a:lnTo>
                    <a:pt x="7049549" y="1001285"/>
                  </a:lnTo>
                  <a:lnTo>
                    <a:pt x="7053912" y="1043006"/>
                  </a:lnTo>
                  <a:lnTo>
                    <a:pt x="7058274" y="1076382"/>
                  </a:lnTo>
                  <a:lnTo>
                    <a:pt x="7062637" y="1076382"/>
                  </a:lnTo>
                  <a:lnTo>
                    <a:pt x="7067000" y="1076382"/>
                  </a:lnTo>
                  <a:lnTo>
                    <a:pt x="7071363" y="1037443"/>
                  </a:lnTo>
                  <a:lnTo>
                    <a:pt x="7075725" y="990160"/>
                  </a:lnTo>
                  <a:lnTo>
                    <a:pt x="7080088" y="965128"/>
                  </a:lnTo>
                  <a:lnTo>
                    <a:pt x="7084451" y="965128"/>
                  </a:lnTo>
                  <a:lnTo>
                    <a:pt x="7088814" y="965128"/>
                  </a:lnTo>
                  <a:lnTo>
                    <a:pt x="7093176" y="965128"/>
                  </a:lnTo>
                  <a:lnTo>
                    <a:pt x="7097539" y="965128"/>
                  </a:lnTo>
                  <a:lnTo>
                    <a:pt x="7101902" y="965128"/>
                  </a:lnTo>
                  <a:lnTo>
                    <a:pt x="7106265" y="965128"/>
                  </a:lnTo>
                  <a:lnTo>
                    <a:pt x="7110627" y="1020755"/>
                  </a:lnTo>
                  <a:lnTo>
                    <a:pt x="7114990" y="1132009"/>
                  </a:lnTo>
                  <a:lnTo>
                    <a:pt x="7119353" y="1132009"/>
                  </a:lnTo>
                  <a:lnTo>
                    <a:pt x="7123716" y="1132009"/>
                  </a:lnTo>
                  <a:lnTo>
                    <a:pt x="7128078" y="1132009"/>
                  </a:lnTo>
                  <a:lnTo>
                    <a:pt x="7132441" y="1132009"/>
                  </a:lnTo>
                  <a:lnTo>
                    <a:pt x="7136804" y="1132009"/>
                  </a:lnTo>
                  <a:lnTo>
                    <a:pt x="7141167" y="1137572"/>
                  </a:lnTo>
                  <a:lnTo>
                    <a:pt x="7145529" y="1187636"/>
                  </a:lnTo>
                  <a:lnTo>
                    <a:pt x="7149892" y="1226575"/>
                  </a:lnTo>
                  <a:lnTo>
                    <a:pt x="7154255" y="1298890"/>
                  </a:lnTo>
                  <a:lnTo>
                    <a:pt x="7158618" y="1298890"/>
                  </a:lnTo>
                  <a:lnTo>
                    <a:pt x="7162980" y="1259951"/>
                  </a:lnTo>
                  <a:lnTo>
                    <a:pt x="7167343" y="1243263"/>
                  </a:lnTo>
                  <a:lnTo>
                    <a:pt x="7171706" y="1243263"/>
                  </a:lnTo>
                  <a:lnTo>
                    <a:pt x="7176069" y="1243263"/>
                  </a:lnTo>
                  <a:lnTo>
                    <a:pt x="7180431" y="1279420"/>
                  </a:lnTo>
                  <a:lnTo>
                    <a:pt x="7184794" y="1326703"/>
                  </a:lnTo>
                  <a:lnTo>
                    <a:pt x="7189157" y="1354517"/>
                  </a:lnTo>
                  <a:lnTo>
                    <a:pt x="7193520" y="1354517"/>
                  </a:lnTo>
                  <a:lnTo>
                    <a:pt x="7197882" y="1354517"/>
                  </a:lnTo>
                  <a:lnTo>
                    <a:pt x="7202245" y="1354517"/>
                  </a:lnTo>
                  <a:lnTo>
                    <a:pt x="7206608" y="1354517"/>
                  </a:lnTo>
                  <a:lnTo>
                    <a:pt x="7210971" y="1354517"/>
                  </a:lnTo>
                  <a:lnTo>
                    <a:pt x="7215333" y="1354517"/>
                  </a:lnTo>
                  <a:lnTo>
                    <a:pt x="7219696" y="1354517"/>
                  </a:lnTo>
                  <a:lnTo>
                    <a:pt x="7224059" y="1354517"/>
                  </a:lnTo>
                  <a:lnTo>
                    <a:pt x="7228422" y="1354517"/>
                  </a:lnTo>
                  <a:lnTo>
                    <a:pt x="7232784" y="1354517"/>
                  </a:lnTo>
                  <a:lnTo>
                    <a:pt x="7237147" y="1354517"/>
                  </a:lnTo>
                  <a:lnTo>
                    <a:pt x="7241510" y="1354517"/>
                  </a:lnTo>
                  <a:lnTo>
                    <a:pt x="7245873" y="1354517"/>
                  </a:lnTo>
                  <a:lnTo>
                    <a:pt x="7250235" y="1315578"/>
                  </a:lnTo>
                  <a:lnTo>
                    <a:pt x="7254598" y="1262732"/>
                  </a:lnTo>
                  <a:lnTo>
                    <a:pt x="7258961" y="1243263"/>
                  </a:lnTo>
                  <a:lnTo>
                    <a:pt x="7263324" y="1209887"/>
                  </a:lnTo>
                  <a:lnTo>
                    <a:pt x="7267686" y="1187636"/>
                  </a:lnTo>
                  <a:lnTo>
                    <a:pt x="7272049" y="1223794"/>
                  </a:lnTo>
                  <a:lnTo>
                    <a:pt x="7276412" y="1243263"/>
                  </a:lnTo>
                  <a:lnTo>
                    <a:pt x="7280775" y="1243263"/>
                  </a:lnTo>
                  <a:lnTo>
                    <a:pt x="7285137" y="1243263"/>
                  </a:lnTo>
                  <a:lnTo>
                    <a:pt x="7289500" y="1243263"/>
                  </a:lnTo>
                  <a:lnTo>
                    <a:pt x="7293863" y="1243263"/>
                  </a:lnTo>
                  <a:lnTo>
                    <a:pt x="7298226" y="1243263"/>
                  </a:lnTo>
                  <a:lnTo>
                    <a:pt x="7302588" y="1243263"/>
                  </a:lnTo>
                  <a:lnTo>
                    <a:pt x="7306951" y="1243263"/>
                  </a:lnTo>
                  <a:lnTo>
                    <a:pt x="7311314" y="1243263"/>
                  </a:lnTo>
                  <a:lnTo>
                    <a:pt x="7315677" y="1237700"/>
                  </a:lnTo>
                  <a:lnTo>
                    <a:pt x="7320039" y="1187636"/>
                  </a:lnTo>
                  <a:lnTo>
                    <a:pt x="7324402" y="1187636"/>
                  </a:lnTo>
                  <a:lnTo>
                    <a:pt x="7328765" y="1187636"/>
                  </a:lnTo>
                  <a:lnTo>
                    <a:pt x="7333128" y="1187636"/>
                  </a:lnTo>
                  <a:lnTo>
                    <a:pt x="7337490" y="1187636"/>
                  </a:lnTo>
                  <a:lnTo>
                    <a:pt x="7341853" y="1187636"/>
                  </a:lnTo>
                  <a:lnTo>
                    <a:pt x="7346216" y="1187636"/>
                  </a:lnTo>
                  <a:lnTo>
                    <a:pt x="7350579" y="1187636"/>
                  </a:lnTo>
                  <a:lnTo>
                    <a:pt x="7354941" y="1187636"/>
                  </a:lnTo>
                  <a:lnTo>
                    <a:pt x="7359304" y="1223794"/>
                  </a:lnTo>
                  <a:lnTo>
                    <a:pt x="7363667" y="1276639"/>
                  </a:lnTo>
                  <a:lnTo>
                    <a:pt x="7368030" y="1298890"/>
                  </a:lnTo>
                  <a:lnTo>
                    <a:pt x="7372392" y="1329485"/>
                  </a:lnTo>
                  <a:lnTo>
                    <a:pt x="7376755" y="1354517"/>
                  </a:lnTo>
                  <a:lnTo>
                    <a:pt x="7381118" y="1354517"/>
                  </a:lnTo>
                  <a:lnTo>
                    <a:pt x="7385481" y="1354517"/>
                  </a:lnTo>
                  <a:lnTo>
                    <a:pt x="7389843" y="1354517"/>
                  </a:lnTo>
                  <a:lnTo>
                    <a:pt x="7394206" y="1354517"/>
                  </a:lnTo>
                  <a:lnTo>
                    <a:pt x="7398569" y="1354517"/>
                  </a:lnTo>
                  <a:lnTo>
                    <a:pt x="7402932" y="1354517"/>
                  </a:lnTo>
                  <a:lnTo>
                    <a:pt x="7407294" y="1354517"/>
                  </a:lnTo>
                  <a:lnTo>
                    <a:pt x="7411657" y="1348954"/>
                  </a:lnTo>
                  <a:lnTo>
                    <a:pt x="7416020" y="1298890"/>
                  </a:lnTo>
                  <a:lnTo>
                    <a:pt x="7420383" y="1298890"/>
                  </a:lnTo>
                  <a:lnTo>
                    <a:pt x="7424745" y="1301671"/>
                  </a:lnTo>
                  <a:lnTo>
                    <a:pt x="7429108" y="1354517"/>
                  </a:lnTo>
                  <a:lnTo>
                    <a:pt x="7433471" y="1354517"/>
                  </a:lnTo>
                  <a:lnTo>
                    <a:pt x="7437834" y="1354517"/>
                  </a:lnTo>
                  <a:lnTo>
                    <a:pt x="7442196" y="1354517"/>
                  </a:lnTo>
                  <a:lnTo>
                    <a:pt x="7446559" y="1354517"/>
                  </a:lnTo>
                  <a:lnTo>
                    <a:pt x="7450922" y="1354517"/>
                  </a:lnTo>
                  <a:lnTo>
                    <a:pt x="7455285" y="1354517"/>
                  </a:lnTo>
                  <a:lnTo>
                    <a:pt x="7459647" y="1354517"/>
                  </a:lnTo>
                  <a:lnTo>
                    <a:pt x="7464010" y="1354517"/>
                  </a:lnTo>
                  <a:lnTo>
                    <a:pt x="7468373" y="1354517"/>
                  </a:lnTo>
                  <a:lnTo>
                    <a:pt x="7472736" y="1354517"/>
                  </a:lnTo>
                  <a:lnTo>
                    <a:pt x="7477098" y="1354517"/>
                  </a:lnTo>
                  <a:lnTo>
                    <a:pt x="7481461" y="1354517"/>
                  </a:lnTo>
                  <a:lnTo>
                    <a:pt x="7485824" y="1354517"/>
                  </a:lnTo>
                  <a:lnTo>
                    <a:pt x="7490187" y="1354517"/>
                  </a:lnTo>
                  <a:lnTo>
                    <a:pt x="7494549" y="1354517"/>
                  </a:lnTo>
                  <a:lnTo>
                    <a:pt x="7498912" y="1354517"/>
                  </a:lnTo>
                  <a:lnTo>
                    <a:pt x="7503275" y="1354517"/>
                  </a:lnTo>
                  <a:lnTo>
                    <a:pt x="7507638" y="1354517"/>
                  </a:lnTo>
                  <a:lnTo>
                    <a:pt x="7512000" y="1354517"/>
                  </a:lnTo>
                  <a:lnTo>
                    <a:pt x="7516363" y="1335047"/>
                  </a:lnTo>
                  <a:lnTo>
                    <a:pt x="7520726" y="1246044"/>
                  </a:lnTo>
                  <a:lnTo>
                    <a:pt x="7525089" y="1293327"/>
                  </a:lnTo>
                  <a:lnTo>
                    <a:pt x="7529451" y="1243263"/>
                  </a:lnTo>
                  <a:lnTo>
                    <a:pt x="7533814" y="1243263"/>
                  </a:lnTo>
                  <a:lnTo>
                    <a:pt x="7538177" y="1243263"/>
                  </a:lnTo>
                  <a:lnTo>
                    <a:pt x="7542540" y="1243263"/>
                  </a:lnTo>
                  <a:lnTo>
                    <a:pt x="7546902" y="1243263"/>
                  </a:lnTo>
                  <a:lnTo>
                    <a:pt x="7551265" y="1243263"/>
                  </a:lnTo>
                  <a:lnTo>
                    <a:pt x="7555628" y="1237700"/>
                  </a:lnTo>
                  <a:lnTo>
                    <a:pt x="7559991" y="1187636"/>
                  </a:lnTo>
                  <a:lnTo>
                    <a:pt x="7564353" y="1187636"/>
                  </a:lnTo>
                  <a:lnTo>
                    <a:pt x="7568716" y="1187636"/>
                  </a:lnTo>
                  <a:lnTo>
                    <a:pt x="7573079" y="1187636"/>
                  </a:lnTo>
                  <a:lnTo>
                    <a:pt x="7577442" y="1187636"/>
                  </a:lnTo>
                  <a:lnTo>
                    <a:pt x="7581804" y="1134790"/>
                  </a:lnTo>
                  <a:lnTo>
                    <a:pt x="7586167" y="1132009"/>
                  </a:lnTo>
                  <a:lnTo>
                    <a:pt x="7590530" y="1132009"/>
                  </a:lnTo>
                  <a:lnTo>
                    <a:pt x="7594893" y="1132009"/>
                  </a:lnTo>
                  <a:lnTo>
                    <a:pt x="7599255" y="1132009"/>
                  </a:lnTo>
                  <a:lnTo>
                    <a:pt x="7603618" y="1132009"/>
                  </a:lnTo>
                  <a:lnTo>
                    <a:pt x="7607981" y="1132009"/>
                  </a:lnTo>
                  <a:lnTo>
                    <a:pt x="7612344" y="1132009"/>
                  </a:lnTo>
                  <a:lnTo>
                    <a:pt x="7616706" y="1132009"/>
                  </a:lnTo>
                  <a:lnTo>
                    <a:pt x="7621069" y="1132009"/>
                  </a:lnTo>
                  <a:lnTo>
                    <a:pt x="7625432" y="1145916"/>
                  </a:lnTo>
                  <a:lnTo>
                    <a:pt x="7629795" y="1243263"/>
                  </a:lnTo>
                  <a:lnTo>
                    <a:pt x="7634157" y="1246044"/>
                  </a:lnTo>
                  <a:lnTo>
                    <a:pt x="7638520" y="1298890"/>
                  </a:lnTo>
                  <a:lnTo>
                    <a:pt x="7642883" y="1298890"/>
                  </a:lnTo>
                  <a:lnTo>
                    <a:pt x="7647246" y="1298890"/>
                  </a:lnTo>
                  <a:lnTo>
                    <a:pt x="7651608" y="1298890"/>
                  </a:lnTo>
                  <a:lnTo>
                    <a:pt x="7655971" y="1298890"/>
                  </a:lnTo>
                  <a:lnTo>
                    <a:pt x="7660334" y="1298890"/>
                  </a:lnTo>
                  <a:lnTo>
                    <a:pt x="7664697" y="1262732"/>
                  </a:lnTo>
                  <a:lnTo>
                    <a:pt x="7669059" y="1282202"/>
                  </a:lnTo>
                  <a:lnTo>
                    <a:pt x="7673422" y="1240482"/>
                  </a:lnTo>
                  <a:lnTo>
                    <a:pt x="7677785" y="1187636"/>
                  </a:lnTo>
                  <a:lnTo>
                    <a:pt x="7682148" y="1187636"/>
                  </a:lnTo>
                  <a:lnTo>
                    <a:pt x="7686510" y="1187636"/>
                  </a:lnTo>
                  <a:lnTo>
                    <a:pt x="7690873" y="1237700"/>
                  </a:lnTo>
                  <a:lnTo>
                    <a:pt x="7695236" y="1243263"/>
                  </a:lnTo>
                  <a:lnTo>
                    <a:pt x="7699599" y="1243263"/>
                  </a:lnTo>
                  <a:lnTo>
                    <a:pt x="7703961" y="1243263"/>
                  </a:lnTo>
                  <a:lnTo>
                    <a:pt x="7708324" y="1243263"/>
                  </a:lnTo>
                  <a:lnTo>
                    <a:pt x="7712687" y="1243263"/>
                  </a:lnTo>
                  <a:lnTo>
                    <a:pt x="7717050" y="1243263"/>
                  </a:lnTo>
                  <a:lnTo>
                    <a:pt x="7721412" y="1243263"/>
                  </a:lnTo>
                  <a:lnTo>
                    <a:pt x="7725775" y="1243263"/>
                  </a:lnTo>
                  <a:lnTo>
                    <a:pt x="7730138" y="1243263"/>
                  </a:lnTo>
                  <a:lnTo>
                    <a:pt x="7734501" y="1243263"/>
                  </a:lnTo>
                  <a:lnTo>
                    <a:pt x="7738863" y="1243263"/>
                  </a:lnTo>
                  <a:lnTo>
                    <a:pt x="7743226" y="1243263"/>
                  </a:lnTo>
                  <a:lnTo>
                    <a:pt x="7747589" y="1243263"/>
                  </a:lnTo>
                  <a:lnTo>
                    <a:pt x="7751952" y="1243263"/>
                  </a:lnTo>
                  <a:lnTo>
                    <a:pt x="7756314" y="1243263"/>
                  </a:lnTo>
                  <a:lnTo>
                    <a:pt x="7760677" y="1243263"/>
                  </a:lnTo>
                  <a:lnTo>
                    <a:pt x="7765040" y="1243263"/>
                  </a:lnTo>
                  <a:lnTo>
                    <a:pt x="7769403" y="1243263"/>
                  </a:lnTo>
                  <a:lnTo>
                    <a:pt x="7773765" y="1279420"/>
                  </a:lnTo>
                  <a:lnTo>
                    <a:pt x="7778128" y="1312797"/>
                  </a:lnTo>
                  <a:lnTo>
                    <a:pt x="7782491" y="1354517"/>
                  </a:lnTo>
                  <a:lnTo>
                    <a:pt x="7786854" y="1410144"/>
                  </a:lnTo>
                  <a:lnTo>
                    <a:pt x="7786854" y="1410144"/>
                  </a:lnTo>
                  <a:lnTo>
                    <a:pt x="7791216" y="1410144"/>
                  </a:lnTo>
                  <a:lnTo>
                    <a:pt x="7795579" y="1368424"/>
                  </a:lnTo>
                  <a:lnTo>
                    <a:pt x="7799942" y="1354517"/>
                  </a:lnTo>
                  <a:lnTo>
                    <a:pt x="7804305" y="1354517"/>
                  </a:lnTo>
                  <a:lnTo>
                    <a:pt x="7808667" y="1354517"/>
                  </a:lnTo>
                  <a:lnTo>
                    <a:pt x="7813030" y="1354517"/>
                  </a:lnTo>
                  <a:lnTo>
                    <a:pt x="7817393" y="1354517"/>
                  </a:lnTo>
                  <a:lnTo>
                    <a:pt x="7821756" y="1354517"/>
                  </a:lnTo>
                  <a:lnTo>
                    <a:pt x="7826118" y="1354517"/>
                  </a:lnTo>
                  <a:lnTo>
                    <a:pt x="7830481" y="1354517"/>
                  </a:lnTo>
                  <a:lnTo>
                    <a:pt x="7834844" y="1354517"/>
                  </a:lnTo>
                  <a:lnTo>
                    <a:pt x="7839207" y="1354517"/>
                  </a:lnTo>
                  <a:lnTo>
                    <a:pt x="7843569" y="1354517"/>
                  </a:lnTo>
                  <a:lnTo>
                    <a:pt x="7847932" y="1354517"/>
                  </a:lnTo>
                  <a:lnTo>
                    <a:pt x="7852295" y="1354517"/>
                  </a:lnTo>
                  <a:lnTo>
                    <a:pt x="7856658" y="1354517"/>
                  </a:lnTo>
                  <a:lnTo>
                    <a:pt x="7861020" y="1354517"/>
                  </a:lnTo>
                  <a:lnTo>
                    <a:pt x="7865383" y="1354517"/>
                  </a:lnTo>
                  <a:lnTo>
                    <a:pt x="7869746" y="1354517"/>
                  </a:lnTo>
                  <a:lnTo>
                    <a:pt x="7874109" y="1354517"/>
                  </a:lnTo>
                  <a:lnTo>
                    <a:pt x="7878471" y="1354517"/>
                  </a:lnTo>
                  <a:lnTo>
                    <a:pt x="7882834" y="1354517"/>
                  </a:lnTo>
                  <a:lnTo>
                    <a:pt x="7887197" y="1354517"/>
                  </a:lnTo>
                  <a:lnTo>
                    <a:pt x="7891560" y="1354517"/>
                  </a:lnTo>
                  <a:lnTo>
                    <a:pt x="7895922" y="1354517"/>
                  </a:lnTo>
                  <a:lnTo>
                    <a:pt x="7900285" y="1354517"/>
                  </a:lnTo>
                  <a:lnTo>
                    <a:pt x="7904648" y="1393456"/>
                  </a:lnTo>
                  <a:lnTo>
                    <a:pt x="7909011" y="1410144"/>
                  </a:lnTo>
                  <a:lnTo>
                    <a:pt x="7909011" y="1410144"/>
                  </a:lnTo>
                  <a:lnTo>
                    <a:pt x="7913373" y="1410144"/>
                  </a:lnTo>
                  <a:lnTo>
                    <a:pt x="7917736" y="1410144"/>
                  </a:lnTo>
                  <a:lnTo>
                    <a:pt x="7922099" y="1410144"/>
                  </a:lnTo>
                  <a:lnTo>
                    <a:pt x="7926462" y="1410144"/>
                  </a:lnTo>
                  <a:lnTo>
                    <a:pt x="7930824" y="1410144"/>
                  </a:lnTo>
                  <a:lnTo>
                    <a:pt x="7935187" y="1357298"/>
                  </a:lnTo>
                  <a:lnTo>
                    <a:pt x="7939550" y="1354517"/>
                  </a:lnTo>
                  <a:lnTo>
                    <a:pt x="7943913" y="1354517"/>
                  </a:lnTo>
                  <a:lnTo>
                    <a:pt x="7948275" y="1354517"/>
                  </a:lnTo>
                  <a:lnTo>
                    <a:pt x="7952638" y="1354517"/>
                  </a:lnTo>
                  <a:lnTo>
                    <a:pt x="7957001" y="1354517"/>
                  </a:lnTo>
                  <a:lnTo>
                    <a:pt x="7961364" y="1354517"/>
                  </a:lnTo>
                  <a:lnTo>
                    <a:pt x="7965726" y="1354517"/>
                  </a:lnTo>
                  <a:lnTo>
                    <a:pt x="7970089" y="1354517"/>
                  </a:lnTo>
                  <a:lnTo>
                    <a:pt x="7974452" y="1354517"/>
                  </a:lnTo>
                  <a:lnTo>
                    <a:pt x="7978815" y="1354517"/>
                  </a:lnTo>
                  <a:lnTo>
                    <a:pt x="7983177" y="1354517"/>
                  </a:lnTo>
                  <a:lnTo>
                    <a:pt x="7987540" y="1354517"/>
                  </a:lnTo>
                  <a:lnTo>
                    <a:pt x="7991903" y="1354517"/>
                  </a:lnTo>
                  <a:lnTo>
                    <a:pt x="7996266" y="1354517"/>
                  </a:lnTo>
                  <a:lnTo>
                    <a:pt x="8000628" y="1354517"/>
                  </a:lnTo>
                  <a:lnTo>
                    <a:pt x="8004991" y="1354517"/>
                  </a:lnTo>
                  <a:lnTo>
                    <a:pt x="8009354" y="1307234"/>
                  </a:lnTo>
                  <a:lnTo>
                    <a:pt x="8013717" y="1298890"/>
                  </a:lnTo>
                  <a:lnTo>
                    <a:pt x="8018079" y="1243263"/>
                  </a:lnTo>
                  <a:lnTo>
                    <a:pt x="8022442" y="1243263"/>
                  </a:lnTo>
                  <a:lnTo>
                    <a:pt x="8026805" y="1243263"/>
                  </a:lnTo>
                  <a:lnTo>
                    <a:pt x="8031168" y="1243263"/>
                  </a:lnTo>
                  <a:lnTo>
                    <a:pt x="8035530" y="1223793"/>
                  </a:lnTo>
                  <a:lnTo>
                    <a:pt x="8039893" y="1187636"/>
                  </a:lnTo>
                  <a:lnTo>
                    <a:pt x="8044256" y="1237700"/>
                  </a:lnTo>
                  <a:lnTo>
                    <a:pt x="8048619" y="1215449"/>
                  </a:lnTo>
                  <a:lnTo>
                    <a:pt x="8052981" y="1187636"/>
                  </a:lnTo>
                  <a:lnTo>
                    <a:pt x="8057344" y="1187636"/>
                  </a:lnTo>
                  <a:lnTo>
                    <a:pt x="8061707" y="1187636"/>
                  </a:lnTo>
                  <a:lnTo>
                    <a:pt x="8066070" y="1187636"/>
                  </a:lnTo>
                  <a:lnTo>
                    <a:pt x="8070432" y="1154260"/>
                  </a:lnTo>
                  <a:lnTo>
                    <a:pt x="8074795" y="1132009"/>
                  </a:lnTo>
                  <a:lnTo>
                    <a:pt x="8079158" y="1132009"/>
                  </a:lnTo>
                  <a:lnTo>
                    <a:pt x="8083521" y="1132009"/>
                  </a:lnTo>
                  <a:lnTo>
                    <a:pt x="8087883" y="1132009"/>
                  </a:lnTo>
                  <a:lnTo>
                    <a:pt x="8092246" y="1132009"/>
                  </a:lnTo>
                  <a:lnTo>
                    <a:pt x="8096609" y="1132009"/>
                  </a:lnTo>
                  <a:lnTo>
                    <a:pt x="8100972" y="1132009"/>
                  </a:lnTo>
                  <a:lnTo>
                    <a:pt x="8105334" y="1132009"/>
                  </a:lnTo>
                  <a:lnTo>
                    <a:pt x="8109697" y="1132009"/>
                  </a:lnTo>
                  <a:lnTo>
                    <a:pt x="8114060" y="1132009"/>
                  </a:lnTo>
                  <a:lnTo>
                    <a:pt x="8118423" y="1176511"/>
                  </a:lnTo>
                  <a:lnTo>
                    <a:pt x="8122785" y="1187636"/>
                  </a:lnTo>
                  <a:lnTo>
                    <a:pt x="8127148" y="1240482"/>
                  </a:lnTo>
                  <a:lnTo>
                    <a:pt x="8131511" y="1243263"/>
                  </a:lnTo>
                  <a:lnTo>
                    <a:pt x="8135874" y="1243263"/>
                  </a:lnTo>
                  <a:lnTo>
                    <a:pt x="8140236" y="1243263"/>
                  </a:lnTo>
                  <a:lnTo>
                    <a:pt x="8144599" y="1259951"/>
                  </a:lnTo>
                  <a:lnTo>
                    <a:pt x="8148962" y="1298890"/>
                  </a:lnTo>
                  <a:lnTo>
                    <a:pt x="8153325" y="1298890"/>
                  </a:lnTo>
                  <a:lnTo>
                    <a:pt x="8157687" y="1323922"/>
                  </a:lnTo>
                  <a:lnTo>
                    <a:pt x="8162050" y="1354517"/>
                  </a:lnTo>
                  <a:lnTo>
                    <a:pt x="8166413" y="1354517"/>
                  </a:lnTo>
                  <a:lnTo>
                    <a:pt x="8170776" y="1335047"/>
                  </a:lnTo>
                  <a:lnTo>
                    <a:pt x="8175138" y="1298890"/>
                  </a:lnTo>
                  <a:lnTo>
                    <a:pt x="8179501" y="1329485"/>
                  </a:lnTo>
                  <a:lnTo>
                    <a:pt x="8183864" y="1354517"/>
                  </a:lnTo>
                  <a:lnTo>
                    <a:pt x="8188227" y="1354517"/>
                  </a:lnTo>
                  <a:lnTo>
                    <a:pt x="8192589" y="1301671"/>
                  </a:lnTo>
                  <a:lnTo>
                    <a:pt x="8196952" y="1298890"/>
                  </a:lnTo>
                  <a:lnTo>
                    <a:pt x="8201315" y="1298890"/>
                  </a:lnTo>
                  <a:lnTo>
                    <a:pt x="8205678" y="1254388"/>
                  </a:lnTo>
                  <a:lnTo>
                    <a:pt x="8210040" y="1243263"/>
                  </a:lnTo>
                  <a:lnTo>
                    <a:pt x="8214403" y="1243263"/>
                  </a:lnTo>
                  <a:lnTo>
                    <a:pt x="8218766" y="1243263"/>
                  </a:lnTo>
                  <a:lnTo>
                    <a:pt x="8223129" y="1243263"/>
                  </a:lnTo>
                  <a:lnTo>
                    <a:pt x="8227491" y="1243263"/>
                  </a:lnTo>
                  <a:lnTo>
                    <a:pt x="8231854" y="1243263"/>
                  </a:lnTo>
                  <a:lnTo>
                    <a:pt x="8236217" y="1201543"/>
                  </a:lnTo>
                  <a:lnTo>
                    <a:pt x="8240580" y="1187636"/>
                  </a:lnTo>
                  <a:lnTo>
                    <a:pt x="8244942" y="1187636"/>
                  </a:lnTo>
                  <a:lnTo>
                    <a:pt x="8249305" y="1187636"/>
                  </a:lnTo>
                  <a:lnTo>
                    <a:pt x="8253668" y="1187636"/>
                  </a:lnTo>
                  <a:lnTo>
                    <a:pt x="8258031" y="1187636"/>
                  </a:lnTo>
                  <a:lnTo>
                    <a:pt x="8262393" y="1187636"/>
                  </a:lnTo>
                  <a:lnTo>
                    <a:pt x="8266756" y="1151478"/>
                  </a:lnTo>
                  <a:lnTo>
                    <a:pt x="8271119" y="1132009"/>
                  </a:lnTo>
                  <a:lnTo>
                    <a:pt x="8275482" y="1132009"/>
                  </a:lnTo>
                  <a:lnTo>
                    <a:pt x="8279844" y="1148697"/>
                  </a:lnTo>
                  <a:lnTo>
                    <a:pt x="8284207" y="1187636"/>
                  </a:lnTo>
                  <a:lnTo>
                    <a:pt x="8288570" y="1187636"/>
                  </a:lnTo>
                  <a:lnTo>
                    <a:pt x="8292933" y="1187636"/>
                  </a:lnTo>
                  <a:lnTo>
                    <a:pt x="8297295" y="1187636"/>
                  </a:lnTo>
                  <a:lnTo>
                    <a:pt x="8301658" y="1237700"/>
                  </a:lnTo>
                  <a:lnTo>
                    <a:pt x="8306021" y="1243263"/>
                  </a:lnTo>
                  <a:lnTo>
                    <a:pt x="8310384" y="1243263"/>
                  </a:lnTo>
                  <a:lnTo>
                    <a:pt x="8314746" y="1223793"/>
                  </a:lnTo>
                  <a:lnTo>
                    <a:pt x="8319109" y="1182073"/>
                  </a:lnTo>
                  <a:lnTo>
                    <a:pt x="8323472" y="1132009"/>
                  </a:lnTo>
                  <a:lnTo>
                    <a:pt x="8327835" y="1132009"/>
                  </a:lnTo>
                  <a:lnTo>
                    <a:pt x="8332197" y="1132009"/>
                  </a:lnTo>
                  <a:lnTo>
                    <a:pt x="8336560" y="1112540"/>
                  </a:lnTo>
                  <a:lnTo>
                    <a:pt x="8340923" y="1076382"/>
                  </a:lnTo>
                  <a:lnTo>
                    <a:pt x="8345286" y="1115321"/>
                  </a:lnTo>
                  <a:lnTo>
                    <a:pt x="8349648" y="1132009"/>
                  </a:lnTo>
                  <a:lnTo>
                    <a:pt x="8354011" y="1132009"/>
                  </a:lnTo>
                  <a:lnTo>
                    <a:pt x="8358374" y="1104195"/>
                  </a:lnTo>
                  <a:lnTo>
                    <a:pt x="8362737" y="1076382"/>
                  </a:lnTo>
                  <a:lnTo>
                    <a:pt x="8367099" y="1076382"/>
                  </a:lnTo>
                  <a:lnTo>
                    <a:pt x="8371462" y="1076382"/>
                  </a:lnTo>
                  <a:lnTo>
                    <a:pt x="8375825" y="1094924"/>
                  </a:lnTo>
                  <a:lnTo>
                    <a:pt x="8375825" y="1094924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4985420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074638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22670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311199" y="631035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11199" y="603221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0.01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311199" y="575408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311199" y="547594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0.03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311199" y="519781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0.04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311199" y="491967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0.05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11199" y="464154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0.06</a:t>
              </a:r>
            </a:p>
          </p:txBody>
        </p:sp>
        <p:sp>
          <p:nvSpPr>
            <p:cNvPr id="75" name="pl75"/>
            <p:cNvSpPr/>
            <p:nvPr/>
          </p:nvSpPr>
          <p:spPr>
            <a:xfrm>
              <a:off x="587875" y="63541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87875" y="60760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87875" y="57978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87875" y="55197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87875" y="52416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87875" y="49634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87875" y="46853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22670" y="6354144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1612360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793734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975109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8156484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tx87"/>
            <p:cNvSpPr/>
            <p:nvPr/>
          </p:nvSpPr>
          <p:spPr>
            <a:xfrm>
              <a:off x="1292386" y="6413719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127000000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473761" y="6413719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127010000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5655136" y="6413719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127020000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7836511" y="6413719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127030000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4533911" y="6522933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96391" y="5468818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622670" y="4416918"/>
              <a:ext cx="1990479" cy="1639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seq.CG_500_mean_new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2026-03-09T14:32:51Z</dcterms:modified>
  <cp:category/>
</cp:coreProperties>
</file>