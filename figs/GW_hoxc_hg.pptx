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70000" y="2023189"/>
              <a:ext cx="6603999" cy="1430742"/>
            </a:xfrm>
            <a:custGeom>
              <a:avLst/>
              <a:pathLst>
                <a:path w="6603999" h="1430742">
                  <a:moveTo>
                    <a:pt x="0" y="1324382"/>
                  </a:moveTo>
                  <a:lnTo>
                    <a:pt x="1651" y="1307453"/>
                  </a:lnTo>
                  <a:lnTo>
                    <a:pt x="3302" y="1307453"/>
                  </a:lnTo>
                  <a:lnTo>
                    <a:pt x="4954" y="1324382"/>
                  </a:lnTo>
                  <a:lnTo>
                    <a:pt x="6605" y="1361920"/>
                  </a:lnTo>
                  <a:lnTo>
                    <a:pt x="8257" y="1405741"/>
                  </a:lnTo>
                  <a:lnTo>
                    <a:pt x="9908" y="1430742"/>
                  </a:lnTo>
                  <a:lnTo>
                    <a:pt x="11559" y="1430742"/>
                  </a:lnTo>
                  <a:lnTo>
                    <a:pt x="13211" y="1430742"/>
                  </a:lnTo>
                  <a:lnTo>
                    <a:pt x="14862" y="1430742"/>
                  </a:lnTo>
                  <a:lnTo>
                    <a:pt x="16514" y="1430742"/>
                  </a:lnTo>
                  <a:lnTo>
                    <a:pt x="18165" y="1430742"/>
                  </a:lnTo>
                  <a:lnTo>
                    <a:pt x="19816" y="1430742"/>
                  </a:lnTo>
                  <a:lnTo>
                    <a:pt x="21468" y="1430742"/>
                  </a:lnTo>
                  <a:lnTo>
                    <a:pt x="23119" y="1430742"/>
                  </a:lnTo>
                  <a:lnTo>
                    <a:pt x="24771" y="1430742"/>
                  </a:lnTo>
                  <a:lnTo>
                    <a:pt x="26422" y="1430742"/>
                  </a:lnTo>
                  <a:lnTo>
                    <a:pt x="28074" y="1430742"/>
                  </a:lnTo>
                  <a:lnTo>
                    <a:pt x="29725" y="1430742"/>
                  </a:lnTo>
                  <a:lnTo>
                    <a:pt x="31376" y="1430742"/>
                  </a:lnTo>
                  <a:lnTo>
                    <a:pt x="33028" y="1430742"/>
                  </a:lnTo>
                  <a:lnTo>
                    <a:pt x="34679" y="1430742"/>
                  </a:lnTo>
                  <a:lnTo>
                    <a:pt x="36331" y="1430742"/>
                  </a:lnTo>
                  <a:lnTo>
                    <a:pt x="37982" y="1430742"/>
                  </a:lnTo>
                  <a:lnTo>
                    <a:pt x="39633" y="1430742"/>
                  </a:lnTo>
                  <a:lnTo>
                    <a:pt x="41285" y="1430742"/>
                  </a:lnTo>
                  <a:lnTo>
                    <a:pt x="42936" y="1430742"/>
                  </a:lnTo>
                  <a:lnTo>
                    <a:pt x="44588" y="1430742"/>
                  </a:lnTo>
                  <a:lnTo>
                    <a:pt x="46239" y="1430742"/>
                  </a:lnTo>
                  <a:lnTo>
                    <a:pt x="47890" y="1430742"/>
                  </a:lnTo>
                  <a:lnTo>
                    <a:pt x="49542" y="1382916"/>
                  </a:lnTo>
                  <a:lnTo>
                    <a:pt x="51193" y="1342480"/>
                  </a:lnTo>
                  <a:lnTo>
                    <a:pt x="52845" y="1324382"/>
                  </a:lnTo>
                  <a:lnTo>
                    <a:pt x="54496" y="1324382"/>
                  </a:lnTo>
                  <a:lnTo>
                    <a:pt x="56148" y="1324382"/>
                  </a:lnTo>
                  <a:lnTo>
                    <a:pt x="57799" y="1361920"/>
                  </a:lnTo>
                  <a:lnTo>
                    <a:pt x="59450" y="1405741"/>
                  </a:lnTo>
                  <a:lnTo>
                    <a:pt x="61102" y="1430742"/>
                  </a:lnTo>
                  <a:lnTo>
                    <a:pt x="62753" y="1430742"/>
                  </a:lnTo>
                  <a:lnTo>
                    <a:pt x="64405" y="1430742"/>
                  </a:lnTo>
                  <a:lnTo>
                    <a:pt x="66056" y="1430742"/>
                  </a:lnTo>
                  <a:lnTo>
                    <a:pt x="67707" y="1430742"/>
                  </a:lnTo>
                  <a:lnTo>
                    <a:pt x="69359" y="1430742"/>
                  </a:lnTo>
                  <a:lnTo>
                    <a:pt x="71010" y="1430742"/>
                  </a:lnTo>
                  <a:lnTo>
                    <a:pt x="72662" y="1430742"/>
                  </a:lnTo>
                  <a:lnTo>
                    <a:pt x="74313" y="1430742"/>
                  </a:lnTo>
                  <a:lnTo>
                    <a:pt x="75964" y="1430742"/>
                  </a:lnTo>
                  <a:lnTo>
                    <a:pt x="77616" y="1430742"/>
                  </a:lnTo>
                  <a:lnTo>
                    <a:pt x="79267" y="1430742"/>
                  </a:lnTo>
                  <a:lnTo>
                    <a:pt x="80919" y="1405741"/>
                  </a:lnTo>
                  <a:lnTo>
                    <a:pt x="82570" y="1361920"/>
                  </a:lnTo>
                  <a:lnTo>
                    <a:pt x="84222" y="1324382"/>
                  </a:lnTo>
                  <a:lnTo>
                    <a:pt x="85873" y="1307453"/>
                  </a:lnTo>
                  <a:lnTo>
                    <a:pt x="87524" y="1307453"/>
                  </a:lnTo>
                  <a:lnTo>
                    <a:pt x="89176" y="1324382"/>
                  </a:lnTo>
                  <a:lnTo>
                    <a:pt x="90827" y="1361920"/>
                  </a:lnTo>
                  <a:lnTo>
                    <a:pt x="92479" y="1405741"/>
                  </a:lnTo>
                  <a:lnTo>
                    <a:pt x="94130" y="1430742"/>
                  </a:lnTo>
                  <a:lnTo>
                    <a:pt x="95781" y="1430742"/>
                  </a:lnTo>
                  <a:lnTo>
                    <a:pt x="97433" y="1430742"/>
                  </a:lnTo>
                  <a:lnTo>
                    <a:pt x="99084" y="1430742"/>
                  </a:lnTo>
                  <a:lnTo>
                    <a:pt x="100736" y="1430742"/>
                  </a:lnTo>
                  <a:lnTo>
                    <a:pt x="102387" y="1430742"/>
                  </a:lnTo>
                  <a:lnTo>
                    <a:pt x="104039" y="1430742"/>
                  </a:lnTo>
                  <a:lnTo>
                    <a:pt x="105690" y="1430742"/>
                  </a:lnTo>
                  <a:lnTo>
                    <a:pt x="107341" y="1430742"/>
                  </a:lnTo>
                  <a:lnTo>
                    <a:pt x="108993" y="1430742"/>
                  </a:lnTo>
                  <a:lnTo>
                    <a:pt x="110644" y="1430742"/>
                  </a:lnTo>
                  <a:lnTo>
                    <a:pt x="112296" y="1430742"/>
                  </a:lnTo>
                  <a:lnTo>
                    <a:pt x="113947" y="1430742"/>
                  </a:lnTo>
                  <a:lnTo>
                    <a:pt x="115598" y="1430742"/>
                  </a:lnTo>
                  <a:lnTo>
                    <a:pt x="117250" y="1430742"/>
                  </a:lnTo>
                  <a:lnTo>
                    <a:pt x="118901" y="1430742"/>
                  </a:lnTo>
                  <a:lnTo>
                    <a:pt x="120553" y="1430742"/>
                  </a:lnTo>
                  <a:lnTo>
                    <a:pt x="122204" y="1405741"/>
                  </a:lnTo>
                  <a:lnTo>
                    <a:pt x="123855" y="1351050"/>
                  </a:lnTo>
                  <a:lnTo>
                    <a:pt x="125507" y="1203288"/>
                  </a:lnTo>
                  <a:lnTo>
                    <a:pt x="127158" y="1062867"/>
                  </a:lnTo>
                  <a:lnTo>
                    <a:pt x="128810" y="953619"/>
                  </a:lnTo>
                  <a:lnTo>
                    <a:pt x="130461" y="914188"/>
                  </a:lnTo>
                  <a:lnTo>
                    <a:pt x="132113" y="919925"/>
                  </a:lnTo>
                  <a:lnTo>
                    <a:pt x="133764" y="957045"/>
                  </a:lnTo>
                  <a:lnTo>
                    <a:pt x="135415" y="1024792"/>
                  </a:lnTo>
                  <a:lnTo>
                    <a:pt x="137067" y="1151452"/>
                  </a:lnTo>
                  <a:lnTo>
                    <a:pt x="138718" y="1236120"/>
                  </a:lnTo>
                  <a:lnTo>
                    <a:pt x="140370" y="1223917"/>
                  </a:lnTo>
                  <a:lnTo>
                    <a:pt x="142021" y="1223917"/>
                  </a:lnTo>
                  <a:lnTo>
                    <a:pt x="143672" y="1262374"/>
                  </a:lnTo>
                  <a:lnTo>
                    <a:pt x="145324" y="1307453"/>
                  </a:lnTo>
                  <a:lnTo>
                    <a:pt x="146975" y="1361920"/>
                  </a:lnTo>
                  <a:lnTo>
                    <a:pt x="148627" y="1405741"/>
                  </a:lnTo>
                  <a:lnTo>
                    <a:pt x="150278" y="1430742"/>
                  </a:lnTo>
                  <a:lnTo>
                    <a:pt x="151929" y="1430742"/>
                  </a:lnTo>
                  <a:lnTo>
                    <a:pt x="153581" y="1430742"/>
                  </a:lnTo>
                  <a:lnTo>
                    <a:pt x="155232" y="1430742"/>
                  </a:lnTo>
                  <a:lnTo>
                    <a:pt x="156884" y="1430742"/>
                  </a:lnTo>
                  <a:lnTo>
                    <a:pt x="158535" y="1430742"/>
                  </a:lnTo>
                  <a:lnTo>
                    <a:pt x="160187" y="1430742"/>
                  </a:lnTo>
                  <a:lnTo>
                    <a:pt x="161838" y="1430742"/>
                  </a:lnTo>
                  <a:lnTo>
                    <a:pt x="163489" y="1382916"/>
                  </a:lnTo>
                  <a:lnTo>
                    <a:pt x="165141" y="1311584"/>
                  </a:lnTo>
                  <a:lnTo>
                    <a:pt x="166792" y="1265848"/>
                  </a:lnTo>
                  <a:lnTo>
                    <a:pt x="168444" y="1239262"/>
                  </a:lnTo>
                  <a:lnTo>
                    <a:pt x="170095" y="1226915"/>
                  </a:lnTo>
                  <a:lnTo>
                    <a:pt x="171746" y="1226915"/>
                  </a:lnTo>
                  <a:lnTo>
                    <a:pt x="173398" y="1262374"/>
                  </a:lnTo>
                  <a:lnTo>
                    <a:pt x="175049" y="1307453"/>
                  </a:lnTo>
                  <a:lnTo>
                    <a:pt x="176701" y="1342480"/>
                  </a:lnTo>
                  <a:lnTo>
                    <a:pt x="178352" y="1361920"/>
                  </a:lnTo>
                  <a:lnTo>
                    <a:pt x="180004" y="1405741"/>
                  </a:lnTo>
                  <a:lnTo>
                    <a:pt x="181655" y="1430742"/>
                  </a:lnTo>
                  <a:lnTo>
                    <a:pt x="183306" y="1430742"/>
                  </a:lnTo>
                  <a:lnTo>
                    <a:pt x="184958" y="1430742"/>
                  </a:lnTo>
                  <a:lnTo>
                    <a:pt x="186609" y="1430742"/>
                  </a:lnTo>
                  <a:lnTo>
                    <a:pt x="188261" y="1430742"/>
                  </a:lnTo>
                  <a:lnTo>
                    <a:pt x="189912" y="1430742"/>
                  </a:lnTo>
                  <a:lnTo>
                    <a:pt x="191563" y="1430742"/>
                  </a:lnTo>
                  <a:lnTo>
                    <a:pt x="193215" y="1430742"/>
                  </a:lnTo>
                  <a:lnTo>
                    <a:pt x="194866" y="1430742"/>
                  </a:lnTo>
                  <a:lnTo>
                    <a:pt x="196518" y="1430742"/>
                  </a:lnTo>
                  <a:lnTo>
                    <a:pt x="198169" y="1382916"/>
                  </a:lnTo>
                  <a:lnTo>
                    <a:pt x="199820" y="1342480"/>
                  </a:lnTo>
                  <a:lnTo>
                    <a:pt x="201472" y="1339685"/>
                  </a:lnTo>
                  <a:lnTo>
                    <a:pt x="203123" y="1339685"/>
                  </a:lnTo>
                  <a:lnTo>
                    <a:pt x="204775" y="1339685"/>
                  </a:lnTo>
                  <a:lnTo>
                    <a:pt x="206426" y="1379658"/>
                  </a:lnTo>
                  <a:lnTo>
                    <a:pt x="208078" y="1426837"/>
                  </a:lnTo>
                  <a:lnTo>
                    <a:pt x="209729" y="1430742"/>
                  </a:lnTo>
                  <a:lnTo>
                    <a:pt x="211380" y="1430742"/>
                  </a:lnTo>
                  <a:lnTo>
                    <a:pt x="213032" y="1430742"/>
                  </a:lnTo>
                  <a:lnTo>
                    <a:pt x="214683" y="1430742"/>
                  </a:lnTo>
                  <a:lnTo>
                    <a:pt x="216335" y="1430742"/>
                  </a:lnTo>
                  <a:lnTo>
                    <a:pt x="217986" y="1430742"/>
                  </a:lnTo>
                  <a:lnTo>
                    <a:pt x="219637" y="1430742"/>
                  </a:lnTo>
                  <a:lnTo>
                    <a:pt x="221289" y="1430742"/>
                  </a:lnTo>
                  <a:lnTo>
                    <a:pt x="222940" y="1405741"/>
                  </a:lnTo>
                  <a:lnTo>
                    <a:pt x="224592" y="1361920"/>
                  </a:lnTo>
                  <a:lnTo>
                    <a:pt x="226243" y="1324382"/>
                  </a:lnTo>
                  <a:lnTo>
                    <a:pt x="227894" y="1307453"/>
                  </a:lnTo>
                  <a:lnTo>
                    <a:pt x="229546" y="1307453"/>
                  </a:lnTo>
                  <a:lnTo>
                    <a:pt x="231197" y="1324382"/>
                  </a:lnTo>
                  <a:lnTo>
                    <a:pt x="232849" y="1361920"/>
                  </a:lnTo>
                  <a:lnTo>
                    <a:pt x="234500" y="1405741"/>
                  </a:lnTo>
                  <a:lnTo>
                    <a:pt x="236152" y="1430742"/>
                  </a:lnTo>
                  <a:lnTo>
                    <a:pt x="237803" y="1430742"/>
                  </a:lnTo>
                  <a:lnTo>
                    <a:pt x="239454" y="1430742"/>
                  </a:lnTo>
                  <a:lnTo>
                    <a:pt x="241106" y="1430742"/>
                  </a:lnTo>
                  <a:lnTo>
                    <a:pt x="242757" y="1430742"/>
                  </a:lnTo>
                  <a:lnTo>
                    <a:pt x="244409" y="1430742"/>
                  </a:lnTo>
                  <a:lnTo>
                    <a:pt x="246060" y="1405741"/>
                  </a:lnTo>
                  <a:lnTo>
                    <a:pt x="247711" y="1361920"/>
                  </a:lnTo>
                  <a:lnTo>
                    <a:pt x="249363" y="1324382"/>
                  </a:lnTo>
                  <a:lnTo>
                    <a:pt x="251014" y="1314094"/>
                  </a:lnTo>
                  <a:lnTo>
                    <a:pt x="252666" y="1314094"/>
                  </a:lnTo>
                  <a:lnTo>
                    <a:pt x="254317" y="1331472"/>
                  </a:lnTo>
                  <a:lnTo>
                    <a:pt x="255968" y="1370118"/>
                  </a:lnTo>
                  <a:lnTo>
                    <a:pt x="257620" y="1415457"/>
                  </a:lnTo>
                  <a:lnTo>
                    <a:pt x="259271" y="1405741"/>
                  </a:lnTo>
                  <a:lnTo>
                    <a:pt x="260923" y="1342480"/>
                  </a:lnTo>
                  <a:lnTo>
                    <a:pt x="262574" y="1307453"/>
                  </a:lnTo>
                  <a:lnTo>
                    <a:pt x="264226" y="1276556"/>
                  </a:lnTo>
                  <a:lnTo>
                    <a:pt x="265877" y="1262374"/>
                  </a:lnTo>
                  <a:lnTo>
                    <a:pt x="267528" y="1276556"/>
                  </a:lnTo>
                  <a:lnTo>
                    <a:pt x="269180" y="1324382"/>
                  </a:lnTo>
                  <a:lnTo>
                    <a:pt x="270831" y="1361920"/>
                  </a:lnTo>
                  <a:lnTo>
                    <a:pt x="272483" y="1405741"/>
                  </a:lnTo>
                  <a:lnTo>
                    <a:pt x="274134" y="1430742"/>
                  </a:lnTo>
                  <a:lnTo>
                    <a:pt x="275785" y="1405741"/>
                  </a:lnTo>
                  <a:lnTo>
                    <a:pt x="277437" y="1361920"/>
                  </a:lnTo>
                  <a:lnTo>
                    <a:pt x="279088" y="1324382"/>
                  </a:lnTo>
                  <a:lnTo>
                    <a:pt x="280740" y="1307453"/>
                  </a:lnTo>
                  <a:lnTo>
                    <a:pt x="282391" y="1307453"/>
                  </a:lnTo>
                  <a:lnTo>
                    <a:pt x="284043" y="1324382"/>
                  </a:lnTo>
                  <a:lnTo>
                    <a:pt x="285694" y="1361920"/>
                  </a:lnTo>
                  <a:lnTo>
                    <a:pt x="287345" y="1405741"/>
                  </a:lnTo>
                  <a:lnTo>
                    <a:pt x="288997" y="1430742"/>
                  </a:lnTo>
                  <a:lnTo>
                    <a:pt x="290648" y="1430742"/>
                  </a:lnTo>
                  <a:lnTo>
                    <a:pt x="292300" y="1430742"/>
                  </a:lnTo>
                  <a:lnTo>
                    <a:pt x="293951" y="1430742"/>
                  </a:lnTo>
                  <a:lnTo>
                    <a:pt x="295602" y="1382916"/>
                  </a:lnTo>
                  <a:lnTo>
                    <a:pt x="297254" y="1324382"/>
                  </a:lnTo>
                  <a:lnTo>
                    <a:pt x="298905" y="1276556"/>
                  </a:lnTo>
                  <a:lnTo>
                    <a:pt x="300557" y="1248919"/>
                  </a:lnTo>
                  <a:lnTo>
                    <a:pt x="302208" y="1236120"/>
                  </a:lnTo>
                  <a:lnTo>
                    <a:pt x="303859" y="1262374"/>
                  </a:lnTo>
                  <a:lnTo>
                    <a:pt x="305511" y="1307453"/>
                  </a:lnTo>
                  <a:lnTo>
                    <a:pt x="307162" y="1342480"/>
                  </a:lnTo>
                  <a:lnTo>
                    <a:pt x="308814" y="1342480"/>
                  </a:lnTo>
                  <a:lnTo>
                    <a:pt x="310465" y="1324382"/>
                  </a:lnTo>
                  <a:lnTo>
                    <a:pt x="312117" y="1276556"/>
                  </a:lnTo>
                  <a:lnTo>
                    <a:pt x="313768" y="1262374"/>
                  </a:lnTo>
                  <a:lnTo>
                    <a:pt x="315419" y="1276556"/>
                  </a:lnTo>
                  <a:lnTo>
                    <a:pt x="317071" y="1307453"/>
                  </a:lnTo>
                  <a:lnTo>
                    <a:pt x="318722" y="1342480"/>
                  </a:lnTo>
                  <a:lnTo>
                    <a:pt x="320374" y="1405741"/>
                  </a:lnTo>
                  <a:lnTo>
                    <a:pt x="322025" y="1430742"/>
                  </a:lnTo>
                  <a:lnTo>
                    <a:pt x="323676" y="1430742"/>
                  </a:lnTo>
                  <a:lnTo>
                    <a:pt x="325328" y="1430742"/>
                  </a:lnTo>
                  <a:lnTo>
                    <a:pt x="326979" y="1430742"/>
                  </a:lnTo>
                  <a:lnTo>
                    <a:pt x="328631" y="1430742"/>
                  </a:lnTo>
                  <a:lnTo>
                    <a:pt x="330282" y="1430742"/>
                  </a:lnTo>
                  <a:lnTo>
                    <a:pt x="331933" y="1430742"/>
                  </a:lnTo>
                  <a:lnTo>
                    <a:pt x="333585" y="1430742"/>
                  </a:lnTo>
                  <a:lnTo>
                    <a:pt x="335236" y="1430742"/>
                  </a:lnTo>
                  <a:lnTo>
                    <a:pt x="336888" y="1430742"/>
                  </a:lnTo>
                  <a:lnTo>
                    <a:pt x="338539" y="1430742"/>
                  </a:lnTo>
                  <a:lnTo>
                    <a:pt x="340191" y="1430742"/>
                  </a:lnTo>
                  <a:lnTo>
                    <a:pt x="341842" y="1405741"/>
                  </a:lnTo>
                  <a:lnTo>
                    <a:pt x="343493" y="1361920"/>
                  </a:lnTo>
                  <a:lnTo>
                    <a:pt x="345145" y="1324382"/>
                  </a:lnTo>
                  <a:lnTo>
                    <a:pt x="346796" y="1291550"/>
                  </a:lnTo>
                  <a:lnTo>
                    <a:pt x="348448" y="1276556"/>
                  </a:lnTo>
                  <a:lnTo>
                    <a:pt x="350099" y="1291550"/>
                  </a:lnTo>
                  <a:lnTo>
                    <a:pt x="351750" y="1324382"/>
                  </a:lnTo>
                  <a:lnTo>
                    <a:pt x="353402" y="1361920"/>
                  </a:lnTo>
                  <a:lnTo>
                    <a:pt x="355053" y="1405741"/>
                  </a:lnTo>
                  <a:lnTo>
                    <a:pt x="356705" y="1430742"/>
                  </a:lnTo>
                  <a:lnTo>
                    <a:pt x="358356" y="1430742"/>
                  </a:lnTo>
                  <a:lnTo>
                    <a:pt x="360008" y="1430742"/>
                  </a:lnTo>
                  <a:lnTo>
                    <a:pt x="361659" y="1430742"/>
                  </a:lnTo>
                  <a:lnTo>
                    <a:pt x="363310" y="1430742"/>
                  </a:lnTo>
                  <a:lnTo>
                    <a:pt x="364962" y="1430742"/>
                  </a:lnTo>
                  <a:lnTo>
                    <a:pt x="366613" y="1430742"/>
                  </a:lnTo>
                  <a:lnTo>
                    <a:pt x="368265" y="1430742"/>
                  </a:lnTo>
                  <a:lnTo>
                    <a:pt x="369916" y="1430742"/>
                  </a:lnTo>
                  <a:lnTo>
                    <a:pt x="371567" y="1430742"/>
                  </a:lnTo>
                  <a:lnTo>
                    <a:pt x="373219" y="1430742"/>
                  </a:lnTo>
                  <a:lnTo>
                    <a:pt x="374870" y="1430742"/>
                  </a:lnTo>
                  <a:lnTo>
                    <a:pt x="376522" y="1430742"/>
                  </a:lnTo>
                  <a:lnTo>
                    <a:pt x="378173" y="1430742"/>
                  </a:lnTo>
                  <a:lnTo>
                    <a:pt x="379824" y="1430742"/>
                  </a:lnTo>
                  <a:lnTo>
                    <a:pt x="381476" y="1430742"/>
                  </a:lnTo>
                  <a:lnTo>
                    <a:pt x="383127" y="1430742"/>
                  </a:lnTo>
                  <a:lnTo>
                    <a:pt x="384779" y="1430742"/>
                  </a:lnTo>
                  <a:lnTo>
                    <a:pt x="386430" y="1430742"/>
                  </a:lnTo>
                  <a:lnTo>
                    <a:pt x="388082" y="1430742"/>
                  </a:lnTo>
                  <a:lnTo>
                    <a:pt x="389733" y="1430742"/>
                  </a:lnTo>
                  <a:lnTo>
                    <a:pt x="391384" y="1430742"/>
                  </a:lnTo>
                  <a:lnTo>
                    <a:pt x="393036" y="1430742"/>
                  </a:lnTo>
                  <a:lnTo>
                    <a:pt x="394687" y="1430742"/>
                  </a:lnTo>
                  <a:lnTo>
                    <a:pt x="396339" y="1430742"/>
                  </a:lnTo>
                  <a:lnTo>
                    <a:pt x="397990" y="1430742"/>
                  </a:lnTo>
                  <a:lnTo>
                    <a:pt x="399641" y="1430742"/>
                  </a:lnTo>
                  <a:lnTo>
                    <a:pt x="401293" y="1430742"/>
                  </a:lnTo>
                  <a:lnTo>
                    <a:pt x="402944" y="1430742"/>
                  </a:lnTo>
                  <a:lnTo>
                    <a:pt x="404596" y="1430742"/>
                  </a:lnTo>
                  <a:lnTo>
                    <a:pt x="406247" y="1430742"/>
                  </a:lnTo>
                  <a:lnTo>
                    <a:pt x="407898" y="1430742"/>
                  </a:lnTo>
                  <a:lnTo>
                    <a:pt x="409550" y="1405741"/>
                  </a:lnTo>
                  <a:lnTo>
                    <a:pt x="411201" y="1361920"/>
                  </a:lnTo>
                  <a:lnTo>
                    <a:pt x="412853" y="1341545"/>
                  </a:lnTo>
                  <a:lnTo>
                    <a:pt x="414504" y="1323509"/>
                  </a:lnTo>
                  <a:lnTo>
                    <a:pt x="416156" y="1323509"/>
                  </a:lnTo>
                  <a:lnTo>
                    <a:pt x="417807" y="1341545"/>
                  </a:lnTo>
                  <a:lnTo>
                    <a:pt x="419458" y="1381826"/>
                  </a:lnTo>
                  <a:lnTo>
                    <a:pt x="421110" y="1382916"/>
                  </a:lnTo>
                  <a:lnTo>
                    <a:pt x="422761" y="1361920"/>
                  </a:lnTo>
                  <a:lnTo>
                    <a:pt x="424413" y="1324382"/>
                  </a:lnTo>
                  <a:lnTo>
                    <a:pt x="426064" y="1309097"/>
                  </a:lnTo>
                  <a:lnTo>
                    <a:pt x="427715" y="1309097"/>
                  </a:lnTo>
                  <a:lnTo>
                    <a:pt x="429367" y="1326137"/>
                  </a:lnTo>
                  <a:lnTo>
                    <a:pt x="431018" y="1363946"/>
                  </a:lnTo>
                  <a:lnTo>
                    <a:pt x="432670" y="1408136"/>
                  </a:lnTo>
                  <a:lnTo>
                    <a:pt x="434321" y="1430742"/>
                  </a:lnTo>
                  <a:lnTo>
                    <a:pt x="435972" y="1430742"/>
                  </a:lnTo>
                  <a:lnTo>
                    <a:pt x="437624" y="1430742"/>
                  </a:lnTo>
                  <a:lnTo>
                    <a:pt x="439275" y="1430742"/>
                  </a:lnTo>
                  <a:lnTo>
                    <a:pt x="440927" y="1405741"/>
                  </a:lnTo>
                  <a:lnTo>
                    <a:pt x="442578" y="1382916"/>
                  </a:lnTo>
                  <a:lnTo>
                    <a:pt x="444230" y="1342480"/>
                  </a:lnTo>
                  <a:lnTo>
                    <a:pt x="445881" y="1324382"/>
                  </a:lnTo>
                  <a:lnTo>
                    <a:pt x="447532" y="1314936"/>
                  </a:lnTo>
                  <a:lnTo>
                    <a:pt x="449184" y="1332372"/>
                  </a:lnTo>
                  <a:lnTo>
                    <a:pt x="450835" y="1351050"/>
                  </a:lnTo>
                  <a:lnTo>
                    <a:pt x="452487" y="1392942"/>
                  </a:lnTo>
                  <a:lnTo>
                    <a:pt x="454138" y="1392942"/>
                  </a:lnTo>
                  <a:lnTo>
                    <a:pt x="455789" y="1361920"/>
                  </a:lnTo>
                  <a:lnTo>
                    <a:pt x="457441" y="1342480"/>
                  </a:lnTo>
                  <a:lnTo>
                    <a:pt x="459092" y="1342480"/>
                  </a:lnTo>
                  <a:lnTo>
                    <a:pt x="460744" y="1342480"/>
                  </a:lnTo>
                  <a:lnTo>
                    <a:pt x="462395" y="1361920"/>
                  </a:lnTo>
                  <a:lnTo>
                    <a:pt x="464047" y="1405741"/>
                  </a:lnTo>
                  <a:lnTo>
                    <a:pt x="465698" y="1430742"/>
                  </a:lnTo>
                  <a:lnTo>
                    <a:pt x="467349" y="1430742"/>
                  </a:lnTo>
                  <a:lnTo>
                    <a:pt x="469001" y="1430742"/>
                  </a:lnTo>
                  <a:lnTo>
                    <a:pt x="470652" y="1430742"/>
                  </a:lnTo>
                  <a:lnTo>
                    <a:pt x="472304" y="1430742"/>
                  </a:lnTo>
                  <a:lnTo>
                    <a:pt x="473955" y="1430742"/>
                  </a:lnTo>
                  <a:lnTo>
                    <a:pt x="475606" y="1430742"/>
                  </a:lnTo>
                  <a:lnTo>
                    <a:pt x="477258" y="1405741"/>
                  </a:lnTo>
                  <a:lnTo>
                    <a:pt x="478909" y="1361920"/>
                  </a:lnTo>
                  <a:lnTo>
                    <a:pt x="480561" y="1324382"/>
                  </a:lnTo>
                  <a:lnTo>
                    <a:pt x="482212" y="1291550"/>
                  </a:lnTo>
                  <a:lnTo>
                    <a:pt x="483863" y="1260997"/>
                  </a:lnTo>
                  <a:lnTo>
                    <a:pt x="485515" y="1260997"/>
                  </a:lnTo>
                  <a:lnTo>
                    <a:pt x="487166" y="1260997"/>
                  </a:lnTo>
                  <a:lnTo>
                    <a:pt x="488818" y="1275103"/>
                  </a:lnTo>
                  <a:lnTo>
                    <a:pt x="490469" y="1290011"/>
                  </a:lnTo>
                  <a:lnTo>
                    <a:pt x="492121" y="1307453"/>
                  </a:lnTo>
                  <a:lnTo>
                    <a:pt x="493772" y="1291550"/>
                  </a:lnTo>
                  <a:lnTo>
                    <a:pt x="495423" y="1291550"/>
                  </a:lnTo>
                  <a:lnTo>
                    <a:pt x="497075" y="1300177"/>
                  </a:lnTo>
                  <a:lnTo>
                    <a:pt x="498726" y="1316629"/>
                  </a:lnTo>
                  <a:lnTo>
                    <a:pt x="500378" y="1334181"/>
                  </a:lnTo>
                  <a:lnTo>
                    <a:pt x="502029" y="1373260"/>
                  </a:lnTo>
                  <a:lnTo>
                    <a:pt x="503680" y="1419196"/>
                  </a:lnTo>
                  <a:lnTo>
                    <a:pt x="505332" y="1430742"/>
                  </a:lnTo>
                  <a:lnTo>
                    <a:pt x="506983" y="1430742"/>
                  </a:lnTo>
                  <a:lnTo>
                    <a:pt x="508635" y="1430742"/>
                  </a:lnTo>
                  <a:lnTo>
                    <a:pt x="510286" y="1430742"/>
                  </a:lnTo>
                  <a:lnTo>
                    <a:pt x="511937" y="1430742"/>
                  </a:lnTo>
                  <a:lnTo>
                    <a:pt x="513589" y="1430742"/>
                  </a:lnTo>
                  <a:lnTo>
                    <a:pt x="515240" y="1430742"/>
                  </a:lnTo>
                  <a:lnTo>
                    <a:pt x="516892" y="1430742"/>
                  </a:lnTo>
                  <a:lnTo>
                    <a:pt x="518543" y="1430742"/>
                  </a:lnTo>
                  <a:lnTo>
                    <a:pt x="520195" y="1430742"/>
                  </a:lnTo>
                  <a:lnTo>
                    <a:pt x="521846" y="1430742"/>
                  </a:lnTo>
                  <a:lnTo>
                    <a:pt x="523497" y="1430742"/>
                  </a:lnTo>
                  <a:lnTo>
                    <a:pt x="525149" y="1430742"/>
                  </a:lnTo>
                  <a:lnTo>
                    <a:pt x="526800" y="1430742"/>
                  </a:lnTo>
                  <a:lnTo>
                    <a:pt x="528452" y="1430742"/>
                  </a:lnTo>
                  <a:lnTo>
                    <a:pt x="530103" y="1430742"/>
                  </a:lnTo>
                  <a:lnTo>
                    <a:pt x="531754" y="1430742"/>
                  </a:lnTo>
                  <a:lnTo>
                    <a:pt x="533406" y="1430742"/>
                  </a:lnTo>
                  <a:lnTo>
                    <a:pt x="535057" y="1361920"/>
                  </a:lnTo>
                  <a:lnTo>
                    <a:pt x="536709" y="1212257"/>
                  </a:lnTo>
                  <a:lnTo>
                    <a:pt x="538360" y="1073400"/>
                  </a:lnTo>
                  <a:lnTo>
                    <a:pt x="540012" y="987403"/>
                  </a:lnTo>
                  <a:lnTo>
                    <a:pt x="541663" y="938330"/>
                  </a:lnTo>
                  <a:lnTo>
                    <a:pt x="543314" y="917874"/>
                  </a:lnTo>
                  <a:lnTo>
                    <a:pt x="544966" y="939134"/>
                  </a:lnTo>
                  <a:lnTo>
                    <a:pt x="546617" y="1001572"/>
                  </a:lnTo>
                  <a:lnTo>
                    <a:pt x="548269" y="1079173"/>
                  </a:lnTo>
                  <a:lnTo>
                    <a:pt x="549920" y="1142122"/>
                  </a:lnTo>
                  <a:lnTo>
                    <a:pt x="551571" y="1203840"/>
                  </a:lnTo>
                  <a:lnTo>
                    <a:pt x="553223" y="1245660"/>
                  </a:lnTo>
                  <a:lnTo>
                    <a:pt x="554874" y="1276556"/>
                  </a:lnTo>
                  <a:lnTo>
                    <a:pt x="556526" y="1307453"/>
                  </a:lnTo>
                  <a:lnTo>
                    <a:pt x="558177" y="1361920"/>
                  </a:lnTo>
                  <a:lnTo>
                    <a:pt x="559828" y="1405741"/>
                  </a:lnTo>
                  <a:lnTo>
                    <a:pt x="561480" y="1430742"/>
                  </a:lnTo>
                  <a:lnTo>
                    <a:pt x="563131" y="1430742"/>
                  </a:lnTo>
                  <a:lnTo>
                    <a:pt x="564783" y="1430742"/>
                  </a:lnTo>
                  <a:lnTo>
                    <a:pt x="566434" y="1430742"/>
                  </a:lnTo>
                  <a:lnTo>
                    <a:pt x="568086" y="1430742"/>
                  </a:lnTo>
                  <a:lnTo>
                    <a:pt x="569737" y="1430742"/>
                  </a:lnTo>
                  <a:lnTo>
                    <a:pt x="571388" y="1430742"/>
                  </a:lnTo>
                  <a:lnTo>
                    <a:pt x="573040" y="1430742"/>
                  </a:lnTo>
                  <a:lnTo>
                    <a:pt x="574691" y="1430742"/>
                  </a:lnTo>
                  <a:lnTo>
                    <a:pt x="576343" y="1430742"/>
                  </a:lnTo>
                  <a:lnTo>
                    <a:pt x="577994" y="1382916"/>
                  </a:lnTo>
                  <a:lnTo>
                    <a:pt x="579645" y="1342480"/>
                  </a:lnTo>
                  <a:lnTo>
                    <a:pt x="581297" y="1324382"/>
                  </a:lnTo>
                  <a:lnTo>
                    <a:pt x="582948" y="1324382"/>
                  </a:lnTo>
                  <a:lnTo>
                    <a:pt x="584600" y="1324382"/>
                  </a:lnTo>
                  <a:lnTo>
                    <a:pt x="586251" y="1361920"/>
                  </a:lnTo>
                  <a:lnTo>
                    <a:pt x="587902" y="1382916"/>
                  </a:lnTo>
                  <a:lnTo>
                    <a:pt x="589554" y="1382916"/>
                  </a:lnTo>
                  <a:lnTo>
                    <a:pt x="591205" y="1361920"/>
                  </a:lnTo>
                  <a:lnTo>
                    <a:pt x="592857" y="1357915"/>
                  </a:lnTo>
                  <a:lnTo>
                    <a:pt x="594508" y="1338759"/>
                  </a:lnTo>
                  <a:lnTo>
                    <a:pt x="596160" y="1338759"/>
                  </a:lnTo>
                  <a:lnTo>
                    <a:pt x="597811" y="1357915"/>
                  </a:lnTo>
                  <a:lnTo>
                    <a:pt x="599462" y="1357915"/>
                  </a:lnTo>
                  <a:lnTo>
                    <a:pt x="601114" y="1307453"/>
                  </a:lnTo>
                  <a:lnTo>
                    <a:pt x="602765" y="1262374"/>
                  </a:lnTo>
                  <a:lnTo>
                    <a:pt x="604417" y="1248919"/>
                  </a:lnTo>
                  <a:lnTo>
                    <a:pt x="606068" y="1248919"/>
                  </a:lnTo>
                  <a:lnTo>
                    <a:pt x="607719" y="1262374"/>
                  </a:lnTo>
                  <a:lnTo>
                    <a:pt x="609371" y="1291550"/>
                  </a:lnTo>
                  <a:lnTo>
                    <a:pt x="611022" y="1324382"/>
                  </a:lnTo>
                  <a:lnTo>
                    <a:pt x="612674" y="1342480"/>
                  </a:lnTo>
                  <a:lnTo>
                    <a:pt x="614325" y="1342480"/>
                  </a:lnTo>
                  <a:lnTo>
                    <a:pt x="615976" y="1342480"/>
                  </a:lnTo>
                  <a:lnTo>
                    <a:pt x="617628" y="1361920"/>
                  </a:lnTo>
                  <a:lnTo>
                    <a:pt x="619279" y="1405741"/>
                  </a:lnTo>
                  <a:lnTo>
                    <a:pt x="620931" y="1405741"/>
                  </a:lnTo>
                  <a:lnTo>
                    <a:pt x="622582" y="1324382"/>
                  </a:lnTo>
                  <a:lnTo>
                    <a:pt x="624234" y="1267251"/>
                  </a:lnTo>
                  <a:lnTo>
                    <a:pt x="625885" y="1228124"/>
                  </a:lnTo>
                  <a:lnTo>
                    <a:pt x="627536" y="1183652"/>
                  </a:lnTo>
                  <a:lnTo>
                    <a:pt x="629188" y="1163956"/>
                  </a:lnTo>
                  <a:lnTo>
                    <a:pt x="630839" y="1195149"/>
                  </a:lnTo>
                  <a:lnTo>
                    <a:pt x="632491" y="1237372"/>
                  </a:lnTo>
                  <a:lnTo>
                    <a:pt x="634142" y="1263758"/>
                  </a:lnTo>
                  <a:lnTo>
                    <a:pt x="635793" y="1293098"/>
                  </a:lnTo>
                  <a:lnTo>
                    <a:pt x="637445" y="1293098"/>
                  </a:lnTo>
                  <a:lnTo>
                    <a:pt x="639096" y="1276556"/>
                  </a:lnTo>
                  <a:lnTo>
                    <a:pt x="640748" y="1262374"/>
                  </a:lnTo>
                  <a:lnTo>
                    <a:pt x="642399" y="1276556"/>
                  </a:lnTo>
                  <a:lnTo>
                    <a:pt x="644051" y="1307453"/>
                  </a:lnTo>
                  <a:lnTo>
                    <a:pt x="645702" y="1361920"/>
                  </a:lnTo>
                  <a:lnTo>
                    <a:pt x="647353" y="1405741"/>
                  </a:lnTo>
                  <a:lnTo>
                    <a:pt x="649005" y="1430742"/>
                  </a:lnTo>
                  <a:lnTo>
                    <a:pt x="650656" y="1430742"/>
                  </a:lnTo>
                  <a:lnTo>
                    <a:pt x="652308" y="1370118"/>
                  </a:lnTo>
                  <a:lnTo>
                    <a:pt x="653959" y="1314094"/>
                  </a:lnTo>
                  <a:lnTo>
                    <a:pt x="655610" y="1267955"/>
                  </a:lnTo>
                  <a:lnTo>
                    <a:pt x="657262" y="1254218"/>
                  </a:lnTo>
                  <a:lnTo>
                    <a:pt x="658913" y="1216859"/>
                  </a:lnTo>
                  <a:lnTo>
                    <a:pt x="660565" y="1201093"/>
                  </a:lnTo>
                  <a:lnTo>
                    <a:pt x="662216" y="1190385"/>
                  </a:lnTo>
                  <a:lnTo>
                    <a:pt x="663867" y="1201093"/>
                  </a:lnTo>
                  <a:lnTo>
                    <a:pt x="665519" y="1201093"/>
                  </a:lnTo>
                  <a:lnTo>
                    <a:pt x="667170" y="1236120"/>
                  </a:lnTo>
                  <a:lnTo>
                    <a:pt x="668822" y="1276556"/>
                  </a:lnTo>
                  <a:lnTo>
                    <a:pt x="670473" y="1324382"/>
                  </a:lnTo>
                  <a:lnTo>
                    <a:pt x="672125" y="1342480"/>
                  </a:lnTo>
                  <a:lnTo>
                    <a:pt x="673776" y="1342480"/>
                  </a:lnTo>
                  <a:lnTo>
                    <a:pt x="675427" y="1324382"/>
                  </a:lnTo>
                  <a:lnTo>
                    <a:pt x="677079" y="1342480"/>
                  </a:lnTo>
                  <a:lnTo>
                    <a:pt x="678730" y="1361920"/>
                  </a:lnTo>
                  <a:lnTo>
                    <a:pt x="680382" y="1382916"/>
                  </a:lnTo>
                  <a:lnTo>
                    <a:pt x="682033" y="1405741"/>
                  </a:lnTo>
                  <a:lnTo>
                    <a:pt x="683684" y="1430742"/>
                  </a:lnTo>
                  <a:lnTo>
                    <a:pt x="685336" y="1405741"/>
                  </a:lnTo>
                  <a:lnTo>
                    <a:pt x="686987" y="1361920"/>
                  </a:lnTo>
                  <a:lnTo>
                    <a:pt x="688639" y="1291550"/>
                  </a:lnTo>
                  <a:lnTo>
                    <a:pt x="690290" y="1190385"/>
                  </a:lnTo>
                  <a:lnTo>
                    <a:pt x="691941" y="1071726"/>
                  </a:lnTo>
                  <a:lnTo>
                    <a:pt x="693593" y="1010404"/>
                  </a:lnTo>
                  <a:lnTo>
                    <a:pt x="695244" y="976038"/>
                  </a:lnTo>
                  <a:lnTo>
                    <a:pt x="696896" y="957477"/>
                  </a:lnTo>
                  <a:lnTo>
                    <a:pt x="698547" y="958342"/>
                  </a:lnTo>
                  <a:lnTo>
                    <a:pt x="700199" y="958558"/>
                  </a:lnTo>
                  <a:lnTo>
                    <a:pt x="701850" y="923504"/>
                  </a:lnTo>
                  <a:lnTo>
                    <a:pt x="703501" y="907144"/>
                  </a:lnTo>
                  <a:lnTo>
                    <a:pt x="705153" y="896322"/>
                  </a:lnTo>
                  <a:lnTo>
                    <a:pt x="706804" y="887246"/>
                  </a:lnTo>
                  <a:lnTo>
                    <a:pt x="708456" y="916025"/>
                  </a:lnTo>
                  <a:lnTo>
                    <a:pt x="710107" y="962270"/>
                  </a:lnTo>
                  <a:lnTo>
                    <a:pt x="711758" y="974651"/>
                  </a:lnTo>
                  <a:lnTo>
                    <a:pt x="713410" y="939537"/>
                  </a:lnTo>
                  <a:lnTo>
                    <a:pt x="715061" y="895468"/>
                  </a:lnTo>
                  <a:lnTo>
                    <a:pt x="716713" y="814064"/>
                  </a:lnTo>
                  <a:lnTo>
                    <a:pt x="718364" y="761368"/>
                  </a:lnTo>
                  <a:lnTo>
                    <a:pt x="720016" y="741680"/>
                  </a:lnTo>
                  <a:lnTo>
                    <a:pt x="721667" y="762187"/>
                  </a:lnTo>
                  <a:lnTo>
                    <a:pt x="723318" y="800547"/>
                  </a:lnTo>
                  <a:lnTo>
                    <a:pt x="724970" y="890237"/>
                  </a:lnTo>
                  <a:lnTo>
                    <a:pt x="726621" y="1015741"/>
                  </a:lnTo>
                  <a:lnTo>
                    <a:pt x="728273" y="1142559"/>
                  </a:lnTo>
                  <a:lnTo>
                    <a:pt x="729924" y="1223917"/>
                  </a:lnTo>
                  <a:lnTo>
                    <a:pt x="731575" y="1262374"/>
                  </a:lnTo>
                  <a:lnTo>
                    <a:pt x="733227" y="1226915"/>
                  </a:lnTo>
                  <a:lnTo>
                    <a:pt x="734878" y="1173127"/>
                  </a:lnTo>
                  <a:lnTo>
                    <a:pt x="736530" y="1135655"/>
                  </a:lnTo>
                  <a:lnTo>
                    <a:pt x="738181" y="1103626"/>
                  </a:lnTo>
                  <a:lnTo>
                    <a:pt x="739832" y="1088967"/>
                  </a:lnTo>
                  <a:lnTo>
                    <a:pt x="741484" y="1109341"/>
                  </a:lnTo>
                  <a:lnTo>
                    <a:pt x="743135" y="1133113"/>
                  </a:lnTo>
                  <a:lnTo>
                    <a:pt x="744787" y="1151452"/>
                  </a:lnTo>
                  <a:lnTo>
                    <a:pt x="746438" y="1180096"/>
                  </a:lnTo>
                  <a:lnTo>
                    <a:pt x="748090" y="1194083"/>
                  </a:lnTo>
                  <a:lnTo>
                    <a:pt x="749741" y="1173619"/>
                  </a:lnTo>
                  <a:lnTo>
                    <a:pt x="751392" y="1169227"/>
                  </a:lnTo>
                  <a:lnTo>
                    <a:pt x="753044" y="1133113"/>
                  </a:lnTo>
                  <a:lnTo>
                    <a:pt x="754695" y="1075423"/>
                  </a:lnTo>
                  <a:lnTo>
                    <a:pt x="756347" y="1047515"/>
                  </a:lnTo>
                  <a:lnTo>
                    <a:pt x="757998" y="1029864"/>
                  </a:lnTo>
                  <a:lnTo>
                    <a:pt x="759649" y="1043888"/>
                  </a:lnTo>
                  <a:lnTo>
                    <a:pt x="761301" y="1096928"/>
                  </a:lnTo>
                  <a:lnTo>
                    <a:pt x="762952" y="1160189"/>
                  </a:lnTo>
                  <a:lnTo>
                    <a:pt x="764604" y="1200547"/>
                  </a:lnTo>
                  <a:lnTo>
                    <a:pt x="766255" y="1235496"/>
                  </a:lnTo>
                  <a:lnTo>
                    <a:pt x="767906" y="1212257"/>
                  </a:lnTo>
                  <a:lnTo>
                    <a:pt x="769558" y="1184163"/>
                  </a:lnTo>
                  <a:lnTo>
                    <a:pt x="771209" y="1194616"/>
                  </a:lnTo>
                  <a:lnTo>
                    <a:pt x="772861" y="1205502"/>
                  </a:lnTo>
                  <a:lnTo>
                    <a:pt x="774512" y="1216859"/>
                  </a:lnTo>
                  <a:lnTo>
                    <a:pt x="776164" y="1184163"/>
                  </a:lnTo>
                  <a:lnTo>
                    <a:pt x="777815" y="1155095"/>
                  </a:lnTo>
                  <a:lnTo>
                    <a:pt x="779466" y="1090397"/>
                  </a:lnTo>
                  <a:lnTo>
                    <a:pt x="781118" y="1050576"/>
                  </a:lnTo>
                  <a:lnTo>
                    <a:pt x="782769" y="1042094"/>
                  </a:lnTo>
                  <a:lnTo>
                    <a:pt x="784421" y="1068410"/>
                  </a:lnTo>
                  <a:lnTo>
                    <a:pt x="786072" y="1108188"/>
                  </a:lnTo>
                  <a:lnTo>
                    <a:pt x="787723" y="1188294"/>
                  </a:lnTo>
                  <a:lnTo>
                    <a:pt x="789375" y="1259627"/>
                  </a:lnTo>
                  <a:lnTo>
                    <a:pt x="791026" y="1279487"/>
                  </a:lnTo>
                  <a:lnTo>
                    <a:pt x="792678" y="1262374"/>
                  </a:lnTo>
                  <a:lnTo>
                    <a:pt x="794329" y="1223917"/>
                  </a:lnTo>
                  <a:lnTo>
                    <a:pt x="795980" y="1201093"/>
                  </a:lnTo>
                  <a:lnTo>
                    <a:pt x="797632" y="1201093"/>
                  </a:lnTo>
                  <a:lnTo>
                    <a:pt x="799283" y="1212257"/>
                  </a:lnTo>
                  <a:lnTo>
                    <a:pt x="800935" y="1262374"/>
                  </a:lnTo>
                  <a:lnTo>
                    <a:pt x="802586" y="1291550"/>
                  </a:lnTo>
                  <a:lnTo>
                    <a:pt x="804238" y="1307453"/>
                  </a:lnTo>
                  <a:lnTo>
                    <a:pt x="805889" y="1323509"/>
                  </a:lnTo>
                  <a:lnTo>
                    <a:pt x="807540" y="1323509"/>
                  </a:lnTo>
                  <a:lnTo>
                    <a:pt x="809192" y="1306634"/>
                  </a:lnTo>
                  <a:lnTo>
                    <a:pt x="810843" y="1306634"/>
                  </a:lnTo>
                  <a:lnTo>
                    <a:pt x="812495" y="1323509"/>
                  </a:lnTo>
                  <a:lnTo>
                    <a:pt x="814146" y="1342480"/>
                  </a:lnTo>
                  <a:lnTo>
                    <a:pt x="815797" y="1342480"/>
                  </a:lnTo>
                  <a:lnTo>
                    <a:pt x="817449" y="1314936"/>
                  </a:lnTo>
                  <a:lnTo>
                    <a:pt x="819100" y="1283198"/>
                  </a:lnTo>
                  <a:lnTo>
                    <a:pt x="820752" y="1254888"/>
                  </a:lnTo>
                  <a:lnTo>
                    <a:pt x="822403" y="1254888"/>
                  </a:lnTo>
                  <a:lnTo>
                    <a:pt x="824055" y="1283198"/>
                  </a:lnTo>
                  <a:lnTo>
                    <a:pt x="825706" y="1324382"/>
                  </a:lnTo>
                  <a:lnTo>
                    <a:pt x="827357" y="1361920"/>
                  </a:lnTo>
                  <a:lnTo>
                    <a:pt x="829009" y="1361920"/>
                  </a:lnTo>
                  <a:lnTo>
                    <a:pt x="830660" y="1342480"/>
                  </a:lnTo>
                  <a:lnTo>
                    <a:pt x="832312" y="1342480"/>
                  </a:lnTo>
                  <a:lnTo>
                    <a:pt x="833963" y="1342480"/>
                  </a:lnTo>
                  <a:lnTo>
                    <a:pt x="835614" y="1342480"/>
                  </a:lnTo>
                  <a:lnTo>
                    <a:pt x="837266" y="1324382"/>
                  </a:lnTo>
                  <a:lnTo>
                    <a:pt x="838917" y="1291550"/>
                  </a:lnTo>
                  <a:lnTo>
                    <a:pt x="840569" y="1248919"/>
                  </a:lnTo>
                  <a:lnTo>
                    <a:pt x="842220" y="1223917"/>
                  </a:lnTo>
                  <a:lnTo>
                    <a:pt x="843871" y="1212257"/>
                  </a:lnTo>
                  <a:lnTo>
                    <a:pt x="845523" y="1212257"/>
                  </a:lnTo>
                  <a:lnTo>
                    <a:pt x="847174" y="1212257"/>
                  </a:lnTo>
                  <a:lnTo>
                    <a:pt x="848826" y="1223917"/>
                  </a:lnTo>
                  <a:lnTo>
                    <a:pt x="850477" y="1236120"/>
                  </a:lnTo>
                  <a:lnTo>
                    <a:pt x="852129" y="1236120"/>
                  </a:lnTo>
                  <a:lnTo>
                    <a:pt x="853780" y="1262374"/>
                  </a:lnTo>
                  <a:lnTo>
                    <a:pt x="855431" y="1302580"/>
                  </a:lnTo>
                  <a:lnTo>
                    <a:pt x="857083" y="1336919"/>
                  </a:lnTo>
                  <a:lnTo>
                    <a:pt x="858734" y="1355935"/>
                  </a:lnTo>
                  <a:lnTo>
                    <a:pt x="860386" y="1398683"/>
                  </a:lnTo>
                  <a:lnTo>
                    <a:pt x="862037" y="1422988"/>
                  </a:lnTo>
                  <a:lnTo>
                    <a:pt x="863688" y="1430742"/>
                  </a:lnTo>
                  <a:lnTo>
                    <a:pt x="865340" y="1382916"/>
                  </a:lnTo>
                  <a:lnTo>
                    <a:pt x="866991" y="1307453"/>
                  </a:lnTo>
                  <a:lnTo>
                    <a:pt x="868643" y="1262374"/>
                  </a:lnTo>
                  <a:lnTo>
                    <a:pt x="870294" y="1236120"/>
                  </a:lnTo>
                  <a:lnTo>
                    <a:pt x="871945" y="1212257"/>
                  </a:lnTo>
                  <a:lnTo>
                    <a:pt x="873597" y="1201093"/>
                  </a:lnTo>
                  <a:lnTo>
                    <a:pt x="875248" y="1212257"/>
                  </a:lnTo>
                  <a:lnTo>
                    <a:pt x="876900" y="1212257"/>
                  </a:lnTo>
                  <a:lnTo>
                    <a:pt x="878551" y="1223917"/>
                  </a:lnTo>
                  <a:lnTo>
                    <a:pt x="880203" y="1236120"/>
                  </a:lnTo>
                  <a:lnTo>
                    <a:pt x="881854" y="1276556"/>
                  </a:lnTo>
                  <a:lnTo>
                    <a:pt x="883505" y="1324382"/>
                  </a:lnTo>
                  <a:lnTo>
                    <a:pt x="885157" y="1382916"/>
                  </a:lnTo>
                  <a:lnTo>
                    <a:pt x="886808" y="1405741"/>
                  </a:lnTo>
                  <a:lnTo>
                    <a:pt x="888460" y="1430742"/>
                  </a:lnTo>
                  <a:lnTo>
                    <a:pt x="890111" y="1430742"/>
                  </a:lnTo>
                  <a:lnTo>
                    <a:pt x="891762" y="1430742"/>
                  </a:lnTo>
                  <a:lnTo>
                    <a:pt x="893414" y="1430742"/>
                  </a:lnTo>
                  <a:lnTo>
                    <a:pt x="895065" y="1430742"/>
                  </a:lnTo>
                  <a:lnTo>
                    <a:pt x="896717" y="1405741"/>
                  </a:lnTo>
                  <a:lnTo>
                    <a:pt x="898368" y="1361920"/>
                  </a:lnTo>
                  <a:lnTo>
                    <a:pt x="900020" y="1312418"/>
                  </a:lnTo>
                  <a:lnTo>
                    <a:pt x="901671" y="1266549"/>
                  </a:lnTo>
                  <a:lnTo>
                    <a:pt x="903322" y="1227519"/>
                  </a:lnTo>
                  <a:lnTo>
                    <a:pt x="904974" y="1206058"/>
                  </a:lnTo>
                  <a:lnTo>
                    <a:pt x="906625" y="1223322"/>
                  </a:lnTo>
                  <a:lnTo>
                    <a:pt x="908277" y="1257586"/>
                  </a:lnTo>
                  <a:lnTo>
                    <a:pt x="909928" y="1301777"/>
                  </a:lnTo>
                  <a:lnTo>
                    <a:pt x="911579" y="1354951"/>
                  </a:lnTo>
                  <a:lnTo>
                    <a:pt x="913231" y="1417944"/>
                  </a:lnTo>
                  <a:lnTo>
                    <a:pt x="914882" y="1405741"/>
                  </a:lnTo>
                  <a:lnTo>
                    <a:pt x="916534" y="1357915"/>
                  </a:lnTo>
                  <a:lnTo>
                    <a:pt x="918185" y="1264453"/>
                  </a:lnTo>
                  <a:lnTo>
                    <a:pt x="919836" y="1189337"/>
                  </a:lnTo>
                  <a:lnTo>
                    <a:pt x="921488" y="1141686"/>
                  </a:lnTo>
                  <a:lnTo>
                    <a:pt x="923139" y="1124811"/>
                  </a:lnTo>
                  <a:lnTo>
                    <a:pt x="924791" y="1134805"/>
                  </a:lnTo>
                  <a:lnTo>
                    <a:pt x="926442" y="1177586"/>
                  </a:lnTo>
                  <a:lnTo>
                    <a:pt x="928094" y="1212257"/>
                  </a:lnTo>
                  <a:lnTo>
                    <a:pt x="929745" y="1226915"/>
                  </a:lnTo>
                  <a:lnTo>
                    <a:pt x="931396" y="1226915"/>
                  </a:lnTo>
                  <a:lnTo>
                    <a:pt x="933048" y="1203840"/>
                  </a:lnTo>
                  <a:lnTo>
                    <a:pt x="934699" y="1193021"/>
                  </a:lnTo>
                  <a:lnTo>
                    <a:pt x="936351" y="1203840"/>
                  </a:lnTo>
                  <a:lnTo>
                    <a:pt x="938002" y="1190385"/>
                  </a:lnTo>
                  <a:lnTo>
                    <a:pt x="939653" y="1160657"/>
                  </a:lnTo>
                  <a:lnTo>
                    <a:pt x="941305" y="1145637"/>
                  </a:lnTo>
                  <a:lnTo>
                    <a:pt x="942956" y="1152358"/>
                  </a:lnTo>
                  <a:lnTo>
                    <a:pt x="944608" y="1161595"/>
                  </a:lnTo>
                  <a:lnTo>
                    <a:pt x="946259" y="1202188"/>
                  </a:lnTo>
                  <a:lnTo>
                    <a:pt x="947910" y="1250234"/>
                  </a:lnTo>
                  <a:lnTo>
                    <a:pt x="949562" y="1297007"/>
                  </a:lnTo>
                  <a:lnTo>
                    <a:pt x="951213" y="1300976"/>
                  </a:lnTo>
                  <a:lnTo>
                    <a:pt x="952865" y="1270791"/>
                  </a:lnTo>
                  <a:lnTo>
                    <a:pt x="954516" y="1231171"/>
                  </a:lnTo>
                  <a:lnTo>
                    <a:pt x="956168" y="1231171"/>
                  </a:lnTo>
                  <a:lnTo>
                    <a:pt x="957819" y="1236120"/>
                  </a:lnTo>
                  <a:lnTo>
                    <a:pt x="959470" y="1190385"/>
                  </a:lnTo>
                  <a:lnTo>
                    <a:pt x="961122" y="1170196"/>
                  </a:lnTo>
                  <a:lnTo>
                    <a:pt x="962773" y="1131850"/>
                  </a:lnTo>
                  <a:lnTo>
                    <a:pt x="964425" y="999791"/>
                  </a:lnTo>
                  <a:lnTo>
                    <a:pt x="966076" y="889569"/>
                  </a:lnTo>
                  <a:lnTo>
                    <a:pt x="967727" y="858192"/>
                  </a:lnTo>
                  <a:lnTo>
                    <a:pt x="969379" y="858192"/>
                  </a:lnTo>
                  <a:lnTo>
                    <a:pt x="971030" y="874196"/>
                  </a:lnTo>
                  <a:lnTo>
                    <a:pt x="972682" y="952134"/>
                  </a:lnTo>
                  <a:lnTo>
                    <a:pt x="974333" y="1104381"/>
                  </a:lnTo>
                  <a:lnTo>
                    <a:pt x="975984" y="1252883"/>
                  </a:lnTo>
                  <a:lnTo>
                    <a:pt x="977636" y="1329682"/>
                  </a:lnTo>
                  <a:lnTo>
                    <a:pt x="979287" y="1389558"/>
                  </a:lnTo>
                  <a:lnTo>
                    <a:pt x="980939" y="1412994"/>
                  </a:lnTo>
                  <a:lnTo>
                    <a:pt x="982590" y="1430742"/>
                  </a:lnTo>
                  <a:lnTo>
                    <a:pt x="984242" y="1430742"/>
                  </a:lnTo>
                  <a:lnTo>
                    <a:pt x="985893" y="1430742"/>
                  </a:lnTo>
                  <a:lnTo>
                    <a:pt x="987544" y="1430742"/>
                  </a:lnTo>
                  <a:lnTo>
                    <a:pt x="989196" y="1430742"/>
                  </a:lnTo>
                  <a:lnTo>
                    <a:pt x="990847" y="1430742"/>
                  </a:lnTo>
                  <a:lnTo>
                    <a:pt x="992499" y="1430742"/>
                  </a:lnTo>
                  <a:lnTo>
                    <a:pt x="994150" y="1430742"/>
                  </a:lnTo>
                  <a:lnTo>
                    <a:pt x="995801" y="1430742"/>
                  </a:lnTo>
                  <a:lnTo>
                    <a:pt x="997453" y="1430742"/>
                  </a:lnTo>
                  <a:lnTo>
                    <a:pt x="999104" y="1430742"/>
                  </a:lnTo>
                  <a:lnTo>
                    <a:pt x="1000756" y="1430742"/>
                  </a:lnTo>
                  <a:lnTo>
                    <a:pt x="1002407" y="1405741"/>
                  </a:lnTo>
                  <a:lnTo>
                    <a:pt x="1004059" y="1342480"/>
                  </a:lnTo>
                  <a:lnTo>
                    <a:pt x="1005710" y="1276556"/>
                  </a:lnTo>
                  <a:lnTo>
                    <a:pt x="1007361" y="1228731"/>
                  </a:lnTo>
                  <a:lnTo>
                    <a:pt x="1009013" y="1184163"/>
                  </a:lnTo>
                  <a:lnTo>
                    <a:pt x="1010664" y="1155095"/>
                  </a:lnTo>
                  <a:lnTo>
                    <a:pt x="1012316" y="1164431"/>
                  </a:lnTo>
                  <a:lnTo>
                    <a:pt x="1013967" y="1205502"/>
                  </a:lnTo>
                  <a:lnTo>
                    <a:pt x="1015618" y="1223917"/>
                  </a:lnTo>
                  <a:lnTo>
                    <a:pt x="1017270" y="1236120"/>
                  </a:lnTo>
                  <a:lnTo>
                    <a:pt x="1018921" y="1248919"/>
                  </a:lnTo>
                  <a:lnTo>
                    <a:pt x="1020573" y="1239895"/>
                  </a:lnTo>
                  <a:lnTo>
                    <a:pt x="1022224" y="1193551"/>
                  </a:lnTo>
                  <a:lnTo>
                    <a:pt x="1023875" y="1154179"/>
                  </a:lnTo>
                  <a:lnTo>
                    <a:pt x="1025527" y="1151904"/>
                  </a:lnTo>
                  <a:lnTo>
                    <a:pt x="1027178" y="1173619"/>
                  </a:lnTo>
                  <a:lnTo>
                    <a:pt x="1028830" y="1161126"/>
                  </a:lnTo>
                  <a:lnTo>
                    <a:pt x="1030481" y="1161126"/>
                  </a:lnTo>
                  <a:lnTo>
                    <a:pt x="1032133" y="1142996"/>
                  </a:lnTo>
                  <a:lnTo>
                    <a:pt x="1033784" y="1089681"/>
                  </a:lnTo>
                  <a:lnTo>
                    <a:pt x="1035435" y="997769"/>
                  </a:lnTo>
                  <a:lnTo>
                    <a:pt x="1037087" y="937729"/>
                  </a:lnTo>
                  <a:lnTo>
                    <a:pt x="1038738" y="883637"/>
                  </a:lnTo>
                  <a:lnTo>
                    <a:pt x="1040390" y="861765"/>
                  </a:lnTo>
                  <a:lnTo>
                    <a:pt x="1042041" y="847188"/>
                  </a:lnTo>
                  <a:lnTo>
                    <a:pt x="1043692" y="828845"/>
                  </a:lnTo>
                  <a:lnTo>
                    <a:pt x="1045344" y="761470"/>
                  </a:lnTo>
                  <a:lnTo>
                    <a:pt x="1046995" y="670158"/>
                  </a:lnTo>
                  <a:lnTo>
                    <a:pt x="1048647" y="588593"/>
                  </a:lnTo>
                  <a:lnTo>
                    <a:pt x="1050298" y="533617"/>
                  </a:lnTo>
                  <a:lnTo>
                    <a:pt x="1051949" y="506533"/>
                  </a:lnTo>
                  <a:lnTo>
                    <a:pt x="1053601" y="501019"/>
                  </a:lnTo>
                  <a:lnTo>
                    <a:pt x="1055252" y="508436"/>
                  </a:lnTo>
                  <a:lnTo>
                    <a:pt x="1056904" y="511968"/>
                  </a:lnTo>
                  <a:lnTo>
                    <a:pt x="1058555" y="502806"/>
                  </a:lnTo>
                  <a:lnTo>
                    <a:pt x="1060207" y="473491"/>
                  </a:lnTo>
                  <a:lnTo>
                    <a:pt x="1061858" y="443206"/>
                  </a:lnTo>
                  <a:lnTo>
                    <a:pt x="1063509" y="424979"/>
                  </a:lnTo>
                  <a:lnTo>
                    <a:pt x="1065161" y="429065"/>
                  </a:lnTo>
                  <a:lnTo>
                    <a:pt x="1066812" y="442842"/>
                  </a:lnTo>
                  <a:lnTo>
                    <a:pt x="1068464" y="464142"/>
                  </a:lnTo>
                  <a:lnTo>
                    <a:pt x="1070115" y="496214"/>
                  </a:lnTo>
                  <a:lnTo>
                    <a:pt x="1071766" y="541411"/>
                  </a:lnTo>
                  <a:lnTo>
                    <a:pt x="1073418" y="583095"/>
                  </a:lnTo>
                  <a:lnTo>
                    <a:pt x="1075069" y="620569"/>
                  </a:lnTo>
                  <a:lnTo>
                    <a:pt x="1076721" y="659199"/>
                  </a:lnTo>
                  <a:lnTo>
                    <a:pt x="1078372" y="698978"/>
                  </a:lnTo>
                  <a:lnTo>
                    <a:pt x="1080024" y="727917"/>
                  </a:lnTo>
                  <a:lnTo>
                    <a:pt x="1081675" y="758521"/>
                  </a:lnTo>
                  <a:lnTo>
                    <a:pt x="1083326" y="808622"/>
                  </a:lnTo>
                  <a:lnTo>
                    <a:pt x="1084978" y="872005"/>
                  </a:lnTo>
                  <a:lnTo>
                    <a:pt x="1086629" y="897178"/>
                  </a:lnTo>
                  <a:lnTo>
                    <a:pt x="1088281" y="892249"/>
                  </a:lnTo>
                  <a:lnTo>
                    <a:pt x="1089932" y="875141"/>
                  </a:lnTo>
                  <a:lnTo>
                    <a:pt x="1091583" y="856717"/>
                  </a:lnTo>
                  <a:lnTo>
                    <a:pt x="1093235" y="850901"/>
                  </a:lnTo>
                  <a:lnTo>
                    <a:pt x="1094886" y="865844"/>
                  </a:lnTo>
                  <a:lnTo>
                    <a:pt x="1096538" y="866148"/>
                  </a:lnTo>
                  <a:lnTo>
                    <a:pt x="1098189" y="837993"/>
                  </a:lnTo>
                  <a:lnTo>
                    <a:pt x="1099840" y="809726"/>
                  </a:lnTo>
                  <a:lnTo>
                    <a:pt x="1101492" y="812320"/>
                  </a:lnTo>
                  <a:lnTo>
                    <a:pt x="1103143" y="817840"/>
                  </a:lnTo>
                  <a:lnTo>
                    <a:pt x="1104795" y="830170"/>
                  </a:lnTo>
                  <a:lnTo>
                    <a:pt x="1106446" y="848610"/>
                  </a:lnTo>
                  <a:lnTo>
                    <a:pt x="1108098" y="870606"/>
                  </a:lnTo>
                  <a:lnTo>
                    <a:pt x="1109749" y="867217"/>
                  </a:lnTo>
                  <a:lnTo>
                    <a:pt x="1111400" y="890404"/>
                  </a:lnTo>
                  <a:lnTo>
                    <a:pt x="1113052" y="935933"/>
                  </a:lnTo>
                  <a:lnTo>
                    <a:pt x="1114703" y="999791"/>
                  </a:lnTo>
                  <a:lnTo>
                    <a:pt x="1116355" y="1053673"/>
                  </a:lnTo>
                  <a:lnTo>
                    <a:pt x="1118006" y="1043289"/>
                  </a:lnTo>
                  <a:lnTo>
                    <a:pt x="1119657" y="954899"/>
                  </a:lnTo>
                  <a:lnTo>
                    <a:pt x="1121309" y="808622"/>
                  </a:lnTo>
                  <a:lnTo>
                    <a:pt x="1122960" y="655691"/>
                  </a:lnTo>
                  <a:lnTo>
                    <a:pt x="1124612" y="547537"/>
                  </a:lnTo>
                  <a:lnTo>
                    <a:pt x="1126263" y="486464"/>
                  </a:lnTo>
                  <a:lnTo>
                    <a:pt x="1127914" y="439105"/>
                  </a:lnTo>
                  <a:lnTo>
                    <a:pt x="1129566" y="405055"/>
                  </a:lnTo>
                  <a:lnTo>
                    <a:pt x="1131217" y="379245"/>
                  </a:lnTo>
                  <a:lnTo>
                    <a:pt x="1132869" y="349274"/>
                  </a:lnTo>
                  <a:lnTo>
                    <a:pt x="1134520" y="297376"/>
                  </a:lnTo>
                  <a:lnTo>
                    <a:pt x="1136172" y="249483"/>
                  </a:lnTo>
                  <a:lnTo>
                    <a:pt x="1137823" y="206793"/>
                  </a:lnTo>
                  <a:lnTo>
                    <a:pt x="1139474" y="175016"/>
                  </a:lnTo>
                  <a:lnTo>
                    <a:pt x="1141126" y="154506"/>
                  </a:lnTo>
                  <a:lnTo>
                    <a:pt x="1142777" y="160262"/>
                  </a:lnTo>
                  <a:lnTo>
                    <a:pt x="1144429" y="177985"/>
                  </a:lnTo>
                  <a:lnTo>
                    <a:pt x="1146080" y="202084"/>
                  </a:lnTo>
                  <a:lnTo>
                    <a:pt x="1147731" y="232364"/>
                  </a:lnTo>
                  <a:lnTo>
                    <a:pt x="1149383" y="252243"/>
                  </a:lnTo>
                  <a:lnTo>
                    <a:pt x="1151034" y="243368"/>
                  </a:lnTo>
                  <a:lnTo>
                    <a:pt x="1152686" y="215617"/>
                  </a:lnTo>
                  <a:lnTo>
                    <a:pt x="1154337" y="187592"/>
                  </a:lnTo>
                  <a:lnTo>
                    <a:pt x="1155988" y="158829"/>
                  </a:lnTo>
                  <a:lnTo>
                    <a:pt x="1157640" y="143147"/>
                  </a:lnTo>
                  <a:lnTo>
                    <a:pt x="1159291" y="128259"/>
                  </a:lnTo>
                  <a:lnTo>
                    <a:pt x="1160943" y="127081"/>
                  </a:lnTo>
                  <a:lnTo>
                    <a:pt x="1162594" y="136247"/>
                  </a:lnTo>
                  <a:lnTo>
                    <a:pt x="1164246" y="143080"/>
                  </a:lnTo>
                  <a:lnTo>
                    <a:pt x="1165897" y="147620"/>
                  </a:lnTo>
                  <a:lnTo>
                    <a:pt x="1167548" y="161454"/>
                  </a:lnTo>
                  <a:lnTo>
                    <a:pt x="1169200" y="173229"/>
                  </a:lnTo>
                  <a:lnTo>
                    <a:pt x="1170851" y="181997"/>
                  </a:lnTo>
                  <a:lnTo>
                    <a:pt x="1172503" y="195145"/>
                  </a:lnTo>
                  <a:lnTo>
                    <a:pt x="1174154" y="210297"/>
                  </a:lnTo>
                  <a:lnTo>
                    <a:pt x="1175805" y="220500"/>
                  </a:lnTo>
                  <a:lnTo>
                    <a:pt x="1177457" y="235457"/>
                  </a:lnTo>
                  <a:lnTo>
                    <a:pt x="1179108" y="240924"/>
                  </a:lnTo>
                  <a:lnTo>
                    <a:pt x="1180760" y="253670"/>
                  </a:lnTo>
                  <a:lnTo>
                    <a:pt x="1182411" y="270601"/>
                  </a:lnTo>
                  <a:lnTo>
                    <a:pt x="1184063" y="310037"/>
                  </a:lnTo>
                  <a:lnTo>
                    <a:pt x="1185714" y="354164"/>
                  </a:lnTo>
                  <a:lnTo>
                    <a:pt x="1187365" y="420369"/>
                  </a:lnTo>
                  <a:lnTo>
                    <a:pt x="1189017" y="495100"/>
                  </a:lnTo>
                  <a:lnTo>
                    <a:pt x="1190668" y="569319"/>
                  </a:lnTo>
                  <a:lnTo>
                    <a:pt x="1192320" y="626860"/>
                  </a:lnTo>
                  <a:lnTo>
                    <a:pt x="1193971" y="670736"/>
                  </a:lnTo>
                  <a:lnTo>
                    <a:pt x="1195622" y="693475"/>
                  </a:lnTo>
                  <a:lnTo>
                    <a:pt x="1197274" y="695933"/>
                  </a:lnTo>
                  <a:lnTo>
                    <a:pt x="1198925" y="709418"/>
                  </a:lnTo>
                  <a:lnTo>
                    <a:pt x="1200577" y="727109"/>
                  </a:lnTo>
                  <a:lnTo>
                    <a:pt x="1202228" y="730722"/>
                  </a:lnTo>
                  <a:lnTo>
                    <a:pt x="1203879" y="744062"/>
                  </a:lnTo>
                  <a:lnTo>
                    <a:pt x="1205531" y="767261"/>
                  </a:lnTo>
                  <a:lnTo>
                    <a:pt x="1207182" y="796542"/>
                  </a:lnTo>
                  <a:lnTo>
                    <a:pt x="1208834" y="771158"/>
                  </a:lnTo>
                  <a:lnTo>
                    <a:pt x="1210485" y="742535"/>
                  </a:lnTo>
                  <a:lnTo>
                    <a:pt x="1212137" y="723810"/>
                  </a:lnTo>
                  <a:lnTo>
                    <a:pt x="1213788" y="746949"/>
                  </a:lnTo>
                  <a:lnTo>
                    <a:pt x="1215439" y="790304"/>
                  </a:lnTo>
                  <a:lnTo>
                    <a:pt x="1217091" y="846339"/>
                  </a:lnTo>
                  <a:lnTo>
                    <a:pt x="1218742" y="883963"/>
                  </a:lnTo>
                  <a:lnTo>
                    <a:pt x="1220394" y="891745"/>
                  </a:lnTo>
                  <a:lnTo>
                    <a:pt x="1222045" y="854959"/>
                  </a:lnTo>
                  <a:lnTo>
                    <a:pt x="1223696" y="819111"/>
                  </a:lnTo>
                  <a:lnTo>
                    <a:pt x="1225348" y="799362"/>
                  </a:lnTo>
                  <a:lnTo>
                    <a:pt x="1226999" y="800191"/>
                  </a:lnTo>
                  <a:lnTo>
                    <a:pt x="1228651" y="820773"/>
                  </a:lnTo>
                  <a:lnTo>
                    <a:pt x="1230302" y="842690"/>
                  </a:lnTo>
                  <a:lnTo>
                    <a:pt x="1231953" y="861615"/>
                  </a:lnTo>
                  <a:lnTo>
                    <a:pt x="1233605" y="878954"/>
                  </a:lnTo>
                  <a:lnTo>
                    <a:pt x="1235256" y="913274"/>
                  </a:lnTo>
                  <a:lnTo>
                    <a:pt x="1236908" y="962710"/>
                  </a:lnTo>
                  <a:lnTo>
                    <a:pt x="1238559" y="1032437"/>
                  </a:lnTo>
                  <a:lnTo>
                    <a:pt x="1240211" y="1079173"/>
                  </a:lnTo>
                  <a:lnTo>
                    <a:pt x="1241862" y="1106277"/>
                  </a:lnTo>
                  <a:lnTo>
                    <a:pt x="1243513" y="1078830"/>
                  </a:lnTo>
                  <a:lnTo>
                    <a:pt x="1245165" y="1002084"/>
                  </a:lnTo>
                  <a:lnTo>
                    <a:pt x="1246816" y="947105"/>
                  </a:lnTo>
                  <a:lnTo>
                    <a:pt x="1248468" y="921614"/>
                  </a:lnTo>
                  <a:lnTo>
                    <a:pt x="1250119" y="929257"/>
                  </a:lnTo>
                  <a:lnTo>
                    <a:pt x="1251770" y="967825"/>
                  </a:lnTo>
                  <a:lnTo>
                    <a:pt x="1253422" y="1051810"/>
                  </a:lnTo>
                  <a:lnTo>
                    <a:pt x="1255073" y="1147413"/>
                  </a:lnTo>
                  <a:lnTo>
                    <a:pt x="1256725" y="1236120"/>
                  </a:lnTo>
                  <a:lnTo>
                    <a:pt x="1258376" y="1262374"/>
                  </a:lnTo>
                  <a:lnTo>
                    <a:pt x="1260028" y="1223917"/>
                  </a:lnTo>
                  <a:lnTo>
                    <a:pt x="1261679" y="1150098"/>
                  </a:lnTo>
                  <a:lnTo>
                    <a:pt x="1263330" y="1086484"/>
                  </a:lnTo>
                  <a:lnTo>
                    <a:pt x="1264982" y="1047211"/>
                  </a:lnTo>
                  <a:lnTo>
                    <a:pt x="1266633" y="1023956"/>
                  </a:lnTo>
                  <a:lnTo>
                    <a:pt x="1268285" y="1023956"/>
                  </a:lnTo>
                  <a:lnTo>
                    <a:pt x="1269936" y="1048124"/>
                  </a:lnTo>
                  <a:lnTo>
                    <a:pt x="1271587" y="1060618"/>
                  </a:lnTo>
                  <a:lnTo>
                    <a:pt x="1273239" y="1050576"/>
                  </a:lnTo>
                  <a:lnTo>
                    <a:pt x="1274890" y="1041796"/>
                  </a:lnTo>
                  <a:lnTo>
                    <a:pt x="1276542" y="1014128"/>
                  </a:lnTo>
                  <a:lnTo>
                    <a:pt x="1278193" y="969854"/>
                  </a:lnTo>
                  <a:lnTo>
                    <a:pt x="1279844" y="931398"/>
                  </a:lnTo>
                  <a:lnTo>
                    <a:pt x="1281496" y="920486"/>
                  </a:lnTo>
                  <a:lnTo>
                    <a:pt x="1283147" y="907501"/>
                  </a:lnTo>
                  <a:lnTo>
                    <a:pt x="1284799" y="914737"/>
                  </a:lnTo>
                  <a:lnTo>
                    <a:pt x="1286450" y="925981"/>
                  </a:lnTo>
                  <a:lnTo>
                    <a:pt x="1288102" y="950657"/>
                  </a:lnTo>
                  <a:lnTo>
                    <a:pt x="1289753" y="965589"/>
                  </a:lnTo>
                  <a:lnTo>
                    <a:pt x="1291404" y="955755"/>
                  </a:lnTo>
                  <a:lnTo>
                    <a:pt x="1293056" y="919925"/>
                  </a:lnTo>
                  <a:lnTo>
                    <a:pt x="1294707" y="923504"/>
                  </a:lnTo>
                  <a:lnTo>
                    <a:pt x="1296359" y="883312"/>
                  </a:lnTo>
                  <a:lnTo>
                    <a:pt x="1298010" y="841438"/>
                  </a:lnTo>
                  <a:lnTo>
                    <a:pt x="1299661" y="838130"/>
                  </a:lnTo>
                  <a:lnTo>
                    <a:pt x="1301313" y="857601"/>
                  </a:lnTo>
                  <a:lnTo>
                    <a:pt x="1302964" y="872942"/>
                  </a:lnTo>
                  <a:lnTo>
                    <a:pt x="1304616" y="942171"/>
                  </a:lnTo>
                  <a:lnTo>
                    <a:pt x="1306267" y="1025630"/>
                  </a:lnTo>
                  <a:lnTo>
                    <a:pt x="1307918" y="1057122"/>
                  </a:lnTo>
                  <a:lnTo>
                    <a:pt x="1309570" y="1054609"/>
                  </a:lnTo>
                  <a:lnTo>
                    <a:pt x="1311221" y="1018996"/>
                  </a:lnTo>
                  <a:lnTo>
                    <a:pt x="1312873" y="990079"/>
                  </a:lnTo>
                  <a:lnTo>
                    <a:pt x="1314524" y="992042"/>
                  </a:lnTo>
                  <a:lnTo>
                    <a:pt x="1316176" y="1024234"/>
                  </a:lnTo>
                  <a:lnTo>
                    <a:pt x="1317827" y="1082629"/>
                  </a:lnTo>
                  <a:lnTo>
                    <a:pt x="1319478" y="1155095"/>
                  </a:lnTo>
                  <a:lnTo>
                    <a:pt x="1321130" y="1236120"/>
                  </a:lnTo>
                  <a:lnTo>
                    <a:pt x="1322781" y="1307453"/>
                  </a:lnTo>
                  <a:lnTo>
                    <a:pt x="1324433" y="1363946"/>
                  </a:lnTo>
                  <a:lnTo>
                    <a:pt x="1326084" y="1326137"/>
                  </a:lnTo>
                  <a:lnTo>
                    <a:pt x="1327735" y="1278018"/>
                  </a:lnTo>
                  <a:lnTo>
                    <a:pt x="1329387" y="1225112"/>
                  </a:lnTo>
                  <a:lnTo>
                    <a:pt x="1331038" y="1181107"/>
                  </a:lnTo>
                  <a:lnTo>
                    <a:pt x="1332690" y="1151452"/>
                  </a:lnTo>
                  <a:lnTo>
                    <a:pt x="1334341" y="1146523"/>
                  </a:lnTo>
                  <a:lnTo>
                    <a:pt x="1335992" y="1168261"/>
                  </a:lnTo>
                  <a:lnTo>
                    <a:pt x="1337644" y="1178086"/>
                  </a:lnTo>
                  <a:lnTo>
                    <a:pt x="1339295" y="1188294"/>
                  </a:lnTo>
                  <a:lnTo>
                    <a:pt x="1340947" y="1221543"/>
                  </a:lnTo>
                  <a:lnTo>
                    <a:pt x="1342598" y="1267251"/>
                  </a:lnTo>
                  <a:lnTo>
                    <a:pt x="1344250" y="1291550"/>
                  </a:lnTo>
                  <a:lnTo>
                    <a:pt x="1345901" y="1342480"/>
                  </a:lnTo>
                  <a:lnTo>
                    <a:pt x="1347552" y="1382916"/>
                  </a:lnTo>
                  <a:lnTo>
                    <a:pt x="1349204" y="1361920"/>
                  </a:lnTo>
                  <a:lnTo>
                    <a:pt x="1350855" y="1327903"/>
                  </a:lnTo>
                  <a:lnTo>
                    <a:pt x="1352507" y="1317479"/>
                  </a:lnTo>
                  <a:lnTo>
                    <a:pt x="1354158" y="1317479"/>
                  </a:lnTo>
                  <a:lnTo>
                    <a:pt x="1355809" y="1335091"/>
                  </a:lnTo>
                  <a:lnTo>
                    <a:pt x="1357461" y="1374315"/>
                  </a:lnTo>
                  <a:lnTo>
                    <a:pt x="1359112" y="1391809"/>
                  </a:lnTo>
                  <a:lnTo>
                    <a:pt x="1360764" y="1382916"/>
                  </a:lnTo>
                  <a:lnTo>
                    <a:pt x="1362415" y="1342480"/>
                  </a:lnTo>
                  <a:lnTo>
                    <a:pt x="1364067" y="1276556"/>
                  </a:lnTo>
                  <a:lnTo>
                    <a:pt x="1365718" y="1180096"/>
                  </a:lnTo>
                  <a:lnTo>
                    <a:pt x="1367369" y="1120354"/>
                  </a:lnTo>
                  <a:lnTo>
                    <a:pt x="1369021" y="1071726"/>
                  </a:lnTo>
                  <a:lnTo>
                    <a:pt x="1370672" y="1040311"/>
                  </a:lnTo>
                  <a:lnTo>
                    <a:pt x="1372324" y="1023123"/>
                  </a:lnTo>
                  <a:lnTo>
                    <a:pt x="1373975" y="1058071"/>
                  </a:lnTo>
                  <a:lnTo>
                    <a:pt x="1375626" y="1091115"/>
                  </a:lnTo>
                  <a:lnTo>
                    <a:pt x="1377278" y="1103249"/>
                  </a:lnTo>
                  <a:lnTo>
                    <a:pt x="1378929" y="1096194"/>
                  </a:lnTo>
                  <a:lnTo>
                    <a:pt x="1380581" y="1106277"/>
                  </a:lnTo>
                  <a:lnTo>
                    <a:pt x="1382232" y="1071726"/>
                  </a:lnTo>
                  <a:lnTo>
                    <a:pt x="1383883" y="1038835"/>
                  </a:lnTo>
                  <a:lnTo>
                    <a:pt x="1385535" y="1057122"/>
                  </a:lnTo>
                  <a:lnTo>
                    <a:pt x="1387186" y="1103626"/>
                  </a:lnTo>
                  <a:lnTo>
                    <a:pt x="1388838" y="1150098"/>
                  </a:lnTo>
                  <a:lnTo>
                    <a:pt x="1390489" y="1221543"/>
                  </a:lnTo>
                  <a:lnTo>
                    <a:pt x="1392141" y="1320908"/>
                  </a:lnTo>
                  <a:lnTo>
                    <a:pt x="1393792" y="1338759"/>
                  </a:lnTo>
                  <a:lnTo>
                    <a:pt x="1395443" y="1336003"/>
                  </a:lnTo>
                  <a:lnTo>
                    <a:pt x="1397095" y="1271505"/>
                  </a:lnTo>
                  <a:lnTo>
                    <a:pt x="1398746" y="1176589"/>
                  </a:lnTo>
                  <a:lnTo>
                    <a:pt x="1400398" y="1139516"/>
                  </a:lnTo>
                  <a:lnTo>
                    <a:pt x="1402049" y="1122776"/>
                  </a:lnTo>
                  <a:lnTo>
                    <a:pt x="1403700" y="1094733"/>
                  </a:lnTo>
                  <a:lnTo>
                    <a:pt x="1405352" y="1094733"/>
                  </a:lnTo>
                  <a:lnTo>
                    <a:pt x="1407003" y="1146080"/>
                  </a:lnTo>
                  <a:lnTo>
                    <a:pt x="1408655" y="1194616"/>
                  </a:lnTo>
                  <a:lnTo>
                    <a:pt x="1410306" y="1241165"/>
                  </a:lnTo>
                  <a:lnTo>
                    <a:pt x="1411957" y="1314094"/>
                  </a:lnTo>
                  <a:lnTo>
                    <a:pt x="1413609" y="1350084"/>
                  </a:lnTo>
                  <a:lnTo>
                    <a:pt x="1415260" y="1307453"/>
                  </a:lnTo>
                  <a:lnTo>
                    <a:pt x="1416912" y="1262374"/>
                  </a:lnTo>
                  <a:lnTo>
                    <a:pt x="1418563" y="1262374"/>
                  </a:lnTo>
                  <a:lnTo>
                    <a:pt x="1420215" y="1248919"/>
                  </a:lnTo>
                  <a:lnTo>
                    <a:pt x="1421866" y="1236120"/>
                  </a:lnTo>
                  <a:lnTo>
                    <a:pt x="1423517" y="1226915"/>
                  </a:lnTo>
                  <a:lnTo>
                    <a:pt x="1425169" y="1226915"/>
                  </a:lnTo>
                  <a:lnTo>
                    <a:pt x="1426820" y="1215124"/>
                  </a:lnTo>
                  <a:lnTo>
                    <a:pt x="1428472" y="1226915"/>
                  </a:lnTo>
                  <a:lnTo>
                    <a:pt x="1430123" y="1226915"/>
                  </a:lnTo>
                  <a:lnTo>
                    <a:pt x="1431774" y="1212257"/>
                  </a:lnTo>
                  <a:lnTo>
                    <a:pt x="1433426" y="1170196"/>
                  </a:lnTo>
                  <a:lnTo>
                    <a:pt x="1435077" y="1125629"/>
                  </a:lnTo>
                  <a:lnTo>
                    <a:pt x="1436729" y="1080550"/>
                  </a:lnTo>
                  <a:lnTo>
                    <a:pt x="1438380" y="1061901"/>
                  </a:lnTo>
                  <a:lnTo>
                    <a:pt x="1440032" y="1049347"/>
                  </a:lnTo>
                  <a:lnTo>
                    <a:pt x="1441683" y="1037367"/>
                  </a:lnTo>
                  <a:lnTo>
                    <a:pt x="1443334" y="1043289"/>
                  </a:lnTo>
                  <a:lnTo>
                    <a:pt x="1444986" y="1068410"/>
                  </a:lnTo>
                  <a:lnTo>
                    <a:pt x="1446637" y="1102123"/>
                  </a:lnTo>
                  <a:lnTo>
                    <a:pt x="1448289" y="1133957"/>
                  </a:lnTo>
                  <a:lnTo>
                    <a:pt x="1449940" y="1142559"/>
                  </a:lnTo>
                  <a:lnTo>
                    <a:pt x="1451591" y="1095828"/>
                  </a:lnTo>
                  <a:lnTo>
                    <a:pt x="1453243" y="1049654"/>
                  </a:lnTo>
                  <a:lnTo>
                    <a:pt x="1454894" y="1026191"/>
                  </a:lnTo>
                  <a:lnTo>
                    <a:pt x="1456546" y="1020639"/>
                  </a:lnTo>
                  <a:lnTo>
                    <a:pt x="1458197" y="1049654"/>
                  </a:lnTo>
                  <a:lnTo>
                    <a:pt x="1459848" y="1102873"/>
                  </a:lnTo>
                  <a:lnTo>
                    <a:pt x="1461500" y="1156936"/>
                  </a:lnTo>
                  <a:lnTo>
                    <a:pt x="1463151" y="1182631"/>
                  </a:lnTo>
                  <a:lnTo>
                    <a:pt x="1464803" y="1203840"/>
                  </a:lnTo>
                  <a:lnTo>
                    <a:pt x="1466454" y="1215124"/>
                  </a:lnTo>
                  <a:lnTo>
                    <a:pt x="1468106" y="1215124"/>
                  </a:lnTo>
                  <a:lnTo>
                    <a:pt x="1469757" y="1208295"/>
                  </a:lnTo>
                  <a:lnTo>
                    <a:pt x="1471408" y="1212257"/>
                  </a:lnTo>
                  <a:lnTo>
                    <a:pt x="1473060" y="1212257"/>
                  </a:lnTo>
                  <a:lnTo>
                    <a:pt x="1474711" y="1212257"/>
                  </a:lnTo>
                  <a:lnTo>
                    <a:pt x="1476363" y="1236120"/>
                  </a:lnTo>
                  <a:lnTo>
                    <a:pt x="1478014" y="1276556"/>
                  </a:lnTo>
                  <a:lnTo>
                    <a:pt x="1479665" y="1291550"/>
                  </a:lnTo>
                  <a:lnTo>
                    <a:pt x="1481317" y="1307453"/>
                  </a:lnTo>
                  <a:lnTo>
                    <a:pt x="1482968" y="1307453"/>
                  </a:lnTo>
                  <a:lnTo>
                    <a:pt x="1484620" y="1307453"/>
                  </a:lnTo>
                  <a:lnTo>
                    <a:pt x="1486271" y="1291550"/>
                  </a:lnTo>
                  <a:lnTo>
                    <a:pt x="1487922" y="1291550"/>
                  </a:lnTo>
                  <a:lnTo>
                    <a:pt x="1489574" y="1307453"/>
                  </a:lnTo>
                  <a:lnTo>
                    <a:pt x="1491225" y="1324382"/>
                  </a:lnTo>
                  <a:lnTo>
                    <a:pt x="1492877" y="1342480"/>
                  </a:lnTo>
                  <a:lnTo>
                    <a:pt x="1494528" y="1342480"/>
                  </a:lnTo>
                  <a:lnTo>
                    <a:pt x="1496180" y="1208858"/>
                  </a:lnTo>
                  <a:lnTo>
                    <a:pt x="1497831" y="1092556"/>
                  </a:lnTo>
                  <a:lnTo>
                    <a:pt x="1499482" y="1028728"/>
                  </a:lnTo>
                  <a:lnTo>
                    <a:pt x="1501134" y="987161"/>
                  </a:lnTo>
                  <a:lnTo>
                    <a:pt x="1502785" y="968500"/>
                  </a:lnTo>
                  <a:lnTo>
                    <a:pt x="1504437" y="1014128"/>
                  </a:lnTo>
                  <a:lnTo>
                    <a:pt x="1506088" y="1074073"/>
                  </a:lnTo>
                  <a:lnTo>
                    <a:pt x="1507739" y="1102498"/>
                  </a:lnTo>
                  <a:lnTo>
                    <a:pt x="1509391" y="1115578"/>
                  </a:lnTo>
                  <a:lnTo>
                    <a:pt x="1511042" y="1115578"/>
                  </a:lnTo>
                  <a:lnTo>
                    <a:pt x="1512694" y="1065461"/>
                  </a:lnTo>
                  <a:lnTo>
                    <a:pt x="1514345" y="1007253"/>
                  </a:lnTo>
                  <a:lnTo>
                    <a:pt x="1515996" y="973730"/>
                  </a:lnTo>
                  <a:lnTo>
                    <a:pt x="1517648" y="960954"/>
                  </a:lnTo>
                  <a:lnTo>
                    <a:pt x="1519299" y="941968"/>
                  </a:lnTo>
                  <a:lnTo>
                    <a:pt x="1520951" y="954471"/>
                  </a:lnTo>
                  <a:lnTo>
                    <a:pt x="1522602" y="998021"/>
                  </a:lnTo>
                  <a:lnTo>
                    <a:pt x="1524254" y="1065787"/>
                  </a:lnTo>
                  <a:lnTo>
                    <a:pt x="1525905" y="1108956"/>
                  </a:lnTo>
                  <a:lnTo>
                    <a:pt x="1527556" y="1164431"/>
                  </a:lnTo>
                  <a:lnTo>
                    <a:pt x="1529208" y="1158325"/>
                  </a:lnTo>
                  <a:lnTo>
                    <a:pt x="1530859" y="1121159"/>
                  </a:lnTo>
                  <a:lnTo>
                    <a:pt x="1532511" y="1057122"/>
                  </a:lnTo>
                  <a:lnTo>
                    <a:pt x="1534162" y="1021189"/>
                  </a:lnTo>
                  <a:lnTo>
                    <a:pt x="1535813" y="984755"/>
                  </a:lnTo>
                  <a:lnTo>
                    <a:pt x="1537465" y="965144"/>
                  </a:lnTo>
                  <a:lnTo>
                    <a:pt x="1539116" y="973730"/>
                  </a:lnTo>
                  <a:lnTo>
                    <a:pt x="1540768" y="986678"/>
                  </a:lnTo>
                  <a:lnTo>
                    <a:pt x="1542419" y="1002084"/>
                  </a:lnTo>
                  <a:lnTo>
                    <a:pt x="1544071" y="1047211"/>
                  </a:lnTo>
                  <a:lnTo>
                    <a:pt x="1545722" y="1092918"/>
                  </a:lnTo>
                  <a:lnTo>
                    <a:pt x="1547373" y="1118752"/>
                  </a:lnTo>
                  <a:lnTo>
                    <a:pt x="1549025" y="1155095"/>
                  </a:lnTo>
                  <a:lnTo>
                    <a:pt x="1550676" y="1194616"/>
                  </a:lnTo>
                  <a:lnTo>
                    <a:pt x="1552328" y="1205502"/>
                  </a:lnTo>
                  <a:lnTo>
                    <a:pt x="1553979" y="1228731"/>
                  </a:lnTo>
                  <a:lnTo>
                    <a:pt x="1555630" y="1276556"/>
                  </a:lnTo>
                  <a:lnTo>
                    <a:pt x="1557282" y="1342480"/>
                  </a:lnTo>
                  <a:lnTo>
                    <a:pt x="1558933" y="1382916"/>
                  </a:lnTo>
                  <a:lnTo>
                    <a:pt x="1560585" y="1382916"/>
                  </a:lnTo>
                  <a:lnTo>
                    <a:pt x="1562236" y="1339685"/>
                  </a:lnTo>
                  <a:lnTo>
                    <a:pt x="1563887" y="1289246"/>
                  </a:lnTo>
                  <a:lnTo>
                    <a:pt x="1565539" y="1274380"/>
                  </a:lnTo>
                  <a:lnTo>
                    <a:pt x="1567190" y="1274380"/>
                  </a:lnTo>
                  <a:lnTo>
                    <a:pt x="1568842" y="1289246"/>
                  </a:lnTo>
                  <a:lnTo>
                    <a:pt x="1570493" y="1326137"/>
                  </a:lnTo>
                  <a:lnTo>
                    <a:pt x="1572145" y="1344361"/>
                  </a:lnTo>
                  <a:lnTo>
                    <a:pt x="1573796" y="1293098"/>
                  </a:lnTo>
                  <a:lnTo>
                    <a:pt x="1575447" y="1201093"/>
                  </a:lnTo>
                  <a:lnTo>
                    <a:pt x="1577099" y="1122776"/>
                  </a:lnTo>
                  <a:lnTo>
                    <a:pt x="1578750" y="1098402"/>
                  </a:lnTo>
                  <a:lnTo>
                    <a:pt x="1580402" y="1070395"/>
                  </a:lnTo>
                  <a:lnTo>
                    <a:pt x="1582053" y="1057438"/>
                  </a:lnTo>
                  <a:lnTo>
                    <a:pt x="1583704" y="1064485"/>
                  </a:lnTo>
                  <a:lnTo>
                    <a:pt x="1585356" y="1094369"/>
                  </a:lnTo>
                  <a:lnTo>
                    <a:pt x="1587007" y="1105138"/>
                  </a:lnTo>
                  <a:lnTo>
                    <a:pt x="1588659" y="1088967"/>
                  </a:lnTo>
                  <a:lnTo>
                    <a:pt x="1590310" y="1075085"/>
                  </a:lnTo>
                  <a:lnTo>
                    <a:pt x="1591961" y="1081934"/>
                  </a:lnTo>
                  <a:lnTo>
                    <a:pt x="1593613" y="1075085"/>
                  </a:lnTo>
                  <a:lnTo>
                    <a:pt x="1595264" y="1059341"/>
                  </a:lnTo>
                  <a:lnTo>
                    <a:pt x="1596916" y="1094733"/>
                  </a:lnTo>
                  <a:lnTo>
                    <a:pt x="1598567" y="1133957"/>
                  </a:lnTo>
                  <a:lnTo>
                    <a:pt x="1600219" y="1151452"/>
                  </a:lnTo>
                  <a:lnTo>
                    <a:pt x="1601870" y="1190385"/>
                  </a:lnTo>
                  <a:lnTo>
                    <a:pt x="1603521" y="1236120"/>
                  </a:lnTo>
                  <a:lnTo>
                    <a:pt x="1605173" y="1262374"/>
                  </a:lnTo>
                  <a:lnTo>
                    <a:pt x="1606824" y="1307453"/>
                  </a:lnTo>
                  <a:lnTo>
                    <a:pt x="1608476" y="1325258"/>
                  </a:lnTo>
                  <a:lnTo>
                    <a:pt x="1610127" y="1273658"/>
                  </a:lnTo>
                  <a:lnTo>
                    <a:pt x="1611778" y="1221543"/>
                  </a:lnTo>
                  <a:lnTo>
                    <a:pt x="1613430" y="1198916"/>
                  </a:lnTo>
                  <a:lnTo>
                    <a:pt x="1615081" y="1178086"/>
                  </a:lnTo>
                  <a:lnTo>
                    <a:pt x="1616733" y="1167779"/>
                  </a:lnTo>
                  <a:lnTo>
                    <a:pt x="1618384" y="1180096"/>
                  </a:lnTo>
                  <a:lnTo>
                    <a:pt x="1620036" y="1190385"/>
                  </a:lnTo>
                  <a:lnTo>
                    <a:pt x="1621687" y="1190385"/>
                  </a:lnTo>
                  <a:lnTo>
                    <a:pt x="1623338" y="1180096"/>
                  </a:lnTo>
                  <a:lnTo>
                    <a:pt x="1624990" y="1180096"/>
                  </a:lnTo>
                  <a:lnTo>
                    <a:pt x="1626641" y="1187256"/>
                  </a:lnTo>
                  <a:lnTo>
                    <a:pt x="1628293" y="1206058"/>
                  </a:lnTo>
                  <a:lnTo>
                    <a:pt x="1629944" y="1206058"/>
                  </a:lnTo>
                  <a:lnTo>
                    <a:pt x="1631595" y="1217440"/>
                  </a:lnTo>
                  <a:lnTo>
                    <a:pt x="1633247" y="1241802"/>
                  </a:lnTo>
                  <a:lnTo>
                    <a:pt x="1634898" y="1272938"/>
                  </a:lnTo>
                  <a:lnTo>
                    <a:pt x="1636550" y="1307453"/>
                  </a:lnTo>
                  <a:lnTo>
                    <a:pt x="1638201" y="1324382"/>
                  </a:lnTo>
                  <a:lnTo>
                    <a:pt x="1639852" y="1307453"/>
                  </a:lnTo>
                  <a:lnTo>
                    <a:pt x="1641504" y="1291550"/>
                  </a:lnTo>
                  <a:lnTo>
                    <a:pt x="1643155" y="1228124"/>
                  </a:lnTo>
                  <a:lnTo>
                    <a:pt x="1644807" y="1163956"/>
                  </a:lnTo>
                  <a:lnTo>
                    <a:pt x="1646458" y="1128514"/>
                  </a:lnTo>
                  <a:lnTo>
                    <a:pt x="1648110" y="1112441"/>
                  </a:lnTo>
                  <a:lnTo>
                    <a:pt x="1649761" y="1111662"/>
                  </a:lnTo>
                  <a:lnTo>
                    <a:pt x="1651412" y="1124811"/>
                  </a:lnTo>
                  <a:lnTo>
                    <a:pt x="1653064" y="1159722"/>
                  </a:lnTo>
                  <a:lnTo>
                    <a:pt x="1654715" y="1195684"/>
                  </a:lnTo>
                  <a:lnTo>
                    <a:pt x="1656367" y="1195684"/>
                  </a:lnTo>
                  <a:lnTo>
                    <a:pt x="1658018" y="1174605"/>
                  </a:lnTo>
                  <a:lnTo>
                    <a:pt x="1659669" y="1174112"/>
                  </a:lnTo>
                  <a:lnTo>
                    <a:pt x="1661321" y="1146080"/>
                  </a:lnTo>
                  <a:lnTo>
                    <a:pt x="1662972" y="1149649"/>
                  </a:lnTo>
                  <a:lnTo>
                    <a:pt x="1664624" y="1198916"/>
                  </a:lnTo>
                  <a:lnTo>
                    <a:pt x="1666275" y="1211687"/>
                  </a:lnTo>
                  <a:lnTo>
                    <a:pt x="1667926" y="1201093"/>
                  </a:lnTo>
                  <a:lnTo>
                    <a:pt x="1669578" y="1236120"/>
                  </a:lnTo>
                  <a:lnTo>
                    <a:pt x="1671229" y="1262374"/>
                  </a:lnTo>
                  <a:lnTo>
                    <a:pt x="1672881" y="1262374"/>
                  </a:lnTo>
                  <a:lnTo>
                    <a:pt x="1674532" y="1307453"/>
                  </a:lnTo>
                  <a:lnTo>
                    <a:pt x="1676184" y="1382916"/>
                  </a:lnTo>
                  <a:lnTo>
                    <a:pt x="1677835" y="1430742"/>
                  </a:lnTo>
                  <a:lnTo>
                    <a:pt x="1679486" y="1430742"/>
                  </a:lnTo>
                  <a:lnTo>
                    <a:pt x="1681138" y="1430742"/>
                  </a:lnTo>
                  <a:lnTo>
                    <a:pt x="1682789" y="1430742"/>
                  </a:lnTo>
                  <a:lnTo>
                    <a:pt x="1684441" y="1405741"/>
                  </a:lnTo>
                  <a:lnTo>
                    <a:pt x="1686092" y="1342480"/>
                  </a:lnTo>
                  <a:lnTo>
                    <a:pt x="1687743" y="1291550"/>
                  </a:lnTo>
                  <a:lnTo>
                    <a:pt x="1689395" y="1276556"/>
                  </a:lnTo>
                  <a:lnTo>
                    <a:pt x="1691046" y="1276556"/>
                  </a:lnTo>
                  <a:lnTo>
                    <a:pt x="1692698" y="1291550"/>
                  </a:lnTo>
                  <a:lnTo>
                    <a:pt x="1694349" y="1342480"/>
                  </a:lnTo>
                  <a:lnTo>
                    <a:pt x="1696001" y="1405741"/>
                  </a:lnTo>
                  <a:lnTo>
                    <a:pt x="1697652" y="1405741"/>
                  </a:lnTo>
                  <a:lnTo>
                    <a:pt x="1699303" y="1309097"/>
                  </a:lnTo>
                  <a:lnTo>
                    <a:pt x="1700955" y="1202188"/>
                  </a:lnTo>
                  <a:lnTo>
                    <a:pt x="1702606" y="1118353"/>
                  </a:lnTo>
                  <a:lnTo>
                    <a:pt x="1704258" y="1067752"/>
                  </a:lnTo>
                  <a:lnTo>
                    <a:pt x="1705909" y="1061258"/>
                  </a:lnTo>
                  <a:lnTo>
                    <a:pt x="1707560" y="1087546"/>
                  </a:lnTo>
                  <a:lnTo>
                    <a:pt x="1709212" y="1133957"/>
                  </a:lnTo>
                  <a:lnTo>
                    <a:pt x="1710863" y="1180096"/>
                  </a:lnTo>
                  <a:lnTo>
                    <a:pt x="1712515" y="1212257"/>
                  </a:lnTo>
                  <a:lnTo>
                    <a:pt x="1714166" y="1170683"/>
                  </a:lnTo>
                  <a:lnTo>
                    <a:pt x="1715817" y="1151904"/>
                  </a:lnTo>
                  <a:lnTo>
                    <a:pt x="1717469" y="1133957"/>
                  </a:lnTo>
                  <a:lnTo>
                    <a:pt x="1719120" y="1142559"/>
                  </a:lnTo>
                  <a:lnTo>
                    <a:pt x="1720772" y="1142559"/>
                  </a:lnTo>
                  <a:lnTo>
                    <a:pt x="1722423" y="1167779"/>
                  </a:lnTo>
                  <a:lnTo>
                    <a:pt x="1724075" y="1177586"/>
                  </a:lnTo>
                  <a:lnTo>
                    <a:pt x="1725726" y="1178086"/>
                  </a:lnTo>
                  <a:lnTo>
                    <a:pt x="1727377" y="1168261"/>
                  </a:lnTo>
                  <a:lnTo>
                    <a:pt x="1729029" y="1198916"/>
                  </a:lnTo>
                  <a:lnTo>
                    <a:pt x="1730680" y="1227519"/>
                  </a:lnTo>
                  <a:lnTo>
                    <a:pt x="1732332" y="1227519"/>
                  </a:lnTo>
                  <a:lnTo>
                    <a:pt x="1733983" y="1239895"/>
                  </a:lnTo>
                  <a:lnTo>
                    <a:pt x="1735634" y="1280965"/>
                  </a:lnTo>
                  <a:lnTo>
                    <a:pt x="1737286" y="1280965"/>
                  </a:lnTo>
                  <a:lnTo>
                    <a:pt x="1738937" y="1276556"/>
                  </a:lnTo>
                  <a:lnTo>
                    <a:pt x="1740589" y="1307453"/>
                  </a:lnTo>
                  <a:lnTo>
                    <a:pt x="1742240" y="1307453"/>
                  </a:lnTo>
                  <a:lnTo>
                    <a:pt x="1743891" y="1276556"/>
                  </a:lnTo>
                  <a:lnTo>
                    <a:pt x="1745543" y="1262374"/>
                  </a:lnTo>
                  <a:lnTo>
                    <a:pt x="1747194" y="1262374"/>
                  </a:lnTo>
                  <a:lnTo>
                    <a:pt x="1748846" y="1262374"/>
                  </a:lnTo>
                  <a:lnTo>
                    <a:pt x="1750497" y="1307453"/>
                  </a:lnTo>
                  <a:lnTo>
                    <a:pt x="1752149" y="1361920"/>
                  </a:lnTo>
                  <a:lnTo>
                    <a:pt x="1753800" y="1405741"/>
                  </a:lnTo>
                  <a:lnTo>
                    <a:pt x="1755451" y="1430742"/>
                  </a:lnTo>
                  <a:lnTo>
                    <a:pt x="1757103" y="1430742"/>
                  </a:lnTo>
                  <a:lnTo>
                    <a:pt x="1758754" y="1430742"/>
                  </a:lnTo>
                  <a:lnTo>
                    <a:pt x="1760406" y="1430742"/>
                  </a:lnTo>
                  <a:lnTo>
                    <a:pt x="1762057" y="1405741"/>
                  </a:lnTo>
                  <a:lnTo>
                    <a:pt x="1763708" y="1382916"/>
                  </a:lnTo>
                  <a:lnTo>
                    <a:pt x="1765360" y="1382916"/>
                  </a:lnTo>
                  <a:lnTo>
                    <a:pt x="1767011" y="1342480"/>
                  </a:lnTo>
                  <a:lnTo>
                    <a:pt x="1768663" y="1291550"/>
                  </a:lnTo>
                  <a:lnTo>
                    <a:pt x="1770314" y="1276556"/>
                  </a:lnTo>
                  <a:lnTo>
                    <a:pt x="1771965" y="1262374"/>
                  </a:lnTo>
                  <a:lnTo>
                    <a:pt x="1773617" y="1236120"/>
                  </a:lnTo>
                  <a:lnTo>
                    <a:pt x="1775268" y="1236120"/>
                  </a:lnTo>
                  <a:lnTo>
                    <a:pt x="1776920" y="1230559"/>
                  </a:lnTo>
                  <a:lnTo>
                    <a:pt x="1778571" y="1218606"/>
                  </a:lnTo>
                  <a:lnTo>
                    <a:pt x="1780223" y="1218606"/>
                  </a:lnTo>
                  <a:lnTo>
                    <a:pt x="1781874" y="1243082"/>
                  </a:lnTo>
                  <a:lnTo>
                    <a:pt x="1783525" y="1270079"/>
                  </a:lnTo>
                  <a:lnTo>
                    <a:pt x="1785177" y="1324382"/>
                  </a:lnTo>
                  <a:lnTo>
                    <a:pt x="1786828" y="1332372"/>
                  </a:lnTo>
                  <a:lnTo>
                    <a:pt x="1788480" y="1298587"/>
                  </a:lnTo>
                  <a:lnTo>
                    <a:pt x="1790131" y="1268661"/>
                  </a:lnTo>
                  <a:lnTo>
                    <a:pt x="1791782" y="1268661"/>
                  </a:lnTo>
                  <a:lnTo>
                    <a:pt x="1793434" y="1268661"/>
                  </a:lnTo>
                  <a:lnTo>
                    <a:pt x="1795085" y="1291550"/>
                  </a:lnTo>
                  <a:lnTo>
                    <a:pt x="1796737" y="1324382"/>
                  </a:lnTo>
                  <a:lnTo>
                    <a:pt x="1798388" y="1342480"/>
                  </a:lnTo>
                  <a:lnTo>
                    <a:pt x="1800040" y="1337837"/>
                  </a:lnTo>
                  <a:lnTo>
                    <a:pt x="1801691" y="1332372"/>
                  </a:lnTo>
                  <a:lnTo>
                    <a:pt x="1803342" y="1332372"/>
                  </a:lnTo>
                  <a:lnTo>
                    <a:pt x="1804994" y="1332372"/>
                  </a:lnTo>
                  <a:lnTo>
                    <a:pt x="1806645" y="1332372"/>
                  </a:lnTo>
                  <a:lnTo>
                    <a:pt x="1808297" y="1319188"/>
                  </a:lnTo>
                  <a:lnTo>
                    <a:pt x="1809948" y="1307453"/>
                  </a:lnTo>
                  <a:lnTo>
                    <a:pt x="1811599" y="1276556"/>
                  </a:lnTo>
                  <a:lnTo>
                    <a:pt x="1813251" y="1248919"/>
                  </a:lnTo>
                  <a:lnTo>
                    <a:pt x="1814902" y="1236120"/>
                  </a:lnTo>
                  <a:lnTo>
                    <a:pt x="1816554" y="1248919"/>
                  </a:lnTo>
                  <a:lnTo>
                    <a:pt x="1818205" y="1262374"/>
                  </a:lnTo>
                  <a:lnTo>
                    <a:pt x="1819856" y="1307453"/>
                  </a:lnTo>
                  <a:lnTo>
                    <a:pt x="1821508" y="1382916"/>
                  </a:lnTo>
                  <a:lnTo>
                    <a:pt x="1823159" y="1430742"/>
                  </a:lnTo>
                  <a:lnTo>
                    <a:pt x="1824811" y="1430742"/>
                  </a:lnTo>
                  <a:lnTo>
                    <a:pt x="1826462" y="1430742"/>
                  </a:lnTo>
                  <a:lnTo>
                    <a:pt x="1828114" y="1430742"/>
                  </a:lnTo>
                  <a:lnTo>
                    <a:pt x="1829765" y="1430742"/>
                  </a:lnTo>
                  <a:lnTo>
                    <a:pt x="1831416" y="1430742"/>
                  </a:lnTo>
                  <a:lnTo>
                    <a:pt x="1833068" y="1405741"/>
                  </a:lnTo>
                  <a:lnTo>
                    <a:pt x="1834719" y="1361920"/>
                  </a:lnTo>
                  <a:lnTo>
                    <a:pt x="1836371" y="1291550"/>
                  </a:lnTo>
                  <a:lnTo>
                    <a:pt x="1838022" y="1248919"/>
                  </a:lnTo>
                  <a:lnTo>
                    <a:pt x="1839673" y="1222728"/>
                  </a:lnTo>
                  <a:lnTo>
                    <a:pt x="1841325" y="1211119"/>
                  </a:lnTo>
                  <a:lnTo>
                    <a:pt x="1842976" y="1211119"/>
                  </a:lnTo>
                  <a:lnTo>
                    <a:pt x="1844628" y="1234874"/>
                  </a:lnTo>
                  <a:lnTo>
                    <a:pt x="1846279" y="1254218"/>
                  </a:lnTo>
                  <a:lnTo>
                    <a:pt x="1847930" y="1283946"/>
                  </a:lnTo>
                  <a:lnTo>
                    <a:pt x="1849582" y="1315781"/>
                  </a:lnTo>
                  <a:lnTo>
                    <a:pt x="1851233" y="1352020"/>
                  </a:lnTo>
                  <a:lnTo>
                    <a:pt x="1852885" y="1394080"/>
                  </a:lnTo>
                  <a:lnTo>
                    <a:pt x="1854536" y="1430742"/>
                  </a:lnTo>
                  <a:lnTo>
                    <a:pt x="1856188" y="1430742"/>
                  </a:lnTo>
                  <a:lnTo>
                    <a:pt x="1857839" y="1430742"/>
                  </a:lnTo>
                  <a:lnTo>
                    <a:pt x="1859490" y="1430742"/>
                  </a:lnTo>
                  <a:lnTo>
                    <a:pt x="1861142" y="1430742"/>
                  </a:lnTo>
                  <a:lnTo>
                    <a:pt x="1862793" y="1430742"/>
                  </a:lnTo>
                  <a:lnTo>
                    <a:pt x="1864445" y="1430742"/>
                  </a:lnTo>
                  <a:lnTo>
                    <a:pt x="1866096" y="1430742"/>
                  </a:lnTo>
                  <a:lnTo>
                    <a:pt x="1867747" y="1430742"/>
                  </a:lnTo>
                  <a:lnTo>
                    <a:pt x="1869399" y="1430742"/>
                  </a:lnTo>
                  <a:lnTo>
                    <a:pt x="1871050" y="1430742"/>
                  </a:lnTo>
                  <a:lnTo>
                    <a:pt x="1872702" y="1430742"/>
                  </a:lnTo>
                  <a:lnTo>
                    <a:pt x="1874353" y="1430742"/>
                  </a:lnTo>
                  <a:lnTo>
                    <a:pt x="1876005" y="1430742"/>
                  </a:lnTo>
                  <a:lnTo>
                    <a:pt x="1877656" y="1430742"/>
                  </a:lnTo>
                  <a:lnTo>
                    <a:pt x="1879307" y="1424265"/>
                  </a:lnTo>
                  <a:lnTo>
                    <a:pt x="1880959" y="1399846"/>
                  </a:lnTo>
                  <a:lnTo>
                    <a:pt x="1882610" y="1377508"/>
                  </a:lnTo>
                  <a:lnTo>
                    <a:pt x="1884262" y="1320046"/>
                  </a:lnTo>
                  <a:lnTo>
                    <a:pt x="1885913" y="1272938"/>
                  </a:lnTo>
                  <a:lnTo>
                    <a:pt x="1887564" y="1248919"/>
                  </a:lnTo>
                  <a:lnTo>
                    <a:pt x="1889216" y="1251555"/>
                  </a:lnTo>
                  <a:lnTo>
                    <a:pt x="1890867" y="1251555"/>
                  </a:lnTo>
                  <a:lnTo>
                    <a:pt x="1892519" y="1238630"/>
                  </a:lnTo>
                  <a:lnTo>
                    <a:pt x="1894170" y="1226313"/>
                  </a:lnTo>
                  <a:lnTo>
                    <a:pt x="1895821" y="1205502"/>
                  </a:lnTo>
                  <a:lnTo>
                    <a:pt x="1897473" y="1186221"/>
                  </a:lnTo>
                  <a:lnTo>
                    <a:pt x="1899124" y="1166339"/>
                  </a:lnTo>
                  <a:lnTo>
                    <a:pt x="1900776" y="1176091"/>
                  </a:lnTo>
                  <a:lnTo>
                    <a:pt x="1902427" y="1196757"/>
                  </a:lnTo>
                  <a:lnTo>
                    <a:pt x="1904079" y="1228731"/>
                  </a:lnTo>
                  <a:lnTo>
                    <a:pt x="1905730" y="1262374"/>
                  </a:lnTo>
                  <a:lnTo>
                    <a:pt x="1907381" y="1307453"/>
                  </a:lnTo>
                  <a:lnTo>
                    <a:pt x="1909033" y="1342480"/>
                  </a:lnTo>
                  <a:lnTo>
                    <a:pt x="1910684" y="1342480"/>
                  </a:lnTo>
                  <a:lnTo>
                    <a:pt x="1912336" y="1342480"/>
                  </a:lnTo>
                  <a:lnTo>
                    <a:pt x="1913987" y="1324382"/>
                  </a:lnTo>
                  <a:lnTo>
                    <a:pt x="1915638" y="1285449"/>
                  </a:lnTo>
                  <a:lnTo>
                    <a:pt x="1917290" y="1225112"/>
                  </a:lnTo>
                  <a:lnTo>
                    <a:pt x="1918941" y="1171170"/>
                  </a:lnTo>
                  <a:lnTo>
                    <a:pt x="1920593" y="1134805"/>
                  </a:lnTo>
                  <a:lnTo>
                    <a:pt x="1922244" y="1126450"/>
                  </a:lnTo>
                  <a:lnTo>
                    <a:pt x="1923895" y="1138223"/>
                  </a:lnTo>
                  <a:lnTo>
                    <a:pt x="1925547" y="1190385"/>
                  </a:lnTo>
                  <a:lnTo>
                    <a:pt x="1927198" y="1262374"/>
                  </a:lnTo>
                  <a:lnTo>
                    <a:pt x="1928850" y="1307453"/>
                  </a:lnTo>
                  <a:lnTo>
                    <a:pt x="1930501" y="1324382"/>
                  </a:lnTo>
                  <a:lnTo>
                    <a:pt x="1932153" y="1342480"/>
                  </a:lnTo>
                  <a:lnTo>
                    <a:pt x="1933804" y="1342480"/>
                  </a:lnTo>
                  <a:lnTo>
                    <a:pt x="1935455" y="1361920"/>
                  </a:lnTo>
                  <a:lnTo>
                    <a:pt x="1937107" y="1365987"/>
                  </a:lnTo>
                  <a:lnTo>
                    <a:pt x="1938758" y="1294654"/>
                  </a:lnTo>
                  <a:lnTo>
                    <a:pt x="1940410" y="1226313"/>
                  </a:lnTo>
                  <a:lnTo>
                    <a:pt x="1942061" y="1192492"/>
                  </a:lnTo>
                  <a:lnTo>
                    <a:pt x="1943712" y="1172147"/>
                  </a:lnTo>
                  <a:lnTo>
                    <a:pt x="1945364" y="1170196"/>
                  </a:lnTo>
                  <a:lnTo>
                    <a:pt x="1947015" y="1201093"/>
                  </a:lnTo>
                  <a:lnTo>
                    <a:pt x="1948667" y="1248919"/>
                  </a:lnTo>
                  <a:lnTo>
                    <a:pt x="1950318" y="1291550"/>
                  </a:lnTo>
                  <a:lnTo>
                    <a:pt x="1951969" y="1307453"/>
                  </a:lnTo>
                  <a:lnTo>
                    <a:pt x="1953621" y="1291550"/>
                  </a:lnTo>
                  <a:lnTo>
                    <a:pt x="1955272" y="1291550"/>
                  </a:lnTo>
                  <a:lnTo>
                    <a:pt x="1956924" y="1270079"/>
                  </a:lnTo>
                  <a:lnTo>
                    <a:pt x="1958575" y="1243082"/>
                  </a:lnTo>
                  <a:lnTo>
                    <a:pt x="1960227" y="1243082"/>
                  </a:lnTo>
                  <a:lnTo>
                    <a:pt x="1961878" y="1270079"/>
                  </a:lnTo>
                  <a:lnTo>
                    <a:pt x="1963529" y="1284697"/>
                  </a:lnTo>
                  <a:lnTo>
                    <a:pt x="1965181" y="1291550"/>
                  </a:lnTo>
                  <a:lnTo>
                    <a:pt x="1966832" y="1262374"/>
                  </a:lnTo>
                  <a:lnTo>
                    <a:pt x="1968484" y="1226313"/>
                  </a:lnTo>
                  <a:lnTo>
                    <a:pt x="1970135" y="1204946"/>
                  </a:lnTo>
                  <a:lnTo>
                    <a:pt x="1971786" y="1194083"/>
                  </a:lnTo>
                  <a:lnTo>
                    <a:pt x="1973438" y="1204946"/>
                  </a:lnTo>
                  <a:lnTo>
                    <a:pt x="1975089" y="1253550"/>
                  </a:lnTo>
                  <a:lnTo>
                    <a:pt x="1976741" y="1293875"/>
                  </a:lnTo>
                  <a:lnTo>
                    <a:pt x="1978392" y="1307453"/>
                  </a:lnTo>
                  <a:lnTo>
                    <a:pt x="1980044" y="1324382"/>
                  </a:lnTo>
                  <a:lnTo>
                    <a:pt x="1981695" y="1324382"/>
                  </a:lnTo>
                  <a:lnTo>
                    <a:pt x="1983346" y="1307453"/>
                  </a:lnTo>
                  <a:lnTo>
                    <a:pt x="1984998" y="1307453"/>
                  </a:lnTo>
                  <a:lnTo>
                    <a:pt x="1986649" y="1324382"/>
                  </a:lnTo>
                  <a:lnTo>
                    <a:pt x="1988301" y="1324382"/>
                  </a:lnTo>
                  <a:lnTo>
                    <a:pt x="1989952" y="1342480"/>
                  </a:lnTo>
                  <a:lnTo>
                    <a:pt x="1991603" y="1361920"/>
                  </a:lnTo>
                  <a:lnTo>
                    <a:pt x="1993255" y="1382916"/>
                  </a:lnTo>
                  <a:lnTo>
                    <a:pt x="1994906" y="1405741"/>
                  </a:lnTo>
                  <a:lnTo>
                    <a:pt x="1996558" y="1430742"/>
                  </a:lnTo>
                  <a:lnTo>
                    <a:pt x="1998209" y="1405741"/>
                  </a:lnTo>
                  <a:lnTo>
                    <a:pt x="1999860" y="1365987"/>
                  </a:lnTo>
                  <a:lnTo>
                    <a:pt x="2001512" y="1308274"/>
                  </a:lnTo>
                  <a:lnTo>
                    <a:pt x="2003163" y="1263065"/>
                  </a:lnTo>
                  <a:lnTo>
                    <a:pt x="2004815" y="1249575"/>
                  </a:lnTo>
                  <a:lnTo>
                    <a:pt x="2006466" y="1263065"/>
                  </a:lnTo>
                  <a:lnTo>
                    <a:pt x="2008118" y="1289246"/>
                  </a:lnTo>
                  <a:lnTo>
                    <a:pt x="2009769" y="1342480"/>
                  </a:lnTo>
                  <a:lnTo>
                    <a:pt x="2011420" y="1361920"/>
                  </a:lnTo>
                  <a:lnTo>
                    <a:pt x="2013072" y="1324382"/>
                  </a:lnTo>
                  <a:lnTo>
                    <a:pt x="2014723" y="1276556"/>
                  </a:lnTo>
                  <a:lnTo>
                    <a:pt x="2016375" y="1262374"/>
                  </a:lnTo>
                  <a:lnTo>
                    <a:pt x="2018026" y="1262374"/>
                  </a:lnTo>
                  <a:lnTo>
                    <a:pt x="2019677" y="1291550"/>
                  </a:lnTo>
                  <a:lnTo>
                    <a:pt x="2021329" y="1342480"/>
                  </a:lnTo>
                  <a:lnTo>
                    <a:pt x="2022980" y="1405741"/>
                  </a:lnTo>
                  <a:lnTo>
                    <a:pt x="2024632" y="1430742"/>
                  </a:lnTo>
                  <a:lnTo>
                    <a:pt x="2026283" y="1405741"/>
                  </a:lnTo>
                  <a:lnTo>
                    <a:pt x="2027934" y="1342480"/>
                  </a:lnTo>
                  <a:lnTo>
                    <a:pt x="2029586" y="1276556"/>
                  </a:lnTo>
                  <a:lnTo>
                    <a:pt x="2031237" y="1249575"/>
                  </a:lnTo>
                  <a:lnTo>
                    <a:pt x="2032889" y="1249575"/>
                  </a:lnTo>
                  <a:lnTo>
                    <a:pt x="2034540" y="1263065"/>
                  </a:lnTo>
                  <a:lnTo>
                    <a:pt x="2036192" y="1308274"/>
                  </a:lnTo>
                  <a:lnTo>
                    <a:pt x="2037843" y="1384012"/>
                  </a:lnTo>
                  <a:lnTo>
                    <a:pt x="2039494" y="1430742"/>
                  </a:lnTo>
                  <a:lnTo>
                    <a:pt x="2041146" y="1430742"/>
                  </a:lnTo>
                  <a:lnTo>
                    <a:pt x="2042797" y="1430742"/>
                  </a:lnTo>
                  <a:lnTo>
                    <a:pt x="2044449" y="1382916"/>
                  </a:lnTo>
                  <a:lnTo>
                    <a:pt x="2046100" y="1342480"/>
                  </a:lnTo>
                  <a:lnTo>
                    <a:pt x="2047751" y="1324382"/>
                  </a:lnTo>
                  <a:lnTo>
                    <a:pt x="2049403" y="1324382"/>
                  </a:lnTo>
                  <a:lnTo>
                    <a:pt x="2051054" y="1307453"/>
                  </a:lnTo>
                  <a:lnTo>
                    <a:pt x="2052706" y="1307453"/>
                  </a:lnTo>
                  <a:lnTo>
                    <a:pt x="2054357" y="1297796"/>
                  </a:lnTo>
                  <a:lnTo>
                    <a:pt x="2056009" y="1267955"/>
                  </a:lnTo>
                  <a:lnTo>
                    <a:pt x="2057660" y="1241165"/>
                  </a:lnTo>
                  <a:lnTo>
                    <a:pt x="2059311" y="1241165"/>
                  </a:lnTo>
                  <a:lnTo>
                    <a:pt x="2060963" y="1267955"/>
                  </a:lnTo>
                  <a:lnTo>
                    <a:pt x="2062614" y="1291550"/>
                  </a:lnTo>
                  <a:lnTo>
                    <a:pt x="2064266" y="1324382"/>
                  </a:lnTo>
                  <a:lnTo>
                    <a:pt x="2065917" y="1336919"/>
                  </a:lnTo>
                  <a:lnTo>
                    <a:pt x="2067568" y="1302580"/>
                  </a:lnTo>
                  <a:lnTo>
                    <a:pt x="2069220" y="1245013"/>
                  </a:lnTo>
                  <a:lnTo>
                    <a:pt x="2070871" y="1220953"/>
                  </a:lnTo>
                  <a:lnTo>
                    <a:pt x="2072523" y="1220953"/>
                  </a:lnTo>
                  <a:lnTo>
                    <a:pt x="2074174" y="1236746"/>
                  </a:lnTo>
                  <a:lnTo>
                    <a:pt x="2075825" y="1277286"/>
                  </a:lnTo>
                  <a:lnTo>
                    <a:pt x="2077477" y="1343419"/>
                  </a:lnTo>
                  <a:lnTo>
                    <a:pt x="2079128" y="1382916"/>
                  </a:lnTo>
                  <a:lnTo>
                    <a:pt x="2080780" y="1372208"/>
                  </a:lnTo>
                  <a:lnTo>
                    <a:pt x="2082431" y="1333275"/>
                  </a:lnTo>
                  <a:lnTo>
                    <a:pt x="2084083" y="1255560"/>
                  </a:lnTo>
                  <a:lnTo>
                    <a:pt x="2085734" y="1187256"/>
                  </a:lnTo>
                  <a:lnTo>
                    <a:pt x="2087385" y="1167298"/>
                  </a:lnTo>
                  <a:lnTo>
                    <a:pt x="2089037" y="1172147"/>
                  </a:lnTo>
                  <a:lnTo>
                    <a:pt x="2090688" y="1162537"/>
                  </a:lnTo>
                  <a:lnTo>
                    <a:pt x="2092340" y="1172147"/>
                  </a:lnTo>
                  <a:lnTo>
                    <a:pt x="2093991" y="1165861"/>
                  </a:lnTo>
                  <a:lnTo>
                    <a:pt x="2095642" y="1140382"/>
                  </a:lnTo>
                  <a:lnTo>
                    <a:pt x="2097294" y="1123588"/>
                  </a:lnTo>
                  <a:lnTo>
                    <a:pt x="2098945" y="1140382"/>
                  </a:lnTo>
                  <a:lnTo>
                    <a:pt x="2100597" y="1177586"/>
                  </a:lnTo>
                  <a:lnTo>
                    <a:pt x="2102248" y="1238630"/>
                  </a:lnTo>
                  <a:lnTo>
                    <a:pt x="2103899" y="1307453"/>
                  </a:lnTo>
                  <a:lnTo>
                    <a:pt x="2105551" y="1342480"/>
                  </a:lnTo>
                  <a:lnTo>
                    <a:pt x="2107202" y="1342480"/>
                  </a:lnTo>
                  <a:lnTo>
                    <a:pt x="2108854" y="1342480"/>
                  </a:lnTo>
                  <a:lnTo>
                    <a:pt x="2110505" y="1342480"/>
                  </a:lnTo>
                  <a:lnTo>
                    <a:pt x="2112157" y="1342480"/>
                  </a:lnTo>
                  <a:lnTo>
                    <a:pt x="2113808" y="1310752"/>
                  </a:lnTo>
                  <a:lnTo>
                    <a:pt x="2115459" y="1294654"/>
                  </a:lnTo>
                  <a:lnTo>
                    <a:pt x="2117111" y="1245660"/>
                  </a:lnTo>
                  <a:lnTo>
                    <a:pt x="2118762" y="1220953"/>
                  </a:lnTo>
                  <a:lnTo>
                    <a:pt x="2120414" y="1202188"/>
                  </a:lnTo>
                  <a:lnTo>
                    <a:pt x="2122065" y="1179089"/>
                  </a:lnTo>
                  <a:lnTo>
                    <a:pt x="2123716" y="1141686"/>
                  </a:lnTo>
                  <a:lnTo>
                    <a:pt x="2125368" y="1128514"/>
                  </a:lnTo>
                  <a:lnTo>
                    <a:pt x="2127019" y="1125629"/>
                  </a:lnTo>
                  <a:lnTo>
                    <a:pt x="2128671" y="1131431"/>
                  </a:lnTo>
                  <a:lnTo>
                    <a:pt x="2130322" y="1139949"/>
                  </a:lnTo>
                  <a:lnTo>
                    <a:pt x="2131973" y="1157861"/>
                  </a:lnTo>
                  <a:lnTo>
                    <a:pt x="2133625" y="1177087"/>
                  </a:lnTo>
                  <a:lnTo>
                    <a:pt x="2135276" y="1201640"/>
                  </a:lnTo>
                  <a:lnTo>
                    <a:pt x="2136928" y="1212257"/>
                  </a:lnTo>
                  <a:lnTo>
                    <a:pt x="2138579" y="1236120"/>
                  </a:lnTo>
                  <a:lnTo>
                    <a:pt x="2140231" y="1267251"/>
                  </a:lnTo>
                  <a:lnTo>
                    <a:pt x="2141882" y="1281707"/>
                  </a:lnTo>
                  <a:lnTo>
                    <a:pt x="2143533" y="1267251"/>
                  </a:lnTo>
                  <a:lnTo>
                    <a:pt x="2145185" y="1267251"/>
                  </a:lnTo>
                  <a:lnTo>
                    <a:pt x="2146836" y="1297007"/>
                  </a:lnTo>
                  <a:lnTo>
                    <a:pt x="2148488" y="1307453"/>
                  </a:lnTo>
                  <a:lnTo>
                    <a:pt x="2150139" y="1307453"/>
                  </a:lnTo>
                  <a:lnTo>
                    <a:pt x="2151790" y="1323509"/>
                  </a:lnTo>
                  <a:lnTo>
                    <a:pt x="2153442" y="1341545"/>
                  </a:lnTo>
                  <a:lnTo>
                    <a:pt x="2155093" y="1341545"/>
                  </a:lnTo>
                  <a:lnTo>
                    <a:pt x="2156745" y="1360913"/>
                  </a:lnTo>
                  <a:lnTo>
                    <a:pt x="2158396" y="1404551"/>
                  </a:lnTo>
                  <a:lnTo>
                    <a:pt x="2160048" y="1430742"/>
                  </a:lnTo>
                  <a:lnTo>
                    <a:pt x="2161699" y="1382916"/>
                  </a:lnTo>
                  <a:lnTo>
                    <a:pt x="2163350" y="1307453"/>
                  </a:lnTo>
                  <a:lnTo>
                    <a:pt x="2165002" y="1248919"/>
                  </a:lnTo>
                  <a:lnTo>
                    <a:pt x="2166653" y="1236120"/>
                  </a:lnTo>
                  <a:lnTo>
                    <a:pt x="2168305" y="1236120"/>
                  </a:lnTo>
                  <a:lnTo>
                    <a:pt x="2169956" y="1262374"/>
                  </a:lnTo>
                  <a:lnTo>
                    <a:pt x="2171607" y="1324382"/>
                  </a:lnTo>
                  <a:lnTo>
                    <a:pt x="2173259" y="1405741"/>
                  </a:lnTo>
                  <a:lnTo>
                    <a:pt x="2174910" y="1430742"/>
                  </a:lnTo>
                  <a:lnTo>
                    <a:pt x="2176562" y="1430742"/>
                  </a:lnTo>
                  <a:lnTo>
                    <a:pt x="2178213" y="1430742"/>
                  </a:lnTo>
                  <a:lnTo>
                    <a:pt x="2179864" y="1430742"/>
                  </a:lnTo>
                  <a:lnTo>
                    <a:pt x="2181516" y="1430742"/>
                  </a:lnTo>
                  <a:lnTo>
                    <a:pt x="2183167" y="1430742"/>
                  </a:lnTo>
                  <a:lnTo>
                    <a:pt x="2184819" y="1430742"/>
                  </a:lnTo>
                  <a:lnTo>
                    <a:pt x="2186470" y="1430742"/>
                  </a:lnTo>
                  <a:lnTo>
                    <a:pt x="2188122" y="1430742"/>
                  </a:lnTo>
                  <a:lnTo>
                    <a:pt x="2189773" y="1430742"/>
                  </a:lnTo>
                  <a:lnTo>
                    <a:pt x="2191424" y="1430742"/>
                  </a:lnTo>
                  <a:lnTo>
                    <a:pt x="2193076" y="1430742"/>
                  </a:lnTo>
                  <a:lnTo>
                    <a:pt x="2194727" y="1430742"/>
                  </a:lnTo>
                  <a:lnTo>
                    <a:pt x="2196379" y="1430742"/>
                  </a:lnTo>
                  <a:lnTo>
                    <a:pt x="2198030" y="1430742"/>
                  </a:lnTo>
                  <a:lnTo>
                    <a:pt x="2199681" y="1430742"/>
                  </a:lnTo>
                  <a:lnTo>
                    <a:pt x="2201333" y="1430742"/>
                  </a:lnTo>
                  <a:lnTo>
                    <a:pt x="2202984" y="1430742"/>
                  </a:lnTo>
                  <a:lnTo>
                    <a:pt x="2204636" y="1430742"/>
                  </a:lnTo>
                  <a:lnTo>
                    <a:pt x="2206287" y="1430742"/>
                  </a:lnTo>
                  <a:lnTo>
                    <a:pt x="2207938" y="1430742"/>
                  </a:lnTo>
                  <a:lnTo>
                    <a:pt x="2209590" y="1430742"/>
                  </a:lnTo>
                  <a:lnTo>
                    <a:pt x="2211241" y="1430742"/>
                  </a:lnTo>
                  <a:lnTo>
                    <a:pt x="2212893" y="1430742"/>
                  </a:lnTo>
                  <a:lnTo>
                    <a:pt x="2214544" y="1430742"/>
                  </a:lnTo>
                  <a:lnTo>
                    <a:pt x="2216196" y="1430742"/>
                  </a:lnTo>
                  <a:lnTo>
                    <a:pt x="2217847" y="1430742"/>
                  </a:lnTo>
                  <a:lnTo>
                    <a:pt x="2219498" y="1430742"/>
                  </a:lnTo>
                  <a:lnTo>
                    <a:pt x="2221150" y="1430742"/>
                  </a:lnTo>
                  <a:lnTo>
                    <a:pt x="2222801" y="1430742"/>
                  </a:lnTo>
                  <a:lnTo>
                    <a:pt x="2224453" y="1430742"/>
                  </a:lnTo>
                  <a:lnTo>
                    <a:pt x="2226104" y="1430742"/>
                  </a:lnTo>
                  <a:lnTo>
                    <a:pt x="2227755" y="1430742"/>
                  </a:lnTo>
                  <a:lnTo>
                    <a:pt x="2229407" y="1430742"/>
                  </a:lnTo>
                  <a:lnTo>
                    <a:pt x="2231058" y="1430742"/>
                  </a:lnTo>
                  <a:lnTo>
                    <a:pt x="2232710" y="1430742"/>
                  </a:lnTo>
                  <a:lnTo>
                    <a:pt x="2234361" y="1430742"/>
                  </a:lnTo>
                  <a:lnTo>
                    <a:pt x="2236013" y="1405741"/>
                  </a:lnTo>
                  <a:lnTo>
                    <a:pt x="2237664" y="1361920"/>
                  </a:lnTo>
                  <a:lnTo>
                    <a:pt x="2239315" y="1324382"/>
                  </a:lnTo>
                  <a:lnTo>
                    <a:pt x="2240967" y="1307453"/>
                  </a:lnTo>
                  <a:lnTo>
                    <a:pt x="2242618" y="1307453"/>
                  </a:lnTo>
                  <a:lnTo>
                    <a:pt x="2244270" y="1324382"/>
                  </a:lnTo>
                  <a:lnTo>
                    <a:pt x="2245921" y="1361920"/>
                  </a:lnTo>
                  <a:lnTo>
                    <a:pt x="2247572" y="1405741"/>
                  </a:lnTo>
                  <a:lnTo>
                    <a:pt x="2249224" y="1430742"/>
                  </a:lnTo>
                  <a:lnTo>
                    <a:pt x="2250875" y="1430742"/>
                  </a:lnTo>
                  <a:lnTo>
                    <a:pt x="2252527" y="1430742"/>
                  </a:lnTo>
                  <a:lnTo>
                    <a:pt x="2254178" y="1430742"/>
                  </a:lnTo>
                  <a:lnTo>
                    <a:pt x="2255829" y="1430742"/>
                  </a:lnTo>
                  <a:lnTo>
                    <a:pt x="2257481" y="1430742"/>
                  </a:lnTo>
                  <a:lnTo>
                    <a:pt x="2259132" y="1430742"/>
                  </a:lnTo>
                  <a:lnTo>
                    <a:pt x="2260784" y="1430742"/>
                  </a:lnTo>
                  <a:lnTo>
                    <a:pt x="2262435" y="1405741"/>
                  </a:lnTo>
                  <a:lnTo>
                    <a:pt x="2264087" y="1382916"/>
                  </a:lnTo>
                  <a:lnTo>
                    <a:pt x="2265738" y="1342480"/>
                  </a:lnTo>
                  <a:lnTo>
                    <a:pt x="2267389" y="1307453"/>
                  </a:lnTo>
                  <a:lnTo>
                    <a:pt x="2269041" y="1291550"/>
                  </a:lnTo>
                  <a:lnTo>
                    <a:pt x="2270692" y="1280225"/>
                  </a:lnTo>
                  <a:lnTo>
                    <a:pt x="2272344" y="1250234"/>
                  </a:lnTo>
                  <a:lnTo>
                    <a:pt x="2273995" y="1237372"/>
                  </a:lnTo>
                  <a:lnTo>
                    <a:pt x="2275646" y="1237372"/>
                  </a:lnTo>
                  <a:lnTo>
                    <a:pt x="2277298" y="1237372"/>
                  </a:lnTo>
                  <a:lnTo>
                    <a:pt x="2278949" y="1260311"/>
                  </a:lnTo>
                  <a:lnTo>
                    <a:pt x="2280601" y="1307453"/>
                  </a:lnTo>
                  <a:lnTo>
                    <a:pt x="2282252" y="1361920"/>
                  </a:lnTo>
                  <a:lnTo>
                    <a:pt x="2283903" y="1405741"/>
                  </a:lnTo>
                  <a:lnTo>
                    <a:pt x="2285555" y="1382916"/>
                  </a:lnTo>
                  <a:lnTo>
                    <a:pt x="2287206" y="1307453"/>
                  </a:lnTo>
                  <a:lnTo>
                    <a:pt x="2288858" y="1262374"/>
                  </a:lnTo>
                  <a:lnTo>
                    <a:pt x="2290509" y="1261684"/>
                  </a:lnTo>
                  <a:lnTo>
                    <a:pt x="2292161" y="1248264"/>
                  </a:lnTo>
                  <a:lnTo>
                    <a:pt x="2293812" y="1261684"/>
                  </a:lnTo>
                  <a:lnTo>
                    <a:pt x="2295463" y="1306634"/>
                  </a:lnTo>
                  <a:lnTo>
                    <a:pt x="2297115" y="1341545"/>
                  </a:lnTo>
                  <a:lnTo>
                    <a:pt x="2298766" y="1342480"/>
                  </a:lnTo>
                  <a:lnTo>
                    <a:pt x="2300418" y="1342480"/>
                  </a:lnTo>
                  <a:lnTo>
                    <a:pt x="2302069" y="1342480"/>
                  </a:lnTo>
                  <a:lnTo>
                    <a:pt x="2303720" y="1342480"/>
                  </a:lnTo>
                  <a:lnTo>
                    <a:pt x="2305372" y="1324382"/>
                  </a:lnTo>
                  <a:lnTo>
                    <a:pt x="2307023" y="1291550"/>
                  </a:lnTo>
                  <a:lnTo>
                    <a:pt x="2308675" y="1291550"/>
                  </a:lnTo>
                  <a:lnTo>
                    <a:pt x="2310326" y="1248919"/>
                  </a:lnTo>
                  <a:lnTo>
                    <a:pt x="2311977" y="1223917"/>
                  </a:lnTo>
                  <a:lnTo>
                    <a:pt x="2313629" y="1230559"/>
                  </a:lnTo>
                  <a:lnTo>
                    <a:pt x="2315280" y="1243082"/>
                  </a:lnTo>
                  <a:lnTo>
                    <a:pt x="2316932" y="1243082"/>
                  </a:lnTo>
                  <a:lnTo>
                    <a:pt x="2318583" y="1270079"/>
                  </a:lnTo>
                  <a:lnTo>
                    <a:pt x="2320235" y="1284697"/>
                  </a:lnTo>
                  <a:lnTo>
                    <a:pt x="2321886" y="1291550"/>
                  </a:lnTo>
                  <a:lnTo>
                    <a:pt x="2323537" y="1307453"/>
                  </a:lnTo>
                  <a:lnTo>
                    <a:pt x="2325189" y="1324382"/>
                  </a:lnTo>
                  <a:lnTo>
                    <a:pt x="2326840" y="1342480"/>
                  </a:lnTo>
                  <a:lnTo>
                    <a:pt x="2328492" y="1361920"/>
                  </a:lnTo>
                  <a:lnTo>
                    <a:pt x="2330143" y="1324382"/>
                  </a:lnTo>
                  <a:lnTo>
                    <a:pt x="2331794" y="1276556"/>
                  </a:lnTo>
                  <a:lnTo>
                    <a:pt x="2333446" y="1248919"/>
                  </a:lnTo>
                  <a:lnTo>
                    <a:pt x="2335097" y="1262374"/>
                  </a:lnTo>
                  <a:lnTo>
                    <a:pt x="2336749" y="1276556"/>
                  </a:lnTo>
                  <a:lnTo>
                    <a:pt x="2338400" y="1324382"/>
                  </a:lnTo>
                  <a:lnTo>
                    <a:pt x="2340052" y="1382916"/>
                  </a:lnTo>
                  <a:lnTo>
                    <a:pt x="2341703" y="1430742"/>
                  </a:lnTo>
                  <a:lnTo>
                    <a:pt x="2343354" y="1430742"/>
                  </a:lnTo>
                  <a:lnTo>
                    <a:pt x="2345006" y="1430742"/>
                  </a:lnTo>
                  <a:lnTo>
                    <a:pt x="2346657" y="1430742"/>
                  </a:lnTo>
                  <a:lnTo>
                    <a:pt x="2348309" y="1419196"/>
                  </a:lnTo>
                  <a:lnTo>
                    <a:pt x="2349960" y="1352993"/>
                  </a:lnTo>
                  <a:lnTo>
                    <a:pt x="2351611" y="1284697"/>
                  </a:lnTo>
                  <a:lnTo>
                    <a:pt x="2353263" y="1219777"/>
                  </a:lnTo>
                  <a:lnTo>
                    <a:pt x="2354914" y="1195149"/>
                  </a:lnTo>
                  <a:lnTo>
                    <a:pt x="2356566" y="1189337"/>
                  </a:lnTo>
                  <a:lnTo>
                    <a:pt x="2358217" y="1211119"/>
                  </a:lnTo>
                  <a:lnTo>
                    <a:pt x="2359868" y="1234874"/>
                  </a:lnTo>
                  <a:lnTo>
                    <a:pt x="2361520" y="1273658"/>
                  </a:lnTo>
                  <a:lnTo>
                    <a:pt x="2363171" y="1291550"/>
                  </a:lnTo>
                  <a:lnTo>
                    <a:pt x="2364823" y="1291550"/>
                  </a:lnTo>
                  <a:lnTo>
                    <a:pt x="2366474" y="1291550"/>
                  </a:lnTo>
                  <a:lnTo>
                    <a:pt x="2368126" y="1276556"/>
                  </a:lnTo>
                  <a:lnTo>
                    <a:pt x="2369777" y="1262374"/>
                  </a:lnTo>
                  <a:lnTo>
                    <a:pt x="2371428" y="1262374"/>
                  </a:lnTo>
                  <a:lnTo>
                    <a:pt x="2373080" y="1276556"/>
                  </a:lnTo>
                  <a:lnTo>
                    <a:pt x="2374731" y="1291550"/>
                  </a:lnTo>
                  <a:lnTo>
                    <a:pt x="2376383" y="1342480"/>
                  </a:lnTo>
                  <a:lnTo>
                    <a:pt x="2378034" y="1405741"/>
                  </a:lnTo>
                  <a:lnTo>
                    <a:pt x="2379685" y="1430742"/>
                  </a:lnTo>
                  <a:lnTo>
                    <a:pt x="2381337" y="1361920"/>
                  </a:lnTo>
                  <a:lnTo>
                    <a:pt x="2382988" y="1291550"/>
                  </a:lnTo>
                  <a:lnTo>
                    <a:pt x="2384640" y="1248919"/>
                  </a:lnTo>
                  <a:lnTo>
                    <a:pt x="2386291" y="1212257"/>
                  </a:lnTo>
                  <a:lnTo>
                    <a:pt x="2387942" y="1170196"/>
                  </a:lnTo>
                  <a:lnTo>
                    <a:pt x="2389594" y="1160189"/>
                  </a:lnTo>
                  <a:lnTo>
                    <a:pt x="2391245" y="1142122"/>
                  </a:lnTo>
                  <a:lnTo>
                    <a:pt x="2392897" y="1133535"/>
                  </a:lnTo>
                  <a:lnTo>
                    <a:pt x="2394548" y="1145637"/>
                  </a:lnTo>
                  <a:lnTo>
                    <a:pt x="2396200" y="1156936"/>
                  </a:lnTo>
                  <a:lnTo>
                    <a:pt x="2397851" y="1176589"/>
                  </a:lnTo>
                  <a:lnTo>
                    <a:pt x="2399502" y="1231784"/>
                  </a:lnTo>
                  <a:lnTo>
                    <a:pt x="2401154" y="1286204"/>
                  </a:lnTo>
                  <a:lnTo>
                    <a:pt x="2402805" y="1311584"/>
                  </a:lnTo>
                  <a:lnTo>
                    <a:pt x="2404457" y="1361920"/>
                  </a:lnTo>
                  <a:lnTo>
                    <a:pt x="2406108" y="1405741"/>
                  </a:lnTo>
                  <a:lnTo>
                    <a:pt x="2407759" y="1405741"/>
                  </a:lnTo>
                  <a:lnTo>
                    <a:pt x="2409411" y="1342480"/>
                  </a:lnTo>
                  <a:lnTo>
                    <a:pt x="2411062" y="1291550"/>
                  </a:lnTo>
                  <a:lnTo>
                    <a:pt x="2412714" y="1276556"/>
                  </a:lnTo>
                  <a:lnTo>
                    <a:pt x="2414365" y="1276556"/>
                  </a:lnTo>
                  <a:lnTo>
                    <a:pt x="2416017" y="1291550"/>
                  </a:lnTo>
                  <a:lnTo>
                    <a:pt x="2417668" y="1342480"/>
                  </a:lnTo>
                  <a:lnTo>
                    <a:pt x="2419319" y="1405741"/>
                  </a:lnTo>
                  <a:lnTo>
                    <a:pt x="2420971" y="1430742"/>
                  </a:lnTo>
                  <a:lnTo>
                    <a:pt x="2422622" y="1430742"/>
                  </a:lnTo>
                  <a:lnTo>
                    <a:pt x="2424274" y="1430742"/>
                  </a:lnTo>
                  <a:lnTo>
                    <a:pt x="2425925" y="1430742"/>
                  </a:lnTo>
                  <a:lnTo>
                    <a:pt x="2427576" y="1430742"/>
                  </a:lnTo>
                  <a:lnTo>
                    <a:pt x="2429228" y="1409343"/>
                  </a:lnTo>
                  <a:lnTo>
                    <a:pt x="2430879" y="1364964"/>
                  </a:lnTo>
                  <a:lnTo>
                    <a:pt x="2432531" y="1327019"/>
                  </a:lnTo>
                  <a:lnTo>
                    <a:pt x="2434182" y="1309924"/>
                  </a:lnTo>
                  <a:lnTo>
                    <a:pt x="2435833" y="1309924"/>
                  </a:lnTo>
                  <a:lnTo>
                    <a:pt x="2437485" y="1324382"/>
                  </a:lnTo>
                  <a:lnTo>
                    <a:pt x="2439136" y="1342480"/>
                  </a:lnTo>
                  <a:lnTo>
                    <a:pt x="2440788" y="1361920"/>
                  </a:lnTo>
                  <a:lnTo>
                    <a:pt x="2442439" y="1382916"/>
                  </a:lnTo>
                  <a:lnTo>
                    <a:pt x="2444091" y="1361920"/>
                  </a:lnTo>
                  <a:lnTo>
                    <a:pt x="2445742" y="1324382"/>
                  </a:lnTo>
                  <a:lnTo>
                    <a:pt x="2447393" y="1324382"/>
                  </a:lnTo>
                  <a:lnTo>
                    <a:pt x="2449045" y="1307453"/>
                  </a:lnTo>
                  <a:lnTo>
                    <a:pt x="2450696" y="1276556"/>
                  </a:lnTo>
                  <a:lnTo>
                    <a:pt x="2452348" y="1218606"/>
                  </a:lnTo>
                  <a:lnTo>
                    <a:pt x="2453999" y="1121966"/>
                  </a:lnTo>
                  <a:lnTo>
                    <a:pt x="2455650" y="1070727"/>
                  </a:lnTo>
                  <a:lnTo>
                    <a:pt x="2457302" y="1070727"/>
                  </a:lnTo>
                  <a:lnTo>
                    <a:pt x="2458953" y="1070727"/>
                  </a:lnTo>
                  <a:lnTo>
                    <a:pt x="2460605" y="1102123"/>
                  </a:lnTo>
                  <a:lnTo>
                    <a:pt x="2462256" y="1212257"/>
                  </a:lnTo>
                  <a:lnTo>
                    <a:pt x="2463907" y="1324382"/>
                  </a:lnTo>
                  <a:lnTo>
                    <a:pt x="2465559" y="1361920"/>
                  </a:lnTo>
                  <a:lnTo>
                    <a:pt x="2467210" y="1382916"/>
                  </a:lnTo>
                  <a:lnTo>
                    <a:pt x="2468862" y="1361920"/>
                  </a:lnTo>
                  <a:lnTo>
                    <a:pt x="2470513" y="1342480"/>
                  </a:lnTo>
                  <a:lnTo>
                    <a:pt x="2472165" y="1342480"/>
                  </a:lnTo>
                  <a:lnTo>
                    <a:pt x="2473816" y="1342480"/>
                  </a:lnTo>
                  <a:lnTo>
                    <a:pt x="2475467" y="1361920"/>
                  </a:lnTo>
                  <a:lnTo>
                    <a:pt x="2477119" y="1405741"/>
                  </a:lnTo>
                  <a:lnTo>
                    <a:pt x="2478770" y="1382916"/>
                  </a:lnTo>
                  <a:lnTo>
                    <a:pt x="2480422" y="1324382"/>
                  </a:lnTo>
                  <a:lnTo>
                    <a:pt x="2482073" y="1270079"/>
                  </a:lnTo>
                  <a:lnTo>
                    <a:pt x="2483724" y="1192492"/>
                  </a:lnTo>
                  <a:lnTo>
                    <a:pt x="2485376" y="1111274"/>
                  </a:lnTo>
                  <a:lnTo>
                    <a:pt x="2487027" y="1081934"/>
                  </a:lnTo>
                  <a:lnTo>
                    <a:pt x="2488679" y="1082977"/>
                  </a:lnTo>
                  <a:lnTo>
                    <a:pt x="2490330" y="1100628"/>
                  </a:lnTo>
                  <a:lnTo>
                    <a:pt x="2491981" y="1152812"/>
                  </a:lnTo>
                  <a:lnTo>
                    <a:pt x="2493633" y="1250893"/>
                  </a:lnTo>
                  <a:lnTo>
                    <a:pt x="2495284" y="1345306"/>
                  </a:lnTo>
                  <a:lnTo>
                    <a:pt x="2496936" y="1405741"/>
                  </a:lnTo>
                  <a:lnTo>
                    <a:pt x="2498587" y="1430742"/>
                  </a:lnTo>
                  <a:lnTo>
                    <a:pt x="2500239" y="1361920"/>
                  </a:lnTo>
                  <a:lnTo>
                    <a:pt x="2501890" y="1223917"/>
                  </a:lnTo>
                  <a:lnTo>
                    <a:pt x="2503541" y="1105138"/>
                  </a:lnTo>
                  <a:lnTo>
                    <a:pt x="2505193" y="1025630"/>
                  </a:lnTo>
                  <a:lnTo>
                    <a:pt x="2506844" y="984276"/>
                  </a:lnTo>
                  <a:lnTo>
                    <a:pt x="2508496" y="989103"/>
                  </a:lnTo>
                  <a:lnTo>
                    <a:pt x="2510147" y="1025630"/>
                  </a:lnTo>
                  <a:lnTo>
                    <a:pt x="2511798" y="1100256"/>
                  </a:lnTo>
                  <a:lnTo>
                    <a:pt x="2513450" y="1201093"/>
                  </a:lnTo>
                  <a:lnTo>
                    <a:pt x="2515101" y="1307453"/>
                  </a:lnTo>
                  <a:lnTo>
                    <a:pt x="2516753" y="1342480"/>
                  </a:lnTo>
                  <a:lnTo>
                    <a:pt x="2518404" y="1382916"/>
                  </a:lnTo>
                  <a:lnTo>
                    <a:pt x="2520056" y="1382916"/>
                  </a:lnTo>
                  <a:lnTo>
                    <a:pt x="2521707" y="1361920"/>
                  </a:lnTo>
                  <a:lnTo>
                    <a:pt x="2523358" y="1342480"/>
                  </a:lnTo>
                  <a:lnTo>
                    <a:pt x="2525010" y="1337837"/>
                  </a:lnTo>
                  <a:lnTo>
                    <a:pt x="2526661" y="1337837"/>
                  </a:lnTo>
                  <a:lnTo>
                    <a:pt x="2528313" y="1356923"/>
                  </a:lnTo>
                  <a:lnTo>
                    <a:pt x="2529964" y="1399846"/>
                  </a:lnTo>
                  <a:lnTo>
                    <a:pt x="2531615" y="1399846"/>
                  </a:lnTo>
                  <a:lnTo>
                    <a:pt x="2533267" y="1291550"/>
                  </a:lnTo>
                  <a:lnTo>
                    <a:pt x="2534918" y="1201093"/>
                  </a:lnTo>
                  <a:lnTo>
                    <a:pt x="2536570" y="1133957"/>
                  </a:lnTo>
                  <a:lnTo>
                    <a:pt x="2538221" y="1048124"/>
                  </a:lnTo>
                  <a:lnTo>
                    <a:pt x="2539872" y="1019269"/>
                  </a:lnTo>
                  <a:lnTo>
                    <a:pt x="2541524" y="1020365"/>
                  </a:lnTo>
                  <a:lnTo>
                    <a:pt x="2543175" y="975112"/>
                  </a:lnTo>
                  <a:lnTo>
                    <a:pt x="2544827" y="932377"/>
                  </a:lnTo>
                  <a:lnTo>
                    <a:pt x="2546478" y="932377"/>
                  </a:lnTo>
                  <a:lnTo>
                    <a:pt x="2548130" y="932377"/>
                  </a:lnTo>
                  <a:lnTo>
                    <a:pt x="2549781" y="938933"/>
                  </a:lnTo>
                  <a:lnTo>
                    <a:pt x="2551432" y="992288"/>
                  </a:lnTo>
                  <a:lnTo>
                    <a:pt x="2553084" y="1086484"/>
                  </a:lnTo>
                  <a:lnTo>
                    <a:pt x="2554735" y="1178587"/>
                  </a:lnTo>
                  <a:lnTo>
                    <a:pt x="2556387" y="1210552"/>
                  </a:lnTo>
                  <a:lnTo>
                    <a:pt x="2558038" y="1215701"/>
                  </a:lnTo>
                  <a:lnTo>
                    <a:pt x="2559689" y="1184163"/>
                  </a:lnTo>
                  <a:lnTo>
                    <a:pt x="2561341" y="1065787"/>
                  </a:lnTo>
                  <a:lnTo>
                    <a:pt x="2562992" y="961173"/>
                  </a:lnTo>
                  <a:lnTo>
                    <a:pt x="2564644" y="894447"/>
                  </a:lnTo>
                  <a:lnTo>
                    <a:pt x="2566295" y="852198"/>
                  </a:lnTo>
                  <a:lnTo>
                    <a:pt x="2567946" y="832439"/>
                  </a:lnTo>
                  <a:lnTo>
                    <a:pt x="2569598" y="845070"/>
                  </a:lnTo>
                  <a:lnTo>
                    <a:pt x="2571249" y="890070"/>
                  </a:lnTo>
                  <a:lnTo>
                    <a:pt x="2572901" y="940345"/>
                  </a:lnTo>
                  <a:lnTo>
                    <a:pt x="2574552" y="966705"/>
                  </a:lnTo>
                  <a:lnTo>
                    <a:pt x="2576204" y="957909"/>
                  </a:lnTo>
                  <a:lnTo>
                    <a:pt x="2577855" y="882013"/>
                  </a:lnTo>
                  <a:lnTo>
                    <a:pt x="2579506" y="758117"/>
                  </a:lnTo>
                  <a:lnTo>
                    <a:pt x="2581158" y="656580"/>
                  </a:lnTo>
                  <a:lnTo>
                    <a:pt x="2582809" y="580159"/>
                  </a:lnTo>
                  <a:lnTo>
                    <a:pt x="2584461" y="529488"/>
                  </a:lnTo>
                  <a:lnTo>
                    <a:pt x="2586112" y="503226"/>
                  </a:lnTo>
                  <a:lnTo>
                    <a:pt x="2587763" y="508163"/>
                  </a:lnTo>
                  <a:lnTo>
                    <a:pt x="2589415" y="530419"/>
                  </a:lnTo>
                  <a:lnTo>
                    <a:pt x="2591066" y="543854"/>
                  </a:lnTo>
                  <a:lnTo>
                    <a:pt x="2592718" y="549901"/>
                  </a:lnTo>
                  <a:lnTo>
                    <a:pt x="2594369" y="544658"/>
                  </a:lnTo>
                  <a:lnTo>
                    <a:pt x="2596021" y="532247"/>
                  </a:lnTo>
                  <a:lnTo>
                    <a:pt x="2597672" y="507347"/>
                  </a:lnTo>
                  <a:lnTo>
                    <a:pt x="2599323" y="478625"/>
                  </a:lnTo>
                  <a:lnTo>
                    <a:pt x="2600975" y="435597"/>
                  </a:lnTo>
                  <a:lnTo>
                    <a:pt x="2602626" y="396497"/>
                  </a:lnTo>
                  <a:lnTo>
                    <a:pt x="2604278" y="357650"/>
                  </a:lnTo>
                  <a:lnTo>
                    <a:pt x="2605929" y="321345"/>
                  </a:lnTo>
                  <a:lnTo>
                    <a:pt x="2607580" y="298057"/>
                  </a:lnTo>
                  <a:lnTo>
                    <a:pt x="2609232" y="290052"/>
                  </a:lnTo>
                  <a:lnTo>
                    <a:pt x="2610883" y="283721"/>
                  </a:lnTo>
                  <a:lnTo>
                    <a:pt x="2612535" y="272655"/>
                  </a:lnTo>
                  <a:lnTo>
                    <a:pt x="2614186" y="245219"/>
                  </a:lnTo>
                  <a:lnTo>
                    <a:pt x="2615837" y="207956"/>
                  </a:lnTo>
                  <a:lnTo>
                    <a:pt x="2617489" y="163591"/>
                  </a:lnTo>
                  <a:lnTo>
                    <a:pt x="2619140" y="137619"/>
                  </a:lnTo>
                  <a:lnTo>
                    <a:pt x="2620792" y="113019"/>
                  </a:lnTo>
                  <a:lnTo>
                    <a:pt x="2622443" y="97215"/>
                  </a:lnTo>
                  <a:lnTo>
                    <a:pt x="2624095" y="89400"/>
                  </a:lnTo>
                  <a:lnTo>
                    <a:pt x="2625746" y="95481"/>
                  </a:lnTo>
                  <a:lnTo>
                    <a:pt x="2627397" y="104927"/>
                  </a:lnTo>
                  <a:lnTo>
                    <a:pt x="2629049" y="131323"/>
                  </a:lnTo>
                  <a:lnTo>
                    <a:pt x="2630700" y="174056"/>
                  </a:lnTo>
                  <a:lnTo>
                    <a:pt x="2632352" y="212268"/>
                  </a:lnTo>
                  <a:lnTo>
                    <a:pt x="2634003" y="234344"/>
                  </a:lnTo>
                  <a:lnTo>
                    <a:pt x="2635654" y="240700"/>
                  </a:lnTo>
                  <a:lnTo>
                    <a:pt x="2637306" y="235306"/>
                  </a:lnTo>
                  <a:lnTo>
                    <a:pt x="2638957" y="219837"/>
                  </a:lnTo>
                  <a:lnTo>
                    <a:pt x="2640609" y="206041"/>
                  </a:lnTo>
                  <a:lnTo>
                    <a:pt x="2642260" y="192572"/>
                  </a:lnTo>
                  <a:lnTo>
                    <a:pt x="2643911" y="181638"/>
                  </a:lnTo>
                  <a:lnTo>
                    <a:pt x="2645563" y="186802"/>
                  </a:lnTo>
                  <a:lnTo>
                    <a:pt x="2647214" y="198735"/>
                  </a:lnTo>
                  <a:lnTo>
                    <a:pt x="2648866" y="234495"/>
                  </a:lnTo>
                  <a:lnTo>
                    <a:pt x="2650517" y="285965"/>
                  </a:lnTo>
                  <a:lnTo>
                    <a:pt x="2652169" y="305682"/>
                  </a:lnTo>
                  <a:lnTo>
                    <a:pt x="2653820" y="288531"/>
                  </a:lnTo>
                  <a:lnTo>
                    <a:pt x="2655471" y="276217"/>
                  </a:lnTo>
                  <a:lnTo>
                    <a:pt x="2657123" y="257236"/>
                  </a:lnTo>
                  <a:lnTo>
                    <a:pt x="2658774" y="249077"/>
                  </a:lnTo>
                  <a:lnTo>
                    <a:pt x="2660426" y="264240"/>
                  </a:lnTo>
                  <a:lnTo>
                    <a:pt x="2662077" y="275414"/>
                  </a:lnTo>
                  <a:lnTo>
                    <a:pt x="2663728" y="263534"/>
                  </a:lnTo>
                  <a:lnTo>
                    <a:pt x="2665380" y="240040"/>
                  </a:lnTo>
                  <a:lnTo>
                    <a:pt x="2667031" y="195263"/>
                  </a:lnTo>
                  <a:lnTo>
                    <a:pt x="2668683" y="157006"/>
                  </a:lnTo>
                  <a:lnTo>
                    <a:pt x="2670334" y="124922"/>
                  </a:lnTo>
                  <a:lnTo>
                    <a:pt x="2671985" y="99460"/>
                  </a:lnTo>
                  <a:lnTo>
                    <a:pt x="2673637" y="74382"/>
                  </a:lnTo>
                  <a:lnTo>
                    <a:pt x="2675288" y="65562"/>
                  </a:lnTo>
                  <a:lnTo>
                    <a:pt x="2676940" y="65591"/>
                  </a:lnTo>
                  <a:lnTo>
                    <a:pt x="2678591" y="80015"/>
                  </a:lnTo>
                  <a:lnTo>
                    <a:pt x="2680243" y="91165"/>
                  </a:lnTo>
                  <a:lnTo>
                    <a:pt x="2681894" y="108449"/>
                  </a:lnTo>
                  <a:lnTo>
                    <a:pt x="2683545" y="116425"/>
                  </a:lnTo>
                  <a:lnTo>
                    <a:pt x="2685197" y="117679"/>
                  </a:lnTo>
                  <a:lnTo>
                    <a:pt x="2686848" y="110442"/>
                  </a:lnTo>
                  <a:lnTo>
                    <a:pt x="2688500" y="117521"/>
                  </a:lnTo>
                  <a:lnTo>
                    <a:pt x="2690151" y="123113"/>
                  </a:lnTo>
                  <a:lnTo>
                    <a:pt x="2691802" y="117389"/>
                  </a:lnTo>
                  <a:lnTo>
                    <a:pt x="2693454" y="104500"/>
                  </a:lnTo>
                  <a:lnTo>
                    <a:pt x="2695105" y="88990"/>
                  </a:lnTo>
                  <a:lnTo>
                    <a:pt x="2696757" y="78596"/>
                  </a:lnTo>
                  <a:lnTo>
                    <a:pt x="2698408" y="79589"/>
                  </a:lnTo>
                  <a:lnTo>
                    <a:pt x="2700060" y="105572"/>
                  </a:lnTo>
                  <a:lnTo>
                    <a:pt x="2701711" y="143070"/>
                  </a:lnTo>
                  <a:lnTo>
                    <a:pt x="2703362" y="189053"/>
                  </a:lnTo>
                  <a:lnTo>
                    <a:pt x="2705014" y="199106"/>
                  </a:lnTo>
                  <a:lnTo>
                    <a:pt x="2706665" y="172719"/>
                  </a:lnTo>
                  <a:lnTo>
                    <a:pt x="2708317" y="128094"/>
                  </a:lnTo>
                  <a:lnTo>
                    <a:pt x="2709968" y="95151"/>
                  </a:lnTo>
                  <a:lnTo>
                    <a:pt x="2711619" y="68110"/>
                  </a:lnTo>
                  <a:lnTo>
                    <a:pt x="2713271" y="54966"/>
                  </a:lnTo>
                  <a:lnTo>
                    <a:pt x="2714922" y="52041"/>
                  </a:lnTo>
                  <a:lnTo>
                    <a:pt x="2716574" y="56075"/>
                  </a:lnTo>
                  <a:lnTo>
                    <a:pt x="2718225" y="64412"/>
                  </a:lnTo>
                  <a:lnTo>
                    <a:pt x="2719876" y="78036"/>
                  </a:lnTo>
                  <a:lnTo>
                    <a:pt x="2721528" y="96557"/>
                  </a:lnTo>
                  <a:lnTo>
                    <a:pt x="2723179" y="108322"/>
                  </a:lnTo>
                  <a:lnTo>
                    <a:pt x="2724831" y="120862"/>
                  </a:lnTo>
                  <a:lnTo>
                    <a:pt x="2726482" y="130344"/>
                  </a:lnTo>
                  <a:lnTo>
                    <a:pt x="2728134" y="141603"/>
                  </a:lnTo>
                  <a:lnTo>
                    <a:pt x="2729785" y="158788"/>
                  </a:lnTo>
                  <a:lnTo>
                    <a:pt x="2731436" y="202363"/>
                  </a:lnTo>
                  <a:lnTo>
                    <a:pt x="2733088" y="255150"/>
                  </a:lnTo>
                  <a:lnTo>
                    <a:pt x="2734739" y="280073"/>
                  </a:lnTo>
                  <a:lnTo>
                    <a:pt x="2736391" y="281070"/>
                  </a:lnTo>
                  <a:lnTo>
                    <a:pt x="2738042" y="277701"/>
                  </a:lnTo>
                  <a:lnTo>
                    <a:pt x="2739693" y="258526"/>
                  </a:lnTo>
                  <a:lnTo>
                    <a:pt x="2741345" y="254010"/>
                  </a:lnTo>
                  <a:lnTo>
                    <a:pt x="2742996" y="285831"/>
                  </a:lnTo>
                  <a:lnTo>
                    <a:pt x="2744648" y="334948"/>
                  </a:lnTo>
                  <a:lnTo>
                    <a:pt x="2746299" y="393487"/>
                  </a:lnTo>
                  <a:lnTo>
                    <a:pt x="2747950" y="434742"/>
                  </a:lnTo>
                  <a:lnTo>
                    <a:pt x="2749602" y="415757"/>
                  </a:lnTo>
                  <a:lnTo>
                    <a:pt x="2751253" y="350979"/>
                  </a:lnTo>
                  <a:lnTo>
                    <a:pt x="2752905" y="268359"/>
                  </a:lnTo>
                  <a:lnTo>
                    <a:pt x="2754556" y="200838"/>
                  </a:lnTo>
                  <a:lnTo>
                    <a:pt x="2756208" y="175509"/>
                  </a:lnTo>
                  <a:lnTo>
                    <a:pt x="2757859" y="164272"/>
                  </a:lnTo>
                  <a:lnTo>
                    <a:pt x="2759510" y="146706"/>
                  </a:lnTo>
                  <a:lnTo>
                    <a:pt x="2761162" y="124751"/>
                  </a:lnTo>
                  <a:lnTo>
                    <a:pt x="2762813" y="104927"/>
                  </a:lnTo>
                  <a:lnTo>
                    <a:pt x="2764465" y="77297"/>
                  </a:lnTo>
                  <a:lnTo>
                    <a:pt x="2766116" y="65339"/>
                  </a:lnTo>
                  <a:lnTo>
                    <a:pt x="2767767" y="66067"/>
                  </a:lnTo>
                  <a:lnTo>
                    <a:pt x="2769419" y="79916"/>
                  </a:lnTo>
                  <a:lnTo>
                    <a:pt x="2771070" y="109521"/>
                  </a:lnTo>
                  <a:lnTo>
                    <a:pt x="2772722" y="142770"/>
                  </a:lnTo>
                  <a:lnTo>
                    <a:pt x="2774373" y="161838"/>
                  </a:lnTo>
                  <a:lnTo>
                    <a:pt x="2776025" y="178616"/>
                  </a:lnTo>
                  <a:lnTo>
                    <a:pt x="2777676" y="197982"/>
                  </a:lnTo>
                  <a:lnTo>
                    <a:pt x="2779327" y="217976"/>
                  </a:lnTo>
                  <a:lnTo>
                    <a:pt x="2780979" y="234262"/>
                  </a:lnTo>
                  <a:lnTo>
                    <a:pt x="2782630" y="237753"/>
                  </a:lnTo>
                  <a:lnTo>
                    <a:pt x="2784282" y="241107"/>
                  </a:lnTo>
                  <a:lnTo>
                    <a:pt x="2785933" y="244819"/>
                  </a:lnTo>
                  <a:lnTo>
                    <a:pt x="2787584" y="228729"/>
                  </a:lnTo>
                  <a:lnTo>
                    <a:pt x="2789236" y="219189"/>
                  </a:lnTo>
                  <a:lnTo>
                    <a:pt x="2790887" y="212306"/>
                  </a:lnTo>
                  <a:lnTo>
                    <a:pt x="2792539" y="198221"/>
                  </a:lnTo>
                  <a:lnTo>
                    <a:pt x="2794190" y="168270"/>
                  </a:lnTo>
                  <a:lnTo>
                    <a:pt x="2795841" y="125103"/>
                  </a:lnTo>
                  <a:lnTo>
                    <a:pt x="2797493" y="86832"/>
                  </a:lnTo>
                  <a:lnTo>
                    <a:pt x="2799144" y="59530"/>
                  </a:lnTo>
                  <a:lnTo>
                    <a:pt x="2800796" y="36423"/>
                  </a:lnTo>
                  <a:lnTo>
                    <a:pt x="2802447" y="20521"/>
                  </a:lnTo>
                  <a:lnTo>
                    <a:pt x="2804099" y="17367"/>
                  </a:lnTo>
                  <a:lnTo>
                    <a:pt x="2805750" y="19764"/>
                  </a:lnTo>
                  <a:lnTo>
                    <a:pt x="2807401" y="22030"/>
                  </a:lnTo>
                  <a:lnTo>
                    <a:pt x="2809053" y="23069"/>
                  </a:lnTo>
                  <a:lnTo>
                    <a:pt x="2810704" y="25903"/>
                  </a:lnTo>
                  <a:lnTo>
                    <a:pt x="2812356" y="25260"/>
                  </a:lnTo>
                  <a:lnTo>
                    <a:pt x="2814007" y="19751"/>
                  </a:lnTo>
                  <a:lnTo>
                    <a:pt x="2815658" y="13339"/>
                  </a:lnTo>
                  <a:lnTo>
                    <a:pt x="2817310" y="18725"/>
                  </a:lnTo>
                  <a:lnTo>
                    <a:pt x="2818961" y="30539"/>
                  </a:lnTo>
                  <a:lnTo>
                    <a:pt x="2820613" y="41645"/>
                  </a:lnTo>
                  <a:lnTo>
                    <a:pt x="2822264" y="54509"/>
                  </a:lnTo>
                  <a:lnTo>
                    <a:pt x="2823915" y="72075"/>
                  </a:lnTo>
                  <a:lnTo>
                    <a:pt x="2825567" y="82063"/>
                  </a:lnTo>
                  <a:lnTo>
                    <a:pt x="2827218" y="77214"/>
                  </a:lnTo>
                  <a:lnTo>
                    <a:pt x="2828870" y="89747"/>
                  </a:lnTo>
                  <a:lnTo>
                    <a:pt x="2830521" y="113685"/>
                  </a:lnTo>
                  <a:lnTo>
                    <a:pt x="2832173" y="137098"/>
                  </a:lnTo>
                  <a:lnTo>
                    <a:pt x="2833824" y="152021"/>
                  </a:lnTo>
                  <a:lnTo>
                    <a:pt x="2835475" y="169873"/>
                  </a:lnTo>
                  <a:lnTo>
                    <a:pt x="2837127" y="175925"/>
                  </a:lnTo>
                  <a:lnTo>
                    <a:pt x="2838778" y="173751"/>
                  </a:lnTo>
                  <a:lnTo>
                    <a:pt x="2840430" y="160469"/>
                  </a:lnTo>
                  <a:lnTo>
                    <a:pt x="2842081" y="146843"/>
                  </a:lnTo>
                  <a:lnTo>
                    <a:pt x="2843732" y="136521"/>
                  </a:lnTo>
                  <a:lnTo>
                    <a:pt x="2845384" y="111410"/>
                  </a:lnTo>
                  <a:lnTo>
                    <a:pt x="2847035" y="87380"/>
                  </a:lnTo>
                  <a:lnTo>
                    <a:pt x="2848687" y="74934"/>
                  </a:lnTo>
                  <a:lnTo>
                    <a:pt x="2850338" y="72002"/>
                  </a:lnTo>
                  <a:lnTo>
                    <a:pt x="2851989" y="67616"/>
                  </a:lnTo>
                  <a:lnTo>
                    <a:pt x="2853641" y="67478"/>
                  </a:lnTo>
                  <a:lnTo>
                    <a:pt x="2855292" y="61417"/>
                  </a:lnTo>
                  <a:lnTo>
                    <a:pt x="2856944" y="49739"/>
                  </a:lnTo>
                  <a:lnTo>
                    <a:pt x="2858595" y="29338"/>
                  </a:lnTo>
                  <a:lnTo>
                    <a:pt x="2860247" y="14647"/>
                  </a:lnTo>
                  <a:lnTo>
                    <a:pt x="2861898" y="6377"/>
                  </a:lnTo>
                  <a:lnTo>
                    <a:pt x="2863549" y="3467"/>
                  </a:lnTo>
                  <a:lnTo>
                    <a:pt x="2865201" y="0"/>
                  </a:lnTo>
                  <a:lnTo>
                    <a:pt x="2866852" y="3980"/>
                  </a:lnTo>
                  <a:lnTo>
                    <a:pt x="2868504" y="10001"/>
                  </a:lnTo>
                  <a:lnTo>
                    <a:pt x="2870155" y="14481"/>
                  </a:lnTo>
                  <a:lnTo>
                    <a:pt x="2871806" y="22892"/>
                  </a:lnTo>
                  <a:lnTo>
                    <a:pt x="2873458" y="44807"/>
                  </a:lnTo>
                  <a:lnTo>
                    <a:pt x="2875109" y="85756"/>
                  </a:lnTo>
                  <a:lnTo>
                    <a:pt x="2876761" y="144575"/>
                  </a:lnTo>
                  <a:lnTo>
                    <a:pt x="2878412" y="190754"/>
                  </a:lnTo>
                  <a:lnTo>
                    <a:pt x="2880064" y="189342"/>
                  </a:lnTo>
                  <a:lnTo>
                    <a:pt x="2881715" y="174067"/>
                  </a:lnTo>
                  <a:lnTo>
                    <a:pt x="2883366" y="142258"/>
                  </a:lnTo>
                  <a:lnTo>
                    <a:pt x="2885018" y="102138"/>
                  </a:lnTo>
                  <a:lnTo>
                    <a:pt x="2886669" y="83186"/>
                  </a:lnTo>
                  <a:lnTo>
                    <a:pt x="2888321" y="93655"/>
                  </a:lnTo>
                  <a:lnTo>
                    <a:pt x="2889972" y="99017"/>
                  </a:lnTo>
                  <a:lnTo>
                    <a:pt x="2891623" y="88549"/>
                  </a:lnTo>
                  <a:lnTo>
                    <a:pt x="2893275" y="73327"/>
                  </a:lnTo>
                  <a:lnTo>
                    <a:pt x="2894926" y="53214"/>
                  </a:lnTo>
                  <a:lnTo>
                    <a:pt x="2896578" y="35605"/>
                  </a:lnTo>
                  <a:lnTo>
                    <a:pt x="2898229" y="24902"/>
                  </a:lnTo>
                  <a:lnTo>
                    <a:pt x="2899880" y="25829"/>
                  </a:lnTo>
                  <a:lnTo>
                    <a:pt x="2901532" y="43307"/>
                  </a:lnTo>
                  <a:lnTo>
                    <a:pt x="2903183" y="84453"/>
                  </a:lnTo>
                  <a:lnTo>
                    <a:pt x="2904835" y="138864"/>
                  </a:lnTo>
                  <a:lnTo>
                    <a:pt x="2906486" y="195558"/>
                  </a:lnTo>
                  <a:lnTo>
                    <a:pt x="2908138" y="244021"/>
                  </a:lnTo>
                  <a:lnTo>
                    <a:pt x="2909789" y="258736"/>
                  </a:lnTo>
                  <a:lnTo>
                    <a:pt x="2911440" y="244791"/>
                  </a:lnTo>
                  <a:lnTo>
                    <a:pt x="2913092" y="207386"/>
                  </a:lnTo>
                  <a:lnTo>
                    <a:pt x="2914743" y="168494"/>
                  </a:lnTo>
                  <a:lnTo>
                    <a:pt x="2916395" y="151430"/>
                  </a:lnTo>
                  <a:lnTo>
                    <a:pt x="2918046" y="160479"/>
                  </a:lnTo>
                  <a:lnTo>
                    <a:pt x="2919697" y="171616"/>
                  </a:lnTo>
                  <a:lnTo>
                    <a:pt x="2921349" y="186688"/>
                  </a:lnTo>
                  <a:lnTo>
                    <a:pt x="2923000" y="212823"/>
                  </a:lnTo>
                  <a:lnTo>
                    <a:pt x="2924652" y="236022"/>
                  </a:lnTo>
                  <a:lnTo>
                    <a:pt x="2926303" y="238114"/>
                  </a:lnTo>
                  <a:lnTo>
                    <a:pt x="2927954" y="222026"/>
                  </a:lnTo>
                  <a:lnTo>
                    <a:pt x="2929606" y="206645"/>
                  </a:lnTo>
                  <a:lnTo>
                    <a:pt x="2931257" y="190070"/>
                  </a:lnTo>
                  <a:lnTo>
                    <a:pt x="2932909" y="177676"/>
                  </a:lnTo>
                  <a:lnTo>
                    <a:pt x="2934560" y="140153"/>
                  </a:lnTo>
                  <a:lnTo>
                    <a:pt x="2936212" y="121503"/>
                  </a:lnTo>
                  <a:lnTo>
                    <a:pt x="2937863" y="113399"/>
                  </a:lnTo>
                  <a:lnTo>
                    <a:pt x="2939514" y="105782"/>
                  </a:lnTo>
                  <a:lnTo>
                    <a:pt x="2941166" y="101765"/>
                  </a:lnTo>
                  <a:lnTo>
                    <a:pt x="2942817" y="125619"/>
                  </a:lnTo>
                  <a:lnTo>
                    <a:pt x="2944469" y="153588"/>
                  </a:lnTo>
                  <a:lnTo>
                    <a:pt x="2946120" y="160873"/>
                  </a:lnTo>
                  <a:lnTo>
                    <a:pt x="2947771" y="159364"/>
                  </a:lnTo>
                  <a:lnTo>
                    <a:pt x="2949423" y="157732"/>
                  </a:lnTo>
                  <a:lnTo>
                    <a:pt x="2951074" y="143041"/>
                  </a:lnTo>
                  <a:lnTo>
                    <a:pt x="2952726" y="118383"/>
                  </a:lnTo>
                  <a:lnTo>
                    <a:pt x="2954377" y="102212"/>
                  </a:lnTo>
                  <a:lnTo>
                    <a:pt x="2956029" y="101972"/>
                  </a:lnTo>
                  <a:lnTo>
                    <a:pt x="2957680" y="101080"/>
                  </a:lnTo>
                  <a:lnTo>
                    <a:pt x="2959331" y="107307"/>
                  </a:lnTo>
                  <a:lnTo>
                    <a:pt x="2960983" y="106194"/>
                  </a:lnTo>
                  <a:lnTo>
                    <a:pt x="2962634" y="105405"/>
                  </a:lnTo>
                  <a:lnTo>
                    <a:pt x="2964286" y="95449"/>
                  </a:lnTo>
                  <a:lnTo>
                    <a:pt x="2965937" y="69437"/>
                  </a:lnTo>
                  <a:lnTo>
                    <a:pt x="2967588" y="39745"/>
                  </a:lnTo>
                  <a:lnTo>
                    <a:pt x="2969240" y="24902"/>
                  </a:lnTo>
                  <a:lnTo>
                    <a:pt x="2970891" y="27867"/>
                  </a:lnTo>
                  <a:lnTo>
                    <a:pt x="2972543" y="36591"/>
                  </a:lnTo>
                  <a:lnTo>
                    <a:pt x="2974194" y="52541"/>
                  </a:lnTo>
                  <a:lnTo>
                    <a:pt x="2975845" y="76762"/>
                  </a:lnTo>
                  <a:lnTo>
                    <a:pt x="2977497" y="105430"/>
                  </a:lnTo>
                  <a:lnTo>
                    <a:pt x="2979148" y="116023"/>
                  </a:lnTo>
                  <a:lnTo>
                    <a:pt x="2980800" y="116889"/>
                  </a:lnTo>
                  <a:lnTo>
                    <a:pt x="2982451" y="109819"/>
                  </a:lnTo>
                  <a:lnTo>
                    <a:pt x="2984103" y="100519"/>
                  </a:lnTo>
                  <a:lnTo>
                    <a:pt x="2985754" y="91014"/>
                  </a:lnTo>
                  <a:lnTo>
                    <a:pt x="2987405" y="82156"/>
                  </a:lnTo>
                  <a:lnTo>
                    <a:pt x="2989057" y="68496"/>
                  </a:lnTo>
                  <a:lnTo>
                    <a:pt x="2990708" y="67485"/>
                  </a:lnTo>
                  <a:lnTo>
                    <a:pt x="2992360" y="65526"/>
                  </a:lnTo>
                  <a:lnTo>
                    <a:pt x="2994011" y="52178"/>
                  </a:lnTo>
                  <a:lnTo>
                    <a:pt x="2995662" y="38572"/>
                  </a:lnTo>
                  <a:lnTo>
                    <a:pt x="2997314" y="37962"/>
                  </a:lnTo>
                  <a:lnTo>
                    <a:pt x="2998965" y="36655"/>
                  </a:lnTo>
                  <a:lnTo>
                    <a:pt x="3000617" y="38124"/>
                  </a:lnTo>
                  <a:lnTo>
                    <a:pt x="3002268" y="45707"/>
                  </a:lnTo>
                  <a:lnTo>
                    <a:pt x="3003919" y="49624"/>
                  </a:lnTo>
                  <a:lnTo>
                    <a:pt x="3005571" y="52576"/>
                  </a:lnTo>
                  <a:lnTo>
                    <a:pt x="3007222" y="51829"/>
                  </a:lnTo>
                  <a:lnTo>
                    <a:pt x="3008874" y="55263"/>
                  </a:lnTo>
                  <a:lnTo>
                    <a:pt x="3010525" y="68861"/>
                  </a:lnTo>
                  <a:lnTo>
                    <a:pt x="3012177" y="85477"/>
                  </a:lnTo>
                  <a:lnTo>
                    <a:pt x="3013828" y="96484"/>
                  </a:lnTo>
                  <a:lnTo>
                    <a:pt x="3015479" y="118445"/>
                  </a:lnTo>
                  <a:lnTo>
                    <a:pt x="3017131" y="144711"/>
                  </a:lnTo>
                  <a:lnTo>
                    <a:pt x="3018782" y="160800"/>
                  </a:lnTo>
                  <a:lnTo>
                    <a:pt x="3020434" y="174721"/>
                  </a:lnTo>
                  <a:lnTo>
                    <a:pt x="3022085" y="189180"/>
                  </a:lnTo>
                  <a:lnTo>
                    <a:pt x="3023736" y="202035"/>
                  </a:lnTo>
                  <a:lnTo>
                    <a:pt x="3025388" y="210522"/>
                  </a:lnTo>
                  <a:lnTo>
                    <a:pt x="3027039" y="222798"/>
                  </a:lnTo>
                  <a:lnTo>
                    <a:pt x="3028691" y="251071"/>
                  </a:lnTo>
                  <a:lnTo>
                    <a:pt x="3030342" y="284733"/>
                  </a:lnTo>
                  <a:lnTo>
                    <a:pt x="3031993" y="300727"/>
                  </a:lnTo>
                  <a:lnTo>
                    <a:pt x="3033645" y="291668"/>
                  </a:lnTo>
                  <a:lnTo>
                    <a:pt x="3035296" y="272798"/>
                  </a:lnTo>
                  <a:lnTo>
                    <a:pt x="3036948" y="257416"/>
                  </a:lnTo>
                  <a:lnTo>
                    <a:pt x="3038599" y="236340"/>
                  </a:lnTo>
                  <a:lnTo>
                    <a:pt x="3040251" y="208837"/>
                  </a:lnTo>
                  <a:lnTo>
                    <a:pt x="3041902" y="193485"/>
                  </a:lnTo>
                  <a:lnTo>
                    <a:pt x="3043553" y="171940"/>
                  </a:lnTo>
                  <a:lnTo>
                    <a:pt x="3045205" y="139054"/>
                  </a:lnTo>
                  <a:lnTo>
                    <a:pt x="3046856" y="109503"/>
                  </a:lnTo>
                  <a:lnTo>
                    <a:pt x="3048508" y="90673"/>
                  </a:lnTo>
                  <a:lnTo>
                    <a:pt x="3050159" y="76499"/>
                  </a:lnTo>
                  <a:lnTo>
                    <a:pt x="3051810" y="79096"/>
                  </a:lnTo>
                  <a:lnTo>
                    <a:pt x="3053462" y="108000"/>
                  </a:lnTo>
                  <a:lnTo>
                    <a:pt x="3055113" y="145658"/>
                  </a:lnTo>
                  <a:lnTo>
                    <a:pt x="3056765" y="175301"/>
                  </a:lnTo>
                  <a:lnTo>
                    <a:pt x="3058416" y="194980"/>
                  </a:lnTo>
                  <a:lnTo>
                    <a:pt x="3060068" y="210134"/>
                  </a:lnTo>
                  <a:lnTo>
                    <a:pt x="3061719" y="205341"/>
                  </a:lnTo>
                  <a:lnTo>
                    <a:pt x="3063370" y="177367"/>
                  </a:lnTo>
                  <a:lnTo>
                    <a:pt x="3065022" y="150602"/>
                  </a:lnTo>
                  <a:lnTo>
                    <a:pt x="3066673" y="121655"/>
                  </a:lnTo>
                  <a:lnTo>
                    <a:pt x="3068325" y="92918"/>
                  </a:lnTo>
                  <a:lnTo>
                    <a:pt x="3069976" y="67601"/>
                  </a:lnTo>
                  <a:lnTo>
                    <a:pt x="3071627" y="59080"/>
                  </a:lnTo>
                  <a:lnTo>
                    <a:pt x="3073279" y="63153"/>
                  </a:lnTo>
                  <a:lnTo>
                    <a:pt x="3074930" y="89542"/>
                  </a:lnTo>
                  <a:lnTo>
                    <a:pt x="3076582" y="116828"/>
                  </a:lnTo>
                  <a:lnTo>
                    <a:pt x="3078233" y="131314"/>
                  </a:lnTo>
                  <a:lnTo>
                    <a:pt x="3079884" y="147118"/>
                  </a:lnTo>
                  <a:lnTo>
                    <a:pt x="3081536" y="159107"/>
                  </a:lnTo>
                  <a:lnTo>
                    <a:pt x="3083187" y="143593"/>
                  </a:lnTo>
                  <a:lnTo>
                    <a:pt x="3084839" y="123454"/>
                  </a:lnTo>
                  <a:lnTo>
                    <a:pt x="3086490" y="122164"/>
                  </a:lnTo>
                  <a:lnTo>
                    <a:pt x="3088142" y="124805"/>
                  </a:lnTo>
                  <a:lnTo>
                    <a:pt x="3089793" y="124381"/>
                  </a:lnTo>
                  <a:lnTo>
                    <a:pt x="3091444" y="129258"/>
                  </a:lnTo>
                  <a:lnTo>
                    <a:pt x="3093096" y="130491"/>
                  </a:lnTo>
                  <a:lnTo>
                    <a:pt x="3094747" y="103300"/>
                  </a:lnTo>
                  <a:lnTo>
                    <a:pt x="3096399" y="77380"/>
                  </a:lnTo>
                  <a:lnTo>
                    <a:pt x="3098050" y="57538"/>
                  </a:lnTo>
                  <a:lnTo>
                    <a:pt x="3099701" y="42673"/>
                  </a:lnTo>
                  <a:lnTo>
                    <a:pt x="3101353" y="40294"/>
                  </a:lnTo>
                  <a:lnTo>
                    <a:pt x="3103004" y="60242"/>
                  </a:lnTo>
                  <a:lnTo>
                    <a:pt x="3104656" y="89502"/>
                  </a:lnTo>
                  <a:lnTo>
                    <a:pt x="3106307" y="125374"/>
                  </a:lnTo>
                  <a:lnTo>
                    <a:pt x="3107958" y="140057"/>
                  </a:lnTo>
                  <a:lnTo>
                    <a:pt x="3109610" y="127555"/>
                  </a:lnTo>
                  <a:lnTo>
                    <a:pt x="3111261" y="106564"/>
                  </a:lnTo>
                  <a:lnTo>
                    <a:pt x="3112913" y="97793"/>
                  </a:lnTo>
                  <a:lnTo>
                    <a:pt x="3114564" y="97972"/>
                  </a:lnTo>
                  <a:lnTo>
                    <a:pt x="3116216" y="113227"/>
                  </a:lnTo>
                  <a:lnTo>
                    <a:pt x="3117867" y="132065"/>
                  </a:lnTo>
                  <a:lnTo>
                    <a:pt x="3119518" y="143399"/>
                  </a:lnTo>
                  <a:lnTo>
                    <a:pt x="3121170" y="134883"/>
                  </a:lnTo>
                  <a:lnTo>
                    <a:pt x="3122821" y="116994"/>
                  </a:lnTo>
                  <a:lnTo>
                    <a:pt x="3124473" y="109879"/>
                  </a:lnTo>
                  <a:lnTo>
                    <a:pt x="3126124" y="120071"/>
                  </a:lnTo>
                  <a:lnTo>
                    <a:pt x="3127775" y="135654"/>
                  </a:lnTo>
                  <a:lnTo>
                    <a:pt x="3129427" y="154163"/>
                  </a:lnTo>
                  <a:lnTo>
                    <a:pt x="3131078" y="180865"/>
                  </a:lnTo>
                  <a:lnTo>
                    <a:pt x="3132730" y="212243"/>
                  </a:lnTo>
                  <a:lnTo>
                    <a:pt x="3134381" y="240798"/>
                  </a:lnTo>
                  <a:lnTo>
                    <a:pt x="3136033" y="250269"/>
                  </a:lnTo>
                  <a:lnTo>
                    <a:pt x="3137684" y="219215"/>
                  </a:lnTo>
                  <a:lnTo>
                    <a:pt x="3139335" y="178295"/>
                  </a:lnTo>
                  <a:lnTo>
                    <a:pt x="3140987" y="133919"/>
                  </a:lnTo>
                  <a:lnTo>
                    <a:pt x="3142638" y="83541"/>
                  </a:lnTo>
                  <a:lnTo>
                    <a:pt x="3144290" y="48872"/>
                  </a:lnTo>
                  <a:lnTo>
                    <a:pt x="3145941" y="38143"/>
                  </a:lnTo>
                  <a:lnTo>
                    <a:pt x="3147592" y="31120"/>
                  </a:lnTo>
                  <a:lnTo>
                    <a:pt x="3149244" y="26728"/>
                  </a:lnTo>
                  <a:lnTo>
                    <a:pt x="3150895" y="36739"/>
                  </a:lnTo>
                  <a:lnTo>
                    <a:pt x="3152547" y="51399"/>
                  </a:lnTo>
                  <a:lnTo>
                    <a:pt x="3154198" y="73163"/>
                  </a:lnTo>
                  <a:lnTo>
                    <a:pt x="3155849" y="106068"/>
                  </a:lnTo>
                  <a:lnTo>
                    <a:pt x="3157501" y="148291"/>
                  </a:lnTo>
                  <a:lnTo>
                    <a:pt x="3159152" y="176266"/>
                  </a:lnTo>
                  <a:lnTo>
                    <a:pt x="3160804" y="191057"/>
                  </a:lnTo>
                  <a:lnTo>
                    <a:pt x="3162455" y="190012"/>
                  </a:lnTo>
                  <a:lnTo>
                    <a:pt x="3164107" y="171249"/>
                  </a:lnTo>
                  <a:lnTo>
                    <a:pt x="3165758" y="139589"/>
                  </a:lnTo>
                  <a:lnTo>
                    <a:pt x="3167409" y="105841"/>
                  </a:lnTo>
                  <a:lnTo>
                    <a:pt x="3169061" y="91777"/>
                  </a:lnTo>
                  <a:lnTo>
                    <a:pt x="3170712" y="78127"/>
                  </a:lnTo>
                  <a:lnTo>
                    <a:pt x="3172364" y="60348"/>
                  </a:lnTo>
                  <a:lnTo>
                    <a:pt x="3174015" y="54834"/>
                  </a:lnTo>
                  <a:lnTo>
                    <a:pt x="3175666" y="64527"/>
                  </a:lnTo>
                  <a:lnTo>
                    <a:pt x="3177318" y="61608"/>
                  </a:lnTo>
                  <a:lnTo>
                    <a:pt x="3178969" y="56214"/>
                  </a:lnTo>
                  <a:lnTo>
                    <a:pt x="3180621" y="53393"/>
                  </a:lnTo>
                  <a:lnTo>
                    <a:pt x="3182272" y="50044"/>
                  </a:lnTo>
                  <a:lnTo>
                    <a:pt x="3183923" y="44103"/>
                  </a:lnTo>
                  <a:lnTo>
                    <a:pt x="3185575" y="44920"/>
                  </a:lnTo>
                  <a:lnTo>
                    <a:pt x="3187226" y="43215"/>
                  </a:lnTo>
                  <a:lnTo>
                    <a:pt x="3188878" y="50214"/>
                  </a:lnTo>
                  <a:lnTo>
                    <a:pt x="3190529" y="49997"/>
                  </a:lnTo>
                  <a:lnTo>
                    <a:pt x="3192181" y="43870"/>
                  </a:lnTo>
                  <a:lnTo>
                    <a:pt x="3193832" y="39066"/>
                  </a:lnTo>
                  <a:lnTo>
                    <a:pt x="3195483" y="34656"/>
                  </a:lnTo>
                  <a:lnTo>
                    <a:pt x="3197135" y="26678"/>
                  </a:lnTo>
                  <a:lnTo>
                    <a:pt x="3198786" y="20515"/>
                  </a:lnTo>
                  <a:lnTo>
                    <a:pt x="3200438" y="16929"/>
                  </a:lnTo>
                  <a:lnTo>
                    <a:pt x="3202089" y="19897"/>
                  </a:lnTo>
                  <a:lnTo>
                    <a:pt x="3203740" y="37043"/>
                  </a:lnTo>
                  <a:lnTo>
                    <a:pt x="3205392" y="61495"/>
                  </a:lnTo>
                  <a:lnTo>
                    <a:pt x="3207043" y="96614"/>
                  </a:lnTo>
                  <a:lnTo>
                    <a:pt x="3208695" y="116530"/>
                  </a:lnTo>
                  <a:lnTo>
                    <a:pt x="3210346" y="121120"/>
                  </a:lnTo>
                  <a:lnTo>
                    <a:pt x="3211997" y="109785"/>
                  </a:lnTo>
                  <a:lnTo>
                    <a:pt x="3213649" y="99067"/>
                  </a:lnTo>
                  <a:lnTo>
                    <a:pt x="3215300" y="80404"/>
                  </a:lnTo>
                  <a:lnTo>
                    <a:pt x="3216952" y="76717"/>
                  </a:lnTo>
                  <a:lnTo>
                    <a:pt x="3218603" y="73349"/>
                  </a:lnTo>
                  <a:lnTo>
                    <a:pt x="3220255" y="65778"/>
                  </a:lnTo>
                  <a:lnTo>
                    <a:pt x="3221906" y="56750"/>
                  </a:lnTo>
                  <a:lnTo>
                    <a:pt x="3223557" y="47927"/>
                  </a:lnTo>
                  <a:lnTo>
                    <a:pt x="3225209" y="36481"/>
                  </a:lnTo>
                  <a:lnTo>
                    <a:pt x="3226860" y="26784"/>
                  </a:lnTo>
                  <a:lnTo>
                    <a:pt x="3228512" y="20339"/>
                  </a:lnTo>
                  <a:lnTo>
                    <a:pt x="3230163" y="16881"/>
                  </a:lnTo>
                  <a:lnTo>
                    <a:pt x="3231814" y="27475"/>
                  </a:lnTo>
                  <a:lnTo>
                    <a:pt x="3233466" y="49895"/>
                  </a:lnTo>
                  <a:lnTo>
                    <a:pt x="3235117" y="80076"/>
                  </a:lnTo>
                  <a:lnTo>
                    <a:pt x="3236769" y="117987"/>
                  </a:lnTo>
                  <a:lnTo>
                    <a:pt x="3238420" y="153034"/>
                  </a:lnTo>
                  <a:lnTo>
                    <a:pt x="3240072" y="155885"/>
                  </a:lnTo>
                  <a:lnTo>
                    <a:pt x="3241723" y="140930"/>
                  </a:lnTo>
                  <a:lnTo>
                    <a:pt x="3243374" y="122217"/>
                  </a:lnTo>
                  <a:lnTo>
                    <a:pt x="3245026" y="104659"/>
                  </a:lnTo>
                  <a:lnTo>
                    <a:pt x="3246677" y="87662"/>
                  </a:lnTo>
                  <a:lnTo>
                    <a:pt x="3248329" y="83548"/>
                  </a:lnTo>
                  <a:lnTo>
                    <a:pt x="3249980" y="86668"/>
                  </a:lnTo>
                  <a:lnTo>
                    <a:pt x="3251631" y="94635"/>
                  </a:lnTo>
                  <a:lnTo>
                    <a:pt x="3253283" y="94933"/>
                  </a:lnTo>
                  <a:lnTo>
                    <a:pt x="3254934" y="85275"/>
                  </a:lnTo>
                  <a:lnTo>
                    <a:pt x="3256586" y="74286"/>
                  </a:lnTo>
                  <a:lnTo>
                    <a:pt x="3258237" y="79901"/>
                  </a:lnTo>
                  <a:lnTo>
                    <a:pt x="3259888" y="79058"/>
                  </a:lnTo>
                  <a:lnTo>
                    <a:pt x="3261540" y="84855"/>
                  </a:lnTo>
                  <a:lnTo>
                    <a:pt x="3263191" y="92838"/>
                  </a:lnTo>
                  <a:lnTo>
                    <a:pt x="3264843" y="105690"/>
                  </a:lnTo>
                  <a:lnTo>
                    <a:pt x="3266494" y="108297"/>
                  </a:lnTo>
                  <a:lnTo>
                    <a:pt x="3268146" y="124102"/>
                  </a:lnTo>
                  <a:lnTo>
                    <a:pt x="3269797" y="125474"/>
                  </a:lnTo>
                  <a:lnTo>
                    <a:pt x="3271448" y="112364"/>
                  </a:lnTo>
                  <a:lnTo>
                    <a:pt x="3273100" y="91714"/>
                  </a:lnTo>
                  <a:lnTo>
                    <a:pt x="3274751" y="75997"/>
                  </a:lnTo>
                  <a:lnTo>
                    <a:pt x="3276403" y="54068"/>
                  </a:lnTo>
                  <a:lnTo>
                    <a:pt x="3278054" y="44767"/>
                  </a:lnTo>
                  <a:lnTo>
                    <a:pt x="3279705" y="54648"/>
                  </a:lnTo>
                  <a:lnTo>
                    <a:pt x="3281357" y="64355"/>
                  </a:lnTo>
                  <a:lnTo>
                    <a:pt x="3283008" y="57825"/>
                  </a:lnTo>
                  <a:lnTo>
                    <a:pt x="3284660" y="43824"/>
                  </a:lnTo>
                  <a:lnTo>
                    <a:pt x="3286311" y="36152"/>
                  </a:lnTo>
                  <a:lnTo>
                    <a:pt x="3287962" y="27949"/>
                  </a:lnTo>
                  <a:lnTo>
                    <a:pt x="3289614" y="27244"/>
                  </a:lnTo>
                  <a:lnTo>
                    <a:pt x="3291265" y="32145"/>
                  </a:lnTo>
                  <a:lnTo>
                    <a:pt x="3292917" y="42607"/>
                  </a:lnTo>
                  <a:lnTo>
                    <a:pt x="3294568" y="48008"/>
                  </a:lnTo>
                  <a:lnTo>
                    <a:pt x="3296220" y="52363"/>
                  </a:lnTo>
                  <a:lnTo>
                    <a:pt x="3297871" y="50724"/>
                  </a:lnTo>
                  <a:lnTo>
                    <a:pt x="3299522" y="51761"/>
                  </a:lnTo>
                  <a:lnTo>
                    <a:pt x="3301174" y="61098"/>
                  </a:lnTo>
                  <a:lnTo>
                    <a:pt x="3302825" y="71441"/>
                  </a:lnTo>
                  <a:lnTo>
                    <a:pt x="3304477" y="78520"/>
                  </a:lnTo>
                  <a:lnTo>
                    <a:pt x="3306128" y="99001"/>
                  </a:lnTo>
                  <a:lnTo>
                    <a:pt x="3307779" y="135569"/>
                  </a:lnTo>
                  <a:lnTo>
                    <a:pt x="3309431" y="159705"/>
                  </a:lnTo>
                  <a:lnTo>
                    <a:pt x="3311082" y="180128"/>
                  </a:lnTo>
                  <a:lnTo>
                    <a:pt x="3312734" y="206805"/>
                  </a:lnTo>
                  <a:lnTo>
                    <a:pt x="3314385" y="233879"/>
                  </a:lnTo>
                  <a:lnTo>
                    <a:pt x="3316037" y="255091"/>
                  </a:lnTo>
                  <a:lnTo>
                    <a:pt x="3317688" y="303692"/>
                  </a:lnTo>
                  <a:lnTo>
                    <a:pt x="3319339" y="330698"/>
                  </a:lnTo>
                  <a:lnTo>
                    <a:pt x="3320991" y="312389"/>
                  </a:lnTo>
                  <a:lnTo>
                    <a:pt x="3322642" y="242376"/>
                  </a:lnTo>
                  <a:lnTo>
                    <a:pt x="3324294" y="172470"/>
                  </a:lnTo>
                  <a:lnTo>
                    <a:pt x="3325945" y="116907"/>
                  </a:lnTo>
                  <a:lnTo>
                    <a:pt x="3327596" y="99747"/>
                  </a:lnTo>
                  <a:lnTo>
                    <a:pt x="3329248" y="111101"/>
                  </a:lnTo>
                  <a:lnTo>
                    <a:pt x="3330899" y="129451"/>
                  </a:lnTo>
                  <a:lnTo>
                    <a:pt x="3332551" y="139904"/>
                  </a:lnTo>
                  <a:lnTo>
                    <a:pt x="3334202" y="136852"/>
                  </a:lnTo>
                  <a:lnTo>
                    <a:pt x="3335853" y="123643"/>
                  </a:lnTo>
                  <a:lnTo>
                    <a:pt x="3337505" y="110656"/>
                  </a:lnTo>
                  <a:lnTo>
                    <a:pt x="3339156" y="109146"/>
                  </a:lnTo>
                  <a:lnTo>
                    <a:pt x="3340808" y="117082"/>
                  </a:lnTo>
                  <a:lnTo>
                    <a:pt x="3342459" y="134087"/>
                  </a:lnTo>
                  <a:lnTo>
                    <a:pt x="3344111" y="148963"/>
                  </a:lnTo>
                  <a:lnTo>
                    <a:pt x="3345762" y="160873"/>
                  </a:lnTo>
                  <a:lnTo>
                    <a:pt x="3347413" y="166549"/>
                  </a:lnTo>
                  <a:lnTo>
                    <a:pt x="3349065" y="170657"/>
                  </a:lnTo>
                  <a:lnTo>
                    <a:pt x="3350716" y="171271"/>
                  </a:lnTo>
                  <a:lnTo>
                    <a:pt x="3352368" y="164808"/>
                  </a:lnTo>
                  <a:lnTo>
                    <a:pt x="3354019" y="153951"/>
                  </a:lnTo>
                  <a:lnTo>
                    <a:pt x="3355670" y="147739"/>
                  </a:lnTo>
                  <a:lnTo>
                    <a:pt x="3357322" y="135268"/>
                  </a:lnTo>
                  <a:lnTo>
                    <a:pt x="3358973" y="127154"/>
                  </a:lnTo>
                  <a:lnTo>
                    <a:pt x="3360625" y="122181"/>
                  </a:lnTo>
                  <a:lnTo>
                    <a:pt x="3362276" y="108331"/>
                  </a:lnTo>
                  <a:lnTo>
                    <a:pt x="3363927" y="90808"/>
                  </a:lnTo>
                  <a:lnTo>
                    <a:pt x="3365579" y="80328"/>
                  </a:lnTo>
                  <a:lnTo>
                    <a:pt x="3367230" y="81060"/>
                  </a:lnTo>
                  <a:lnTo>
                    <a:pt x="3368882" y="84863"/>
                  </a:lnTo>
                  <a:lnTo>
                    <a:pt x="3370533" y="103308"/>
                  </a:lnTo>
                  <a:lnTo>
                    <a:pt x="3372185" y="132139"/>
                  </a:lnTo>
                  <a:lnTo>
                    <a:pt x="3373836" y="153044"/>
                  </a:lnTo>
                  <a:lnTo>
                    <a:pt x="3375487" y="142181"/>
                  </a:lnTo>
                  <a:lnTo>
                    <a:pt x="3377139" y="122235"/>
                  </a:lnTo>
                  <a:lnTo>
                    <a:pt x="3378790" y="97907"/>
                  </a:lnTo>
                  <a:lnTo>
                    <a:pt x="3380442" y="79513"/>
                  </a:lnTo>
                  <a:lnTo>
                    <a:pt x="3382093" y="75054"/>
                  </a:lnTo>
                  <a:lnTo>
                    <a:pt x="3383744" y="89573"/>
                  </a:lnTo>
                  <a:lnTo>
                    <a:pt x="3385396" y="114891"/>
                  </a:lnTo>
                  <a:lnTo>
                    <a:pt x="3387047" y="131268"/>
                  </a:lnTo>
                  <a:lnTo>
                    <a:pt x="3388699" y="135974"/>
                  </a:lnTo>
                  <a:lnTo>
                    <a:pt x="3390350" y="127300"/>
                  </a:lnTo>
                  <a:lnTo>
                    <a:pt x="3392002" y="103441"/>
                  </a:lnTo>
                  <a:lnTo>
                    <a:pt x="3393653" y="70038"/>
                  </a:lnTo>
                  <a:lnTo>
                    <a:pt x="3395304" y="51542"/>
                  </a:lnTo>
                  <a:lnTo>
                    <a:pt x="3396956" y="49048"/>
                  </a:lnTo>
                  <a:lnTo>
                    <a:pt x="3398607" y="73638"/>
                  </a:lnTo>
                  <a:lnTo>
                    <a:pt x="3400259" y="124129"/>
                  </a:lnTo>
                  <a:lnTo>
                    <a:pt x="3401910" y="191208"/>
                  </a:lnTo>
                  <a:lnTo>
                    <a:pt x="3403561" y="247242"/>
                  </a:lnTo>
                  <a:lnTo>
                    <a:pt x="3405213" y="275543"/>
                  </a:lnTo>
                  <a:lnTo>
                    <a:pt x="3406864" y="249120"/>
                  </a:lnTo>
                  <a:lnTo>
                    <a:pt x="3408516" y="198161"/>
                  </a:lnTo>
                  <a:lnTo>
                    <a:pt x="3410167" y="150124"/>
                  </a:lnTo>
                  <a:lnTo>
                    <a:pt x="3411818" y="127692"/>
                  </a:lnTo>
                  <a:lnTo>
                    <a:pt x="3413470" y="106986"/>
                  </a:lnTo>
                  <a:lnTo>
                    <a:pt x="3415121" y="82133"/>
                  </a:lnTo>
                  <a:lnTo>
                    <a:pt x="3416773" y="59896"/>
                  </a:lnTo>
                  <a:lnTo>
                    <a:pt x="3418424" y="58771"/>
                  </a:lnTo>
                  <a:lnTo>
                    <a:pt x="3420076" y="62782"/>
                  </a:lnTo>
                  <a:lnTo>
                    <a:pt x="3421727" y="92032"/>
                  </a:lnTo>
                  <a:lnTo>
                    <a:pt x="3423378" y="143167"/>
                  </a:lnTo>
                  <a:lnTo>
                    <a:pt x="3425030" y="212394"/>
                  </a:lnTo>
                  <a:lnTo>
                    <a:pt x="3426681" y="253803"/>
                  </a:lnTo>
                  <a:lnTo>
                    <a:pt x="3428333" y="268625"/>
                  </a:lnTo>
                  <a:lnTo>
                    <a:pt x="3429984" y="234317"/>
                  </a:lnTo>
                  <a:lnTo>
                    <a:pt x="3431635" y="199658"/>
                  </a:lnTo>
                  <a:lnTo>
                    <a:pt x="3433287" y="174448"/>
                  </a:lnTo>
                  <a:lnTo>
                    <a:pt x="3434938" y="170238"/>
                  </a:lnTo>
                  <a:lnTo>
                    <a:pt x="3436590" y="170528"/>
                  </a:lnTo>
                  <a:lnTo>
                    <a:pt x="3438241" y="177345"/>
                  </a:lnTo>
                  <a:lnTo>
                    <a:pt x="3439892" y="175137"/>
                  </a:lnTo>
                  <a:lnTo>
                    <a:pt x="3441544" y="171929"/>
                  </a:lnTo>
                  <a:lnTo>
                    <a:pt x="3443195" y="172135"/>
                  </a:lnTo>
                  <a:lnTo>
                    <a:pt x="3444847" y="176442"/>
                  </a:lnTo>
                  <a:lnTo>
                    <a:pt x="3446498" y="190036"/>
                  </a:lnTo>
                  <a:lnTo>
                    <a:pt x="3448150" y="198663"/>
                  </a:lnTo>
                  <a:lnTo>
                    <a:pt x="3449801" y="187168"/>
                  </a:lnTo>
                  <a:lnTo>
                    <a:pt x="3451452" y="165103"/>
                  </a:lnTo>
                  <a:lnTo>
                    <a:pt x="3453104" y="147896"/>
                  </a:lnTo>
                  <a:lnTo>
                    <a:pt x="3454755" y="131286"/>
                  </a:lnTo>
                  <a:lnTo>
                    <a:pt x="3456407" y="129120"/>
                  </a:lnTo>
                  <a:lnTo>
                    <a:pt x="3458058" y="138864"/>
                  </a:lnTo>
                  <a:lnTo>
                    <a:pt x="3459709" y="142992"/>
                  </a:lnTo>
                  <a:lnTo>
                    <a:pt x="3461361" y="134059"/>
                  </a:lnTo>
                  <a:lnTo>
                    <a:pt x="3463012" y="112485"/>
                  </a:lnTo>
                  <a:lnTo>
                    <a:pt x="3464664" y="97101"/>
                  </a:lnTo>
                  <a:lnTo>
                    <a:pt x="3466315" y="102171"/>
                  </a:lnTo>
                  <a:lnTo>
                    <a:pt x="3467966" y="121726"/>
                  </a:lnTo>
                  <a:lnTo>
                    <a:pt x="3469618" y="136257"/>
                  </a:lnTo>
                  <a:lnTo>
                    <a:pt x="3471269" y="140728"/>
                  </a:lnTo>
                  <a:lnTo>
                    <a:pt x="3472921" y="129846"/>
                  </a:lnTo>
                  <a:lnTo>
                    <a:pt x="3474572" y="94619"/>
                  </a:lnTo>
                  <a:lnTo>
                    <a:pt x="3476224" y="61814"/>
                  </a:lnTo>
                  <a:lnTo>
                    <a:pt x="3477875" y="47335"/>
                  </a:lnTo>
                  <a:lnTo>
                    <a:pt x="3479526" y="51276"/>
                  </a:lnTo>
                  <a:lnTo>
                    <a:pt x="3481178" y="60970"/>
                  </a:lnTo>
                  <a:lnTo>
                    <a:pt x="3482829" y="80175"/>
                  </a:lnTo>
                  <a:lnTo>
                    <a:pt x="3484481" y="95344"/>
                  </a:lnTo>
                  <a:lnTo>
                    <a:pt x="3486132" y="109035"/>
                  </a:lnTo>
                  <a:lnTo>
                    <a:pt x="3487783" y="123562"/>
                  </a:lnTo>
                  <a:lnTo>
                    <a:pt x="3489435" y="127637"/>
                  </a:lnTo>
                  <a:lnTo>
                    <a:pt x="3491086" y="129690"/>
                  </a:lnTo>
                  <a:lnTo>
                    <a:pt x="3492738" y="129506"/>
                  </a:lnTo>
                  <a:lnTo>
                    <a:pt x="3494389" y="118841"/>
                  </a:lnTo>
                  <a:lnTo>
                    <a:pt x="3496041" y="94619"/>
                  </a:lnTo>
                  <a:lnTo>
                    <a:pt x="3497692" y="81619"/>
                  </a:lnTo>
                  <a:lnTo>
                    <a:pt x="3499343" y="57043"/>
                  </a:lnTo>
                  <a:lnTo>
                    <a:pt x="3500995" y="27805"/>
                  </a:lnTo>
                  <a:lnTo>
                    <a:pt x="3502646" y="10398"/>
                  </a:lnTo>
                  <a:lnTo>
                    <a:pt x="3504298" y="13977"/>
                  </a:lnTo>
                  <a:lnTo>
                    <a:pt x="3505949" y="22788"/>
                  </a:lnTo>
                  <a:lnTo>
                    <a:pt x="3507600" y="34515"/>
                  </a:lnTo>
                  <a:lnTo>
                    <a:pt x="3509252" y="42316"/>
                  </a:lnTo>
                  <a:lnTo>
                    <a:pt x="3510903" y="52404"/>
                  </a:lnTo>
                  <a:lnTo>
                    <a:pt x="3512555" y="56715"/>
                  </a:lnTo>
                  <a:lnTo>
                    <a:pt x="3514206" y="59164"/>
                  </a:lnTo>
                  <a:lnTo>
                    <a:pt x="3515857" y="63117"/>
                  </a:lnTo>
                  <a:lnTo>
                    <a:pt x="3517509" y="76687"/>
                  </a:lnTo>
                  <a:lnTo>
                    <a:pt x="3519160" y="81068"/>
                  </a:lnTo>
                  <a:lnTo>
                    <a:pt x="3520812" y="71935"/>
                  </a:lnTo>
                  <a:lnTo>
                    <a:pt x="3522463" y="67485"/>
                  </a:lnTo>
                  <a:lnTo>
                    <a:pt x="3524115" y="78800"/>
                  </a:lnTo>
                  <a:lnTo>
                    <a:pt x="3525766" y="98527"/>
                  </a:lnTo>
                  <a:lnTo>
                    <a:pt x="3527417" y="119009"/>
                  </a:lnTo>
                  <a:lnTo>
                    <a:pt x="3529069" y="135786"/>
                  </a:lnTo>
                  <a:lnTo>
                    <a:pt x="3530720" y="138540"/>
                  </a:lnTo>
                  <a:lnTo>
                    <a:pt x="3532372" y="118145"/>
                  </a:lnTo>
                  <a:lnTo>
                    <a:pt x="3534023" y="88533"/>
                  </a:lnTo>
                  <a:lnTo>
                    <a:pt x="3535674" y="61480"/>
                  </a:lnTo>
                  <a:lnTo>
                    <a:pt x="3537326" y="39666"/>
                  </a:lnTo>
                  <a:lnTo>
                    <a:pt x="3538977" y="24390"/>
                  </a:lnTo>
                  <a:lnTo>
                    <a:pt x="3540629" y="20048"/>
                  </a:lnTo>
                  <a:lnTo>
                    <a:pt x="3542280" y="25124"/>
                  </a:lnTo>
                  <a:lnTo>
                    <a:pt x="3543931" y="42891"/>
                  </a:lnTo>
                  <a:lnTo>
                    <a:pt x="3545583" y="76222"/>
                  </a:lnTo>
                  <a:lnTo>
                    <a:pt x="3547234" y="110553"/>
                  </a:lnTo>
                  <a:lnTo>
                    <a:pt x="3548886" y="144400"/>
                  </a:lnTo>
                  <a:lnTo>
                    <a:pt x="3550537" y="188259"/>
                  </a:lnTo>
                  <a:lnTo>
                    <a:pt x="3552189" y="222851"/>
                  </a:lnTo>
                  <a:lnTo>
                    <a:pt x="3553840" y="231739"/>
                  </a:lnTo>
                  <a:lnTo>
                    <a:pt x="3555491" y="221725"/>
                  </a:lnTo>
                  <a:lnTo>
                    <a:pt x="3557143" y="203421"/>
                  </a:lnTo>
                  <a:lnTo>
                    <a:pt x="3558794" y="185308"/>
                  </a:lnTo>
                  <a:lnTo>
                    <a:pt x="3560446" y="180095"/>
                  </a:lnTo>
                  <a:lnTo>
                    <a:pt x="3562097" y="182345"/>
                  </a:lnTo>
                  <a:lnTo>
                    <a:pt x="3563748" y="193474"/>
                  </a:lnTo>
                  <a:lnTo>
                    <a:pt x="3565400" y="212369"/>
                  </a:lnTo>
                  <a:lnTo>
                    <a:pt x="3567051" y="218492"/>
                  </a:lnTo>
                  <a:lnTo>
                    <a:pt x="3568703" y="202072"/>
                  </a:lnTo>
                  <a:lnTo>
                    <a:pt x="3570354" y="173305"/>
                  </a:lnTo>
                  <a:lnTo>
                    <a:pt x="3572006" y="140728"/>
                  </a:lnTo>
                  <a:lnTo>
                    <a:pt x="3573657" y="111513"/>
                  </a:lnTo>
                  <a:lnTo>
                    <a:pt x="3575308" y="100256"/>
                  </a:lnTo>
                  <a:lnTo>
                    <a:pt x="3576960" y="100190"/>
                  </a:lnTo>
                  <a:lnTo>
                    <a:pt x="3578611" y="119363"/>
                  </a:lnTo>
                  <a:lnTo>
                    <a:pt x="3580263" y="150722"/>
                  </a:lnTo>
                  <a:lnTo>
                    <a:pt x="3581914" y="177599"/>
                  </a:lnTo>
                  <a:lnTo>
                    <a:pt x="3583565" y="177003"/>
                  </a:lnTo>
                  <a:lnTo>
                    <a:pt x="3585217" y="171800"/>
                  </a:lnTo>
                  <a:lnTo>
                    <a:pt x="3586868" y="171994"/>
                  </a:lnTo>
                  <a:lnTo>
                    <a:pt x="3588520" y="185946"/>
                  </a:lnTo>
                  <a:lnTo>
                    <a:pt x="3590171" y="209074"/>
                  </a:lnTo>
                  <a:lnTo>
                    <a:pt x="3591822" y="242475"/>
                  </a:lnTo>
                  <a:lnTo>
                    <a:pt x="3593474" y="252184"/>
                  </a:lnTo>
                  <a:lnTo>
                    <a:pt x="3595125" y="220604"/>
                  </a:lnTo>
                  <a:lnTo>
                    <a:pt x="3596777" y="180988"/>
                  </a:lnTo>
                  <a:lnTo>
                    <a:pt x="3598428" y="149965"/>
                  </a:lnTo>
                  <a:lnTo>
                    <a:pt x="3600080" y="114830"/>
                  </a:lnTo>
                  <a:lnTo>
                    <a:pt x="3601731" y="80938"/>
                  </a:lnTo>
                  <a:lnTo>
                    <a:pt x="3603382" y="57972"/>
                  </a:lnTo>
                  <a:lnTo>
                    <a:pt x="3605034" y="41730"/>
                  </a:lnTo>
                  <a:lnTo>
                    <a:pt x="3606685" y="29031"/>
                  </a:lnTo>
                  <a:lnTo>
                    <a:pt x="3608337" y="24840"/>
                  </a:lnTo>
                  <a:lnTo>
                    <a:pt x="3609988" y="27201"/>
                  </a:lnTo>
                  <a:lnTo>
                    <a:pt x="3611639" y="40104"/>
                  </a:lnTo>
                  <a:lnTo>
                    <a:pt x="3613291" y="59010"/>
                  </a:lnTo>
                  <a:lnTo>
                    <a:pt x="3614942" y="75450"/>
                  </a:lnTo>
                  <a:lnTo>
                    <a:pt x="3616594" y="95409"/>
                  </a:lnTo>
                  <a:lnTo>
                    <a:pt x="3618245" y="132501"/>
                  </a:lnTo>
                  <a:lnTo>
                    <a:pt x="3619896" y="177632"/>
                  </a:lnTo>
                  <a:lnTo>
                    <a:pt x="3621548" y="221947"/>
                  </a:lnTo>
                  <a:lnTo>
                    <a:pt x="3623199" y="282912"/>
                  </a:lnTo>
                  <a:lnTo>
                    <a:pt x="3624851" y="358177"/>
                  </a:lnTo>
                  <a:lnTo>
                    <a:pt x="3626502" y="411521"/>
                  </a:lnTo>
                  <a:lnTo>
                    <a:pt x="3628154" y="402050"/>
                  </a:lnTo>
                  <a:lnTo>
                    <a:pt x="3629805" y="334787"/>
                  </a:lnTo>
                  <a:lnTo>
                    <a:pt x="3631456" y="262418"/>
                  </a:lnTo>
                  <a:lnTo>
                    <a:pt x="3633108" y="206867"/>
                  </a:lnTo>
                  <a:lnTo>
                    <a:pt x="3634759" y="163016"/>
                  </a:lnTo>
                  <a:lnTo>
                    <a:pt x="3636411" y="114378"/>
                  </a:lnTo>
                  <a:lnTo>
                    <a:pt x="3638062" y="80305"/>
                  </a:lnTo>
                  <a:lnTo>
                    <a:pt x="3639713" y="54406"/>
                  </a:lnTo>
                  <a:lnTo>
                    <a:pt x="3641365" y="33442"/>
                  </a:lnTo>
                  <a:lnTo>
                    <a:pt x="3643016" y="32507"/>
                  </a:lnTo>
                  <a:lnTo>
                    <a:pt x="3644668" y="57846"/>
                  </a:lnTo>
                  <a:lnTo>
                    <a:pt x="3646319" y="91340"/>
                  </a:lnTo>
                  <a:lnTo>
                    <a:pt x="3647970" y="117117"/>
                  </a:lnTo>
                  <a:lnTo>
                    <a:pt x="3649622" y="121539"/>
                  </a:lnTo>
                  <a:lnTo>
                    <a:pt x="3651273" y="93326"/>
                  </a:lnTo>
                  <a:lnTo>
                    <a:pt x="3652925" y="54786"/>
                  </a:lnTo>
                  <a:lnTo>
                    <a:pt x="3654576" y="26151"/>
                  </a:lnTo>
                  <a:lnTo>
                    <a:pt x="3656228" y="8693"/>
                  </a:lnTo>
                  <a:lnTo>
                    <a:pt x="3657879" y="10106"/>
                  </a:lnTo>
                  <a:lnTo>
                    <a:pt x="3659530" y="29501"/>
                  </a:lnTo>
                  <a:lnTo>
                    <a:pt x="3661182" y="53744"/>
                  </a:lnTo>
                  <a:lnTo>
                    <a:pt x="3662833" y="68496"/>
                  </a:lnTo>
                  <a:lnTo>
                    <a:pt x="3664485" y="89313"/>
                  </a:lnTo>
                  <a:lnTo>
                    <a:pt x="3666136" y="108017"/>
                  </a:lnTo>
                  <a:lnTo>
                    <a:pt x="3667787" y="116828"/>
                  </a:lnTo>
                  <a:lnTo>
                    <a:pt x="3669439" y="130021"/>
                  </a:lnTo>
                  <a:lnTo>
                    <a:pt x="3671090" y="166623"/>
                  </a:lnTo>
                  <a:lnTo>
                    <a:pt x="3672742" y="207596"/>
                  </a:lnTo>
                  <a:lnTo>
                    <a:pt x="3674393" y="247242"/>
                  </a:lnTo>
                  <a:lnTo>
                    <a:pt x="3676045" y="280857"/>
                  </a:lnTo>
                  <a:lnTo>
                    <a:pt x="3677696" y="290443"/>
                  </a:lnTo>
                  <a:lnTo>
                    <a:pt x="3679347" y="268078"/>
                  </a:lnTo>
                  <a:lnTo>
                    <a:pt x="3680999" y="238239"/>
                  </a:lnTo>
                  <a:lnTo>
                    <a:pt x="3682650" y="220864"/>
                  </a:lnTo>
                  <a:lnTo>
                    <a:pt x="3684302" y="221973"/>
                  </a:lnTo>
                  <a:lnTo>
                    <a:pt x="3685953" y="231617"/>
                  </a:lnTo>
                  <a:lnTo>
                    <a:pt x="3687604" y="253921"/>
                  </a:lnTo>
                  <a:lnTo>
                    <a:pt x="3689256" y="282121"/>
                  </a:lnTo>
                  <a:lnTo>
                    <a:pt x="3690907" y="301292"/>
                  </a:lnTo>
                  <a:lnTo>
                    <a:pt x="3692559" y="284434"/>
                  </a:lnTo>
                  <a:lnTo>
                    <a:pt x="3694210" y="239257"/>
                  </a:lnTo>
                  <a:lnTo>
                    <a:pt x="3695861" y="186493"/>
                  </a:lnTo>
                  <a:lnTo>
                    <a:pt x="3697513" y="150174"/>
                  </a:lnTo>
                  <a:lnTo>
                    <a:pt x="3699164" y="133517"/>
                  </a:lnTo>
                  <a:lnTo>
                    <a:pt x="3700816" y="125447"/>
                  </a:lnTo>
                  <a:lnTo>
                    <a:pt x="3702467" y="135607"/>
                  </a:lnTo>
                  <a:lnTo>
                    <a:pt x="3704119" y="164031"/>
                  </a:lnTo>
                  <a:lnTo>
                    <a:pt x="3705770" y="182931"/>
                  </a:lnTo>
                  <a:lnTo>
                    <a:pt x="3707421" y="170431"/>
                  </a:lnTo>
                  <a:lnTo>
                    <a:pt x="3709073" y="157547"/>
                  </a:lnTo>
                  <a:lnTo>
                    <a:pt x="3710724" y="147010"/>
                  </a:lnTo>
                  <a:lnTo>
                    <a:pt x="3712376" y="129580"/>
                  </a:lnTo>
                  <a:lnTo>
                    <a:pt x="3714027" y="106244"/>
                  </a:lnTo>
                  <a:lnTo>
                    <a:pt x="3715678" y="94603"/>
                  </a:lnTo>
                  <a:lnTo>
                    <a:pt x="3717330" y="92966"/>
                  </a:lnTo>
                  <a:lnTo>
                    <a:pt x="3718981" y="96071"/>
                  </a:lnTo>
                  <a:lnTo>
                    <a:pt x="3720633" y="108577"/>
                  </a:lnTo>
                  <a:lnTo>
                    <a:pt x="3722284" y="137013"/>
                  </a:lnTo>
                  <a:lnTo>
                    <a:pt x="3723935" y="164966"/>
                  </a:lnTo>
                  <a:lnTo>
                    <a:pt x="3725587" y="199214"/>
                  </a:lnTo>
                  <a:lnTo>
                    <a:pt x="3727238" y="238992"/>
                  </a:lnTo>
                  <a:lnTo>
                    <a:pt x="3728890" y="278949"/>
                  </a:lnTo>
                  <a:lnTo>
                    <a:pt x="3730541" y="313017"/>
                  </a:lnTo>
                  <a:lnTo>
                    <a:pt x="3732193" y="359521"/>
                  </a:lnTo>
                  <a:lnTo>
                    <a:pt x="3733844" y="394167"/>
                  </a:lnTo>
                  <a:lnTo>
                    <a:pt x="3735495" y="425092"/>
                  </a:lnTo>
                  <a:lnTo>
                    <a:pt x="3737147" y="445006"/>
                  </a:lnTo>
                  <a:lnTo>
                    <a:pt x="3738798" y="468056"/>
                  </a:lnTo>
                  <a:lnTo>
                    <a:pt x="3740450" y="488913"/>
                  </a:lnTo>
                  <a:lnTo>
                    <a:pt x="3742101" y="511573"/>
                  </a:lnTo>
                  <a:lnTo>
                    <a:pt x="3743752" y="531353"/>
                  </a:lnTo>
                  <a:lnTo>
                    <a:pt x="3745404" y="546995"/>
                  </a:lnTo>
                  <a:lnTo>
                    <a:pt x="3747055" y="559572"/>
                  </a:lnTo>
                  <a:lnTo>
                    <a:pt x="3748707" y="589016"/>
                  </a:lnTo>
                  <a:lnTo>
                    <a:pt x="3750358" y="634374"/>
                  </a:lnTo>
                  <a:lnTo>
                    <a:pt x="3752010" y="700514"/>
                  </a:lnTo>
                  <a:lnTo>
                    <a:pt x="3753661" y="785777"/>
                  </a:lnTo>
                  <a:lnTo>
                    <a:pt x="3755312" y="842272"/>
                  </a:lnTo>
                  <a:lnTo>
                    <a:pt x="3756964" y="813315"/>
                  </a:lnTo>
                  <a:lnTo>
                    <a:pt x="3758615" y="757109"/>
                  </a:lnTo>
                  <a:lnTo>
                    <a:pt x="3760267" y="713559"/>
                  </a:lnTo>
                  <a:lnTo>
                    <a:pt x="3761918" y="708497"/>
                  </a:lnTo>
                  <a:lnTo>
                    <a:pt x="3763569" y="742821"/>
                  </a:lnTo>
                  <a:lnTo>
                    <a:pt x="3765221" y="819494"/>
                  </a:lnTo>
                  <a:lnTo>
                    <a:pt x="3766872" y="945657"/>
                  </a:lnTo>
                  <a:lnTo>
                    <a:pt x="3768524" y="1151452"/>
                  </a:lnTo>
                  <a:lnTo>
                    <a:pt x="3770175" y="1342480"/>
                  </a:lnTo>
                  <a:lnTo>
                    <a:pt x="3771826" y="1389558"/>
                  </a:lnTo>
                  <a:lnTo>
                    <a:pt x="3773478" y="1280965"/>
                  </a:lnTo>
                  <a:lnTo>
                    <a:pt x="3775129" y="1151000"/>
                  </a:lnTo>
                  <a:lnTo>
                    <a:pt x="3776781" y="1075423"/>
                  </a:lnTo>
                  <a:lnTo>
                    <a:pt x="3778432" y="1037660"/>
                  </a:lnTo>
                  <a:lnTo>
                    <a:pt x="3780084" y="1013059"/>
                  </a:lnTo>
                  <a:lnTo>
                    <a:pt x="3781735" y="1001828"/>
                  </a:lnTo>
                  <a:lnTo>
                    <a:pt x="3783386" y="1019269"/>
                  </a:lnTo>
                  <a:lnTo>
                    <a:pt x="3785038" y="1021189"/>
                  </a:lnTo>
                  <a:lnTo>
                    <a:pt x="3786689" y="1000044"/>
                  </a:lnTo>
                  <a:lnTo>
                    <a:pt x="3788341" y="976269"/>
                  </a:lnTo>
                  <a:lnTo>
                    <a:pt x="3789992" y="972356"/>
                  </a:lnTo>
                  <a:lnTo>
                    <a:pt x="3791643" y="986678"/>
                  </a:lnTo>
                  <a:lnTo>
                    <a:pt x="3793295" y="988373"/>
                  </a:lnTo>
                  <a:lnTo>
                    <a:pt x="3794946" y="969628"/>
                  </a:lnTo>
                  <a:lnTo>
                    <a:pt x="3796598" y="969628"/>
                  </a:lnTo>
                  <a:lnTo>
                    <a:pt x="3798249" y="966258"/>
                  </a:lnTo>
                  <a:lnTo>
                    <a:pt x="3799900" y="942783"/>
                  </a:lnTo>
                  <a:lnTo>
                    <a:pt x="3801552" y="916209"/>
                  </a:lnTo>
                  <a:lnTo>
                    <a:pt x="3803203" y="910011"/>
                  </a:lnTo>
                  <a:lnTo>
                    <a:pt x="3804855" y="896664"/>
                  </a:lnTo>
                  <a:lnTo>
                    <a:pt x="3806506" y="885764"/>
                  </a:lnTo>
                  <a:lnTo>
                    <a:pt x="3808158" y="877041"/>
                  </a:lnTo>
                  <a:lnTo>
                    <a:pt x="3809809" y="901503"/>
                  </a:lnTo>
                  <a:lnTo>
                    <a:pt x="3811460" y="916394"/>
                  </a:lnTo>
                  <a:lnTo>
                    <a:pt x="3813112" y="921802"/>
                  </a:lnTo>
                  <a:lnTo>
                    <a:pt x="3814763" y="937328"/>
                  </a:lnTo>
                  <a:lnTo>
                    <a:pt x="3816415" y="976966"/>
                  </a:lnTo>
                  <a:lnTo>
                    <a:pt x="3818066" y="998778"/>
                  </a:lnTo>
                  <a:lnTo>
                    <a:pt x="3819717" y="1017364"/>
                  </a:lnTo>
                  <a:lnTo>
                    <a:pt x="3821369" y="1024792"/>
                  </a:lnTo>
                  <a:lnTo>
                    <a:pt x="3823020" y="996013"/>
                  </a:lnTo>
                  <a:lnTo>
                    <a:pt x="3824672" y="953406"/>
                  </a:lnTo>
                  <a:lnTo>
                    <a:pt x="3826323" y="921426"/>
                  </a:lnTo>
                  <a:lnTo>
                    <a:pt x="3827974" y="904661"/>
                  </a:lnTo>
                  <a:lnTo>
                    <a:pt x="3829626" y="894278"/>
                  </a:lnTo>
                  <a:lnTo>
                    <a:pt x="3831277" y="885764"/>
                  </a:lnTo>
                  <a:lnTo>
                    <a:pt x="3832929" y="861166"/>
                  </a:lnTo>
                  <a:lnTo>
                    <a:pt x="3834580" y="833379"/>
                  </a:lnTo>
                  <a:lnTo>
                    <a:pt x="3836232" y="817840"/>
                  </a:lnTo>
                  <a:lnTo>
                    <a:pt x="3837883" y="775977"/>
                  </a:lnTo>
                  <a:lnTo>
                    <a:pt x="3839534" y="735402"/>
                  </a:lnTo>
                  <a:lnTo>
                    <a:pt x="3841186" y="645834"/>
                  </a:lnTo>
                  <a:lnTo>
                    <a:pt x="3842837" y="514189"/>
                  </a:lnTo>
                  <a:lnTo>
                    <a:pt x="3844489" y="409214"/>
                  </a:lnTo>
                  <a:lnTo>
                    <a:pt x="3846140" y="369473"/>
                  </a:lnTo>
                  <a:lnTo>
                    <a:pt x="3847791" y="350958"/>
                  </a:lnTo>
                  <a:lnTo>
                    <a:pt x="3849443" y="348998"/>
                  </a:lnTo>
                  <a:lnTo>
                    <a:pt x="3851094" y="365104"/>
                  </a:lnTo>
                  <a:lnTo>
                    <a:pt x="3852746" y="387250"/>
                  </a:lnTo>
                  <a:lnTo>
                    <a:pt x="3854397" y="366802"/>
                  </a:lnTo>
                  <a:lnTo>
                    <a:pt x="3856049" y="314130"/>
                  </a:lnTo>
                  <a:lnTo>
                    <a:pt x="3857700" y="262769"/>
                  </a:lnTo>
                  <a:lnTo>
                    <a:pt x="3859351" y="226258"/>
                  </a:lnTo>
                  <a:lnTo>
                    <a:pt x="3861003" y="200259"/>
                  </a:lnTo>
                  <a:lnTo>
                    <a:pt x="3862654" y="207287"/>
                  </a:lnTo>
                  <a:lnTo>
                    <a:pt x="3864306" y="244078"/>
                  </a:lnTo>
                  <a:lnTo>
                    <a:pt x="3865957" y="300586"/>
                  </a:lnTo>
                  <a:lnTo>
                    <a:pt x="3867608" y="354142"/>
                  </a:lnTo>
                  <a:lnTo>
                    <a:pt x="3869260" y="375720"/>
                  </a:lnTo>
                  <a:lnTo>
                    <a:pt x="3870911" y="329257"/>
                  </a:lnTo>
                  <a:lnTo>
                    <a:pt x="3872563" y="271231"/>
                  </a:lnTo>
                  <a:lnTo>
                    <a:pt x="3874214" y="243396"/>
                  </a:lnTo>
                  <a:lnTo>
                    <a:pt x="3875865" y="242263"/>
                  </a:lnTo>
                  <a:lnTo>
                    <a:pt x="3877517" y="245290"/>
                  </a:lnTo>
                  <a:lnTo>
                    <a:pt x="3879168" y="247703"/>
                  </a:lnTo>
                  <a:lnTo>
                    <a:pt x="3880820" y="253464"/>
                  </a:lnTo>
                  <a:lnTo>
                    <a:pt x="3882471" y="233455"/>
                  </a:lnTo>
                  <a:lnTo>
                    <a:pt x="3884123" y="205881"/>
                  </a:lnTo>
                  <a:lnTo>
                    <a:pt x="3885774" y="206941"/>
                  </a:lnTo>
                  <a:lnTo>
                    <a:pt x="3887425" y="228072"/>
                  </a:lnTo>
                  <a:lnTo>
                    <a:pt x="3889077" y="237378"/>
                  </a:lnTo>
                  <a:lnTo>
                    <a:pt x="3890728" y="240643"/>
                  </a:lnTo>
                  <a:lnTo>
                    <a:pt x="3892380" y="249745"/>
                  </a:lnTo>
                  <a:lnTo>
                    <a:pt x="3894031" y="245390"/>
                  </a:lnTo>
                  <a:lnTo>
                    <a:pt x="3895682" y="230642"/>
                  </a:lnTo>
                  <a:lnTo>
                    <a:pt x="3897334" y="236658"/>
                  </a:lnTo>
                  <a:lnTo>
                    <a:pt x="3898985" y="268344"/>
                  </a:lnTo>
                  <a:lnTo>
                    <a:pt x="3900637" y="299283"/>
                  </a:lnTo>
                  <a:lnTo>
                    <a:pt x="3902288" y="321078"/>
                  </a:lnTo>
                  <a:lnTo>
                    <a:pt x="3903939" y="348743"/>
                  </a:lnTo>
                  <a:lnTo>
                    <a:pt x="3905591" y="368969"/>
                  </a:lnTo>
                  <a:lnTo>
                    <a:pt x="3907242" y="358331"/>
                  </a:lnTo>
                  <a:lnTo>
                    <a:pt x="3908894" y="338880"/>
                  </a:lnTo>
                  <a:lnTo>
                    <a:pt x="3910545" y="329158"/>
                  </a:lnTo>
                  <a:lnTo>
                    <a:pt x="3912197" y="326574"/>
                  </a:lnTo>
                  <a:lnTo>
                    <a:pt x="3913848" y="320468"/>
                  </a:lnTo>
                  <a:lnTo>
                    <a:pt x="3915499" y="303674"/>
                  </a:lnTo>
                  <a:lnTo>
                    <a:pt x="3917151" y="288396"/>
                  </a:lnTo>
                  <a:lnTo>
                    <a:pt x="3918802" y="273370"/>
                  </a:lnTo>
                  <a:lnTo>
                    <a:pt x="3920454" y="243169"/>
                  </a:lnTo>
                  <a:lnTo>
                    <a:pt x="3922105" y="211802"/>
                  </a:lnTo>
                  <a:lnTo>
                    <a:pt x="3923756" y="201599"/>
                  </a:lnTo>
                  <a:lnTo>
                    <a:pt x="3925408" y="196969"/>
                  </a:lnTo>
                  <a:lnTo>
                    <a:pt x="3927059" y="191371"/>
                  </a:lnTo>
                  <a:lnTo>
                    <a:pt x="3928711" y="200031"/>
                  </a:lnTo>
                  <a:lnTo>
                    <a:pt x="3930362" y="226657"/>
                  </a:lnTo>
                  <a:lnTo>
                    <a:pt x="3932014" y="250531"/>
                  </a:lnTo>
                  <a:lnTo>
                    <a:pt x="3933665" y="281628"/>
                  </a:lnTo>
                  <a:lnTo>
                    <a:pt x="3935316" y="330164"/>
                  </a:lnTo>
                  <a:lnTo>
                    <a:pt x="3936968" y="384368"/>
                  </a:lnTo>
                  <a:lnTo>
                    <a:pt x="3938619" y="433128"/>
                  </a:lnTo>
                  <a:lnTo>
                    <a:pt x="3940271" y="478764"/>
                  </a:lnTo>
                  <a:lnTo>
                    <a:pt x="3941922" y="489674"/>
                  </a:lnTo>
                  <a:lnTo>
                    <a:pt x="3943573" y="471419"/>
                  </a:lnTo>
                  <a:lnTo>
                    <a:pt x="3945225" y="435007"/>
                  </a:lnTo>
                  <a:lnTo>
                    <a:pt x="3946876" y="379531"/>
                  </a:lnTo>
                  <a:lnTo>
                    <a:pt x="3948528" y="346358"/>
                  </a:lnTo>
                  <a:lnTo>
                    <a:pt x="3950179" y="333864"/>
                  </a:lnTo>
                  <a:lnTo>
                    <a:pt x="3951830" y="322724"/>
                  </a:lnTo>
                  <a:lnTo>
                    <a:pt x="3953482" y="306457"/>
                  </a:lnTo>
                  <a:lnTo>
                    <a:pt x="3955133" y="295500"/>
                  </a:lnTo>
                  <a:lnTo>
                    <a:pt x="3956785" y="270538"/>
                  </a:lnTo>
                  <a:lnTo>
                    <a:pt x="3958436" y="250662"/>
                  </a:lnTo>
                  <a:lnTo>
                    <a:pt x="3960088" y="225078"/>
                  </a:lnTo>
                  <a:lnTo>
                    <a:pt x="3961739" y="197970"/>
                  </a:lnTo>
                  <a:lnTo>
                    <a:pt x="3963390" y="181874"/>
                  </a:lnTo>
                  <a:lnTo>
                    <a:pt x="3965042" y="181941"/>
                  </a:lnTo>
                  <a:lnTo>
                    <a:pt x="3966693" y="178605"/>
                  </a:lnTo>
                  <a:lnTo>
                    <a:pt x="3968345" y="183021"/>
                  </a:lnTo>
                  <a:lnTo>
                    <a:pt x="3969996" y="207621"/>
                  </a:lnTo>
                  <a:lnTo>
                    <a:pt x="3971647" y="238699"/>
                  </a:lnTo>
                  <a:lnTo>
                    <a:pt x="3973299" y="263596"/>
                  </a:lnTo>
                  <a:lnTo>
                    <a:pt x="3974950" y="292334"/>
                  </a:lnTo>
                  <a:lnTo>
                    <a:pt x="3976602" y="335452"/>
                  </a:lnTo>
                  <a:lnTo>
                    <a:pt x="3978253" y="377465"/>
                  </a:lnTo>
                  <a:lnTo>
                    <a:pt x="3979904" y="402883"/>
                  </a:lnTo>
                  <a:lnTo>
                    <a:pt x="3981556" y="428202"/>
                  </a:lnTo>
                  <a:lnTo>
                    <a:pt x="3983207" y="465131"/>
                  </a:lnTo>
                  <a:lnTo>
                    <a:pt x="3984859" y="505182"/>
                  </a:lnTo>
                  <a:lnTo>
                    <a:pt x="3986510" y="545734"/>
                  </a:lnTo>
                  <a:lnTo>
                    <a:pt x="3988162" y="584759"/>
                  </a:lnTo>
                  <a:lnTo>
                    <a:pt x="3989813" y="589600"/>
                  </a:lnTo>
                  <a:lnTo>
                    <a:pt x="3991464" y="584915"/>
                  </a:lnTo>
                  <a:lnTo>
                    <a:pt x="3993116" y="610198"/>
                  </a:lnTo>
                  <a:lnTo>
                    <a:pt x="3994767" y="631118"/>
                  </a:lnTo>
                  <a:lnTo>
                    <a:pt x="3996419" y="672698"/>
                  </a:lnTo>
                  <a:lnTo>
                    <a:pt x="3998070" y="777712"/>
                  </a:lnTo>
                  <a:lnTo>
                    <a:pt x="3999721" y="879916"/>
                  </a:lnTo>
                  <a:lnTo>
                    <a:pt x="4001373" y="890738"/>
                  </a:lnTo>
                  <a:lnTo>
                    <a:pt x="4003024" y="909291"/>
                  </a:lnTo>
                  <a:lnTo>
                    <a:pt x="4004676" y="876248"/>
                  </a:lnTo>
                  <a:lnTo>
                    <a:pt x="4006327" y="818094"/>
                  </a:lnTo>
                  <a:lnTo>
                    <a:pt x="4007978" y="747530"/>
                  </a:lnTo>
                  <a:lnTo>
                    <a:pt x="4009630" y="676442"/>
                  </a:lnTo>
                  <a:lnTo>
                    <a:pt x="4011281" y="623575"/>
                  </a:lnTo>
                  <a:lnTo>
                    <a:pt x="4012933" y="609395"/>
                  </a:lnTo>
                  <a:lnTo>
                    <a:pt x="4014584" y="618130"/>
                  </a:lnTo>
                  <a:lnTo>
                    <a:pt x="4016236" y="645439"/>
                  </a:lnTo>
                  <a:lnTo>
                    <a:pt x="4017887" y="707329"/>
                  </a:lnTo>
                  <a:lnTo>
                    <a:pt x="4019538" y="778257"/>
                  </a:lnTo>
                  <a:lnTo>
                    <a:pt x="4021190" y="830702"/>
                  </a:lnTo>
                  <a:lnTo>
                    <a:pt x="4022841" y="866912"/>
                  </a:lnTo>
                  <a:lnTo>
                    <a:pt x="4024493" y="895980"/>
                  </a:lnTo>
                  <a:lnTo>
                    <a:pt x="4026144" y="896493"/>
                  </a:lnTo>
                  <a:lnTo>
                    <a:pt x="4027795" y="897007"/>
                  </a:lnTo>
                  <a:lnTo>
                    <a:pt x="4029447" y="916763"/>
                  </a:lnTo>
                  <a:lnTo>
                    <a:pt x="4031098" y="928096"/>
                  </a:lnTo>
                  <a:lnTo>
                    <a:pt x="4032750" y="909471"/>
                  </a:lnTo>
                  <a:lnTo>
                    <a:pt x="4034401" y="889903"/>
                  </a:lnTo>
                  <a:lnTo>
                    <a:pt x="4036053" y="877041"/>
                  </a:lnTo>
                  <a:lnTo>
                    <a:pt x="4037704" y="867984"/>
                  </a:lnTo>
                  <a:lnTo>
                    <a:pt x="4039355" y="870141"/>
                  </a:lnTo>
                  <a:lnTo>
                    <a:pt x="4041007" y="921238"/>
                  </a:lnTo>
                  <a:lnTo>
                    <a:pt x="4042658" y="968500"/>
                  </a:lnTo>
                  <a:lnTo>
                    <a:pt x="4044310" y="994268"/>
                  </a:lnTo>
                  <a:lnTo>
                    <a:pt x="4045961" y="949608"/>
                  </a:lnTo>
                  <a:lnTo>
                    <a:pt x="4047612" y="893093"/>
                  </a:lnTo>
                  <a:lnTo>
                    <a:pt x="4049264" y="846339"/>
                  </a:lnTo>
                  <a:lnTo>
                    <a:pt x="4050915" y="808867"/>
                  </a:lnTo>
                  <a:lnTo>
                    <a:pt x="4052567" y="741775"/>
                  </a:lnTo>
                  <a:lnTo>
                    <a:pt x="4054218" y="670158"/>
                  </a:lnTo>
                  <a:lnTo>
                    <a:pt x="4055869" y="621647"/>
                  </a:lnTo>
                  <a:lnTo>
                    <a:pt x="4057521" y="566483"/>
                  </a:lnTo>
                  <a:lnTo>
                    <a:pt x="4059172" y="527301"/>
                  </a:lnTo>
                  <a:lnTo>
                    <a:pt x="4060824" y="525797"/>
                  </a:lnTo>
                  <a:lnTo>
                    <a:pt x="4062475" y="561235"/>
                  </a:lnTo>
                  <a:lnTo>
                    <a:pt x="4064127" y="596270"/>
                  </a:lnTo>
                  <a:lnTo>
                    <a:pt x="4065778" y="648280"/>
                  </a:lnTo>
                  <a:lnTo>
                    <a:pt x="4067429" y="698736"/>
                  </a:lnTo>
                  <a:lnTo>
                    <a:pt x="4069081" y="686775"/>
                  </a:lnTo>
                  <a:lnTo>
                    <a:pt x="4070732" y="624483"/>
                  </a:lnTo>
                  <a:lnTo>
                    <a:pt x="4072384" y="555717"/>
                  </a:lnTo>
                  <a:lnTo>
                    <a:pt x="4074035" y="498155"/>
                  </a:lnTo>
                  <a:lnTo>
                    <a:pt x="4075686" y="448208"/>
                  </a:lnTo>
                  <a:lnTo>
                    <a:pt x="4077338" y="410311"/>
                  </a:lnTo>
                  <a:lnTo>
                    <a:pt x="4078989" y="396803"/>
                  </a:lnTo>
                  <a:lnTo>
                    <a:pt x="4080641" y="399877"/>
                  </a:lnTo>
                  <a:lnTo>
                    <a:pt x="4082292" y="412141"/>
                  </a:lnTo>
                  <a:lnTo>
                    <a:pt x="4083943" y="429036"/>
                  </a:lnTo>
                  <a:lnTo>
                    <a:pt x="4085595" y="447280"/>
                  </a:lnTo>
                  <a:lnTo>
                    <a:pt x="4087246" y="467488"/>
                  </a:lnTo>
                  <a:lnTo>
                    <a:pt x="4088898" y="454320"/>
                  </a:lnTo>
                  <a:lnTo>
                    <a:pt x="4090549" y="371824"/>
                  </a:lnTo>
                  <a:lnTo>
                    <a:pt x="4092201" y="278008"/>
                  </a:lnTo>
                  <a:lnTo>
                    <a:pt x="4093852" y="215259"/>
                  </a:lnTo>
                  <a:lnTo>
                    <a:pt x="4095503" y="165229"/>
                  </a:lnTo>
                  <a:lnTo>
                    <a:pt x="4097155" y="136125"/>
                  </a:lnTo>
                  <a:lnTo>
                    <a:pt x="4098806" y="132232"/>
                  </a:lnTo>
                  <a:lnTo>
                    <a:pt x="4100458" y="138949"/>
                  </a:lnTo>
                  <a:lnTo>
                    <a:pt x="4102109" y="132009"/>
                  </a:lnTo>
                  <a:lnTo>
                    <a:pt x="4103760" y="127282"/>
                  </a:lnTo>
                  <a:lnTo>
                    <a:pt x="4105412" y="123176"/>
                  </a:lnTo>
                  <a:lnTo>
                    <a:pt x="4107063" y="125601"/>
                  </a:lnTo>
                  <a:lnTo>
                    <a:pt x="4108715" y="141564"/>
                  </a:lnTo>
                  <a:lnTo>
                    <a:pt x="4110366" y="180474"/>
                  </a:lnTo>
                  <a:lnTo>
                    <a:pt x="4112018" y="218659"/>
                  </a:lnTo>
                  <a:lnTo>
                    <a:pt x="4113669" y="269705"/>
                  </a:lnTo>
                  <a:lnTo>
                    <a:pt x="4115320" y="329237"/>
                  </a:lnTo>
                  <a:lnTo>
                    <a:pt x="4116972" y="399388"/>
                  </a:lnTo>
                  <a:lnTo>
                    <a:pt x="4118623" y="470608"/>
                  </a:lnTo>
                  <a:lnTo>
                    <a:pt x="4120275" y="522816"/>
                  </a:lnTo>
                  <a:lnTo>
                    <a:pt x="4121926" y="506959"/>
                  </a:lnTo>
                  <a:lnTo>
                    <a:pt x="4123577" y="458411"/>
                  </a:lnTo>
                  <a:lnTo>
                    <a:pt x="4125229" y="414201"/>
                  </a:lnTo>
                  <a:lnTo>
                    <a:pt x="4126880" y="380463"/>
                  </a:lnTo>
                  <a:lnTo>
                    <a:pt x="4128532" y="385025"/>
                  </a:lnTo>
                  <a:lnTo>
                    <a:pt x="4130183" y="420843"/>
                  </a:lnTo>
                  <a:lnTo>
                    <a:pt x="4131834" y="488696"/>
                  </a:lnTo>
                  <a:lnTo>
                    <a:pt x="4133486" y="563678"/>
                  </a:lnTo>
                  <a:lnTo>
                    <a:pt x="4135137" y="652972"/>
                  </a:lnTo>
                  <a:lnTo>
                    <a:pt x="4136789" y="713474"/>
                  </a:lnTo>
                  <a:lnTo>
                    <a:pt x="4138440" y="728277"/>
                  </a:lnTo>
                  <a:lnTo>
                    <a:pt x="4140092" y="710763"/>
                  </a:lnTo>
                  <a:lnTo>
                    <a:pt x="4141743" y="682426"/>
                  </a:lnTo>
                  <a:lnTo>
                    <a:pt x="4143394" y="643280"/>
                  </a:lnTo>
                  <a:lnTo>
                    <a:pt x="4145046" y="630621"/>
                  </a:lnTo>
                  <a:lnTo>
                    <a:pt x="4146697" y="643345"/>
                  </a:lnTo>
                  <a:lnTo>
                    <a:pt x="4148349" y="669221"/>
                  </a:lnTo>
                  <a:lnTo>
                    <a:pt x="4150000" y="717076"/>
                  </a:lnTo>
                  <a:lnTo>
                    <a:pt x="4151651" y="794214"/>
                  </a:lnTo>
                  <a:lnTo>
                    <a:pt x="4153303" y="812817"/>
                  </a:lnTo>
                  <a:lnTo>
                    <a:pt x="4154954" y="776085"/>
                  </a:lnTo>
                  <a:lnTo>
                    <a:pt x="4156606" y="719505"/>
                  </a:lnTo>
                  <a:lnTo>
                    <a:pt x="4158257" y="649545"/>
                  </a:lnTo>
                  <a:lnTo>
                    <a:pt x="4159908" y="575185"/>
                  </a:lnTo>
                  <a:lnTo>
                    <a:pt x="4161560" y="523723"/>
                  </a:lnTo>
                  <a:lnTo>
                    <a:pt x="4163211" y="494767"/>
                  </a:lnTo>
                  <a:lnTo>
                    <a:pt x="4164863" y="483896"/>
                  </a:lnTo>
                  <a:lnTo>
                    <a:pt x="4166514" y="485141"/>
                  </a:lnTo>
                  <a:lnTo>
                    <a:pt x="4168166" y="504721"/>
                  </a:lnTo>
                  <a:lnTo>
                    <a:pt x="4169817" y="542563"/>
                  </a:lnTo>
                  <a:lnTo>
                    <a:pt x="4171468" y="588593"/>
                  </a:lnTo>
                  <a:lnTo>
                    <a:pt x="4173120" y="611812"/>
                  </a:lnTo>
                  <a:lnTo>
                    <a:pt x="4174771" y="634185"/>
                  </a:lnTo>
                  <a:lnTo>
                    <a:pt x="4176423" y="673720"/>
                  </a:lnTo>
                  <a:lnTo>
                    <a:pt x="4178074" y="705588"/>
                  </a:lnTo>
                  <a:lnTo>
                    <a:pt x="4179725" y="722837"/>
                  </a:lnTo>
                  <a:lnTo>
                    <a:pt x="4181377" y="767365"/>
                  </a:lnTo>
                  <a:lnTo>
                    <a:pt x="4183028" y="822703"/>
                  </a:lnTo>
                  <a:lnTo>
                    <a:pt x="4184680" y="813191"/>
                  </a:lnTo>
                  <a:lnTo>
                    <a:pt x="4186331" y="786451"/>
                  </a:lnTo>
                  <a:lnTo>
                    <a:pt x="4187982" y="788711"/>
                  </a:lnTo>
                  <a:lnTo>
                    <a:pt x="4189634" y="793289"/>
                  </a:lnTo>
                  <a:lnTo>
                    <a:pt x="4191285" y="783432"/>
                  </a:lnTo>
                  <a:lnTo>
                    <a:pt x="4192937" y="782876"/>
                  </a:lnTo>
                  <a:lnTo>
                    <a:pt x="4194588" y="798183"/>
                  </a:lnTo>
                  <a:lnTo>
                    <a:pt x="4196240" y="793520"/>
                  </a:lnTo>
                  <a:lnTo>
                    <a:pt x="4197891" y="798890"/>
                  </a:lnTo>
                  <a:lnTo>
                    <a:pt x="4199542" y="824127"/>
                  </a:lnTo>
                  <a:lnTo>
                    <a:pt x="4201194" y="837036"/>
                  </a:lnTo>
                  <a:lnTo>
                    <a:pt x="4202845" y="784769"/>
                  </a:lnTo>
                  <a:lnTo>
                    <a:pt x="4204497" y="698093"/>
                  </a:lnTo>
                  <a:lnTo>
                    <a:pt x="4206148" y="628026"/>
                  </a:lnTo>
                  <a:lnTo>
                    <a:pt x="4207799" y="549809"/>
                  </a:lnTo>
                  <a:lnTo>
                    <a:pt x="4209451" y="488010"/>
                  </a:lnTo>
                  <a:lnTo>
                    <a:pt x="4211102" y="443967"/>
                  </a:lnTo>
                  <a:lnTo>
                    <a:pt x="4212754" y="415319"/>
                  </a:lnTo>
                  <a:lnTo>
                    <a:pt x="4214405" y="379961"/>
                  </a:lnTo>
                  <a:lnTo>
                    <a:pt x="4216057" y="346274"/>
                  </a:lnTo>
                  <a:lnTo>
                    <a:pt x="4217708" y="315714"/>
                  </a:lnTo>
                  <a:lnTo>
                    <a:pt x="4219359" y="296228"/>
                  </a:lnTo>
                  <a:lnTo>
                    <a:pt x="4221011" y="284633"/>
                  </a:lnTo>
                  <a:lnTo>
                    <a:pt x="4222662" y="282846"/>
                  </a:lnTo>
                  <a:lnTo>
                    <a:pt x="4224314" y="294843"/>
                  </a:lnTo>
                  <a:lnTo>
                    <a:pt x="4225965" y="314037"/>
                  </a:lnTo>
                  <a:lnTo>
                    <a:pt x="4227616" y="320792"/>
                  </a:lnTo>
                  <a:lnTo>
                    <a:pt x="4229268" y="326165"/>
                  </a:lnTo>
                  <a:lnTo>
                    <a:pt x="4230919" y="335936"/>
                  </a:lnTo>
                  <a:lnTo>
                    <a:pt x="4232571" y="349827"/>
                  </a:lnTo>
                  <a:lnTo>
                    <a:pt x="4234222" y="348193"/>
                  </a:lnTo>
                  <a:lnTo>
                    <a:pt x="4235873" y="344704"/>
                  </a:lnTo>
                  <a:lnTo>
                    <a:pt x="4237525" y="351129"/>
                  </a:lnTo>
                  <a:lnTo>
                    <a:pt x="4239176" y="350701"/>
                  </a:lnTo>
                  <a:lnTo>
                    <a:pt x="4240828" y="333484"/>
                  </a:lnTo>
                  <a:lnTo>
                    <a:pt x="4242479" y="340869"/>
                  </a:lnTo>
                  <a:lnTo>
                    <a:pt x="4244131" y="352825"/>
                  </a:lnTo>
                  <a:lnTo>
                    <a:pt x="4245782" y="366461"/>
                  </a:lnTo>
                  <a:lnTo>
                    <a:pt x="4247433" y="394520"/>
                  </a:lnTo>
                  <a:lnTo>
                    <a:pt x="4249085" y="447620"/>
                  </a:lnTo>
                  <a:lnTo>
                    <a:pt x="4250736" y="479077"/>
                  </a:lnTo>
                  <a:lnTo>
                    <a:pt x="4252388" y="486213"/>
                  </a:lnTo>
                  <a:lnTo>
                    <a:pt x="4254039" y="415839"/>
                  </a:lnTo>
                  <a:lnTo>
                    <a:pt x="4255690" y="319594"/>
                  </a:lnTo>
                  <a:lnTo>
                    <a:pt x="4257342" y="242886"/>
                  </a:lnTo>
                  <a:lnTo>
                    <a:pt x="4258993" y="185092"/>
                  </a:lnTo>
                  <a:lnTo>
                    <a:pt x="4260645" y="150413"/>
                  </a:lnTo>
                  <a:lnTo>
                    <a:pt x="4262296" y="131397"/>
                  </a:lnTo>
                  <a:lnTo>
                    <a:pt x="4263947" y="129377"/>
                  </a:lnTo>
                  <a:lnTo>
                    <a:pt x="4265599" y="117960"/>
                  </a:lnTo>
                  <a:lnTo>
                    <a:pt x="4267250" y="102544"/>
                  </a:lnTo>
                  <a:lnTo>
                    <a:pt x="4268902" y="82955"/>
                  </a:lnTo>
                  <a:lnTo>
                    <a:pt x="4270553" y="76417"/>
                  </a:lnTo>
                  <a:lnTo>
                    <a:pt x="4272205" y="70632"/>
                  </a:lnTo>
                  <a:lnTo>
                    <a:pt x="4273856" y="80305"/>
                  </a:lnTo>
                  <a:lnTo>
                    <a:pt x="4275507" y="99361"/>
                  </a:lnTo>
                  <a:lnTo>
                    <a:pt x="4277159" y="141352"/>
                  </a:lnTo>
                  <a:lnTo>
                    <a:pt x="4278810" y="191208"/>
                  </a:lnTo>
                  <a:lnTo>
                    <a:pt x="4280462" y="252992"/>
                  </a:lnTo>
                  <a:lnTo>
                    <a:pt x="4282113" y="289341"/>
                  </a:lnTo>
                  <a:lnTo>
                    <a:pt x="4283764" y="287622"/>
                  </a:lnTo>
                  <a:lnTo>
                    <a:pt x="4285416" y="251466"/>
                  </a:lnTo>
                  <a:lnTo>
                    <a:pt x="4287067" y="220734"/>
                  </a:lnTo>
                  <a:lnTo>
                    <a:pt x="4288719" y="197314"/>
                  </a:lnTo>
                  <a:lnTo>
                    <a:pt x="4290370" y="193885"/>
                  </a:lnTo>
                  <a:lnTo>
                    <a:pt x="4292022" y="222091"/>
                  </a:lnTo>
                  <a:lnTo>
                    <a:pt x="4293673" y="265827"/>
                  </a:lnTo>
                  <a:lnTo>
                    <a:pt x="4295324" y="286249"/>
                  </a:lnTo>
                  <a:lnTo>
                    <a:pt x="4296976" y="298844"/>
                  </a:lnTo>
                  <a:lnTo>
                    <a:pt x="4298627" y="323744"/>
                  </a:lnTo>
                  <a:lnTo>
                    <a:pt x="4300279" y="351579"/>
                  </a:lnTo>
                  <a:lnTo>
                    <a:pt x="4301930" y="372126"/>
                  </a:lnTo>
                  <a:lnTo>
                    <a:pt x="4303581" y="407272"/>
                  </a:lnTo>
                  <a:lnTo>
                    <a:pt x="4305233" y="440605"/>
                  </a:lnTo>
                  <a:lnTo>
                    <a:pt x="4306884" y="468223"/>
                  </a:lnTo>
                  <a:lnTo>
                    <a:pt x="4308536" y="492923"/>
                  </a:lnTo>
                  <a:lnTo>
                    <a:pt x="4310187" y="527050"/>
                  </a:lnTo>
                  <a:lnTo>
                    <a:pt x="4311838" y="560950"/>
                  </a:lnTo>
                  <a:lnTo>
                    <a:pt x="4313490" y="576647"/>
                  </a:lnTo>
                  <a:lnTo>
                    <a:pt x="4315141" y="582216"/>
                  </a:lnTo>
                  <a:lnTo>
                    <a:pt x="4316793" y="594045"/>
                  </a:lnTo>
                  <a:lnTo>
                    <a:pt x="4318444" y="605078"/>
                  </a:lnTo>
                  <a:lnTo>
                    <a:pt x="4320096" y="620749"/>
                  </a:lnTo>
                  <a:lnTo>
                    <a:pt x="4321747" y="653649"/>
                  </a:lnTo>
                  <a:lnTo>
                    <a:pt x="4323398" y="666929"/>
                  </a:lnTo>
                  <a:lnTo>
                    <a:pt x="4325050" y="664303"/>
                  </a:lnTo>
                  <a:lnTo>
                    <a:pt x="4326701" y="670519"/>
                  </a:lnTo>
                  <a:lnTo>
                    <a:pt x="4328353" y="684172"/>
                  </a:lnTo>
                  <a:lnTo>
                    <a:pt x="4330004" y="691980"/>
                  </a:lnTo>
                  <a:lnTo>
                    <a:pt x="4331655" y="690026"/>
                  </a:lnTo>
                  <a:lnTo>
                    <a:pt x="4333307" y="641526"/>
                  </a:lnTo>
                  <a:lnTo>
                    <a:pt x="4334958" y="574583"/>
                  </a:lnTo>
                  <a:lnTo>
                    <a:pt x="4336610" y="538510"/>
                  </a:lnTo>
                  <a:lnTo>
                    <a:pt x="4338261" y="525090"/>
                  </a:lnTo>
                  <a:lnTo>
                    <a:pt x="4339912" y="538248"/>
                  </a:lnTo>
                  <a:lnTo>
                    <a:pt x="4341564" y="578677"/>
                  </a:lnTo>
                  <a:lnTo>
                    <a:pt x="4343215" y="652229"/>
                  </a:lnTo>
                  <a:lnTo>
                    <a:pt x="4344867" y="720203"/>
                  </a:lnTo>
                  <a:lnTo>
                    <a:pt x="4346518" y="786902"/>
                  </a:lnTo>
                  <a:lnTo>
                    <a:pt x="4348170" y="838678"/>
                  </a:lnTo>
                  <a:lnTo>
                    <a:pt x="4349821" y="879275"/>
                  </a:lnTo>
                  <a:lnTo>
                    <a:pt x="4351472" y="899418"/>
                  </a:lnTo>
                  <a:lnTo>
                    <a:pt x="4353124" y="907679"/>
                  </a:lnTo>
                  <a:lnTo>
                    <a:pt x="4354775" y="912182"/>
                  </a:lnTo>
                  <a:lnTo>
                    <a:pt x="4356427" y="858340"/>
                  </a:lnTo>
                  <a:lnTo>
                    <a:pt x="4358078" y="799126"/>
                  </a:lnTo>
                  <a:lnTo>
                    <a:pt x="4359729" y="736330"/>
                  </a:lnTo>
                  <a:lnTo>
                    <a:pt x="4361381" y="709082"/>
                  </a:lnTo>
                  <a:lnTo>
                    <a:pt x="4363032" y="697692"/>
                  </a:lnTo>
                  <a:lnTo>
                    <a:pt x="4364684" y="719418"/>
                  </a:lnTo>
                  <a:lnTo>
                    <a:pt x="4366335" y="771052"/>
                  </a:lnTo>
                  <a:lnTo>
                    <a:pt x="4367986" y="858192"/>
                  </a:lnTo>
                  <a:lnTo>
                    <a:pt x="4369638" y="921426"/>
                  </a:lnTo>
                  <a:lnTo>
                    <a:pt x="4371289" y="939739"/>
                  </a:lnTo>
                  <a:lnTo>
                    <a:pt x="4372941" y="920299"/>
                  </a:lnTo>
                  <a:lnTo>
                    <a:pt x="4374592" y="885600"/>
                  </a:lnTo>
                  <a:lnTo>
                    <a:pt x="4376244" y="852488"/>
                  </a:lnTo>
                  <a:lnTo>
                    <a:pt x="4377895" y="828184"/>
                  </a:lnTo>
                  <a:lnTo>
                    <a:pt x="4379546" y="794330"/>
                  </a:lnTo>
                  <a:lnTo>
                    <a:pt x="4381198" y="776843"/>
                  </a:lnTo>
                  <a:lnTo>
                    <a:pt x="4382849" y="787127"/>
                  </a:lnTo>
                  <a:lnTo>
                    <a:pt x="4384501" y="825560"/>
                  </a:lnTo>
                  <a:lnTo>
                    <a:pt x="4386152" y="876406"/>
                  </a:lnTo>
                  <a:lnTo>
                    <a:pt x="4387803" y="960517"/>
                  </a:lnTo>
                  <a:lnTo>
                    <a:pt x="4389455" y="1072060"/>
                  </a:lnTo>
                  <a:lnTo>
                    <a:pt x="4391106" y="1109726"/>
                  </a:lnTo>
                  <a:lnTo>
                    <a:pt x="4392758" y="1067095"/>
                  </a:lnTo>
                  <a:lnTo>
                    <a:pt x="4394409" y="1019269"/>
                  </a:lnTo>
                  <a:lnTo>
                    <a:pt x="4396061" y="969402"/>
                  </a:lnTo>
                  <a:lnTo>
                    <a:pt x="4397712" y="933754"/>
                  </a:lnTo>
                  <a:lnTo>
                    <a:pt x="4399363" y="903956"/>
                  </a:lnTo>
                  <a:lnTo>
                    <a:pt x="4401015" y="884127"/>
                  </a:lnTo>
                  <a:lnTo>
                    <a:pt x="4402666" y="874826"/>
                  </a:lnTo>
                  <a:lnTo>
                    <a:pt x="4404318" y="861316"/>
                  </a:lnTo>
                  <a:lnTo>
                    <a:pt x="4405969" y="844789"/>
                  </a:lnTo>
                  <a:lnTo>
                    <a:pt x="4407620" y="871382"/>
                  </a:lnTo>
                  <a:lnTo>
                    <a:pt x="4409272" y="916025"/>
                  </a:lnTo>
                  <a:lnTo>
                    <a:pt x="4410923" y="961611"/>
                  </a:lnTo>
                  <a:lnTo>
                    <a:pt x="4412575" y="1040015"/>
                  </a:lnTo>
                  <a:lnTo>
                    <a:pt x="4414226" y="1115972"/>
                  </a:lnTo>
                  <a:lnTo>
                    <a:pt x="4415877" y="1105517"/>
                  </a:lnTo>
                  <a:lnTo>
                    <a:pt x="4417529" y="1066440"/>
                  </a:lnTo>
                  <a:lnTo>
                    <a:pt x="4419180" y="1021189"/>
                  </a:lnTo>
                  <a:lnTo>
                    <a:pt x="4420832" y="980714"/>
                  </a:lnTo>
                  <a:lnTo>
                    <a:pt x="4422483" y="953832"/>
                  </a:lnTo>
                  <a:lnTo>
                    <a:pt x="4424135" y="930422"/>
                  </a:lnTo>
                  <a:lnTo>
                    <a:pt x="4425786" y="916025"/>
                  </a:lnTo>
                  <a:lnTo>
                    <a:pt x="4427437" y="916394"/>
                  </a:lnTo>
                  <a:lnTo>
                    <a:pt x="4429089" y="914188"/>
                  </a:lnTo>
                  <a:lnTo>
                    <a:pt x="4430740" y="929257"/>
                  </a:lnTo>
                  <a:lnTo>
                    <a:pt x="4432392" y="967601"/>
                  </a:lnTo>
                  <a:lnTo>
                    <a:pt x="4434043" y="1006211"/>
                  </a:lnTo>
                  <a:lnTo>
                    <a:pt x="4435694" y="1016822"/>
                  </a:lnTo>
                  <a:lnTo>
                    <a:pt x="4437346" y="1025351"/>
                  </a:lnTo>
                  <a:lnTo>
                    <a:pt x="4438997" y="998525"/>
                  </a:lnTo>
                  <a:lnTo>
                    <a:pt x="4440649" y="936929"/>
                  </a:lnTo>
                  <a:lnTo>
                    <a:pt x="4442300" y="898382"/>
                  </a:lnTo>
                  <a:lnTo>
                    <a:pt x="4443951" y="883312"/>
                  </a:lnTo>
                  <a:lnTo>
                    <a:pt x="4445603" y="886257"/>
                  </a:lnTo>
                  <a:lnTo>
                    <a:pt x="4447254" y="910552"/>
                  </a:lnTo>
                  <a:lnTo>
                    <a:pt x="4448906" y="955326"/>
                  </a:lnTo>
                  <a:lnTo>
                    <a:pt x="4450557" y="1006471"/>
                  </a:lnTo>
                  <a:lnTo>
                    <a:pt x="4452209" y="1048735"/>
                  </a:lnTo>
                  <a:lnTo>
                    <a:pt x="4453860" y="1055549"/>
                  </a:lnTo>
                  <a:lnTo>
                    <a:pt x="4455511" y="1049347"/>
                  </a:lnTo>
                  <a:lnTo>
                    <a:pt x="4457163" y="1063513"/>
                  </a:lnTo>
                  <a:lnTo>
                    <a:pt x="4458814" y="1071393"/>
                  </a:lnTo>
                  <a:lnTo>
                    <a:pt x="4460466" y="1099512"/>
                  </a:lnTo>
                  <a:lnTo>
                    <a:pt x="4462117" y="1111662"/>
                  </a:lnTo>
                  <a:lnTo>
                    <a:pt x="4463768" y="1096561"/>
                  </a:lnTo>
                  <a:lnTo>
                    <a:pt x="4465420" y="1040904"/>
                  </a:lnTo>
                  <a:lnTo>
                    <a:pt x="4467071" y="989103"/>
                  </a:lnTo>
                  <a:lnTo>
                    <a:pt x="4468723" y="955970"/>
                  </a:lnTo>
                  <a:lnTo>
                    <a:pt x="4470374" y="940750"/>
                  </a:lnTo>
                  <a:lnTo>
                    <a:pt x="4472026" y="936729"/>
                  </a:lnTo>
                  <a:lnTo>
                    <a:pt x="4473677" y="975112"/>
                  </a:lnTo>
                  <a:lnTo>
                    <a:pt x="4475328" y="1009612"/>
                  </a:lnTo>
                  <a:lnTo>
                    <a:pt x="4476980" y="1033012"/>
                  </a:lnTo>
                  <a:lnTo>
                    <a:pt x="4478631" y="1077121"/>
                  </a:lnTo>
                  <a:lnTo>
                    <a:pt x="4480283" y="1146968"/>
                  </a:lnTo>
                  <a:lnTo>
                    <a:pt x="4481934" y="1180096"/>
                  </a:lnTo>
                  <a:lnTo>
                    <a:pt x="4483585" y="1223917"/>
                  </a:lnTo>
                  <a:lnTo>
                    <a:pt x="4485237" y="1248919"/>
                  </a:lnTo>
                  <a:lnTo>
                    <a:pt x="4486888" y="1248919"/>
                  </a:lnTo>
                  <a:lnTo>
                    <a:pt x="4488540" y="1236120"/>
                  </a:lnTo>
                  <a:lnTo>
                    <a:pt x="4490191" y="1201093"/>
                  </a:lnTo>
                  <a:lnTo>
                    <a:pt x="4491842" y="1170196"/>
                  </a:lnTo>
                  <a:lnTo>
                    <a:pt x="4493494" y="1146523"/>
                  </a:lnTo>
                  <a:lnTo>
                    <a:pt x="4495145" y="1127687"/>
                  </a:lnTo>
                  <a:lnTo>
                    <a:pt x="4496797" y="1087191"/>
                  </a:lnTo>
                  <a:lnTo>
                    <a:pt x="4498448" y="1047819"/>
                  </a:lnTo>
                  <a:lnTo>
                    <a:pt x="4500100" y="999537"/>
                  </a:lnTo>
                  <a:lnTo>
                    <a:pt x="4501751" y="951289"/>
                  </a:lnTo>
                  <a:lnTo>
                    <a:pt x="4503402" y="909291"/>
                  </a:lnTo>
                  <a:lnTo>
                    <a:pt x="4505054" y="887742"/>
                  </a:lnTo>
                  <a:lnTo>
                    <a:pt x="4506705" y="884453"/>
                  </a:lnTo>
                  <a:lnTo>
                    <a:pt x="4508357" y="895980"/>
                  </a:lnTo>
                  <a:lnTo>
                    <a:pt x="4510008" y="921050"/>
                  </a:lnTo>
                  <a:lnTo>
                    <a:pt x="4511659" y="958558"/>
                  </a:lnTo>
                  <a:lnTo>
                    <a:pt x="4513311" y="984515"/>
                  </a:lnTo>
                  <a:lnTo>
                    <a:pt x="4514962" y="996513"/>
                  </a:lnTo>
                  <a:lnTo>
                    <a:pt x="4516614" y="1010140"/>
                  </a:lnTo>
                  <a:lnTo>
                    <a:pt x="4518265" y="1020914"/>
                  </a:lnTo>
                  <a:lnTo>
                    <a:pt x="4519916" y="1042094"/>
                  </a:lnTo>
                  <a:lnTo>
                    <a:pt x="4521568" y="1091834"/>
                  </a:lnTo>
                  <a:lnTo>
                    <a:pt x="4523219" y="1135230"/>
                  </a:lnTo>
                  <a:lnTo>
                    <a:pt x="4524871" y="1139084"/>
                  </a:lnTo>
                  <a:lnTo>
                    <a:pt x="4526522" y="1085427"/>
                  </a:lnTo>
                  <a:lnTo>
                    <a:pt x="4528174" y="963592"/>
                  </a:lnTo>
                  <a:lnTo>
                    <a:pt x="4529825" y="872942"/>
                  </a:lnTo>
                  <a:lnTo>
                    <a:pt x="4531476" y="831903"/>
                  </a:lnTo>
                  <a:lnTo>
                    <a:pt x="4533128" y="824387"/>
                  </a:lnTo>
                  <a:lnTo>
                    <a:pt x="4534779" y="836627"/>
                  </a:lnTo>
                  <a:lnTo>
                    <a:pt x="4536431" y="875457"/>
                  </a:lnTo>
                  <a:lnTo>
                    <a:pt x="4538082" y="904661"/>
                  </a:lnTo>
                  <a:lnTo>
                    <a:pt x="4539733" y="927133"/>
                  </a:lnTo>
                  <a:lnTo>
                    <a:pt x="4541385" y="939941"/>
                  </a:lnTo>
                  <a:lnTo>
                    <a:pt x="4543036" y="955326"/>
                  </a:lnTo>
                  <a:lnTo>
                    <a:pt x="4544688" y="981659"/>
                  </a:lnTo>
                  <a:lnTo>
                    <a:pt x="4546339" y="1062222"/>
                  </a:lnTo>
                  <a:lnTo>
                    <a:pt x="4547990" y="1090756"/>
                  </a:lnTo>
                  <a:lnTo>
                    <a:pt x="4549642" y="1068081"/>
                  </a:lnTo>
                  <a:lnTo>
                    <a:pt x="4551293" y="1029012"/>
                  </a:lnTo>
                  <a:lnTo>
                    <a:pt x="4552945" y="1001062"/>
                  </a:lnTo>
                  <a:lnTo>
                    <a:pt x="4554596" y="965366"/>
                  </a:lnTo>
                  <a:lnTo>
                    <a:pt x="4556248" y="955541"/>
                  </a:lnTo>
                  <a:lnTo>
                    <a:pt x="4557899" y="952981"/>
                  </a:lnTo>
                  <a:lnTo>
                    <a:pt x="4559550" y="952981"/>
                  </a:lnTo>
                  <a:lnTo>
                    <a:pt x="4561202" y="945244"/>
                  </a:lnTo>
                  <a:lnTo>
                    <a:pt x="4562853" y="948771"/>
                  </a:lnTo>
                  <a:lnTo>
                    <a:pt x="4564505" y="959645"/>
                  </a:lnTo>
                  <a:lnTo>
                    <a:pt x="4566156" y="976038"/>
                  </a:lnTo>
                  <a:lnTo>
                    <a:pt x="4567807" y="1021464"/>
                  </a:lnTo>
                  <a:lnTo>
                    <a:pt x="4569459" y="1063190"/>
                  </a:lnTo>
                  <a:lnTo>
                    <a:pt x="4571110" y="1045695"/>
                  </a:lnTo>
                  <a:lnTo>
                    <a:pt x="4572762" y="991550"/>
                  </a:lnTo>
                  <a:lnTo>
                    <a:pt x="4574413" y="959209"/>
                  </a:lnTo>
                  <a:lnTo>
                    <a:pt x="4576065" y="946484"/>
                  </a:lnTo>
                  <a:lnTo>
                    <a:pt x="4577716" y="953194"/>
                  </a:lnTo>
                  <a:lnTo>
                    <a:pt x="4579367" y="998525"/>
                  </a:lnTo>
                  <a:lnTo>
                    <a:pt x="4581019" y="1099142"/>
                  </a:lnTo>
                  <a:lnTo>
                    <a:pt x="4582670" y="1207734"/>
                  </a:lnTo>
                  <a:lnTo>
                    <a:pt x="4584322" y="1256909"/>
                  </a:lnTo>
                  <a:lnTo>
                    <a:pt x="4585973" y="1267955"/>
                  </a:lnTo>
                  <a:lnTo>
                    <a:pt x="4587624" y="1246309"/>
                  </a:lnTo>
                  <a:lnTo>
                    <a:pt x="4589276" y="1163009"/>
                  </a:lnTo>
                  <a:lnTo>
                    <a:pt x="4590927" y="1089324"/>
                  </a:lnTo>
                  <a:lnTo>
                    <a:pt x="4592579" y="1032724"/>
                  </a:lnTo>
                  <a:lnTo>
                    <a:pt x="4594230" y="1003367"/>
                  </a:lnTo>
                  <a:lnTo>
                    <a:pt x="4595881" y="991550"/>
                  </a:lnTo>
                  <a:lnTo>
                    <a:pt x="4597533" y="1002340"/>
                  </a:lnTo>
                  <a:lnTo>
                    <a:pt x="4599184" y="1012792"/>
                  </a:lnTo>
                  <a:lnTo>
                    <a:pt x="4600836" y="1017364"/>
                  </a:lnTo>
                  <a:lnTo>
                    <a:pt x="4602487" y="984994"/>
                  </a:lnTo>
                  <a:lnTo>
                    <a:pt x="4604139" y="937129"/>
                  </a:lnTo>
                  <a:lnTo>
                    <a:pt x="4605790" y="876248"/>
                  </a:lnTo>
                  <a:lnTo>
                    <a:pt x="4607441" y="843527"/>
                  </a:lnTo>
                  <a:lnTo>
                    <a:pt x="4609093" y="817967"/>
                  </a:lnTo>
                  <a:lnTo>
                    <a:pt x="4610744" y="778802"/>
                  </a:lnTo>
                  <a:lnTo>
                    <a:pt x="4612396" y="753612"/>
                  </a:lnTo>
                  <a:lnTo>
                    <a:pt x="4614047" y="759941"/>
                  </a:lnTo>
                  <a:lnTo>
                    <a:pt x="4615698" y="763318"/>
                  </a:lnTo>
                  <a:lnTo>
                    <a:pt x="4617350" y="760450"/>
                  </a:lnTo>
                  <a:lnTo>
                    <a:pt x="4619001" y="797361"/>
                  </a:lnTo>
                  <a:lnTo>
                    <a:pt x="4620653" y="837582"/>
                  </a:lnTo>
                  <a:lnTo>
                    <a:pt x="4622304" y="837309"/>
                  </a:lnTo>
                  <a:lnTo>
                    <a:pt x="4623955" y="832841"/>
                  </a:lnTo>
                  <a:lnTo>
                    <a:pt x="4625607" y="849467"/>
                  </a:lnTo>
                  <a:lnTo>
                    <a:pt x="4627258" y="853502"/>
                  </a:lnTo>
                  <a:lnTo>
                    <a:pt x="4628910" y="850901"/>
                  </a:lnTo>
                  <a:lnTo>
                    <a:pt x="4630561" y="823479"/>
                  </a:lnTo>
                  <a:lnTo>
                    <a:pt x="4632213" y="765593"/>
                  </a:lnTo>
                  <a:lnTo>
                    <a:pt x="4633864" y="649879"/>
                  </a:lnTo>
                  <a:lnTo>
                    <a:pt x="4635515" y="546544"/>
                  </a:lnTo>
                  <a:lnTo>
                    <a:pt x="4637167" y="456549"/>
                  </a:lnTo>
                  <a:lnTo>
                    <a:pt x="4638818" y="385586"/>
                  </a:lnTo>
                  <a:lnTo>
                    <a:pt x="4640470" y="327530"/>
                  </a:lnTo>
                  <a:lnTo>
                    <a:pt x="4642121" y="284467"/>
                  </a:lnTo>
                  <a:lnTo>
                    <a:pt x="4643772" y="251086"/>
                  </a:lnTo>
                  <a:lnTo>
                    <a:pt x="4645424" y="230128"/>
                  </a:lnTo>
                  <a:lnTo>
                    <a:pt x="4647075" y="228153"/>
                  </a:lnTo>
                  <a:lnTo>
                    <a:pt x="4648727" y="242037"/>
                  </a:lnTo>
                  <a:lnTo>
                    <a:pt x="4650378" y="261261"/>
                  </a:lnTo>
                  <a:lnTo>
                    <a:pt x="4652030" y="281415"/>
                  </a:lnTo>
                  <a:lnTo>
                    <a:pt x="4653681" y="302019"/>
                  </a:lnTo>
                  <a:lnTo>
                    <a:pt x="4655332" y="309762"/>
                  </a:lnTo>
                  <a:lnTo>
                    <a:pt x="4656984" y="314632"/>
                  </a:lnTo>
                  <a:lnTo>
                    <a:pt x="4658635" y="333644"/>
                  </a:lnTo>
                  <a:lnTo>
                    <a:pt x="4660287" y="371871"/>
                  </a:lnTo>
                  <a:lnTo>
                    <a:pt x="4661938" y="413386"/>
                  </a:lnTo>
                  <a:lnTo>
                    <a:pt x="4663589" y="469295"/>
                  </a:lnTo>
                  <a:lnTo>
                    <a:pt x="4665241" y="531098"/>
                  </a:lnTo>
                  <a:lnTo>
                    <a:pt x="4666892" y="600498"/>
                  </a:lnTo>
                  <a:lnTo>
                    <a:pt x="4668544" y="659892"/>
                  </a:lnTo>
                  <a:lnTo>
                    <a:pt x="4670195" y="749086"/>
                  </a:lnTo>
                  <a:lnTo>
                    <a:pt x="4671846" y="858932"/>
                  </a:lnTo>
                  <a:lnTo>
                    <a:pt x="4673498" y="969628"/>
                  </a:lnTo>
                  <a:lnTo>
                    <a:pt x="4675149" y="1041498"/>
                  </a:lnTo>
                  <a:lnTo>
                    <a:pt x="4676801" y="1073065"/>
                  </a:lnTo>
                  <a:lnTo>
                    <a:pt x="4678452" y="1042691"/>
                  </a:lnTo>
                  <a:lnTo>
                    <a:pt x="4680104" y="985234"/>
                  </a:lnTo>
                  <a:lnTo>
                    <a:pt x="4681755" y="917874"/>
                  </a:lnTo>
                  <a:lnTo>
                    <a:pt x="4683406" y="854959"/>
                  </a:lnTo>
                  <a:lnTo>
                    <a:pt x="4685058" y="832037"/>
                  </a:lnTo>
                  <a:lnTo>
                    <a:pt x="4686709" y="825038"/>
                  </a:lnTo>
                  <a:lnTo>
                    <a:pt x="4688361" y="834187"/>
                  </a:lnTo>
                  <a:lnTo>
                    <a:pt x="4690012" y="871849"/>
                  </a:lnTo>
                  <a:lnTo>
                    <a:pt x="4691663" y="939941"/>
                  </a:lnTo>
                  <a:lnTo>
                    <a:pt x="4693315" y="984755"/>
                  </a:lnTo>
                  <a:lnTo>
                    <a:pt x="4694966" y="1029012"/>
                  </a:lnTo>
                  <a:lnTo>
                    <a:pt x="4696618" y="1048430"/>
                  </a:lnTo>
                  <a:lnTo>
                    <a:pt x="4698269" y="1035617"/>
                  </a:lnTo>
                  <a:lnTo>
                    <a:pt x="4699920" y="1018723"/>
                  </a:lnTo>
                  <a:lnTo>
                    <a:pt x="4701572" y="1031004"/>
                  </a:lnTo>
                  <a:lnTo>
                    <a:pt x="4703223" y="1074073"/>
                  </a:lnTo>
                  <a:lnTo>
                    <a:pt x="4704875" y="1119152"/>
                  </a:lnTo>
                  <a:lnTo>
                    <a:pt x="4706526" y="1145637"/>
                  </a:lnTo>
                  <a:lnTo>
                    <a:pt x="4708178" y="1183652"/>
                  </a:lnTo>
                  <a:lnTo>
                    <a:pt x="4709829" y="1228124"/>
                  </a:lnTo>
                  <a:lnTo>
                    <a:pt x="4711480" y="1228124"/>
                  </a:lnTo>
                  <a:lnTo>
                    <a:pt x="4713132" y="1223917"/>
                  </a:lnTo>
                  <a:lnTo>
                    <a:pt x="4714783" y="1221543"/>
                  </a:lnTo>
                  <a:lnTo>
                    <a:pt x="4716435" y="1202737"/>
                  </a:lnTo>
                  <a:lnTo>
                    <a:pt x="4718086" y="1161126"/>
                  </a:lnTo>
                  <a:lnTo>
                    <a:pt x="4719737" y="1111662"/>
                  </a:lnTo>
                  <a:lnTo>
                    <a:pt x="4721389" y="1057122"/>
                  </a:lnTo>
                  <a:lnTo>
                    <a:pt x="4723040" y="1017364"/>
                  </a:lnTo>
                  <a:lnTo>
                    <a:pt x="4724692" y="1015472"/>
                  </a:lnTo>
                  <a:lnTo>
                    <a:pt x="4726343" y="1031576"/>
                  </a:lnTo>
                  <a:lnTo>
                    <a:pt x="4727994" y="1054297"/>
                  </a:lnTo>
                  <a:lnTo>
                    <a:pt x="4729646" y="1073736"/>
                  </a:lnTo>
                  <a:lnTo>
                    <a:pt x="4731297" y="1087546"/>
                  </a:lnTo>
                  <a:lnTo>
                    <a:pt x="4732949" y="1093280"/>
                  </a:lnTo>
                  <a:lnTo>
                    <a:pt x="4734600" y="1083326"/>
                  </a:lnTo>
                  <a:lnTo>
                    <a:pt x="4736252" y="1075762"/>
                  </a:lnTo>
                  <a:lnTo>
                    <a:pt x="4737903" y="1096928"/>
                  </a:lnTo>
                  <a:lnTo>
                    <a:pt x="4739554" y="1145195"/>
                  </a:lnTo>
                  <a:lnTo>
                    <a:pt x="4741206" y="1165383"/>
                  </a:lnTo>
                  <a:lnTo>
                    <a:pt x="4742857" y="1179089"/>
                  </a:lnTo>
                  <a:lnTo>
                    <a:pt x="4744509" y="1190910"/>
                  </a:lnTo>
                  <a:lnTo>
                    <a:pt x="4746160" y="1224514"/>
                  </a:lnTo>
                  <a:lnTo>
                    <a:pt x="4747811" y="1249575"/>
                  </a:lnTo>
                  <a:lnTo>
                    <a:pt x="4749463" y="1277286"/>
                  </a:lnTo>
                  <a:lnTo>
                    <a:pt x="4751114" y="1325258"/>
                  </a:lnTo>
                  <a:lnTo>
                    <a:pt x="4752766" y="1361920"/>
                  </a:lnTo>
                  <a:lnTo>
                    <a:pt x="4754417" y="1307453"/>
                  </a:lnTo>
                  <a:lnTo>
                    <a:pt x="4756069" y="1252883"/>
                  </a:lnTo>
                  <a:lnTo>
                    <a:pt x="4757720" y="1204392"/>
                  </a:lnTo>
                  <a:lnTo>
                    <a:pt x="4759371" y="1183141"/>
                  </a:lnTo>
                  <a:lnTo>
                    <a:pt x="4761023" y="1173127"/>
                  </a:lnTo>
                  <a:lnTo>
                    <a:pt x="4762674" y="1173127"/>
                  </a:lnTo>
                  <a:lnTo>
                    <a:pt x="4764326" y="1201093"/>
                  </a:lnTo>
                  <a:lnTo>
                    <a:pt x="4765977" y="1248919"/>
                  </a:lnTo>
                  <a:lnTo>
                    <a:pt x="4767628" y="1276556"/>
                  </a:lnTo>
                  <a:lnTo>
                    <a:pt x="4769280" y="1305005"/>
                  </a:lnTo>
                  <a:lnTo>
                    <a:pt x="4770931" y="1251555"/>
                  </a:lnTo>
                  <a:lnTo>
                    <a:pt x="4772583" y="1057122"/>
                  </a:lnTo>
                  <a:lnTo>
                    <a:pt x="4774234" y="864629"/>
                  </a:lnTo>
                  <a:lnTo>
                    <a:pt x="4775885" y="772648"/>
                  </a:lnTo>
                  <a:lnTo>
                    <a:pt x="4777537" y="731177"/>
                  </a:lnTo>
                  <a:lnTo>
                    <a:pt x="4779188" y="714669"/>
                  </a:lnTo>
                  <a:lnTo>
                    <a:pt x="4780840" y="726840"/>
                  </a:lnTo>
                  <a:lnTo>
                    <a:pt x="4782491" y="798772"/>
                  </a:lnTo>
                  <a:lnTo>
                    <a:pt x="4784143" y="868906"/>
                  </a:lnTo>
                  <a:lnTo>
                    <a:pt x="4785794" y="899418"/>
                  </a:lnTo>
                  <a:lnTo>
                    <a:pt x="4787445" y="917318"/>
                  </a:lnTo>
                  <a:lnTo>
                    <a:pt x="4789097" y="947937"/>
                  </a:lnTo>
                  <a:lnTo>
                    <a:pt x="4790748" y="963372"/>
                  </a:lnTo>
                  <a:lnTo>
                    <a:pt x="4792400" y="919551"/>
                  </a:lnTo>
                  <a:lnTo>
                    <a:pt x="4794051" y="840331"/>
                  </a:lnTo>
                  <a:lnTo>
                    <a:pt x="4795702" y="718027"/>
                  </a:lnTo>
                  <a:lnTo>
                    <a:pt x="4797354" y="594046"/>
                  </a:lnTo>
                  <a:lnTo>
                    <a:pt x="4799005" y="504107"/>
                  </a:lnTo>
                  <a:lnTo>
                    <a:pt x="4800657" y="467555"/>
                  </a:lnTo>
                  <a:lnTo>
                    <a:pt x="4802308" y="456006"/>
                  </a:lnTo>
                  <a:lnTo>
                    <a:pt x="4803959" y="471588"/>
                  </a:lnTo>
                  <a:lnTo>
                    <a:pt x="4805611" y="514110"/>
                  </a:lnTo>
                  <a:lnTo>
                    <a:pt x="4807262" y="570008"/>
                  </a:lnTo>
                  <a:lnTo>
                    <a:pt x="4808914" y="612796"/>
                  </a:lnTo>
                  <a:lnTo>
                    <a:pt x="4810565" y="624908"/>
                  </a:lnTo>
                  <a:lnTo>
                    <a:pt x="4812217" y="600056"/>
                  </a:lnTo>
                  <a:lnTo>
                    <a:pt x="4813868" y="573781"/>
                  </a:lnTo>
                  <a:lnTo>
                    <a:pt x="4815519" y="561331"/>
                  </a:lnTo>
                  <a:lnTo>
                    <a:pt x="4817171" y="536031"/>
                  </a:lnTo>
                  <a:lnTo>
                    <a:pt x="4818822" y="535511"/>
                  </a:lnTo>
                  <a:lnTo>
                    <a:pt x="4820474" y="567898"/>
                  </a:lnTo>
                  <a:lnTo>
                    <a:pt x="4822125" y="614543"/>
                  </a:lnTo>
                  <a:lnTo>
                    <a:pt x="4823776" y="643084"/>
                  </a:lnTo>
                  <a:lnTo>
                    <a:pt x="4825428" y="671388"/>
                  </a:lnTo>
                  <a:lnTo>
                    <a:pt x="4827079" y="686929"/>
                  </a:lnTo>
                  <a:lnTo>
                    <a:pt x="4828731" y="688318"/>
                  </a:lnTo>
                  <a:lnTo>
                    <a:pt x="4830382" y="672989"/>
                  </a:lnTo>
                  <a:lnTo>
                    <a:pt x="4832034" y="663598"/>
                  </a:lnTo>
                  <a:lnTo>
                    <a:pt x="4833685" y="667357"/>
                  </a:lnTo>
                  <a:lnTo>
                    <a:pt x="4835336" y="660727"/>
                  </a:lnTo>
                  <a:lnTo>
                    <a:pt x="4836988" y="658714"/>
                  </a:lnTo>
                  <a:lnTo>
                    <a:pt x="4838639" y="667500"/>
                  </a:lnTo>
                  <a:lnTo>
                    <a:pt x="4840291" y="698736"/>
                  </a:lnTo>
                  <a:lnTo>
                    <a:pt x="4841942" y="712964"/>
                  </a:lnTo>
                  <a:lnTo>
                    <a:pt x="4843593" y="697932"/>
                  </a:lnTo>
                  <a:lnTo>
                    <a:pt x="4845245" y="659129"/>
                  </a:lnTo>
                  <a:lnTo>
                    <a:pt x="4846896" y="623212"/>
                  </a:lnTo>
                  <a:lnTo>
                    <a:pt x="4848548" y="601775"/>
                  </a:lnTo>
                  <a:lnTo>
                    <a:pt x="4850199" y="613494"/>
                  </a:lnTo>
                  <a:lnTo>
                    <a:pt x="4851850" y="663950"/>
                  </a:lnTo>
                  <a:lnTo>
                    <a:pt x="4853502" y="748989"/>
                  </a:lnTo>
                  <a:lnTo>
                    <a:pt x="4855153" y="860867"/>
                  </a:lnTo>
                  <a:lnTo>
                    <a:pt x="4856805" y="927133"/>
                  </a:lnTo>
                  <a:lnTo>
                    <a:pt x="4858456" y="908037"/>
                  </a:lnTo>
                  <a:lnTo>
                    <a:pt x="4860108" y="850470"/>
                  </a:lnTo>
                  <a:lnTo>
                    <a:pt x="4861759" y="793867"/>
                  </a:lnTo>
                  <a:lnTo>
                    <a:pt x="4863410" y="757411"/>
                  </a:lnTo>
                  <a:lnTo>
                    <a:pt x="4865062" y="755505"/>
                  </a:lnTo>
                  <a:lnTo>
                    <a:pt x="4866713" y="755805"/>
                  </a:lnTo>
                  <a:lnTo>
                    <a:pt x="4868365" y="730267"/>
                  </a:lnTo>
                  <a:lnTo>
                    <a:pt x="4870016" y="699785"/>
                  </a:lnTo>
                  <a:lnTo>
                    <a:pt x="4871667" y="672188"/>
                  </a:lnTo>
                  <a:lnTo>
                    <a:pt x="4873319" y="640299"/>
                  </a:lnTo>
                  <a:lnTo>
                    <a:pt x="4874970" y="614134"/>
                  </a:lnTo>
                  <a:lnTo>
                    <a:pt x="4876622" y="594370"/>
                  </a:lnTo>
                  <a:lnTo>
                    <a:pt x="4878273" y="569713"/>
                  </a:lnTo>
                  <a:lnTo>
                    <a:pt x="4879924" y="541146"/>
                  </a:lnTo>
                  <a:lnTo>
                    <a:pt x="4881576" y="550220"/>
                  </a:lnTo>
                  <a:lnTo>
                    <a:pt x="4883227" y="584134"/>
                  </a:lnTo>
                  <a:lnTo>
                    <a:pt x="4884879" y="644652"/>
                  </a:lnTo>
                  <a:lnTo>
                    <a:pt x="4886530" y="737540"/>
                  </a:lnTo>
                  <a:lnTo>
                    <a:pt x="4888182" y="888239"/>
                  </a:lnTo>
                  <a:lnTo>
                    <a:pt x="4889833" y="973730"/>
                  </a:lnTo>
                  <a:lnTo>
                    <a:pt x="4891484" y="954258"/>
                  </a:lnTo>
                  <a:lnTo>
                    <a:pt x="4893136" y="877518"/>
                  </a:lnTo>
                  <a:lnTo>
                    <a:pt x="4894787" y="771052"/>
                  </a:lnTo>
                  <a:lnTo>
                    <a:pt x="4896439" y="680993"/>
                  </a:lnTo>
                  <a:lnTo>
                    <a:pt x="4898090" y="609052"/>
                  </a:lnTo>
                  <a:lnTo>
                    <a:pt x="4899741" y="579187"/>
                  </a:lnTo>
                  <a:lnTo>
                    <a:pt x="4901393" y="581597"/>
                  </a:lnTo>
                  <a:lnTo>
                    <a:pt x="4903044" y="612680"/>
                  </a:lnTo>
                  <a:lnTo>
                    <a:pt x="4904696" y="656512"/>
                  </a:lnTo>
                  <a:lnTo>
                    <a:pt x="4906347" y="691197"/>
                  </a:lnTo>
                  <a:lnTo>
                    <a:pt x="4907998" y="673354"/>
                  </a:lnTo>
                  <a:lnTo>
                    <a:pt x="4909650" y="624604"/>
                  </a:lnTo>
                  <a:lnTo>
                    <a:pt x="4911301" y="563437"/>
                  </a:lnTo>
                  <a:lnTo>
                    <a:pt x="4912953" y="508163"/>
                  </a:lnTo>
                  <a:lnTo>
                    <a:pt x="4914604" y="483010"/>
                  </a:lnTo>
                  <a:lnTo>
                    <a:pt x="4916256" y="474380"/>
                  </a:lnTo>
                  <a:lnTo>
                    <a:pt x="4917907" y="487002"/>
                  </a:lnTo>
                  <a:lnTo>
                    <a:pt x="4919558" y="526924"/>
                  </a:lnTo>
                  <a:lnTo>
                    <a:pt x="4921210" y="594316"/>
                  </a:lnTo>
                  <a:lnTo>
                    <a:pt x="4922861" y="641461"/>
                  </a:lnTo>
                  <a:lnTo>
                    <a:pt x="4924513" y="673867"/>
                  </a:lnTo>
                  <a:lnTo>
                    <a:pt x="4926164" y="672625"/>
                  </a:lnTo>
                  <a:lnTo>
                    <a:pt x="4927815" y="643932"/>
                  </a:lnTo>
                  <a:lnTo>
                    <a:pt x="4929467" y="591412"/>
                  </a:lnTo>
                  <a:lnTo>
                    <a:pt x="4931118" y="551136"/>
                  </a:lnTo>
                  <a:lnTo>
                    <a:pt x="4932770" y="528476"/>
                  </a:lnTo>
                  <a:lnTo>
                    <a:pt x="4934421" y="536768"/>
                  </a:lnTo>
                  <a:lnTo>
                    <a:pt x="4936073" y="552700"/>
                  </a:lnTo>
                  <a:lnTo>
                    <a:pt x="4937724" y="599338"/>
                  </a:lnTo>
                  <a:lnTo>
                    <a:pt x="4939375" y="683184"/>
                  </a:lnTo>
                  <a:lnTo>
                    <a:pt x="4941027" y="800903"/>
                  </a:lnTo>
                  <a:lnTo>
                    <a:pt x="4942678" y="886587"/>
                  </a:lnTo>
                  <a:lnTo>
                    <a:pt x="4944330" y="971443"/>
                  </a:lnTo>
                  <a:lnTo>
                    <a:pt x="4945981" y="1010668"/>
                  </a:lnTo>
                  <a:lnTo>
                    <a:pt x="4947632" y="995513"/>
                  </a:lnTo>
                  <a:lnTo>
                    <a:pt x="4949284" y="958342"/>
                  </a:lnTo>
                  <a:lnTo>
                    <a:pt x="4950935" y="913639"/>
                  </a:lnTo>
                  <a:lnTo>
                    <a:pt x="4952587" y="903780"/>
                  </a:lnTo>
                  <a:lnTo>
                    <a:pt x="4954238" y="913639"/>
                  </a:lnTo>
                  <a:lnTo>
                    <a:pt x="4955889" y="913092"/>
                  </a:lnTo>
                  <a:lnTo>
                    <a:pt x="4957541" y="914554"/>
                  </a:lnTo>
                  <a:lnTo>
                    <a:pt x="4959192" y="920299"/>
                  </a:lnTo>
                  <a:lnTo>
                    <a:pt x="4960844" y="907322"/>
                  </a:lnTo>
                  <a:lnTo>
                    <a:pt x="4962495" y="881366"/>
                  </a:lnTo>
                  <a:lnTo>
                    <a:pt x="4964147" y="858636"/>
                  </a:lnTo>
                  <a:lnTo>
                    <a:pt x="4965798" y="841438"/>
                  </a:lnTo>
                  <a:lnTo>
                    <a:pt x="4967449" y="849896"/>
                  </a:lnTo>
                  <a:lnTo>
                    <a:pt x="4969101" y="874354"/>
                  </a:lnTo>
                  <a:lnTo>
                    <a:pt x="4970752" y="886916"/>
                  </a:lnTo>
                  <a:lnTo>
                    <a:pt x="4972404" y="900284"/>
                  </a:lnTo>
                  <a:lnTo>
                    <a:pt x="4974055" y="896835"/>
                  </a:lnTo>
                  <a:lnTo>
                    <a:pt x="4975706" y="871382"/>
                  </a:lnTo>
                  <a:lnTo>
                    <a:pt x="4977358" y="859824"/>
                  </a:lnTo>
                  <a:lnTo>
                    <a:pt x="4979009" y="877518"/>
                  </a:lnTo>
                  <a:lnTo>
                    <a:pt x="4980661" y="898037"/>
                  </a:lnTo>
                  <a:lnTo>
                    <a:pt x="4982312" y="923314"/>
                  </a:lnTo>
                  <a:lnTo>
                    <a:pt x="4983963" y="950237"/>
                  </a:lnTo>
                  <a:lnTo>
                    <a:pt x="4985615" y="899938"/>
                  </a:lnTo>
                  <a:lnTo>
                    <a:pt x="4987266" y="804614"/>
                  </a:lnTo>
                  <a:lnTo>
                    <a:pt x="4988918" y="715097"/>
                  </a:lnTo>
                  <a:lnTo>
                    <a:pt x="4990569" y="661284"/>
                  </a:lnTo>
                  <a:lnTo>
                    <a:pt x="4992221" y="643802"/>
                  </a:lnTo>
                  <a:lnTo>
                    <a:pt x="4993872" y="661774"/>
                  </a:lnTo>
                  <a:lnTo>
                    <a:pt x="4995523" y="688473"/>
                  </a:lnTo>
                  <a:lnTo>
                    <a:pt x="4997175" y="713559"/>
                  </a:lnTo>
                  <a:lnTo>
                    <a:pt x="4998826" y="715012"/>
                  </a:lnTo>
                  <a:lnTo>
                    <a:pt x="5000478" y="695058"/>
                  </a:lnTo>
                  <a:lnTo>
                    <a:pt x="5002129" y="679268"/>
                  </a:lnTo>
                  <a:lnTo>
                    <a:pt x="5003780" y="682048"/>
                  </a:lnTo>
                  <a:lnTo>
                    <a:pt x="5005432" y="691040"/>
                  </a:lnTo>
                  <a:lnTo>
                    <a:pt x="5007083" y="707413"/>
                  </a:lnTo>
                  <a:lnTo>
                    <a:pt x="5008735" y="718374"/>
                  </a:lnTo>
                  <a:lnTo>
                    <a:pt x="5010386" y="706002"/>
                  </a:lnTo>
                  <a:lnTo>
                    <a:pt x="5012038" y="658162"/>
                  </a:lnTo>
                  <a:lnTo>
                    <a:pt x="5013689" y="615186"/>
                  </a:lnTo>
                  <a:lnTo>
                    <a:pt x="5015340" y="572983"/>
                  </a:lnTo>
                  <a:lnTo>
                    <a:pt x="5016992" y="563341"/>
                  </a:lnTo>
                  <a:lnTo>
                    <a:pt x="5018643" y="568289"/>
                  </a:lnTo>
                  <a:lnTo>
                    <a:pt x="5020295" y="605134"/>
                  </a:lnTo>
                  <a:lnTo>
                    <a:pt x="5021946" y="675115"/>
                  </a:lnTo>
                  <a:lnTo>
                    <a:pt x="5023597" y="793982"/>
                  </a:lnTo>
                  <a:lnTo>
                    <a:pt x="5025249" y="902902"/>
                  </a:lnTo>
                  <a:lnTo>
                    <a:pt x="5026900" y="1000807"/>
                  </a:lnTo>
                  <a:lnTo>
                    <a:pt x="5028552" y="1098402"/>
                  </a:lnTo>
                  <a:lnTo>
                    <a:pt x="5030203" y="1190385"/>
                  </a:lnTo>
                  <a:lnTo>
                    <a:pt x="5031854" y="1212257"/>
                  </a:lnTo>
                  <a:lnTo>
                    <a:pt x="5033506" y="1142559"/>
                  </a:lnTo>
                  <a:lnTo>
                    <a:pt x="5035157" y="1087546"/>
                  </a:lnTo>
                  <a:lnTo>
                    <a:pt x="5036809" y="1046604"/>
                  </a:lnTo>
                  <a:lnTo>
                    <a:pt x="5038460" y="1013059"/>
                  </a:lnTo>
                  <a:lnTo>
                    <a:pt x="5040112" y="1034166"/>
                  </a:lnTo>
                  <a:lnTo>
                    <a:pt x="5041763" y="1058388"/>
                  </a:lnTo>
                  <a:lnTo>
                    <a:pt x="5043414" y="1061579"/>
                  </a:lnTo>
                  <a:lnTo>
                    <a:pt x="5045066" y="1069732"/>
                  </a:lnTo>
                  <a:lnTo>
                    <a:pt x="5046717" y="1104381"/>
                  </a:lnTo>
                  <a:lnTo>
                    <a:pt x="5048369" y="1129760"/>
                  </a:lnTo>
                  <a:lnTo>
                    <a:pt x="5050020" y="1165383"/>
                  </a:lnTo>
                  <a:lnTo>
                    <a:pt x="5051671" y="1236120"/>
                  </a:lnTo>
                  <a:lnTo>
                    <a:pt x="5053323" y="1291550"/>
                  </a:lnTo>
                  <a:lnTo>
                    <a:pt x="5054974" y="1307453"/>
                  </a:lnTo>
                  <a:lnTo>
                    <a:pt x="5056626" y="1324382"/>
                  </a:lnTo>
                  <a:lnTo>
                    <a:pt x="5058277" y="1324382"/>
                  </a:lnTo>
                  <a:lnTo>
                    <a:pt x="5059928" y="1307453"/>
                  </a:lnTo>
                  <a:lnTo>
                    <a:pt x="5061580" y="1291550"/>
                  </a:lnTo>
                  <a:lnTo>
                    <a:pt x="5063231" y="1280965"/>
                  </a:lnTo>
                  <a:lnTo>
                    <a:pt x="5064883" y="1239895"/>
                  </a:lnTo>
                  <a:lnTo>
                    <a:pt x="5066534" y="1215701"/>
                  </a:lnTo>
                  <a:lnTo>
                    <a:pt x="5068186" y="1227519"/>
                  </a:lnTo>
                  <a:lnTo>
                    <a:pt x="5069837" y="1252883"/>
                  </a:lnTo>
                  <a:lnTo>
                    <a:pt x="5071488" y="1291550"/>
                  </a:lnTo>
                  <a:lnTo>
                    <a:pt x="5073140" y="1361920"/>
                  </a:lnTo>
                  <a:lnTo>
                    <a:pt x="5074791" y="1430742"/>
                  </a:lnTo>
                  <a:lnTo>
                    <a:pt x="5076443" y="1430742"/>
                  </a:lnTo>
                  <a:lnTo>
                    <a:pt x="5078094" y="1430742"/>
                  </a:lnTo>
                  <a:lnTo>
                    <a:pt x="5079745" y="1401014"/>
                  </a:lnTo>
                  <a:lnTo>
                    <a:pt x="5081397" y="1338759"/>
                  </a:lnTo>
                  <a:lnTo>
                    <a:pt x="5083048" y="1273658"/>
                  </a:lnTo>
                  <a:lnTo>
                    <a:pt x="5084700" y="1246309"/>
                  </a:lnTo>
                  <a:lnTo>
                    <a:pt x="5086351" y="1221543"/>
                  </a:lnTo>
                  <a:lnTo>
                    <a:pt x="5088003" y="1212257"/>
                  </a:lnTo>
                  <a:lnTo>
                    <a:pt x="5089654" y="1201093"/>
                  </a:lnTo>
                  <a:lnTo>
                    <a:pt x="5091305" y="1182122"/>
                  </a:lnTo>
                  <a:lnTo>
                    <a:pt x="5092957" y="1144313"/>
                  </a:lnTo>
                  <a:lnTo>
                    <a:pt x="5094608" y="1111274"/>
                  </a:lnTo>
                  <a:lnTo>
                    <a:pt x="5096260" y="1103626"/>
                  </a:lnTo>
                  <a:lnTo>
                    <a:pt x="5097911" y="1119152"/>
                  </a:lnTo>
                  <a:lnTo>
                    <a:pt x="5099562" y="1160657"/>
                  </a:lnTo>
                  <a:lnTo>
                    <a:pt x="5101214" y="1212828"/>
                  </a:lnTo>
                  <a:lnTo>
                    <a:pt x="5102865" y="1292323"/>
                  </a:lnTo>
                  <a:lnTo>
                    <a:pt x="5104517" y="1343419"/>
                  </a:lnTo>
                  <a:lnTo>
                    <a:pt x="5106168" y="1384012"/>
                  </a:lnTo>
                  <a:lnTo>
                    <a:pt x="5107819" y="1406936"/>
                  </a:lnTo>
                  <a:lnTo>
                    <a:pt x="5109471" y="1430742"/>
                  </a:lnTo>
                  <a:lnTo>
                    <a:pt x="5111122" y="1430742"/>
                  </a:lnTo>
                  <a:lnTo>
                    <a:pt x="5112774" y="1430742"/>
                  </a:lnTo>
                  <a:lnTo>
                    <a:pt x="5114425" y="1430742"/>
                  </a:lnTo>
                  <a:lnTo>
                    <a:pt x="5116077" y="1430742"/>
                  </a:lnTo>
                  <a:lnTo>
                    <a:pt x="5117728" y="1405741"/>
                  </a:lnTo>
                  <a:lnTo>
                    <a:pt x="5119379" y="1382916"/>
                  </a:lnTo>
                  <a:lnTo>
                    <a:pt x="5121031" y="1361920"/>
                  </a:lnTo>
                  <a:lnTo>
                    <a:pt x="5122682" y="1342480"/>
                  </a:lnTo>
                  <a:lnTo>
                    <a:pt x="5124334" y="1324382"/>
                  </a:lnTo>
                  <a:lnTo>
                    <a:pt x="5125985" y="1307453"/>
                  </a:lnTo>
                  <a:lnTo>
                    <a:pt x="5127636" y="1307453"/>
                  </a:lnTo>
                  <a:lnTo>
                    <a:pt x="5129288" y="1324382"/>
                  </a:lnTo>
                  <a:lnTo>
                    <a:pt x="5130939" y="1342480"/>
                  </a:lnTo>
                  <a:lnTo>
                    <a:pt x="5132591" y="1361920"/>
                  </a:lnTo>
                  <a:lnTo>
                    <a:pt x="5134242" y="1405741"/>
                  </a:lnTo>
                  <a:lnTo>
                    <a:pt x="5135893" y="1430742"/>
                  </a:lnTo>
                  <a:lnTo>
                    <a:pt x="5137545" y="1430742"/>
                  </a:lnTo>
                  <a:lnTo>
                    <a:pt x="5139196" y="1430742"/>
                  </a:lnTo>
                  <a:lnTo>
                    <a:pt x="5140848" y="1430742"/>
                  </a:lnTo>
                  <a:lnTo>
                    <a:pt x="5142499" y="1405741"/>
                  </a:lnTo>
                  <a:lnTo>
                    <a:pt x="5144151" y="1382916"/>
                  </a:lnTo>
                  <a:lnTo>
                    <a:pt x="5145802" y="1355935"/>
                  </a:lnTo>
                  <a:lnTo>
                    <a:pt x="5147453" y="1336919"/>
                  </a:lnTo>
                  <a:lnTo>
                    <a:pt x="5149105" y="1336919"/>
                  </a:lnTo>
                  <a:lnTo>
                    <a:pt x="5150756" y="1355935"/>
                  </a:lnTo>
                  <a:lnTo>
                    <a:pt x="5152408" y="1376439"/>
                  </a:lnTo>
                  <a:lnTo>
                    <a:pt x="5154059" y="1382916"/>
                  </a:lnTo>
                  <a:lnTo>
                    <a:pt x="5155710" y="1361920"/>
                  </a:lnTo>
                  <a:lnTo>
                    <a:pt x="5157362" y="1291550"/>
                  </a:lnTo>
                  <a:lnTo>
                    <a:pt x="5159013" y="1236120"/>
                  </a:lnTo>
                  <a:lnTo>
                    <a:pt x="5160665" y="1201093"/>
                  </a:lnTo>
                  <a:lnTo>
                    <a:pt x="5162316" y="1206616"/>
                  </a:lnTo>
                  <a:lnTo>
                    <a:pt x="5163967" y="1218022"/>
                  </a:lnTo>
                  <a:lnTo>
                    <a:pt x="5165619" y="1255560"/>
                  </a:lnTo>
                  <a:lnTo>
                    <a:pt x="5167270" y="1315781"/>
                  </a:lnTo>
                  <a:lnTo>
                    <a:pt x="5168922" y="1342480"/>
                  </a:lnTo>
                  <a:lnTo>
                    <a:pt x="5170573" y="1315781"/>
                  </a:lnTo>
                  <a:lnTo>
                    <a:pt x="5172225" y="1315781"/>
                  </a:lnTo>
                  <a:lnTo>
                    <a:pt x="5173876" y="1333275"/>
                  </a:lnTo>
                  <a:lnTo>
                    <a:pt x="5175527" y="1333275"/>
                  </a:lnTo>
                  <a:lnTo>
                    <a:pt x="5177179" y="1361920"/>
                  </a:lnTo>
                  <a:lnTo>
                    <a:pt x="5178830" y="1405741"/>
                  </a:lnTo>
                  <a:lnTo>
                    <a:pt x="5180482" y="1430742"/>
                  </a:lnTo>
                  <a:lnTo>
                    <a:pt x="5182133" y="1430742"/>
                  </a:lnTo>
                  <a:lnTo>
                    <a:pt x="5183784" y="1421718"/>
                  </a:lnTo>
                  <a:lnTo>
                    <a:pt x="5185436" y="1327903"/>
                  </a:lnTo>
                  <a:lnTo>
                    <a:pt x="5187087" y="1226313"/>
                  </a:lnTo>
                  <a:lnTo>
                    <a:pt x="5188739" y="1162537"/>
                  </a:lnTo>
                  <a:lnTo>
                    <a:pt x="5190390" y="1144313"/>
                  </a:lnTo>
                  <a:lnTo>
                    <a:pt x="5192042" y="1147413"/>
                  </a:lnTo>
                  <a:lnTo>
                    <a:pt x="5193693" y="1190385"/>
                  </a:lnTo>
                  <a:lnTo>
                    <a:pt x="5195344" y="1276556"/>
                  </a:lnTo>
                  <a:lnTo>
                    <a:pt x="5196996" y="1382916"/>
                  </a:lnTo>
                  <a:lnTo>
                    <a:pt x="5198647" y="1430742"/>
                  </a:lnTo>
                  <a:lnTo>
                    <a:pt x="5200299" y="1430742"/>
                  </a:lnTo>
                  <a:lnTo>
                    <a:pt x="5201950" y="1430742"/>
                  </a:lnTo>
                  <a:lnTo>
                    <a:pt x="5203601" y="1430742"/>
                  </a:lnTo>
                  <a:lnTo>
                    <a:pt x="5205253" y="1430742"/>
                  </a:lnTo>
                  <a:lnTo>
                    <a:pt x="5206904" y="1430742"/>
                  </a:lnTo>
                  <a:lnTo>
                    <a:pt x="5208556" y="1430742"/>
                  </a:lnTo>
                  <a:lnTo>
                    <a:pt x="5210207" y="1430742"/>
                  </a:lnTo>
                  <a:lnTo>
                    <a:pt x="5211858" y="1430742"/>
                  </a:lnTo>
                  <a:lnTo>
                    <a:pt x="5213510" y="1430742"/>
                  </a:lnTo>
                  <a:lnTo>
                    <a:pt x="5215161" y="1430742"/>
                  </a:lnTo>
                  <a:lnTo>
                    <a:pt x="5216813" y="1405741"/>
                  </a:lnTo>
                  <a:lnTo>
                    <a:pt x="5218464" y="1361920"/>
                  </a:lnTo>
                  <a:lnTo>
                    <a:pt x="5220116" y="1342480"/>
                  </a:lnTo>
                  <a:lnTo>
                    <a:pt x="5221767" y="1342480"/>
                  </a:lnTo>
                  <a:lnTo>
                    <a:pt x="5223418" y="1342480"/>
                  </a:lnTo>
                  <a:lnTo>
                    <a:pt x="5225070" y="1361920"/>
                  </a:lnTo>
                  <a:lnTo>
                    <a:pt x="5226721" y="1405741"/>
                  </a:lnTo>
                  <a:lnTo>
                    <a:pt x="5228373" y="1430742"/>
                  </a:lnTo>
                  <a:lnTo>
                    <a:pt x="5230024" y="1430742"/>
                  </a:lnTo>
                  <a:lnTo>
                    <a:pt x="5231675" y="1430742"/>
                  </a:lnTo>
                  <a:lnTo>
                    <a:pt x="5233327" y="1430742"/>
                  </a:lnTo>
                  <a:lnTo>
                    <a:pt x="5234978" y="1405741"/>
                  </a:lnTo>
                  <a:lnTo>
                    <a:pt x="5236630" y="1361920"/>
                  </a:lnTo>
                  <a:lnTo>
                    <a:pt x="5238281" y="1342480"/>
                  </a:lnTo>
                  <a:lnTo>
                    <a:pt x="5239932" y="1342480"/>
                  </a:lnTo>
                  <a:lnTo>
                    <a:pt x="5241584" y="1342480"/>
                  </a:lnTo>
                  <a:lnTo>
                    <a:pt x="5243235" y="1361920"/>
                  </a:lnTo>
                  <a:lnTo>
                    <a:pt x="5244887" y="1405741"/>
                  </a:lnTo>
                  <a:lnTo>
                    <a:pt x="5246538" y="1430742"/>
                  </a:lnTo>
                  <a:lnTo>
                    <a:pt x="5248190" y="1430742"/>
                  </a:lnTo>
                  <a:lnTo>
                    <a:pt x="5249841" y="1430742"/>
                  </a:lnTo>
                  <a:lnTo>
                    <a:pt x="5251492" y="1430742"/>
                  </a:lnTo>
                  <a:lnTo>
                    <a:pt x="5253144" y="1430742"/>
                  </a:lnTo>
                  <a:lnTo>
                    <a:pt x="5254795" y="1405741"/>
                  </a:lnTo>
                  <a:lnTo>
                    <a:pt x="5256447" y="1382916"/>
                  </a:lnTo>
                  <a:lnTo>
                    <a:pt x="5258098" y="1342480"/>
                  </a:lnTo>
                  <a:lnTo>
                    <a:pt x="5259749" y="1324382"/>
                  </a:lnTo>
                  <a:lnTo>
                    <a:pt x="5261401" y="1307453"/>
                  </a:lnTo>
                  <a:lnTo>
                    <a:pt x="5263052" y="1324382"/>
                  </a:lnTo>
                  <a:lnTo>
                    <a:pt x="5264704" y="1342480"/>
                  </a:lnTo>
                  <a:lnTo>
                    <a:pt x="5266355" y="1382916"/>
                  </a:lnTo>
                  <a:lnTo>
                    <a:pt x="5268007" y="1405741"/>
                  </a:lnTo>
                  <a:lnTo>
                    <a:pt x="5269658" y="1430742"/>
                  </a:lnTo>
                  <a:lnTo>
                    <a:pt x="5271309" y="1430742"/>
                  </a:lnTo>
                  <a:lnTo>
                    <a:pt x="5272961" y="1430742"/>
                  </a:lnTo>
                  <a:lnTo>
                    <a:pt x="5274612" y="1430742"/>
                  </a:lnTo>
                  <a:lnTo>
                    <a:pt x="5276264" y="1430742"/>
                  </a:lnTo>
                  <a:lnTo>
                    <a:pt x="5277915" y="1430742"/>
                  </a:lnTo>
                  <a:lnTo>
                    <a:pt x="5279566" y="1430742"/>
                  </a:lnTo>
                  <a:lnTo>
                    <a:pt x="5281218" y="1430742"/>
                  </a:lnTo>
                  <a:lnTo>
                    <a:pt x="5282869" y="1430742"/>
                  </a:lnTo>
                  <a:lnTo>
                    <a:pt x="5284521" y="1430742"/>
                  </a:lnTo>
                  <a:lnTo>
                    <a:pt x="5286172" y="1430742"/>
                  </a:lnTo>
                  <a:lnTo>
                    <a:pt x="5287823" y="1430742"/>
                  </a:lnTo>
                  <a:lnTo>
                    <a:pt x="5289475" y="1430742"/>
                  </a:lnTo>
                  <a:lnTo>
                    <a:pt x="5291126" y="1430742"/>
                  </a:lnTo>
                  <a:lnTo>
                    <a:pt x="5292778" y="1382916"/>
                  </a:lnTo>
                  <a:lnTo>
                    <a:pt x="5294429" y="1342480"/>
                  </a:lnTo>
                  <a:lnTo>
                    <a:pt x="5296081" y="1324382"/>
                  </a:lnTo>
                  <a:lnTo>
                    <a:pt x="5297732" y="1324382"/>
                  </a:lnTo>
                  <a:lnTo>
                    <a:pt x="5299383" y="1307453"/>
                  </a:lnTo>
                  <a:lnTo>
                    <a:pt x="5301035" y="1307453"/>
                  </a:lnTo>
                  <a:lnTo>
                    <a:pt x="5302686" y="1324382"/>
                  </a:lnTo>
                  <a:lnTo>
                    <a:pt x="5304338" y="1342480"/>
                  </a:lnTo>
                  <a:lnTo>
                    <a:pt x="5305989" y="1342480"/>
                  </a:lnTo>
                  <a:lnTo>
                    <a:pt x="5307640" y="1361920"/>
                  </a:lnTo>
                  <a:lnTo>
                    <a:pt x="5309292" y="1405741"/>
                  </a:lnTo>
                  <a:lnTo>
                    <a:pt x="5310943" y="1430742"/>
                  </a:lnTo>
                  <a:lnTo>
                    <a:pt x="5312595" y="1430742"/>
                  </a:lnTo>
                  <a:lnTo>
                    <a:pt x="5314246" y="1430742"/>
                  </a:lnTo>
                  <a:lnTo>
                    <a:pt x="5315897" y="1430742"/>
                  </a:lnTo>
                  <a:lnTo>
                    <a:pt x="5317549" y="1405741"/>
                  </a:lnTo>
                  <a:lnTo>
                    <a:pt x="5319200" y="1361920"/>
                  </a:lnTo>
                  <a:lnTo>
                    <a:pt x="5320852" y="1342480"/>
                  </a:lnTo>
                  <a:lnTo>
                    <a:pt x="5322503" y="1324382"/>
                  </a:lnTo>
                  <a:lnTo>
                    <a:pt x="5324155" y="1324382"/>
                  </a:lnTo>
                  <a:lnTo>
                    <a:pt x="5325806" y="1342480"/>
                  </a:lnTo>
                  <a:lnTo>
                    <a:pt x="5327457" y="1382916"/>
                  </a:lnTo>
                  <a:lnTo>
                    <a:pt x="5329109" y="1405741"/>
                  </a:lnTo>
                  <a:lnTo>
                    <a:pt x="5330760" y="1430742"/>
                  </a:lnTo>
                  <a:lnTo>
                    <a:pt x="5332412" y="1430742"/>
                  </a:lnTo>
                  <a:lnTo>
                    <a:pt x="5334063" y="1405741"/>
                  </a:lnTo>
                  <a:lnTo>
                    <a:pt x="5335714" y="1361920"/>
                  </a:lnTo>
                  <a:lnTo>
                    <a:pt x="5337366" y="1324382"/>
                  </a:lnTo>
                  <a:lnTo>
                    <a:pt x="5339017" y="1292323"/>
                  </a:lnTo>
                  <a:lnTo>
                    <a:pt x="5340669" y="1263065"/>
                  </a:lnTo>
                  <a:lnTo>
                    <a:pt x="5342320" y="1263065"/>
                  </a:lnTo>
                  <a:lnTo>
                    <a:pt x="5343971" y="1273658"/>
                  </a:lnTo>
                  <a:lnTo>
                    <a:pt x="5345623" y="1273658"/>
                  </a:lnTo>
                  <a:lnTo>
                    <a:pt x="5347274" y="1287721"/>
                  </a:lnTo>
                  <a:lnTo>
                    <a:pt x="5348926" y="1320046"/>
                  </a:lnTo>
                  <a:lnTo>
                    <a:pt x="5350577" y="1337837"/>
                  </a:lnTo>
                  <a:lnTo>
                    <a:pt x="5352229" y="1361920"/>
                  </a:lnTo>
                  <a:lnTo>
                    <a:pt x="5353880" y="1314936"/>
                  </a:lnTo>
                  <a:lnTo>
                    <a:pt x="5355531" y="1238001"/>
                  </a:lnTo>
                  <a:lnTo>
                    <a:pt x="5357183" y="1095828"/>
                  </a:lnTo>
                  <a:lnTo>
                    <a:pt x="5358834" y="1010404"/>
                  </a:lnTo>
                  <a:lnTo>
                    <a:pt x="5360486" y="982845"/>
                  </a:lnTo>
                  <a:lnTo>
                    <a:pt x="5362137" y="985474"/>
                  </a:lnTo>
                  <a:lnTo>
                    <a:pt x="5363788" y="1017635"/>
                  </a:lnTo>
                  <a:lnTo>
                    <a:pt x="5365440" y="1115183"/>
                  </a:lnTo>
                  <a:lnTo>
                    <a:pt x="5367091" y="1255560"/>
                  </a:lnTo>
                  <a:lnTo>
                    <a:pt x="5368743" y="1342480"/>
                  </a:lnTo>
                  <a:lnTo>
                    <a:pt x="5370394" y="1430742"/>
                  </a:lnTo>
                  <a:lnTo>
                    <a:pt x="5372046" y="1430742"/>
                  </a:lnTo>
                  <a:lnTo>
                    <a:pt x="5373697" y="1430742"/>
                  </a:lnTo>
                  <a:lnTo>
                    <a:pt x="5375348" y="1405741"/>
                  </a:lnTo>
                  <a:lnTo>
                    <a:pt x="5377000" y="1382916"/>
                  </a:lnTo>
                  <a:lnTo>
                    <a:pt x="5378651" y="1342480"/>
                  </a:lnTo>
                  <a:lnTo>
                    <a:pt x="5380303" y="1324382"/>
                  </a:lnTo>
                  <a:lnTo>
                    <a:pt x="5381954" y="1324382"/>
                  </a:lnTo>
                  <a:lnTo>
                    <a:pt x="5383605" y="1342480"/>
                  </a:lnTo>
                  <a:lnTo>
                    <a:pt x="5385257" y="1327903"/>
                  </a:lnTo>
                  <a:lnTo>
                    <a:pt x="5386908" y="1294654"/>
                  </a:lnTo>
                  <a:lnTo>
                    <a:pt x="5388560" y="1265150"/>
                  </a:lnTo>
                  <a:lnTo>
                    <a:pt x="5390211" y="1238630"/>
                  </a:lnTo>
                  <a:lnTo>
                    <a:pt x="5391862" y="1238630"/>
                  </a:lnTo>
                  <a:lnTo>
                    <a:pt x="5393514" y="1262374"/>
                  </a:lnTo>
                  <a:lnTo>
                    <a:pt x="5395165" y="1324382"/>
                  </a:lnTo>
                  <a:lnTo>
                    <a:pt x="5396817" y="1382916"/>
                  </a:lnTo>
                  <a:lnTo>
                    <a:pt x="5398468" y="1430742"/>
                  </a:lnTo>
                  <a:lnTo>
                    <a:pt x="5400120" y="1430742"/>
                  </a:lnTo>
                  <a:lnTo>
                    <a:pt x="5401771" y="1430742"/>
                  </a:lnTo>
                  <a:lnTo>
                    <a:pt x="5403422" y="1430742"/>
                  </a:lnTo>
                  <a:lnTo>
                    <a:pt x="5405074" y="1430742"/>
                  </a:lnTo>
                  <a:lnTo>
                    <a:pt x="5406725" y="1430742"/>
                  </a:lnTo>
                  <a:lnTo>
                    <a:pt x="5408377" y="1430742"/>
                  </a:lnTo>
                  <a:lnTo>
                    <a:pt x="5410028" y="1430742"/>
                  </a:lnTo>
                  <a:lnTo>
                    <a:pt x="5411679" y="1430742"/>
                  </a:lnTo>
                  <a:lnTo>
                    <a:pt x="5413331" y="1430742"/>
                  </a:lnTo>
                  <a:lnTo>
                    <a:pt x="5414982" y="1430742"/>
                  </a:lnTo>
                  <a:lnTo>
                    <a:pt x="5416634" y="1430742"/>
                  </a:lnTo>
                  <a:lnTo>
                    <a:pt x="5418285" y="1430742"/>
                  </a:lnTo>
                  <a:lnTo>
                    <a:pt x="5419936" y="1430742"/>
                  </a:lnTo>
                  <a:lnTo>
                    <a:pt x="5421588" y="1405741"/>
                  </a:lnTo>
                  <a:lnTo>
                    <a:pt x="5423239" y="1361920"/>
                  </a:lnTo>
                  <a:lnTo>
                    <a:pt x="5424891" y="1342480"/>
                  </a:lnTo>
                  <a:lnTo>
                    <a:pt x="5426542" y="1342480"/>
                  </a:lnTo>
                  <a:lnTo>
                    <a:pt x="5428194" y="1342480"/>
                  </a:lnTo>
                  <a:lnTo>
                    <a:pt x="5429845" y="1361920"/>
                  </a:lnTo>
                  <a:lnTo>
                    <a:pt x="5431496" y="1405741"/>
                  </a:lnTo>
                  <a:lnTo>
                    <a:pt x="5433148" y="1430742"/>
                  </a:lnTo>
                  <a:lnTo>
                    <a:pt x="5434799" y="1430742"/>
                  </a:lnTo>
                  <a:lnTo>
                    <a:pt x="5436451" y="1430742"/>
                  </a:lnTo>
                  <a:lnTo>
                    <a:pt x="5438102" y="1430742"/>
                  </a:lnTo>
                  <a:lnTo>
                    <a:pt x="5439753" y="1430742"/>
                  </a:lnTo>
                  <a:lnTo>
                    <a:pt x="5441405" y="1405741"/>
                  </a:lnTo>
                  <a:lnTo>
                    <a:pt x="5443056" y="1382916"/>
                  </a:lnTo>
                  <a:lnTo>
                    <a:pt x="5444708" y="1361920"/>
                  </a:lnTo>
                  <a:lnTo>
                    <a:pt x="5446359" y="1342480"/>
                  </a:lnTo>
                  <a:lnTo>
                    <a:pt x="5448011" y="1324382"/>
                  </a:lnTo>
                  <a:lnTo>
                    <a:pt x="5449662" y="1342480"/>
                  </a:lnTo>
                  <a:lnTo>
                    <a:pt x="5451313" y="1361920"/>
                  </a:lnTo>
                  <a:lnTo>
                    <a:pt x="5452965" y="1382916"/>
                  </a:lnTo>
                  <a:lnTo>
                    <a:pt x="5454616" y="1405741"/>
                  </a:lnTo>
                  <a:lnTo>
                    <a:pt x="5456268" y="1430742"/>
                  </a:lnTo>
                  <a:lnTo>
                    <a:pt x="5457919" y="1430742"/>
                  </a:lnTo>
                  <a:lnTo>
                    <a:pt x="5459570" y="1430742"/>
                  </a:lnTo>
                  <a:lnTo>
                    <a:pt x="5461222" y="1430742"/>
                  </a:lnTo>
                  <a:lnTo>
                    <a:pt x="5462873" y="1430742"/>
                  </a:lnTo>
                  <a:lnTo>
                    <a:pt x="5464525" y="1430742"/>
                  </a:lnTo>
                  <a:lnTo>
                    <a:pt x="5466176" y="1430742"/>
                  </a:lnTo>
                  <a:lnTo>
                    <a:pt x="5467827" y="1430742"/>
                  </a:lnTo>
                  <a:lnTo>
                    <a:pt x="5469479" y="1430742"/>
                  </a:lnTo>
                  <a:lnTo>
                    <a:pt x="5471130" y="1430742"/>
                  </a:lnTo>
                  <a:lnTo>
                    <a:pt x="5472782" y="1430742"/>
                  </a:lnTo>
                  <a:lnTo>
                    <a:pt x="5474433" y="1430742"/>
                  </a:lnTo>
                  <a:lnTo>
                    <a:pt x="5476085" y="1430742"/>
                  </a:lnTo>
                  <a:lnTo>
                    <a:pt x="5477736" y="1430742"/>
                  </a:lnTo>
                  <a:lnTo>
                    <a:pt x="5479387" y="1430742"/>
                  </a:lnTo>
                  <a:lnTo>
                    <a:pt x="5481039" y="1430742"/>
                  </a:lnTo>
                  <a:lnTo>
                    <a:pt x="5482690" y="1405741"/>
                  </a:lnTo>
                  <a:lnTo>
                    <a:pt x="5484342" y="1361920"/>
                  </a:lnTo>
                  <a:lnTo>
                    <a:pt x="5485993" y="1326137"/>
                  </a:lnTo>
                  <a:lnTo>
                    <a:pt x="5487644" y="1323509"/>
                  </a:lnTo>
                  <a:lnTo>
                    <a:pt x="5489296" y="1323509"/>
                  </a:lnTo>
                  <a:lnTo>
                    <a:pt x="5490947" y="1341545"/>
                  </a:lnTo>
                  <a:lnTo>
                    <a:pt x="5492599" y="1381826"/>
                  </a:lnTo>
                  <a:lnTo>
                    <a:pt x="5494250" y="1426837"/>
                  </a:lnTo>
                  <a:lnTo>
                    <a:pt x="5495901" y="1430742"/>
                  </a:lnTo>
                  <a:lnTo>
                    <a:pt x="5497553" y="1430742"/>
                  </a:lnTo>
                  <a:lnTo>
                    <a:pt x="5499204" y="1430742"/>
                  </a:lnTo>
                  <a:lnTo>
                    <a:pt x="5500856" y="1405741"/>
                  </a:lnTo>
                  <a:lnTo>
                    <a:pt x="5502507" y="1342480"/>
                  </a:lnTo>
                  <a:lnTo>
                    <a:pt x="5504159" y="1276556"/>
                  </a:lnTo>
                  <a:lnTo>
                    <a:pt x="5505810" y="1248919"/>
                  </a:lnTo>
                  <a:lnTo>
                    <a:pt x="5507461" y="1236120"/>
                  </a:lnTo>
                  <a:lnTo>
                    <a:pt x="5509113" y="1234253"/>
                  </a:lnTo>
                  <a:lnTo>
                    <a:pt x="5510764" y="1246959"/>
                  </a:lnTo>
                  <a:lnTo>
                    <a:pt x="5512416" y="1289246"/>
                  </a:lnTo>
                  <a:lnTo>
                    <a:pt x="5514067" y="1321772"/>
                  </a:lnTo>
                  <a:lnTo>
                    <a:pt x="5515718" y="1339685"/>
                  </a:lnTo>
                  <a:lnTo>
                    <a:pt x="5517370" y="1361920"/>
                  </a:lnTo>
                  <a:lnTo>
                    <a:pt x="5519021" y="1361920"/>
                  </a:lnTo>
                  <a:lnTo>
                    <a:pt x="5520673" y="1305818"/>
                  </a:lnTo>
                  <a:lnTo>
                    <a:pt x="5522324" y="1229948"/>
                  </a:lnTo>
                  <a:lnTo>
                    <a:pt x="5523975" y="1129760"/>
                  </a:lnTo>
                  <a:lnTo>
                    <a:pt x="5525627" y="1057438"/>
                  </a:lnTo>
                  <a:lnTo>
                    <a:pt x="5527278" y="1011197"/>
                  </a:lnTo>
                  <a:lnTo>
                    <a:pt x="5528930" y="963814"/>
                  </a:lnTo>
                  <a:lnTo>
                    <a:pt x="5530581" y="940143"/>
                  </a:lnTo>
                  <a:lnTo>
                    <a:pt x="5532233" y="943601"/>
                  </a:lnTo>
                  <a:lnTo>
                    <a:pt x="5533884" y="964922"/>
                  </a:lnTo>
                  <a:lnTo>
                    <a:pt x="5535535" y="988130"/>
                  </a:lnTo>
                  <a:lnTo>
                    <a:pt x="5537187" y="1041201"/>
                  </a:lnTo>
                  <a:lnTo>
                    <a:pt x="5538838" y="1108572"/>
                  </a:lnTo>
                  <a:lnTo>
                    <a:pt x="5540490" y="1189860"/>
                  </a:lnTo>
                  <a:lnTo>
                    <a:pt x="5542141" y="1248264"/>
                  </a:lnTo>
                  <a:lnTo>
                    <a:pt x="5543792" y="1323509"/>
                  </a:lnTo>
                  <a:lnTo>
                    <a:pt x="5545444" y="1404551"/>
                  </a:lnTo>
                  <a:lnTo>
                    <a:pt x="5547095" y="1429434"/>
                  </a:lnTo>
                  <a:lnTo>
                    <a:pt x="5548747" y="1430742"/>
                  </a:lnTo>
                  <a:lnTo>
                    <a:pt x="5550398" y="1430742"/>
                  </a:lnTo>
                  <a:lnTo>
                    <a:pt x="5552050" y="1430742"/>
                  </a:lnTo>
                  <a:lnTo>
                    <a:pt x="5553701" y="1430742"/>
                  </a:lnTo>
                  <a:lnTo>
                    <a:pt x="5555352" y="1430742"/>
                  </a:lnTo>
                  <a:lnTo>
                    <a:pt x="5557004" y="1430742"/>
                  </a:lnTo>
                  <a:lnTo>
                    <a:pt x="5558655" y="1430742"/>
                  </a:lnTo>
                  <a:lnTo>
                    <a:pt x="5560307" y="1430742"/>
                  </a:lnTo>
                  <a:lnTo>
                    <a:pt x="5561958" y="1430742"/>
                  </a:lnTo>
                  <a:lnTo>
                    <a:pt x="5563609" y="1430742"/>
                  </a:lnTo>
                  <a:lnTo>
                    <a:pt x="5565261" y="1430742"/>
                  </a:lnTo>
                  <a:lnTo>
                    <a:pt x="5566912" y="1430742"/>
                  </a:lnTo>
                  <a:lnTo>
                    <a:pt x="5568564" y="1430742"/>
                  </a:lnTo>
                  <a:lnTo>
                    <a:pt x="5570215" y="1430742"/>
                  </a:lnTo>
                  <a:lnTo>
                    <a:pt x="5571866" y="1430742"/>
                  </a:lnTo>
                  <a:lnTo>
                    <a:pt x="5573518" y="1405741"/>
                  </a:lnTo>
                  <a:lnTo>
                    <a:pt x="5575169" y="1342480"/>
                  </a:lnTo>
                  <a:lnTo>
                    <a:pt x="5576821" y="1307453"/>
                  </a:lnTo>
                  <a:lnTo>
                    <a:pt x="5578472" y="1292323"/>
                  </a:lnTo>
                  <a:lnTo>
                    <a:pt x="5580124" y="1292323"/>
                  </a:lnTo>
                  <a:lnTo>
                    <a:pt x="5581775" y="1308274"/>
                  </a:lnTo>
                  <a:lnTo>
                    <a:pt x="5583426" y="1362931"/>
                  </a:lnTo>
                  <a:lnTo>
                    <a:pt x="5585078" y="1406936"/>
                  </a:lnTo>
                  <a:lnTo>
                    <a:pt x="5586729" y="1430742"/>
                  </a:lnTo>
                  <a:lnTo>
                    <a:pt x="5588381" y="1430742"/>
                  </a:lnTo>
                  <a:lnTo>
                    <a:pt x="5590032" y="1430742"/>
                  </a:lnTo>
                  <a:lnTo>
                    <a:pt x="5591683" y="1430742"/>
                  </a:lnTo>
                  <a:lnTo>
                    <a:pt x="5593335" y="1430742"/>
                  </a:lnTo>
                  <a:lnTo>
                    <a:pt x="5594986" y="1389558"/>
                  </a:lnTo>
                  <a:lnTo>
                    <a:pt x="5596638" y="1348162"/>
                  </a:lnTo>
                  <a:lnTo>
                    <a:pt x="5598289" y="1329682"/>
                  </a:lnTo>
                  <a:lnTo>
                    <a:pt x="5599940" y="1329682"/>
                  </a:lnTo>
                  <a:lnTo>
                    <a:pt x="5601592" y="1329682"/>
                  </a:lnTo>
                  <a:lnTo>
                    <a:pt x="5603243" y="1361920"/>
                  </a:lnTo>
                  <a:lnTo>
                    <a:pt x="5604895" y="1405741"/>
                  </a:lnTo>
                  <a:lnTo>
                    <a:pt x="5606546" y="1430742"/>
                  </a:lnTo>
                  <a:lnTo>
                    <a:pt x="5608198" y="1430742"/>
                  </a:lnTo>
                  <a:lnTo>
                    <a:pt x="5609849" y="1430742"/>
                  </a:lnTo>
                  <a:lnTo>
                    <a:pt x="5611500" y="1430742"/>
                  </a:lnTo>
                  <a:lnTo>
                    <a:pt x="5613152" y="1430742"/>
                  </a:lnTo>
                  <a:lnTo>
                    <a:pt x="5614803" y="1430742"/>
                  </a:lnTo>
                  <a:lnTo>
                    <a:pt x="5616455" y="1430742"/>
                  </a:lnTo>
                  <a:lnTo>
                    <a:pt x="5618106" y="1430742"/>
                  </a:lnTo>
                  <a:lnTo>
                    <a:pt x="5619757" y="1430742"/>
                  </a:lnTo>
                  <a:lnTo>
                    <a:pt x="5621409" y="1405741"/>
                  </a:lnTo>
                  <a:lnTo>
                    <a:pt x="5623060" y="1382916"/>
                  </a:lnTo>
                  <a:lnTo>
                    <a:pt x="5624712" y="1347207"/>
                  </a:lnTo>
                  <a:lnTo>
                    <a:pt x="5626363" y="1328791"/>
                  </a:lnTo>
                  <a:lnTo>
                    <a:pt x="5628015" y="1311584"/>
                  </a:lnTo>
                  <a:lnTo>
                    <a:pt x="5629666" y="1311584"/>
                  </a:lnTo>
                  <a:lnTo>
                    <a:pt x="5631317" y="1295436"/>
                  </a:lnTo>
                  <a:lnTo>
                    <a:pt x="5632969" y="1307453"/>
                  </a:lnTo>
                  <a:lnTo>
                    <a:pt x="5634620" y="1324382"/>
                  </a:lnTo>
                  <a:lnTo>
                    <a:pt x="5636272" y="1342480"/>
                  </a:lnTo>
                  <a:lnTo>
                    <a:pt x="5637923" y="1342480"/>
                  </a:lnTo>
                  <a:lnTo>
                    <a:pt x="5639574" y="1342480"/>
                  </a:lnTo>
                  <a:lnTo>
                    <a:pt x="5641226" y="1324382"/>
                  </a:lnTo>
                  <a:lnTo>
                    <a:pt x="5642877" y="1276556"/>
                  </a:lnTo>
                  <a:lnTo>
                    <a:pt x="5644529" y="1190385"/>
                  </a:lnTo>
                  <a:lnTo>
                    <a:pt x="5646180" y="1142559"/>
                  </a:lnTo>
                  <a:lnTo>
                    <a:pt x="5647831" y="1117557"/>
                  </a:lnTo>
                  <a:lnTo>
                    <a:pt x="5649483" y="1102123"/>
                  </a:lnTo>
                  <a:lnTo>
                    <a:pt x="5651134" y="1094733"/>
                  </a:lnTo>
                  <a:lnTo>
                    <a:pt x="5652786" y="1141250"/>
                  </a:lnTo>
                  <a:lnTo>
                    <a:pt x="5654437" y="1199458"/>
                  </a:lnTo>
                  <a:lnTo>
                    <a:pt x="5656089" y="1234253"/>
                  </a:lnTo>
                  <a:lnTo>
                    <a:pt x="5657740" y="1234253"/>
                  </a:lnTo>
                  <a:lnTo>
                    <a:pt x="5659391" y="1246959"/>
                  </a:lnTo>
                  <a:lnTo>
                    <a:pt x="5661043" y="1248919"/>
                  </a:lnTo>
                  <a:lnTo>
                    <a:pt x="5662694" y="1248919"/>
                  </a:lnTo>
                  <a:lnTo>
                    <a:pt x="5664346" y="1276556"/>
                  </a:lnTo>
                  <a:lnTo>
                    <a:pt x="5665997" y="1342480"/>
                  </a:lnTo>
                  <a:lnTo>
                    <a:pt x="5667648" y="1405741"/>
                  </a:lnTo>
                  <a:lnTo>
                    <a:pt x="5669300" y="1430742"/>
                  </a:lnTo>
                  <a:lnTo>
                    <a:pt x="5670951" y="1420454"/>
                  </a:lnTo>
                  <a:lnTo>
                    <a:pt x="5672603" y="1353970"/>
                  </a:lnTo>
                  <a:lnTo>
                    <a:pt x="5674254" y="1243724"/>
                  </a:lnTo>
                  <a:lnTo>
                    <a:pt x="5675905" y="1172147"/>
                  </a:lnTo>
                  <a:lnTo>
                    <a:pt x="5677557" y="1135655"/>
                  </a:lnTo>
                  <a:lnTo>
                    <a:pt x="5679208" y="1114397"/>
                  </a:lnTo>
                  <a:lnTo>
                    <a:pt x="5680860" y="1113613"/>
                  </a:lnTo>
                  <a:lnTo>
                    <a:pt x="5682511" y="1156014"/>
                  </a:lnTo>
                  <a:lnTo>
                    <a:pt x="5684163" y="1222728"/>
                  </a:lnTo>
                  <a:lnTo>
                    <a:pt x="5685814" y="1275103"/>
                  </a:lnTo>
                  <a:lnTo>
                    <a:pt x="5687465" y="1322639"/>
                  </a:lnTo>
                  <a:lnTo>
                    <a:pt x="5689117" y="1382916"/>
                  </a:lnTo>
                  <a:lnTo>
                    <a:pt x="5690768" y="1382916"/>
                  </a:lnTo>
                  <a:lnTo>
                    <a:pt x="5692420" y="1342480"/>
                  </a:lnTo>
                  <a:lnTo>
                    <a:pt x="5694071" y="1248919"/>
                  </a:lnTo>
                  <a:lnTo>
                    <a:pt x="5695722" y="1180096"/>
                  </a:lnTo>
                  <a:lnTo>
                    <a:pt x="5697374" y="1134381"/>
                  </a:lnTo>
                  <a:lnTo>
                    <a:pt x="5699025" y="1091474"/>
                  </a:lnTo>
                  <a:lnTo>
                    <a:pt x="5700677" y="1039425"/>
                  </a:lnTo>
                  <a:lnTo>
                    <a:pt x="5702328" y="1031863"/>
                  </a:lnTo>
                  <a:lnTo>
                    <a:pt x="5703979" y="1033300"/>
                  </a:lnTo>
                  <a:lnTo>
                    <a:pt x="5705631" y="1030719"/>
                  </a:lnTo>
                  <a:lnTo>
                    <a:pt x="5707282" y="1051501"/>
                  </a:lnTo>
                  <a:lnTo>
                    <a:pt x="5708934" y="1098771"/>
                  </a:lnTo>
                  <a:lnTo>
                    <a:pt x="5710585" y="1150098"/>
                  </a:lnTo>
                  <a:lnTo>
                    <a:pt x="5712237" y="1207734"/>
                  </a:lnTo>
                  <a:lnTo>
                    <a:pt x="5713888" y="1276556"/>
                  </a:lnTo>
                  <a:lnTo>
                    <a:pt x="5715539" y="1342480"/>
                  </a:lnTo>
                  <a:lnTo>
                    <a:pt x="5717191" y="1405741"/>
                  </a:lnTo>
                  <a:lnTo>
                    <a:pt x="5718842" y="1430742"/>
                  </a:lnTo>
                  <a:lnTo>
                    <a:pt x="5720494" y="1430742"/>
                  </a:lnTo>
                  <a:lnTo>
                    <a:pt x="5722145" y="1405741"/>
                  </a:lnTo>
                  <a:lnTo>
                    <a:pt x="5723796" y="1361920"/>
                  </a:lnTo>
                  <a:lnTo>
                    <a:pt x="5725448" y="1307453"/>
                  </a:lnTo>
                  <a:lnTo>
                    <a:pt x="5727099" y="1248919"/>
                  </a:lnTo>
                  <a:lnTo>
                    <a:pt x="5728751" y="1212257"/>
                  </a:lnTo>
                  <a:lnTo>
                    <a:pt x="5730402" y="1212257"/>
                  </a:lnTo>
                  <a:lnTo>
                    <a:pt x="5732054" y="1223917"/>
                  </a:lnTo>
                  <a:lnTo>
                    <a:pt x="5733705" y="1262374"/>
                  </a:lnTo>
                  <a:lnTo>
                    <a:pt x="5735356" y="1324382"/>
                  </a:lnTo>
                  <a:lnTo>
                    <a:pt x="5737008" y="1382916"/>
                  </a:lnTo>
                  <a:lnTo>
                    <a:pt x="5738659" y="1405741"/>
                  </a:lnTo>
                  <a:lnTo>
                    <a:pt x="5740311" y="1430742"/>
                  </a:lnTo>
                  <a:lnTo>
                    <a:pt x="5741962" y="1430742"/>
                  </a:lnTo>
                  <a:lnTo>
                    <a:pt x="5743613" y="1430742"/>
                  </a:lnTo>
                  <a:lnTo>
                    <a:pt x="5745265" y="1430742"/>
                  </a:lnTo>
                  <a:lnTo>
                    <a:pt x="5746916" y="1430742"/>
                  </a:lnTo>
                  <a:lnTo>
                    <a:pt x="5748568" y="1405741"/>
                  </a:lnTo>
                  <a:lnTo>
                    <a:pt x="5750219" y="1324382"/>
                  </a:lnTo>
                  <a:lnTo>
                    <a:pt x="5751870" y="1276556"/>
                  </a:lnTo>
                  <a:lnTo>
                    <a:pt x="5753522" y="1262374"/>
                  </a:lnTo>
                  <a:lnTo>
                    <a:pt x="5755173" y="1262374"/>
                  </a:lnTo>
                  <a:lnTo>
                    <a:pt x="5756825" y="1276556"/>
                  </a:lnTo>
                  <a:lnTo>
                    <a:pt x="5758476" y="1342480"/>
                  </a:lnTo>
                  <a:lnTo>
                    <a:pt x="5760128" y="1405741"/>
                  </a:lnTo>
                  <a:lnTo>
                    <a:pt x="5761779" y="1430742"/>
                  </a:lnTo>
                  <a:lnTo>
                    <a:pt x="5763430" y="1430742"/>
                  </a:lnTo>
                  <a:lnTo>
                    <a:pt x="5765082" y="1430742"/>
                  </a:lnTo>
                  <a:lnTo>
                    <a:pt x="5766733" y="1430742"/>
                  </a:lnTo>
                  <a:lnTo>
                    <a:pt x="5768385" y="1430742"/>
                  </a:lnTo>
                  <a:lnTo>
                    <a:pt x="5770036" y="1430742"/>
                  </a:lnTo>
                  <a:lnTo>
                    <a:pt x="5771687" y="1430742"/>
                  </a:lnTo>
                  <a:lnTo>
                    <a:pt x="5773339" y="1430742"/>
                  </a:lnTo>
                  <a:lnTo>
                    <a:pt x="5774990" y="1430742"/>
                  </a:lnTo>
                  <a:lnTo>
                    <a:pt x="5776642" y="1430742"/>
                  </a:lnTo>
                  <a:lnTo>
                    <a:pt x="5778293" y="1430742"/>
                  </a:lnTo>
                  <a:lnTo>
                    <a:pt x="5779944" y="1430742"/>
                  </a:lnTo>
                  <a:lnTo>
                    <a:pt x="5781596" y="1430742"/>
                  </a:lnTo>
                  <a:lnTo>
                    <a:pt x="5783247" y="1430742"/>
                  </a:lnTo>
                  <a:lnTo>
                    <a:pt x="5784899" y="1430742"/>
                  </a:lnTo>
                  <a:lnTo>
                    <a:pt x="5786550" y="1430742"/>
                  </a:lnTo>
                  <a:lnTo>
                    <a:pt x="5788202" y="1430742"/>
                  </a:lnTo>
                  <a:lnTo>
                    <a:pt x="5789853" y="1430742"/>
                  </a:lnTo>
                  <a:lnTo>
                    <a:pt x="5791504" y="1430742"/>
                  </a:lnTo>
                  <a:lnTo>
                    <a:pt x="5793156" y="1430742"/>
                  </a:lnTo>
                  <a:lnTo>
                    <a:pt x="5794807" y="1430742"/>
                  </a:lnTo>
                  <a:lnTo>
                    <a:pt x="5796459" y="1430742"/>
                  </a:lnTo>
                  <a:lnTo>
                    <a:pt x="5798110" y="1430742"/>
                  </a:lnTo>
                  <a:lnTo>
                    <a:pt x="5799761" y="1430742"/>
                  </a:lnTo>
                  <a:lnTo>
                    <a:pt x="5801413" y="1430742"/>
                  </a:lnTo>
                  <a:lnTo>
                    <a:pt x="5803064" y="1430742"/>
                  </a:lnTo>
                  <a:lnTo>
                    <a:pt x="5804716" y="1430742"/>
                  </a:lnTo>
                  <a:lnTo>
                    <a:pt x="5806367" y="1430742"/>
                  </a:lnTo>
                  <a:lnTo>
                    <a:pt x="5808019" y="1430742"/>
                  </a:lnTo>
                  <a:lnTo>
                    <a:pt x="5809670" y="1430742"/>
                  </a:lnTo>
                  <a:lnTo>
                    <a:pt x="5811321" y="1430742"/>
                  </a:lnTo>
                  <a:lnTo>
                    <a:pt x="5812973" y="1430742"/>
                  </a:lnTo>
                  <a:lnTo>
                    <a:pt x="5814624" y="1430742"/>
                  </a:lnTo>
                  <a:lnTo>
                    <a:pt x="5816276" y="1430742"/>
                  </a:lnTo>
                  <a:lnTo>
                    <a:pt x="5817927" y="1430742"/>
                  </a:lnTo>
                  <a:lnTo>
                    <a:pt x="5819578" y="1430742"/>
                  </a:lnTo>
                  <a:lnTo>
                    <a:pt x="5821230" y="1430742"/>
                  </a:lnTo>
                  <a:lnTo>
                    <a:pt x="5822881" y="1430742"/>
                  </a:lnTo>
                  <a:lnTo>
                    <a:pt x="5824533" y="1430742"/>
                  </a:lnTo>
                  <a:lnTo>
                    <a:pt x="5826184" y="1430742"/>
                  </a:lnTo>
                  <a:lnTo>
                    <a:pt x="5827835" y="1430742"/>
                  </a:lnTo>
                  <a:lnTo>
                    <a:pt x="5829487" y="1382916"/>
                  </a:lnTo>
                  <a:lnTo>
                    <a:pt x="5831138" y="1324382"/>
                  </a:lnTo>
                  <a:lnTo>
                    <a:pt x="5832790" y="1276556"/>
                  </a:lnTo>
                  <a:lnTo>
                    <a:pt x="5834441" y="1248919"/>
                  </a:lnTo>
                  <a:lnTo>
                    <a:pt x="5836093" y="1236120"/>
                  </a:lnTo>
                  <a:lnTo>
                    <a:pt x="5837744" y="1262374"/>
                  </a:lnTo>
                  <a:lnTo>
                    <a:pt x="5839395" y="1307453"/>
                  </a:lnTo>
                  <a:lnTo>
                    <a:pt x="5841047" y="1361920"/>
                  </a:lnTo>
                  <a:lnTo>
                    <a:pt x="5842698" y="1405741"/>
                  </a:lnTo>
                  <a:lnTo>
                    <a:pt x="5844350" y="1405741"/>
                  </a:lnTo>
                  <a:lnTo>
                    <a:pt x="5846001" y="1361920"/>
                  </a:lnTo>
                  <a:lnTo>
                    <a:pt x="5847652" y="1341545"/>
                  </a:lnTo>
                  <a:lnTo>
                    <a:pt x="5849304" y="1341545"/>
                  </a:lnTo>
                  <a:lnTo>
                    <a:pt x="5850955" y="1323509"/>
                  </a:lnTo>
                  <a:lnTo>
                    <a:pt x="5852607" y="1306634"/>
                  </a:lnTo>
                  <a:lnTo>
                    <a:pt x="5854258" y="1322639"/>
                  </a:lnTo>
                  <a:lnTo>
                    <a:pt x="5855909" y="1341545"/>
                  </a:lnTo>
                  <a:lnTo>
                    <a:pt x="5857561" y="1341545"/>
                  </a:lnTo>
                  <a:lnTo>
                    <a:pt x="5859212" y="1360913"/>
                  </a:lnTo>
                  <a:lnTo>
                    <a:pt x="5860864" y="1404551"/>
                  </a:lnTo>
                  <a:lnTo>
                    <a:pt x="5862515" y="1430742"/>
                  </a:lnTo>
                  <a:lnTo>
                    <a:pt x="5864167" y="1430742"/>
                  </a:lnTo>
                  <a:lnTo>
                    <a:pt x="5865818" y="1405741"/>
                  </a:lnTo>
                  <a:lnTo>
                    <a:pt x="5867469" y="1382916"/>
                  </a:lnTo>
                  <a:lnTo>
                    <a:pt x="5869121" y="1342480"/>
                  </a:lnTo>
                  <a:lnTo>
                    <a:pt x="5870772" y="1291550"/>
                  </a:lnTo>
                  <a:lnTo>
                    <a:pt x="5872424" y="1260311"/>
                  </a:lnTo>
                  <a:lnTo>
                    <a:pt x="5874075" y="1265848"/>
                  </a:lnTo>
                  <a:lnTo>
                    <a:pt x="5875726" y="1280225"/>
                  </a:lnTo>
                  <a:lnTo>
                    <a:pt x="5877378" y="1311584"/>
                  </a:lnTo>
                  <a:lnTo>
                    <a:pt x="5879029" y="1367014"/>
                  </a:lnTo>
                  <a:lnTo>
                    <a:pt x="5880681" y="1415457"/>
                  </a:lnTo>
                  <a:lnTo>
                    <a:pt x="5882332" y="1430742"/>
                  </a:lnTo>
                  <a:lnTo>
                    <a:pt x="5883983" y="1430742"/>
                  </a:lnTo>
                  <a:lnTo>
                    <a:pt x="5885635" y="1430742"/>
                  </a:lnTo>
                  <a:lnTo>
                    <a:pt x="5887286" y="1430742"/>
                  </a:lnTo>
                  <a:lnTo>
                    <a:pt x="5888938" y="1408136"/>
                  </a:lnTo>
                  <a:lnTo>
                    <a:pt x="5890589" y="1385112"/>
                  </a:lnTo>
                  <a:lnTo>
                    <a:pt x="5892241" y="1344361"/>
                  </a:lnTo>
                  <a:lnTo>
                    <a:pt x="5893892" y="1263758"/>
                  </a:lnTo>
                  <a:lnTo>
                    <a:pt x="5895543" y="1134805"/>
                  </a:lnTo>
                  <a:lnTo>
                    <a:pt x="5897195" y="1041796"/>
                  </a:lnTo>
                  <a:lnTo>
                    <a:pt x="5898846" y="998021"/>
                  </a:lnTo>
                  <a:lnTo>
                    <a:pt x="5900498" y="998021"/>
                  </a:lnTo>
                  <a:lnTo>
                    <a:pt x="5902149" y="1024513"/>
                  </a:lnTo>
                  <a:lnTo>
                    <a:pt x="5903800" y="1101748"/>
                  </a:lnTo>
                  <a:lnTo>
                    <a:pt x="5905452" y="1223917"/>
                  </a:lnTo>
                  <a:lnTo>
                    <a:pt x="5907103" y="1307453"/>
                  </a:lnTo>
                  <a:lnTo>
                    <a:pt x="5908755" y="1291550"/>
                  </a:lnTo>
                  <a:lnTo>
                    <a:pt x="5910406" y="1262374"/>
                  </a:lnTo>
                  <a:lnTo>
                    <a:pt x="5912058" y="1248919"/>
                  </a:lnTo>
                  <a:lnTo>
                    <a:pt x="5913709" y="1262374"/>
                  </a:lnTo>
                  <a:lnTo>
                    <a:pt x="5915360" y="1291550"/>
                  </a:lnTo>
                  <a:lnTo>
                    <a:pt x="5917012" y="1307453"/>
                  </a:lnTo>
                  <a:lnTo>
                    <a:pt x="5918663" y="1324382"/>
                  </a:lnTo>
                  <a:lnTo>
                    <a:pt x="5920315" y="1342480"/>
                  </a:lnTo>
                  <a:lnTo>
                    <a:pt x="5921966" y="1342480"/>
                  </a:lnTo>
                  <a:lnTo>
                    <a:pt x="5923617" y="1361920"/>
                  </a:lnTo>
                  <a:lnTo>
                    <a:pt x="5925269" y="1405741"/>
                  </a:lnTo>
                  <a:lnTo>
                    <a:pt x="5926920" y="1430742"/>
                  </a:lnTo>
                  <a:lnTo>
                    <a:pt x="5928572" y="1430742"/>
                  </a:lnTo>
                  <a:lnTo>
                    <a:pt x="5930223" y="1430742"/>
                  </a:lnTo>
                  <a:lnTo>
                    <a:pt x="5931874" y="1430742"/>
                  </a:lnTo>
                  <a:lnTo>
                    <a:pt x="5933526" y="1430742"/>
                  </a:lnTo>
                  <a:lnTo>
                    <a:pt x="5935177" y="1430742"/>
                  </a:lnTo>
                  <a:lnTo>
                    <a:pt x="5936829" y="1430742"/>
                  </a:lnTo>
                  <a:lnTo>
                    <a:pt x="5938480" y="1430742"/>
                  </a:lnTo>
                  <a:lnTo>
                    <a:pt x="5940132" y="1430742"/>
                  </a:lnTo>
                  <a:lnTo>
                    <a:pt x="5941783" y="1430742"/>
                  </a:lnTo>
                  <a:lnTo>
                    <a:pt x="5943434" y="1430742"/>
                  </a:lnTo>
                  <a:lnTo>
                    <a:pt x="5945086" y="1430742"/>
                  </a:lnTo>
                  <a:lnTo>
                    <a:pt x="5946737" y="1430742"/>
                  </a:lnTo>
                  <a:lnTo>
                    <a:pt x="5948389" y="1430742"/>
                  </a:lnTo>
                  <a:lnTo>
                    <a:pt x="5950040" y="1430742"/>
                  </a:lnTo>
                  <a:lnTo>
                    <a:pt x="5951691" y="1430742"/>
                  </a:lnTo>
                  <a:lnTo>
                    <a:pt x="5953343" y="1430742"/>
                  </a:lnTo>
                  <a:lnTo>
                    <a:pt x="5954994" y="1430742"/>
                  </a:lnTo>
                  <a:lnTo>
                    <a:pt x="5956646" y="1430742"/>
                  </a:lnTo>
                  <a:lnTo>
                    <a:pt x="5958297" y="1430742"/>
                  </a:lnTo>
                  <a:lnTo>
                    <a:pt x="5959948" y="1430742"/>
                  </a:lnTo>
                  <a:lnTo>
                    <a:pt x="5961600" y="1430742"/>
                  </a:lnTo>
                  <a:lnTo>
                    <a:pt x="5963251" y="1430742"/>
                  </a:lnTo>
                  <a:lnTo>
                    <a:pt x="5964903" y="1430742"/>
                  </a:lnTo>
                  <a:lnTo>
                    <a:pt x="5966554" y="1430742"/>
                  </a:lnTo>
                  <a:lnTo>
                    <a:pt x="5968206" y="1430742"/>
                  </a:lnTo>
                  <a:lnTo>
                    <a:pt x="5969857" y="1430742"/>
                  </a:lnTo>
                  <a:lnTo>
                    <a:pt x="5971508" y="1430742"/>
                  </a:lnTo>
                  <a:lnTo>
                    <a:pt x="5973160" y="1430742"/>
                  </a:lnTo>
                  <a:lnTo>
                    <a:pt x="5974811" y="1430742"/>
                  </a:lnTo>
                  <a:lnTo>
                    <a:pt x="5976463" y="1430742"/>
                  </a:lnTo>
                  <a:lnTo>
                    <a:pt x="5978114" y="1430742"/>
                  </a:lnTo>
                  <a:lnTo>
                    <a:pt x="5979765" y="1430742"/>
                  </a:lnTo>
                  <a:lnTo>
                    <a:pt x="5981417" y="1430742"/>
                  </a:lnTo>
                  <a:lnTo>
                    <a:pt x="5983068" y="1430742"/>
                  </a:lnTo>
                  <a:lnTo>
                    <a:pt x="5984720" y="1430742"/>
                  </a:lnTo>
                  <a:lnTo>
                    <a:pt x="5986371" y="1430742"/>
                  </a:lnTo>
                  <a:lnTo>
                    <a:pt x="5988023" y="1430742"/>
                  </a:lnTo>
                  <a:lnTo>
                    <a:pt x="5989674" y="1430742"/>
                  </a:lnTo>
                  <a:lnTo>
                    <a:pt x="5991325" y="1382916"/>
                  </a:lnTo>
                  <a:lnTo>
                    <a:pt x="5992977" y="1342480"/>
                  </a:lnTo>
                  <a:lnTo>
                    <a:pt x="5994628" y="1324382"/>
                  </a:lnTo>
                  <a:lnTo>
                    <a:pt x="5996280" y="1324382"/>
                  </a:lnTo>
                  <a:lnTo>
                    <a:pt x="5997931" y="1324382"/>
                  </a:lnTo>
                  <a:lnTo>
                    <a:pt x="5999582" y="1361920"/>
                  </a:lnTo>
                  <a:lnTo>
                    <a:pt x="6001234" y="1382916"/>
                  </a:lnTo>
                  <a:lnTo>
                    <a:pt x="6002885" y="1382916"/>
                  </a:lnTo>
                  <a:lnTo>
                    <a:pt x="6004537" y="1361920"/>
                  </a:lnTo>
                  <a:lnTo>
                    <a:pt x="6006188" y="1342480"/>
                  </a:lnTo>
                  <a:lnTo>
                    <a:pt x="6007839" y="1324382"/>
                  </a:lnTo>
                  <a:lnTo>
                    <a:pt x="6009491" y="1342480"/>
                  </a:lnTo>
                  <a:lnTo>
                    <a:pt x="6011142" y="1361920"/>
                  </a:lnTo>
                  <a:lnTo>
                    <a:pt x="6012794" y="1382916"/>
                  </a:lnTo>
                  <a:lnTo>
                    <a:pt x="6014445" y="1382916"/>
                  </a:lnTo>
                  <a:lnTo>
                    <a:pt x="6016097" y="1382916"/>
                  </a:lnTo>
                  <a:lnTo>
                    <a:pt x="6017748" y="1361920"/>
                  </a:lnTo>
                  <a:lnTo>
                    <a:pt x="6019399" y="1342480"/>
                  </a:lnTo>
                  <a:lnTo>
                    <a:pt x="6021051" y="1342480"/>
                  </a:lnTo>
                  <a:lnTo>
                    <a:pt x="6022702" y="1361920"/>
                  </a:lnTo>
                  <a:lnTo>
                    <a:pt x="6024354" y="1382916"/>
                  </a:lnTo>
                  <a:lnTo>
                    <a:pt x="6026005" y="1405741"/>
                  </a:lnTo>
                  <a:lnTo>
                    <a:pt x="6027656" y="1430742"/>
                  </a:lnTo>
                  <a:lnTo>
                    <a:pt x="6029308" y="1430742"/>
                  </a:lnTo>
                  <a:lnTo>
                    <a:pt x="6030959" y="1430742"/>
                  </a:lnTo>
                  <a:lnTo>
                    <a:pt x="6032611" y="1405741"/>
                  </a:lnTo>
                  <a:lnTo>
                    <a:pt x="6034262" y="1342480"/>
                  </a:lnTo>
                  <a:lnTo>
                    <a:pt x="6035913" y="1291550"/>
                  </a:lnTo>
                  <a:lnTo>
                    <a:pt x="6037565" y="1276556"/>
                  </a:lnTo>
                  <a:lnTo>
                    <a:pt x="6039216" y="1262374"/>
                  </a:lnTo>
                  <a:lnTo>
                    <a:pt x="6040868" y="1276556"/>
                  </a:lnTo>
                  <a:lnTo>
                    <a:pt x="6042519" y="1324382"/>
                  </a:lnTo>
                  <a:lnTo>
                    <a:pt x="6044171" y="1382916"/>
                  </a:lnTo>
                  <a:lnTo>
                    <a:pt x="6045822" y="1382916"/>
                  </a:lnTo>
                  <a:lnTo>
                    <a:pt x="6047473" y="1361920"/>
                  </a:lnTo>
                  <a:lnTo>
                    <a:pt x="6049125" y="1342480"/>
                  </a:lnTo>
                  <a:lnTo>
                    <a:pt x="6050776" y="1342480"/>
                  </a:lnTo>
                  <a:lnTo>
                    <a:pt x="6052428" y="1342480"/>
                  </a:lnTo>
                  <a:lnTo>
                    <a:pt x="6054079" y="1361920"/>
                  </a:lnTo>
                  <a:lnTo>
                    <a:pt x="6055730" y="1405741"/>
                  </a:lnTo>
                  <a:lnTo>
                    <a:pt x="6057382" y="1430742"/>
                  </a:lnTo>
                  <a:lnTo>
                    <a:pt x="6059033" y="1430742"/>
                  </a:lnTo>
                  <a:lnTo>
                    <a:pt x="6060685" y="1430742"/>
                  </a:lnTo>
                  <a:lnTo>
                    <a:pt x="6062336" y="1405741"/>
                  </a:lnTo>
                  <a:lnTo>
                    <a:pt x="6063987" y="1361920"/>
                  </a:lnTo>
                  <a:lnTo>
                    <a:pt x="6065639" y="1342480"/>
                  </a:lnTo>
                  <a:lnTo>
                    <a:pt x="6067290" y="1342480"/>
                  </a:lnTo>
                  <a:lnTo>
                    <a:pt x="6068942" y="1342480"/>
                  </a:lnTo>
                  <a:lnTo>
                    <a:pt x="6070593" y="1361920"/>
                  </a:lnTo>
                  <a:lnTo>
                    <a:pt x="6072245" y="1382916"/>
                  </a:lnTo>
                  <a:lnTo>
                    <a:pt x="6073896" y="1361920"/>
                  </a:lnTo>
                  <a:lnTo>
                    <a:pt x="6075547" y="1324382"/>
                  </a:lnTo>
                  <a:lnTo>
                    <a:pt x="6077199" y="1286204"/>
                  </a:lnTo>
                  <a:lnTo>
                    <a:pt x="6078850" y="1268661"/>
                  </a:lnTo>
                  <a:lnTo>
                    <a:pt x="6080502" y="1229339"/>
                  </a:lnTo>
                  <a:lnTo>
                    <a:pt x="6082153" y="1217440"/>
                  </a:lnTo>
                  <a:lnTo>
                    <a:pt x="6083804" y="1217440"/>
                  </a:lnTo>
                  <a:lnTo>
                    <a:pt x="6085456" y="1233634"/>
                  </a:lnTo>
                  <a:lnTo>
                    <a:pt x="6087107" y="1236120"/>
                  </a:lnTo>
                  <a:lnTo>
                    <a:pt x="6088759" y="1262374"/>
                  </a:lnTo>
                  <a:lnTo>
                    <a:pt x="6090410" y="1286961"/>
                  </a:lnTo>
                  <a:lnTo>
                    <a:pt x="6092062" y="1286961"/>
                  </a:lnTo>
                  <a:lnTo>
                    <a:pt x="6093713" y="1286961"/>
                  </a:lnTo>
                  <a:lnTo>
                    <a:pt x="6095364" y="1286961"/>
                  </a:lnTo>
                  <a:lnTo>
                    <a:pt x="6097016" y="1302580"/>
                  </a:lnTo>
                  <a:lnTo>
                    <a:pt x="6098667" y="1324382"/>
                  </a:lnTo>
                  <a:lnTo>
                    <a:pt x="6100319" y="1342480"/>
                  </a:lnTo>
                  <a:lnTo>
                    <a:pt x="6101970" y="1342480"/>
                  </a:lnTo>
                  <a:lnTo>
                    <a:pt x="6103621" y="1361920"/>
                  </a:lnTo>
                  <a:lnTo>
                    <a:pt x="6105273" y="1364964"/>
                  </a:lnTo>
                  <a:lnTo>
                    <a:pt x="6106924" y="1327019"/>
                  </a:lnTo>
                  <a:lnTo>
                    <a:pt x="6108576" y="1309924"/>
                  </a:lnTo>
                  <a:lnTo>
                    <a:pt x="6110227" y="1293875"/>
                  </a:lnTo>
                  <a:lnTo>
                    <a:pt x="6111878" y="1250893"/>
                  </a:lnTo>
                  <a:lnTo>
                    <a:pt x="6113530" y="1180096"/>
                  </a:lnTo>
                  <a:lnTo>
                    <a:pt x="6115181" y="1140816"/>
                  </a:lnTo>
                  <a:lnTo>
                    <a:pt x="6116833" y="1132271"/>
                  </a:lnTo>
                  <a:lnTo>
                    <a:pt x="6118484" y="1132271"/>
                  </a:lnTo>
                  <a:lnTo>
                    <a:pt x="6120136" y="1140816"/>
                  </a:lnTo>
                  <a:lnTo>
                    <a:pt x="6121787" y="1178086"/>
                  </a:lnTo>
                  <a:lnTo>
                    <a:pt x="6123438" y="1191436"/>
                  </a:lnTo>
                  <a:lnTo>
                    <a:pt x="6125090" y="1181614"/>
                  </a:lnTo>
                  <a:lnTo>
                    <a:pt x="6126741" y="1181614"/>
                  </a:lnTo>
                  <a:lnTo>
                    <a:pt x="6128393" y="1165383"/>
                  </a:lnTo>
                  <a:lnTo>
                    <a:pt x="6130044" y="1146968"/>
                  </a:lnTo>
                  <a:lnTo>
                    <a:pt x="6131695" y="1128929"/>
                  </a:lnTo>
                  <a:lnTo>
                    <a:pt x="6133347" y="1083326"/>
                  </a:lnTo>
                  <a:lnTo>
                    <a:pt x="6134998" y="1036199"/>
                  </a:lnTo>
                  <a:lnTo>
                    <a:pt x="6136650" y="1017364"/>
                  </a:lnTo>
                  <a:lnTo>
                    <a:pt x="6138301" y="1017364"/>
                  </a:lnTo>
                  <a:lnTo>
                    <a:pt x="6139952" y="1052120"/>
                  </a:lnTo>
                  <a:lnTo>
                    <a:pt x="6141604" y="1106658"/>
                  </a:lnTo>
                  <a:lnTo>
                    <a:pt x="6143255" y="1180096"/>
                  </a:lnTo>
                  <a:lnTo>
                    <a:pt x="6144907" y="1236120"/>
                  </a:lnTo>
                  <a:lnTo>
                    <a:pt x="6146558" y="1262374"/>
                  </a:lnTo>
                  <a:lnTo>
                    <a:pt x="6148210" y="1248919"/>
                  </a:lnTo>
                  <a:lnTo>
                    <a:pt x="6149861" y="1276556"/>
                  </a:lnTo>
                  <a:lnTo>
                    <a:pt x="6151512" y="1291550"/>
                  </a:lnTo>
                  <a:lnTo>
                    <a:pt x="6153164" y="1324382"/>
                  </a:lnTo>
                  <a:lnTo>
                    <a:pt x="6154815" y="1361920"/>
                  </a:lnTo>
                  <a:lnTo>
                    <a:pt x="6156467" y="1382916"/>
                  </a:lnTo>
                  <a:lnTo>
                    <a:pt x="6158118" y="1342480"/>
                  </a:lnTo>
                  <a:lnTo>
                    <a:pt x="6159769" y="1324382"/>
                  </a:lnTo>
                  <a:lnTo>
                    <a:pt x="6161421" y="1307453"/>
                  </a:lnTo>
                  <a:lnTo>
                    <a:pt x="6163072" y="1249575"/>
                  </a:lnTo>
                  <a:lnTo>
                    <a:pt x="6164724" y="1201640"/>
                  </a:lnTo>
                  <a:lnTo>
                    <a:pt x="6166375" y="1170683"/>
                  </a:lnTo>
                  <a:lnTo>
                    <a:pt x="6168027" y="1134381"/>
                  </a:lnTo>
                  <a:lnTo>
                    <a:pt x="6169678" y="1126039"/>
                  </a:lnTo>
                  <a:lnTo>
                    <a:pt x="6171329" y="1151452"/>
                  </a:lnTo>
                  <a:lnTo>
                    <a:pt x="6172981" y="1180096"/>
                  </a:lnTo>
                  <a:lnTo>
                    <a:pt x="6174632" y="1190385"/>
                  </a:lnTo>
                  <a:lnTo>
                    <a:pt x="6176284" y="1190385"/>
                  </a:lnTo>
                  <a:lnTo>
                    <a:pt x="6177935" y="1133957"/>
                  </a:lnTo>
                  <a:lnTo>
                    <a:pt x="6179586" y="1067095"/>
                  </a:lnTo>
                  <a:lnTo>
                    <a:pt x="6181238" y="1028445"/>
                  </a:lnTo>
                  <a:lnTo>
                    <a:pt x="6182889" y="1014665"/>
                  </a:lnTo>
                  <a:lnTo>
                    <a:pt x="6184541" y="1025630"/>
                  </a:lnTo>
                  <a:lnTo>
                    <a:pt x="6186192" y="1068081"/>
                  </a:lnTo>
                  <a:lnTo>
                    <a:pt x="6187843" y="1152812"/>
                  </a:lnTo>
                  <a:lnTo>
                    <a:pt x="6189495" y="1206616"/>
                  </a:lnTo>
                  <a:lnTo>
                    <a:pt x="6191146" y="1236120"/>
                  </a:lnTo>
                  <a:lnTo>
                    <a:pt x="6192798" y="1248919"/>
                  </a:lnTo>
                  <a:lnTo>
                    <a:pt x="6194449" y="1262374"/>
                  </a:lnTo>
                  <a:lnTo>
                    <a:pt x="6196101" y="1262374"/>
                  </a:lnTo>
                  <a:lnTo>
                    <a:pt x="6197752" y="1276556"/>
                  </a:lnTo>
                  <a:lnTo>
                    <a:pt x="6199403" y="1307453"/>
                  </a:lnTo>
                  <a:lnTo>
                    <a:pt x="6201055" y="1324382"/>
                  </a:lnTo>
                  <a:lnTo>
                    <a:pt x="6202706" y="1307453"/>
                  </a:lnTo>
                  <a:lnTo>
                    <a:pt x="6204358" y="1288482"/>
                  </a:lnTo>
                  <a:lnTo>
                    <a:pt x="6206009" y="1304194"/>
                  </a:lnTo>
                  <a:lnTo>
                    <a:pt x="6207660" y="1320908"/>
                  </a:lnTo>
                  <a:lnTo>
                    <a:pt x="6209312" y="1338759"/>
                  </a:lnTo>
                  <a:lnTo>
                    <a:pt x="6210963" y="1357915"/>
                  </a:lnTo>
                  <a:lnTo>
                    <a:pt x="6212615" y="1382916"/>
                  </a:lnTo>
                  <a:lnTo>
                    <a:pt x="6214266" y="1405741"/>
                  </a:lnTo>
                  <a:lnTo>
                    <a:pt x="6215917" y="1430742"/>
                  </a:lnTo>
                  <a:lnTo>
                    <a:pt x="6217569" y="1405741"/>
                  </a:lnTo>
                  <a:lnTo>
                    <a:pt x="6219220" y="1342480"/>
                  </a:lnTo>
                  <a:lnTo>
                    <a:pt x="6220872" y="1291550"/>
                  </a:lnTo>
                  <a:lnTo>
                    <a:pt x="6222523" y="1276556"/>
                  </a:lnTo>
                  <a:lnTo>
                    <a:pt x="6224175" y="1248919"/>
                  </a:lnTo>
                  <a:lnTo>
                    <a:pt x="6225826" y="1212257"/>
                  </a:lnTo>
                  <a:lnTo>
                    <a:pt x="6227477" y="1223917"/>
                  </a:lnTo>
                  <a:lnTo>
                    <a:pt x="6229129" y="1236120"/>
                  </a:lnTo>
                  <a:lnTo>
                    <a:pt x="6230780" y="1236120"/>
                  </a:lnTo>
                  <a:lnTo>
                    <a:pt x="6232432" y="1236120"/>
                  </a:lnTo>
                  <a:lnTo>
                    <a:pt x="6234083" y="1276556"/>
                  </a:lnTo>
                  <a:lnTo>
                    <a:pt x="6235734" y="1276556"/>
                  </a:lnTo>
                  <a:lnTo>
                    <a:pt x="6237386" y="1262374"/>
                  </a:lnTo>
                  <a:lnTo>
                    <a:pt x="6239037" y="1247610"/>
                  </a:lnTo>
                  <a:lnTo>
                    <a:pt x="6240689" y="1234874"/>
                  </a:lnTo>
                  <a:lnTo>
                    <a:pt x="6242340" y="1211119"/>
                  </a:lnTo>
                  <a:lnTo>
                    <a:pt x="6243991" y="1211119"/>
                  </a:lnTo>
                  <a:lnTo>
                    <a:pt x="6245643" y="1200002"/>
                  </a:lnTo>
                  <a:lnTo>
                    <a:pt x="6247294" y="1160657"/>
                  </a:lnTo>
                  <a:lnTo>
                    <a:pt x="6248946" y="1148305"/>
                  </a:lnTo>
                  <a:lnTo>
                    <a:pt x="6250597" y="1161126"/>
                  </a:lnTo>
                  <a:lnTo>
                    <a:pt x="6252249" y="1151904"/>
                  </a:lnTo>
                  <a:lnTo>
                    <a:pt x="6253900" y="1151904"/>
                  </a:lnTo>
                  <a:lnTo>
                    <a:pt x="6255551" y="1170683"/>
                  </a:lnTo>
                  <a:lnTo>
                    <a:pt x="6257203" y="1123588"/>
                  </a:lnTo>
                  <a:lnTo>
                    <a:pt x="6258854" y="1000044"/>
                  </a:lnTo>
                  <a:lnTo>
                    <a:pt x="6260506" y="925407"/>
                  </a:lnTo>
                  <a:lnTo>
                    <a:pt x="6262157" y="879916"/>
                  </a:lnTo>
                  <a:lnTo>
                    <a:pt x="6263808" y="833917"/>
                  </a:lnTo>
                  <a:lnTo>
                    <a:pt x="6265460" y="804734"/>
                  </a:lnTo>
                  <a:lnTo>
                    <a:pt x="6267111" y="807401"/>
                  </a:lnTo>
                  <a:lnTo>
                    <a:pt x="6268763" y="820644"/>
                  </a:lnTo>
                  <a:lnTo>
                    <a:pt x="6270414" y="839228"/>
                  </a:lnTo>
                  <a:lnTo>
                    <a:pt x="6272066" y="871382"/>
                  </a:lnTo>
                  <a:lnTo>
                    <a:pt x="6273717" y="919364"/>
                  </a:lnTo>
                  <a:lnTo>
                    <a:pt x="6275368" y="986678"/>
                  </a:lnTo>
                  <a:lnTo>
                    <a:pt x="6277020" y="1050268"/>
                  </a:lnTo>
                  <a:lnTo>
                    <a:pt x="6278671" y="1104759"/>
                  </a:lnTo>
                  <a:lnTo>
                    <a:pt x="6280323" y="1115972"/>
                  </a:lnTo>
                  <a:lnTo>
                    <a:pt x="6281974" y="1123182"/>
                  </a:lnTo>
                  <a:lnTo>
                    <a:pt x="6283625" y="1115183"/>
                  </a:lnTo>
                  <a:lnTo>
                    <a:pt x="6285277" y="1115183"/>
                  </a:lnTo>
                  <a:lnTo>
                    <a:pt x="6286928" y="1123182"/>
                  </a:lnTo>
                  <a:lnTo>
                    <a:pt x="6288580" y="1169227"/>
                  </a:lnTo>
                  <a:lnTo>
                    <a:pt x="6290231" y="1201093"/>
                  </a:lnTo>
                  <a:lnTo>
                    <a:pt x="6291882" y="1223917"/>
                  </a:lnTo>
                  <a:lnTo>
                    <a:pt x="6293534" y="1236120"/>
                  </a:lnTo>
                  <a:lnTo>
                    <a:pt x="6295185" y="1234874"/>
                  </a:lnTo>
                  <a:lnTo>
                    <a:pt x="6296837" y="1247610"/>
                  </a:lnTo>
                  <a:lnTo>
                    <a:pt x="6298488" y="1260997"/>
                  </a:lnTo>
                  <a:lnTo>
                    <a:pt x="6300140" y="1290011"/>
                  </a:lnTo>
                  <a:lnTo>
                    <a:pt x="6301791" y="1305818"/>
                  </a:lnTo>
                  <a:lnTo>
                    <a:pt x="6303442" y="1324382"/>
                  </a:lnTo>
                  <a:lnTo>
                    <a:pt x="6305094" y="1342480"/>
                  </a:lnTo>
                  <a:lnTo>
                    <a:pt x="6306745" y="1382916"/>
                  </a:lnTo>
                  <a:lnTo>
                    <a:pt x="6308397" y="1361920"/>
                  </a:lnTo>
                  <a:lnTo>
                    <a:pt x="6310048" y="1276556"/>
                  </a:lnTo>
                  <a:lnTo>
                    <a:pt x="6311699" y="1179089"/>
                  </a:lnTo>
                  <a:lnTo>
                    <a:pt x="6313351" y="1127687"/>
                  </a:lnTo>
                  <a:lnTo>
                    <a:pt x="6315002" y="1111662"/>
                  </a:lnTo>
                  <a:lnTo>
                    <a:pt x="6316654" y="1115972"/>
                  </a:lnTo>
                  <a:lnTo>
                    <a:pt x="6318305" y="1158790"/>
                  </a:lnTo>
                  <a:lnTo>
                    <a:pt x="6319956" y="1234874"/>
                  </a:lnTo>
                  <a:lnTo>
                    <a:pt x="6321608" y="1300177"/>
                  </a:lnTo>
                  <a:lnTo>
                    <a:pt x="6323259" y="1334181"/>
                  </a:lnTo>
                  <a:lnTo>
                    <a:pt x="6324911" y="1342480"/>
                  </a:lnTo>
                  <a:lnTo>
                    <a:pt x="6326562" y="1313255"/>
                  </a:lnTo>
                  <a:lnTo>
                    <a:pt x="6328214" y="1267251"/>
                  </a:lnTo>
                  <a:lnTo>
                    <a:pt x="6329865" y="1228124"/>
                  </a:lnTo>
                  <a:lnTo>
                    <a:pt x="6331516" y="1194083"/>
                  </a:lnTo>
                  <a:lnTo>
                    <a:pt x="6333168" y="1194083"/>
                  </a:lnTo>
                  <a:lnTo>
                    <a:pt x="6334819" y="1190385"/>
                  </a:lnTo>
                  <a:lnTo>
                    <a:pt x="6336471" y="1170196"/>
                  </a:lnTo>
                  <a:lnTo>
                    <a:pt x="6338122" y="1151452"/>
                  </a:lnTo>
                  <a:lnTo>
                    <a:pt x="6339773" y="1128514"/>
                  </a:lnTo>
                  <a:lnTo>
                    <a:pt x="6341425" y="1058388"/>
                  </a:lnTo>
                  <a:lnTo>
                    <a:pt x="6343076" y="982133"/>
                  </a:lnTo>
                  <a:lnTo>
                    <a:pt x="6344728" y="915472"/>
                  </a:lnTo>
                  <a:lnTo>
                    <a:pt x="6346379" y="890404"/>
                  </a:lnTo>
                  <a:lnTo>
                    <a:pt x="6348031" y="883800"/>
                  </a:lnTo>
                  <a:lnTo>
                    <a:pt x="6349682" y="889403"/>
                  </a:lnTo>
                  <a:lnTo>
                    <a:pt x="6351333" y="909291"/>
                  </a:lnTo>
                  <a:lnTo>
                    <a:pt x="6352985" y="968725"/>
                  </a:lnTo>
                  <a:lnTo>
                    <a:pt x="6354636" y="1023956"/>
                  </a:lnTo>
                  <a:lnTo>
                    <a:pt x="6356288" y="1070395"/>
                  </a:lnTo>
                  <a:lnTo>
                    <a:pt x="6357939" y="1138223"/>
                  </a:lnTo>
                  <a:lnTo>
                    <a:pt x="6359590" y="1258264"/>
                  </a:lnTo>
                  <a:lnTo>
                    <a:pt x="6361242" y="1380739"/>
                  </a:lnTo>
                  <a:lnTo>
                    <a:pt x="6362893" y="1430742"/>
                  </a:lnTo>
                  <a:lnTo>
                    <a:pt x="6364545" y="1430742"/>
                  </a:lnTo>
                  <a:lnTo>
                    <a:pt x="6366196" y="1430742"/>
                  </a:lnTo>
                  <a:lnTo>
                    <a:pt x="6367847" y="1430742"/>
                  </a:lnTo>
                  <a:lnTo>
                    <a:pt x="6369499" y="1430742"/>
                  </a:lnTo>
                  <a:lnTo>
                    <a:pt x="6371150" y="1430742"/>
                  </a:lnTo>
                  <a:lnTo>
                    <a:pt x="6372802" y="1430742"/>
                  </a:lnTo>
                  <a:lnTo>
                    <a:pt x="6374453" y="1430742"/>
                  </a:lnTo>
                  <a:lnTo>
                    <a:pt x="6376105" y="1430742"/>
                  </a:lnTo>
                  <a:lnTo>
                    <a:pt x="6377756" y="1430742"/>
                  </a:lnTo>
                  <a:lnTo>
                    <a:pt x="6379407" y="1430742"/>
                  </a:lnTo>
                  <a:lnTo>
                    <a:pt x="6381059" y="1430742"/>
                  </a:lnTo>
                  <a:lnTo>
                    <a:pt x="6382710" y="1430742"/>
                  </a:lnTo>
                  <a:lnTo>
                    <a:pt x="6384362" y="1401014"/>
                  </a:lnTo>
                  <a:lnTo>
                    <a:pt x="6386013" y="1338759"/>
                  </a:lnTo>
                  <a:lnTo>
                    <a:pt x="6387664" y="1273658"/>
                  </a:lnTo>
                  <a:lnTo>
                    <a:pt x="6389316" y="1246309"/>
                  </a:lnTo>
                  <a:lnTo>
                    <a:pt x="6390967" y="1217440"/>
                  </a:lnTo>
                  <a:lnTo>
                    <a:pt x="6392619" y="1208295"/>
                  </a:lnTo>
                  <a:lnTo>
                    <a:pt x="6394270" y="1244368"/>
                  </a:lnTo>
                  <a:lnTo>
                    <a:pt x="6395921" y="1286204"/>
                  </a:lnTo>
                  <a:lnTo>
                    <a:pt x="6397573" y="1301777"/>
                  </a:lnTo>
                  <a:lnTo>
                    <a:pt x="6399224" y="1324382"/>
                  </a:lnTo>
                  <a:lnTo>
                    <a:pt x="6400876" y="1291550"/>
                  </a:lnTo>
                  <a:lnTo>
                    <a:pt x="6402527" y="1236120"/>
                  </a:lnTo>
                  <a:lnTo>
                    <a:pt x="6404179" y="1236120"/>
                  </a:lnTo>
                  <a:lnTo>
                    <a:pt x="6405830" y="1248919"/>
                  </a:lnTo>
                  <a:lnTo>
                    <a:pt x="6407481" y="1262374"/>
                  </a:lnTo>
                  <a:lnTo>
                    <a:pt x="6409133" y="1324382"/>
                  </a:lnTo>
                  <a:lnTo>
                    <a:pt x="6410784" y="1405741"/>
                  </a:lnTo>
                  <a:lnTo>
                    <a:pt x="6412436" y="1382916"/>
                  </a:lnTo>
                  <a:lnTo>
                    <a:pt x="6414087" y="1324382"/>
                  </a:lnTo>
                  <a:lnTo>
                    <a:pt x="6415738" y="1248919"/>
                  </a:lnTo>
                  <a:lnTo>
                    <a:pt x="6417390" y="1212257"/>
                  </a:lnTo>
                  <a:lnTo>
                    <a:pt x="6419041" y="1170196"/>
                  </a:lnTo>
                  <a:lnTo>
                    <a:pt x="6420693" y="1142122"/>
                  </a:lnTo>
                  <a:lnTo>
                    <a:pt x="6422344" y="1133535"/>
                  </a:lnTo>
                  <a:lnTo>
                    <a:pt x="6423995" y="1160189"/>
                  </a:lnTo>
                  <a:lnTo>
                    <a:pt x="6425647" y="1172147"/>
                  </a:lnTo>
                  <a:lnTo>
                    <a:pt x="6427298" y="1182122"/>
                  </a:lnTo>
                  <a:lnTo>
                    <a:pt x="6428950" y="1203840"/>
                  </a:lnTo>
                  <a:lnTo>
                    <a:pt x="6430601" y="1172637"/>
                  </a:lnTo>
                  <a:lnTo>
                    <a:pt x="6432253" y="1111662"/>
                  </a:lnTo>
                  <a:lnTo>
                    <a:pt x="6433904" y="1053362"/>
                  </a:lnTo>
                  <a:lnTo>
                    <a:pt x="6435555" y="1007775"/>
                  </a:lnTo>
                  <a:lnTo>
                    <a:pt x="6437207" y="951500"/>
                  </a:lnTo>
                  <a:lnTo>
                    <a:pt x="6438858" y="923504"/>
                  </a:lnTo>
                  <a:lnTo>
                    <a:pt x="6440510" y="917503"/>
                  </a:lnTo>
                  <a:lnTo>
                    <a:pt x="6442161" y="942987"/>
                  </a:lnTo>
                  <a:lnTo>
                    <a:pt x="6443812" y="977898"/>
                  </a:lnTo>
                  <a:lnTo>
                    <a:pt x="6445464" y="1005432"/>
                  </a:lnTo>
                  <a:lnTo>
                    <a:pt x="6447115" y="995263"/>
                  </a:lnTo>
                  <a:lnTo>
                    <a:pt x="6448767" y="965144"/>
                  </a:lnTo>
                  <a:lnTo>
                    <a:pt x="6450418" y="926364"/>
                  </a:lnTo>
                  <a:lnTo>
                    <a:pt x="6452070" y="911456"/>
                  </a:lnTo>
                  <a:lnTo>
                    <a:pt x="6453721" y="935734"/>
                  </a:lnTo>
                  <a:lnTo>
                    <a:pt x="6455372" y="991058"/>
                  </a:lnTo>
                  <a:lnTo>
                    <a:pt x="6457024" y="1072395"/>
                  </a:lnTo>
                  <a:lnTo>
                    <a:pt x="6458675" y="1140816"/>
                  </a:lnTo>
                  <a:lnTo>
                    <a:pt x="6460327" y="1132271"/>
                  </a:lnTo>
                  <a:lnTo>
                    <a:pt x="6461978" y="1079173"/>
                  </a:lnTo>
                  <a:lnTo>
                    <a:pt x="6463629" y="1035617"/>
                  </a:lnTo>
                  <a:lnTo>
                    <a:pt x="6465281" y="1018451"/>
                  </a:lnTo>
                  <a:lnTo>
                    <a:pt x="6466932" y="1018451"/>
                  </a:lnTo>
                  <a:lnTo>
                    <a:pt x="6468584" y="1040608"/>
                  </a:lnTo>
                  <a:lnTo>
                    <a:pt x="6470235" y="1065461"/>
                  </a:lnTo>
                  <a:lnTo>
                    <a:pt x="6471886" y="1102873"/>
                  </a:lnTo>
                  <a:lnTo>
                    <a:pt x="6473538" y="1133113"/>
                  </a:lnTo>
                  <a:lnTo>
                    <a:pt x="6475189" y="1141686"/>
                  </a:lnTo>
                  <a:lnTo>
                    <a:pt x="6476841" y="1156014"/>
                  </a:lnTo>
                  <a:lnTo>
                    <a:pt x="6478492" y="1216279"/>
                  </a:lnTo>
                  <a:lnTo>
                    <a:pt x="6480144" y="1262374"/>
                  </a:lnTo>
                  <a:lnTo>
                    <a:pt x="6481795" y="1236120"/>
                  </a:lnTo>
                  <a:lnTo>
                    <a:pt x="6483446" y="1201093"/>
                  </a:lnTo>
                  <a:lnTo>
                    <a:pt x="6485098" y="1167779"/>
                  </a:lnTo>
                  <a:lnTo>
                    <a:pt x="6486749" y="1133113"/>
                  </a:lnTo>
                  <a:lnTo>
                    <a:pt x="6488401" y="1136081"/>
                  </a:lnTo>
                  <a:lnTo>
                    <a:pt x="6490052" y="1172637"/>
                  </a:lnTo>
                  <a:lnTo>
                    <a:pt x="6491703" y="1239262"/>
                  </a:lnTo>
                  <a:lnTo>
                    <a:pt x="6493355" y="1291550"/>
                  </a:lnTo>
                  <a:lnTo>
                    <a:pt x="6495006" y="1324382"/>
                  </a:lnTo>
                  <a:lnTo>
                    <a:pt x="6496658" y="1324382"/>
                  </a:lnTo>
                  <a:lnTo>
                    <a:pt x="6498309" y="1324382"/>
                  </a:lnTo>
                  <a:lnTo>
                    <a:pt x="6499960" y="1324382"/>
                  </a:lnTo>
                  <a:lnTo>
                    <a:pt x="6501612" y="1361920"/>
                  </a:lnTo>
                  <a:lnTo>
                    <a:pt x="6503263" y="1405741"/>
                  </a:lnTo>
                  <a:lnTo>
                    <a:pt x="6504915" y="1405741"/>
                  </a:lnTo>
                  <a:lnTo>
                    <a:pt x="6506566" y="1382916"/>
                  </a:lnTo>
                  <a:lnTo>
                    <a:pt x="6508218" y="1342480"/>
                  </a:lnTo>
                  <a:lnTo>
                    <a:pt x="6509869" y="1324382"/>
                  </a:lnTo>
                  <a:lnTo>
                    <a:pt x="6511520" y="1307453"/>
                  </a:lnTo>
                  <a:lnTo>
                    <a:pt x="6513172" y="1291550"/>
                  </a:lnTo>
                  <a:lnTo>
                    <a:pt x="6514823" y="1262374"/>
                  </a:lnTo>
                  <a:lnTo>
                    <a:pt x="6516475" y="1255560"/>
                  </a:lnTo>
                  <a:lnTo>
                    <a:pt x="6518126" y="1229948"/>
                  </a:lnTo>
                  <a:lnTo>
                    <a:pt x="6519777" y="1206616"/>
                  </a:lnTo>
                  <a:lnTo>
                    <a:pt x="6521429" y="1218022"/>
                  </a:lnTo>
                  <a:lnTo>
                    <a:pt x="6523080" y="1229948"/>
                  </a:lnTo>
                  <a:lnTo>
                    <a:pt x="6524732" y="1190385"/>
                  </a:lnTo>
                  <a:lnTo>
                    <a:pt x="6526383" y="1151452"/>
                  </a:lnTo>
                  <a:lnTo>
                    <a:pt x="6528035" y="1124403"/>
                  </a:lnTo>
                  <a:lnTo>
                    <a:pt x="6529686" y="1085779"/>
                  </a:lnTo>
                  <a:lnTo>
                    <a:pt x="6531337" y="1053673"/>
                  </a:lnTo>
                  <a:lnTo>
                    <a:pt x="6532989" y="1042990"/>
                  </a:lnTo>
                  <a:lnTo>
                    <a:pt x="6534640" y="1042990"/>
                  </a:lnTo>
                  <a:lnTo>
                    <a:pt x="6536292" y="1062544"/>
                  </a:lnTo>
                  <a:lnTo>
                    <a:pt x="6537943" y="1095828"/>
                  </a:lnTo>
                  <a:lnTo>
                    <a:pt x="6539594" y="1151452"/>
                  </a:lnTo>
                  <a:lnTo>
                    <a:pt x="6541246" y="1233016"/>
                  </a:lnTo>
                  <a:lnTo>
                    <a:pt x="6542897" y="1337837"/>
                  </a:lnTo>
                  <a:lnTo>
                    <a:pt x="6544549" y="1399846"/>
                  </a:lnTo>
                  <a:lnTo>
                    <a:pt x="6546200" y="1430742"/>
                  </a:lnTo>
                  <a:lnTo>
                    <a:pt x="6547851" y="1430742"/>
                  </a:lnTo>
                  <a:lnTo>
                    <a:pt x="6549503" y="1405741"/>
                  </a:lnTo>
                  <a:lnTo>
                    <a:pt x="6551154" y="1382916"/>
                  </a:lnTo>
                  <a:lnTo>
                    <a:pt x="6552806" y="1361920"/>
                  </a:lnTo>
                  <a:lnTo>
                    <a:pt x="6554457" y="1307453"/>
                  </a:lnTo>
                  <a:lnTo>
                    <a:pt x="6556109" y="1223917"/>
                  </a:lnTo>
                  <a:lnTo>
                    <a:pt x="6557760" y="1201093"/>
                  </a:lnTo>
                  <a:lnTo>
                    <a:pt x="6559411" y="1190385"/>
                  </a:lnTo>
                  <a:lnTo>
                    <a:pt x="6561063" y="1170196"/>
                  </a:lnTo>
                  <a:lnTo>
                    <a:pt x="6562714" y="1170196"/>
                  </a:lnTo>
                  <a:lnTo>
                    <a:pt x="6564366" y="1201093"/>
                  </a:lnTo>
                  <a:lnTo>
                    <a:pt x="6566017" y="1212257"/>
                  </a:lnTo>
                  <a:lnTo>
                    <a:pt x="6567668" y="1223917"/>
                  </a:lnTo>
                  <a:lnTo>
                    <a:pt x="6569320" y="1248919"/>
                  </a:lnTo>
                  <a:lnTo>
                    <a:pt x="6570971" y="1262374"/>
                  </a:lnTo>
                  <a:lnTo>
                    <a:pt x="6572623" y="1291550"/>
                  </a:lnTo>
                  <a:lnTo>
                    <a:pt x="6574274" y="1320908"/>
                  </a:lnTo>
                  <a:lnTo>
                    <a:pt x="6575925" y="1338759"/>
                  </a:lnTo>
                  <a:lnTo>
                    <a:pt x="6577577" y="1357915"/>
                  </a:lnTo>
                  <a:lnTo>
                    <a:pt x="6579228" y="1401014"/>
                  </a:lnTo>
                  <a:lnTo>
                    <a:pt x="6580880" y="1425548"/>
                  </a:lnTo>
                  <a:lnTo>
                    <a:pt x="6582531" y="1430742"/>
                  </a:lnTo>
                  <a:lnTo>
                    <a:pt x="6584183" y="1405741"/>
                  </a:lnTo>
                  <a:lnTo>
                    <a:pt x="6585834" y="1361920"/>
                  </a:lnTo>
                  <a:lnTo>
                    <a:pt x="6587485" y="1324382"/>
                  </a:lnTo>
                  <a:lnTo>
                    <a:pt x="6589137" y="1276556"/>
                  </a:lnTo>
                  <a:lnTo>
                    <a:pt x="6590788" y="1223917"/>
                  </a:lnTo>
                  <a:lnTo>
                    <a:pt x="6592440" y="1151452"/>
                  </a:lnTo>
                  <a:lnTo>
                    <a:pt x="6594091" y="1109726"/>
                  </a:lnTo>
                  <a:lnTo>
                    <a:pt x="6595742" y="1102123"/>
                  </a:lnTo>
                  <a:lnTo>
                    <a:pt x="6597394" y="1109726"/>
                  </a:lnTo>
                  <a:lnTo>
                    <a:pt x="6599045" y="1133957"/>
                  </a:lnTo>
                  <a:lnTo>
                    <a:pt x="6600697" y="1212257"/>
                  </a:lnTo>
                  <a:lnTo>
                    <a:pt x="6602348" y="1276556"/>
                  </a:lnTo>
                  <a:lnTo>
                    <a:pt x="6603999" y="1291550"/>
                  </a:lnTo>
                </a:path>
              </a:pathLst>
            </a:custGeom>
            <a:ln w="952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05839" y="2181167"/>
              <a:ext cx="0" cy="1090941"/>
            </a:xfrm>
            <a:custGeom>
              <a:avLst/>
              <a:pathLst>
                <a:path w="0" h="1090941">
                  <a:moveTo>
                    <a:pt x="0" y="109094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14399" y="327210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14399" y="29084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14399" y="254481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14399" y="218116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681348" y="3215554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682353" y="285291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680269" y="248718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680269" y="2123534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005839" y="1965960"/>
              <a:ext cx="7132319" cy="1545202"/>
            </a:xfrm>
            <a:custGeom>
              <a:avLst/>
              <a:pathLst>
                <a:path w="7132319" h="1545202">
                  <a:moveTo>
                    <a:pt x="0" y="1545202"/>
                  </a:moveTo>
                  <a:lnTo>
                    <a:pt x="7132319" y="1545202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102986" y="1666860"/>
              <a:ext cx="4938027" cy="182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EB4 locus r2 = 0.701, obs|pred 0.987, pred|obs 0.545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50208" y="4072607"/>
              <a:ext cx="1043582" cy="133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 chr12, NA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-408013" y="2662695"/>
              <a:ext cx="1505545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cg_trace$lk27_1k[f]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270000" y="2023189"/>
              <a:ext cx="6603999" cy="1430742"/>
            </a:xfrm>
            <a:custGeom>
              <a:avLst/>
              <a:pathLst>
                <a:path w="6603999" h="1430742">
                  <a:moveTo>
                    <a:pt x="0" y="1324382"/>
                  </a:moveTo>
                  <a:lnTo>
                    <a:pt x="1651" y="1307453"/>
                  </a:lnTo>
                  <a:lnTo>
                    <a:pt x="3302" y="1307453"/>
                  </a:lnTo>
                  <a:lnTo>
                    <a:pt x="4954" y="1324382"/>
                  </a:lnTo>
                  <a:lnTo>
                    <a:pt x="6605" y="1361920"/>
                  </a:lnTo>
                  <a:lnTo>
                    <a:pt x="8257" y="1405741"/>
                  </a:lnTo>
                  <a:lnTo>
                    <a:pt x="9908" y="1430742"/>
                  </a:lnTo>
                  <a:lnTo>
                    <a:pt x="11559" y="1430742"/>
                  </a:lnTo>
                  <a:lnTo>
                    <a:pt x="13211" y="1430742"/>
                  </a:lnTo>
                  <a:lnTo>
                    <a:pt x="14862" y="1430742"/>
                  </a:lnTo>
                  <a:lnTo>
                    <a:pt x="16514" y="1430742"/>
                  </a:lnTo>
                  <a:lnTo>
                    <a:pt x="18165" y="1430742"/>
                  </a:lnTo>
                  <a:lnTo>
                    <a:pt x="19816" y="1430742"/>
                  </a:lnTo>
                  <a:lnTo>
                    <a:pt x="21468" y="1430742"/>
                  </a:lnTo>
                  <a:lnTo>
                    <a:pt x="23119" y="1430742"/>
                  </a:lnTo>
                  <a:lnTo>
                    <a:pt x="24771" y="1430742"/>
                  </a:lnTo>
                  <a:lnTo>
                    <a:pt x="26422" y="1430742"/>
                  </a:lnTo>
                  <a:lnTo>
                    <a:pt x="28074" y="1430742"/>
                  </a:lnTo>
                  <a:lnTo>
                    <a:pt x="29725" y="1430742"/>
                  </a:lnTo>
                  <a:lnTo>
                    <a:pt x="31376" y="1430742"/>
                  </a:lnTo>
                  <a:lnTo>
                    <a:pt x="33028" y="1430742"/>
                  </a:lnTo>
                  <a:lnTo>
                    <a:pt x="34679" y="1430742"/>
                  </a:lnTo>
                  <a:lnTo>
                    <a:pt x="36331" y="1430742"/>
                  </a:lnTo>
                  <a:lnTo>
                    <a:pt x="37982" y="1430742"/>
                  </a:lnTo>
                  <a:lnTo>
                    <a:pt x="39633" y="1430742"/>
                  </a:lnTo>
                  <a:lnTo>
                    <a:pt x="41285" y="1430742"/>
                  </a:lnTo>
                  <a:lnTo>
                    <a:pt x="42936" y="1430742"/>
                  </a:lnTo>
                  <a:lnTo>
                    <a:pt x="44588" y="1430742"/>
                  </a:lnTo>
                  <a:lnTo>
                    <a:pt x="46239" y="1430742"/>
                  </a:lnTo>
                  <a:lnTo>
                    <a:pt x="47890" y="1430742"/>
                  </a:lnTo>
                  <a:lnTo>
                    <a:pt x="49542" y="1382916"/>
                  </a:lnTo>
                  <a:lnTo>
                    <a:pt x="51193" y="1342480"/>
                  </a:lnTo>
                  <a:lnTo>
                    <a:pt x="52845" y="1324382"/>
                  </a:lnTo>
                  <a:lnTo>
                    <a:pt x="54496" y="1324382"/>
                  </a:lnTo>
                  <a:lnTo>
                    <a:pt x="56148" y="1324382"/>
                  </a:lnTo>
                  <a:lnTo>
                    <a:pt x="57799" y="1361920"/>
                  </a:lnTo>
                  <a:lnTo>
                    <a:pt x="59450" y="1405741"/>
                  </a:lnTo>
                  <a:lnTo>
                    <a:pt x="61102" y="1430742"/>
                  </a:lnTo>
                  <a:lnTo>
                    <a:pt x="62753" y="1430742"/>
                  </a:lnTo>
                  <a:lnTo>
                    <a:pt x="64405" y="1430742"/>
                  </a:lnTo>
                  <a:lnTo>
                    <a:pt x="66056" y="1430742"/>
                  </a:lnTo>
                  <a:lnTo>
                    <a:pt x="67707" y="1430742"/>
                  </a:lnTo>
                  <a:lnTo>
                    <a:pt x="69359" y="1430742"/>
                  </a:lnTo>
                  <a:lnTo>
                    <a:pt x="71010" y="1430742"/>
                  </a:lnTo>
                  <a:lnTo>
                    <a:pt x="72662" y="1430742"/>
                  </a:lnTo>
                  <a:lnTo>
                    <a:pt x="74313" y="1430742"/>
                  </a:lnTo>
                  <a:lnTo>
                    <a:pt x="75964" y="1430742"/>
                  </a:lnTo>
                  <a:lnTo>
                    <a:pt x="77616" y="1430742"/>
                  </a:lnTo>
                  <a:lnTo>
                    <a:pt x="79267" y="1430742"/>
                  </a:lnTo>
                  <a:lnTo>
                    <a:pt x="80919" y="1405741"/>
                  </a:lnTo>
                  <a:lnTo>
                    <a:pt x="82570" y="1361920"/>
                  </a:lnTo>
                  <a:lnTo>
                    <a:pt x="84222" y="1324382"/>
                  </a:lnTo>
                  <a:lnTo>
                    <a:pt x="85873" y="1307453"/>
                  </a:lnTo>
                  <a:lnTo>
                    <a:pt x="87524" y="1307453"/>
                  </a:lnTo>
                  <a:lnTo>
                    <a:pt x="89176" y="1324382"/>
                  </a:lnTo>
                  <a:lnTo>
                    <a:pt x="90827" y="1361920"/>
                  </a:lnTo>
                  <a:lnTo>
                    <a:pt x="92479" y="1405741"/>
                  </a:lnTo>
                  <a:lnTo>
                    <a:pt x="94130" y="1430742"/>
                  </a:lnTo>
                  <a:lnTo>
                    <a:pt x="95781" y="1430742"/>
                  </a:lnTo>
                  <a:lnTo>
                    <a:pt x="97433" y="1430742"/>
                  </a:lnTo>
                  <a:lnTo>
                    <a:pt x="99084" y="1430742"/>
                  </a:lnTo>
                  <a:lnTo>
                    <a:pt x="100736" y="1430742"/>
                  </a:lnTo>
                  <a:lnTo>
                    <a:pt x="102387" y="1430742"/>
                  </a:lnTo>
                  <a:lnTo>
                    <a:pt x="104039" y="1430742"/>
                  </a:lnTo>
                  <a:lnTo>
                    <a:pt x="105690" y="1430742"/>
                  </a:lnTo>
                  <a:lnTo>
                    <a:pt x="107341" y="1430742"/>
                  </a:lnTo>
                  <a:lnTo>
                    <a:pt x="108993" y="1430742"/>
                  </a:lnTo>
                  <a:lnTo>
                    <a:pt x="110644" y="1430742"/>
                  </a:lnTo>
                  <a:lnTo>
                    <a:pt x="112296" y="1430742"/>
                  </a:lnTo>
                  <a:lnTo>
                    <a:pt x="113947" y="1430742"/>
                  </a:lnTo>
                  <a:lnTo>
                    <a:pt x="115598" y="1430742"/>
                  </a:lnTo>
                  <a:lnTo>
                    <a:pt x="117250" y="1430742"/>
                  </a:lnTo>
                  <a:lnTo>
                    <a:pt x="118901" y="1430742"/>
                  </a:lnTo>
                  <a:lnTo>
                    <a:pt x="120553" y="1430742"/>
                  </a:lnTo>
                  <a:lnTo>
                    <a:pt x="122204" y="1405741"/>
                  </a:lnTo>
                  <a:lnTo>
                    <a:pt x="123855" y="1351050"/>
                  </a:lnTo>
                  <a:lnTo>
                    <a:pt x="125507" y="1203288"/>
                  </a:lnTo>
                  <a:lnTo>
                    <a:pt x="127158" y="1062867"/>
                  </a:lnTo>
                  <a:lnTo>
                    <a:pt x="128810" y="953619"/>
                  </a:lnTo>
                  <a:lnTo>
                    <a:pt x="130461" y="914188"/>
                  </a:lnTo>
                  <a:lnTo>
                    <a:pt x="132113" y="919925"/>
                  </a:lnTo>
                  <a:lnTo>
                    <a:pt x="133764" y="957045"/>
                  </a:lnTo>
                  <a:lnTo>
                    <a:pt x="135415" y="1024792"/>
                  </a:lnTo>
                  <a:lnTo>
                    <a:pt x="137067" y="1151452"/>
                  </a:lnTo>
                  <a:lnTo>
                    <a:pt x="138718" y="1236120"/>
                  </a:lnTo>
                  <a:lnTo>
                    <a:pt x="140370" y="1223917"/>
                  </a:lnTo>
                  <a:lnTo>
                    <a:pt x="142021" y="1223917"/>
                  </a:lnTo>
                  <a:lnTo>
                    <a:pt x="143672" y="1262374"/>
                  </a:lnTo>
                  <a:lnTo>
                    <a:pt x="145324" y="1307453"/>
                  </a:lnTo>
                  <a:lnTo>
                    <a:pt x="146975" y="1361920"/>
                  </a:lnTo>
                  <a:lnTo>
                    <a:pt x="148627" y="1405741"/>
                  </a:lnTo>
                  <a:lnTo>
                    <a:pt x="150278" y="1430742"/>
                  </a:lnTo>
                  <a:lnTo>
                    <a:pt x="151929" y="1430742"/>
                  </a:lnTo>
                  <a:lnTo>
                    <a:pt x="153581" y="1430742"/>
                  </a:lnTo>
                  <a:lnTo>
                    <a:pt x="155232" y="1430742"/>
                  </a:lnTo>
                  <a:lnTo>
                    <a:pt x="156884" y="1430742"/>
                  </a:lnTo>
                  <a:lnTo>
                    <a:pt x="158535" y="1430742"/>
                  </a:lnTo>
                  <a:lnTo>
                    <a:pt x="160187" y="1430742"/>
                  </a:lnTo>
                  <a:lnTo>
                    <a:pt x="161838" y="1430742"/>
                  </a:lnTo>
                  <a:lnTo>
                    <a:pt x="163489" y="1382916"/>
                  </a:lnTo>
                  <a:lnTo>
                    <a:pt x="165141" y="1311584"/>
                  </a:lnTo>
                  <a:lnTo>
                    <a:pt x="166792" y="1265848"/>
                  </a:lnTo>
                  <a:lnTo>
                    <a:pt x="168444" y="1239262"/>
                  </a:lnTo>
                  <a:lnTo>
                    <a:pt x="170095" y="1226915"/>
                  </a:lnTo>
                  <a:lnTo>
                    <a:pt x="171746" y="1226915"/>
                  </a:lnTo>
                  <a:lnTo>
                    <a:pt x="173398" y="1262374"/>
                  </a:lnTo>
                  <a:lnTo>
                    <a:pt x="175049" y="1307453"/>
                  </a:lnTo>
                  <a:lnTo>
                    <a:pt x="176701" y="1342480"/>
                  </a:lnTo>
                  <a:lnTo>
                    <a:pt x="178352" y="1361920"/>
                  </a:lnTo>
                  <a:lnTo>
                    <a:pt x="180004" y="1405741"/>
                  </a:lnTo>
                  <a:lnTo>
                    <a:pt x="181655" y="1430742"/>
                  </a:lnTo>
                  <a:lnTo>
                    <a:pt x="183306" y="1430742"/>
                  </a:lnTo>
                  <a:lnTo>
                    <a:pt x="184958" y="1430742"/>
                  </a:lnTo>
                  <a:lnTo>
                    <a:pt x="186609" y="1430742"/>
                  </a:lnTo>
                  <a:lnTo>
                    <a:pt x="188261" y="1430742"/>
                  </a:lnTo>
                  <a:lnTo>
                    <a:pt x="189912" y="1430742"/>
                  </a:lnTo>
                  <a:lnTo>
                    <a:pt x="191563" y="1430742"/>
                  </a:lnTo>
                  <a:lnTo>
                    <a:pt x="193215" y="1430742"/>
                  </a:lnTo>
                  <a:lnTo>
                    <a:pt x="194866" y="1430742"/>
                  </a:lnTo>
                  <a:lnTo>
                    <a:pt x="196518" y="1430742"/>
                  </a:lnTo>
                  <a:lnTo>
                    <a:pt x="198169" y="1382916"/>
                  </a:lnTo>
                  <a:lnTo>
                    <a:pt x="199820" y="1342480"/>
                  </a:lnTo>
                  <a:lnTo>
                    <a:pt x="201472" y="1339685"/>
                  </a:lnTo>
                  <a:lnTo>
                    <a:pt x="203123" y="1339685"/>
                  </a:lnTo>
                  <a:lnTo>
                    <a:pt x="204775" y="1339685"/>
                  </a:lnTo>
                  <a:lnTo>
                    <a:pt x="206426" y="1379658"/>
                  </a:lnTo>
                  <a:lnTo>
                    <a:pt x="208078" y="1426837"/>
                  </a:lnTo>
                  <a:lnTo>
                    <a:pt x="209729" y="1430742"/>
                  </a:lnTo>
                  <a:lnTo>
                    <a:pt x="211380" y="1430742"/>
                  </a:lnTo>
                  <a:lnTo>
                    <a:pt x="213032" y="1430742"/>
                  </a:lnTo>
                  <a:lnTo>
                    <a:pt x="214683" y="1430742"/>
                  </a:lnTo>
                  <a:lnTo>
                    <a:pt x="216335" y="1430742"/>
                  </a:lnTo>
                  <a:lnTo>
                    <a:pt x="217986" y="1430742"/>
                  </a:lnTo>
                  <a:lnTo>
                    <a:pt x="219637" y="1430742"/>
                  </a:lnTo>
                  <a:lnTo>
                    <a:pt x="221289" y="1430742"/>
                  </a:lnTo>
                  <a:lnTo>
                    <a:pt x="222940" y="1405741"/>
                  </a:lnTo>
                  <a:lnTo>
                    <a:pt x="224592" y="1361920"/>
                  </a:lnTo>
                  <a:lnTo>
                    <a:pt x="226243" y="1324382"/>
                  </a:lnTo>
                  <a:lnTo>
                    <a:pt x="227894" y="1307453"/>
                  </a:lnTo>
                  <a:lnTo>
                    <a:pt x="229546" y="1307453"/>
                  </a:lnTo>
                  <a:lnTo>
                    <a:pt x="231197" y="1324382"/>
                  </a:lnTo>
                  <a:lnTo>
                    <a:pt x="232849" y="1361920"/>
                  </a:lnTo>
                  <a:lnTo>
                    <a:pt x="234500" y="1405741"/>
                  </a:lnTo>
                  <a:lnTo>
                    <a:pt x="236152" y="1430742"/>
                  </a:lnTo>
                  <a:lnTo>
                    <a:pt x="237803" y="1430742"/>
                  </a:lnTo>
                  <a:lnTo>
                    <a:pt x="239454" y="1430742"/>
                  </a:lnTo>
                  <a:lnTo>
                    <a:pt x="241106" y="1430742"/>
                  </a:lnTo>
                  <a:lnTo>
                    <a:pt x="242757" y="1430742"/>
                  </a:lnTo>
                  <a:lnTo>
                    <a:pt x="244409" y="1430742"/>
                  </a:lnTo>
                  <a:lnTo>
                    <a:pt x="246060" y="1405741"/>
                  </a:lnTo>
                  <a:lnTo>
                    <a:pt x="247711" y="1361920"/>
                  </a:lnTo>
                  <a:lnTo>
                    <a:pt x="249363" y="1324382"/>
                  </a:lnTo>
                  <a:lnTo>
                    <a:pt x="251014" y="1314094"/>
                  </a:lnTo>
                  <a:lnTo>
                    <a:pt x="252666" y="1314094"/>
                  </a:lnTo>
                  <a:lnTo>
                    <a:pt x="254317" y="1331472"/>
                  </a:lnTo>
                  <a:lnTo>
                    <a:pt x="255968" y="1370118"/>
                  </a:lnTo>
                  <a:lnTo>
                    <a:pt x="257620" y="1415457"/>
                  </a:lnTo>
                  <a:lnTo>
                    <a:pt x="259271" y="1405741"/>
                  </a:lnTo>
                  <a:lnTo>
                    <a:pt x="260923" y="1342480"/>
                  </a:lnTo>
                  <a:lnTo>
                    <a:pt x="262574" y="1307453"/>
                  </a:lnTo>
                  <a:lnTo>
                    <a:pt x="264226" y="1276556"/>
                  </a:lnTo>
                  <a:lnTo>
                    <a:pt x="265877" y="1262374"/>
                  </a:lnTo>
                  <a:lnTo>
                    <a:pt x="267528" y="1276556"/>
                  </a:lnTo>
                  <a:lnTo>
                    <a:pt x="269180" y="1324382"/>
                  </a:lnTo>
                  <a:lnTo>
                    <a:pt x="270831" y="1361920"/>
                  </a:lnTo>
                  <a:lnTo>
                    <a:pt x="272483" y="1405741"/>
                  </a:lnTo>
                  <a:lnTo>
                    <a:pt x="274134" y="1430742"/>
                  </a:lnTo>
                  <a:lnTo>
                    <a:pt x="275785" y="1405741"/>
                  </a:lnTo>
                  <a:lnTo>
                    <a:pt x="277437" y="1361920"/>
                  </a:lnTo>
                  <a:lnTo>
                    <a:pt x="279088" y="1324382"/>
                  </a:lnTo>
                  <a:lnTo>
                    <a:pt x="280740" y="1307453"/>
                  </a:lnTo>
                  <a:lnTo>
                    <a:pt x="282391" y="1307453"/>
                  </a:lnTo>
                  <a:lnTo>
                    <a:pt x="284043" y="1324382"/>
                  </a:lnTo>
                  <a:lnTo>
                    <a:pt x="285694" y="1361920"/>
                  </a:lnTo>
                  <a:lnTo>
                    <a:pt x="287345" y="1405741"/>
                  </a:lnTo>
                  <a:lnTo>
                    <a:pt x="288997" y="1430742"/>
                  </a:lnTo>
                  <a:lnTo>
                    <a:pt x="290648" y="1430742"/>
                  </a:lnTo>
                  <a:lnTo>
                    <a:pt x="292300" y="1430742"/>
                  </a:lnTo>
                  <a:lnTo>
                    <a:pt x="293951" y="1430742"/>
                  </a:lnTo>
                  <a:lnTo>
                    <a:pt x="295602" y="1382916"/>
                  </a:lnTo>
                  <a:lnTo>
                    <a:pt x="297254" y="1324382"/>
                  </a:lnTo>
                  <a:lnTo>
                    <a:pt x="298905" y="1276556"/>
                  </a:lnTo>
                  <a:lnTo>
                    <a:pt x="300557" y="1248919"/>
                  </a:lnTo>
                  <a:lnTo>
                    <a:pt x="302208" y="1236120"/>
                  </a:lnTo>
                  <a:lnTo>
                    <a:pt x="303859" y="1262374"/>
                  </a:lnTo>
                  <a:lnTo>
                    <a:pt x="305511" y="1307453"/>
                  </a:lnTo>
                  <a:lnTo>
                    <a:pt x="307162" y="1342480"/>
                  </a:lnTo>
                  <a:lnTo>
                    <a:pt x="308814" y="1342480"/>
                  </a:lnTo>
                  <a:lnTo>
                    <a:pt x="310465" y="1324382"/>
                  </a:lnTo>
                  <a:lnTo>
                    <a:pt x="312117" y="1276556"/>
                  </a:lnTo>
                  <a:lnTo>
                    <a:pt x="313768" y="1262374"/>
                  </a:lnTo>
                  <a:lnTo>
                    <a:pt x="315419" y="1276556"/>
                  </a:lnTo>
                  <a:lnTo>
                    <a:pt x="317071" y="1307453"/>
                  </a:lnTo>
                  <a:lnTo>
                    <a:pt x="318722" y="1342480"/>
                  </a:lnTo>
                  <a:lnTo>
                    <a:pt x="320374" y="1405741"/>
                  </a:lnTo>
                  <a:lnTo>
                    <a:pt x="322025" y="1430742"/>
                  </a:lnTo>
                  <a:lnTo>
                    <a:pt x="323676" y="1430742"/>
                  </a:lnTo>
                  <a:lnTo>
                    <a:pt x="325328" y="1430742"/>
                  </a:lnTo>
                  <a:lnTo>
                    <a:pt x="326979" y="1430742"/>
                  </a:lnTo>
                  <a:lnTo>
                    <a:pt x="328631" y="1430742"/>
                  </a:lnTo>
                  <a:lnTo>
                    <a:pt x="330282" y="1430742"/>
                  </a:lnTo>
                  <a:lnTo>
                    <a:pt x="331933" y="1430742"/>
                  </a:lnTo>
                  <a:lnTo>
                    <a:pt x="333585" y="1430742"/>
                  </a:lnTo>
                  <a:lnTo>
                    <a:pt x="335236" y="1430742"/>
                  </a:lnTo>
                  <a:lnTo>
                    <a:pt x="336888" y="1430742"/>
                  </a:lnTo>
                  <a:lnTo>
                    <a:pt x="338539" y="1430742"/>
                  </a:lnTo>
                  <a:lnTo>
                    <a:pt x="340191" y="1430742"/>
                  </a:lnTo>
                  <a:lnTo>
                    <a:pt x="341842" y="1405741"/>
                  </a:lnTo>
                  <a:lnTo>
                    <a:pt x="343493" y="1361920"/>
                  </a:lnTo>
                  <a:lnTo>
                    <a:pt x="345145" y="1324382"/>
                  </a:lnTo>
                  <a:lnTo>
                    <a:pt x="346796" y="1291550"/>
                  </a:lnTo>
                  <a:lnTo>
                    <a:pt x="348448" y="1276556"/>
                  </a:lnTo>
                  <a:lnTo>
                    <a:pt x="350099" y="1291550"/>
                  </a:lnTo>
                  <a:lnTo>
                    <a:pt x="351750" y="1324382"/>
                  </a:lnTo>
                  <a:lnTo>
                    <a:pt x="353402" y="1361920"/>
                  </a:lnTo>
                  <a:lnTo>
                    <a:pt x="355053" y="1405741"/>
                  </a:lnTo>
                  <a:lnTo>
                    <a:pt x="356705" y="1430742"/>
                  </a:lnTo>
                  <a:lnTo>
                    <a:pt x="358356" y="1430742"/>
                  </a:lnTo>
                  <a:lnTo>
                    <a:pt x="360008" y="1430742"/>
                  </a:lnTo>
                  <a:lnTo>
                    <a:pt x="361659" y="1430742"/>
                  </a:lnTo>
                  <a:lnTo>
                    <a:pt x="363310" y="1430742"/>
                  </a:lnTo>
                  <a:lnTo>
                    <a:pt x="364962" y="1430742"/>
                  </a:lnTo>
                  <a:lnTo>
                    <a:pt x="366613" y="1430742"/>
                  </a:lnTo>
                  <a:lnTo>
                    <a:pt x="368265" y="1430742"/>
                  </a:lnTo>
                  <a:lnTo>
                    <a:pt x="369916" y="1430742"/>
                  </a:lnTo>
                  <a:lnTo>
                    <a:pt x="371567" y="1430742"/>
                  </a:lnTo>
                  <a:lnTo>
                    <a:pt x="373219" y="1430742"/>
                  </a:lnTo>
                  <a:lnTo>
                    <a:pt x="374870" y="1430742"/>
                  </a:lnTo>
                  <a:lnTo>
                    <a:pt x="376522" y="1430742"/>
                  </a:lnTo>
                  <a:lnTo>
                    <a:pt x="378173" y="1430742"/>
                  </a:lnTo>
                  <a:lnTo>
                    <a:pt x="379824" y="1430742"/>
                  </a:lnTo>
                  <a:lnTo>
                    <a:pt x="381476" y="1430742"/>
                  </a:lnTo>
                  <a:lnTo>
                    <a:pt x="383127" y="1430742"/>
                  </a:lnTo>
                  <a:lnTo>
                    <a:pt x="384779" y="1430742"/>
                  </a:lnTo>
                  <a:lnTo>
                    <a:pt x="386430" y="1430742"/>
                  </a:lnTo>
                  <a:lnTo>
                    <a:pt x="388082" y="1430742"/>
                  </a:lnTo>
                  <a:lnTo>
                    <a:pt x="389733" y="1430742"/>
                  </a:lnTo>
                  <a:lnTo>
                    <a:pt x="391384" y="1430742"/>
                  </a:lnTo>
                  <a:lnTo>
                    <a:pt x="393036" y="1430742"/>
                  </a:lnTo>
                  <a:lnTo>
                    <a:pt x="394687" y="1430742"/>
                  </a:lnTo>
                  <a:lnTo>
                    <a:pt x="396339" y="1430742"/>
                  </a:lnTo>
                  <a:lnTo>
                    <a:pt x="397990" y="1430742"/>
                  </a:lnTo>
                  <a:lnTo>
                    <a:pt x="399641" y="1430742"/>
                  </a:lnTo>
                  <a:lnTo>
                    <a:pt x="401293" y="1430742"/>
                  </a:lnTo>
                  <a:lnTo>
                    <a:pt x="402944" y="1430742"/>
                  </a:lnTo>
                  <a:lnTo>
                    <a:pt x="404596" y="1430742"/>
                  </a:lnTo>
                  <a:lnTo>
                    <a:pt x="406247" y="1430742"/>
                  </a:lnTo>
                  <a:lnTo>
                    <a:pt x="407898" y="1430742"/>
                  </a:lnTo>
                  <a:lnTo>
                    <a:pt x="409550" y="1405741"/>
                  </a:lnTo>
                  <a:lnTo>
                    <a:pt x="411201" y="1361920"/>
                  </a:lnTo>
                  <a:lnTo>
                    <a:pt x="412853" y="1341545"/>
                  </a:lnTo>
                  <a:lnTo>
                    <a:pt x="414504" y="1323509"/>
                  </a:lnTo>
                  <a:lnTo>
                    <a:pt x="416156" y="1323509"/>
                  </a:lnTo>
                  <a:lnTo>
                    <a:pt x="417807" y="1341545"/>
                  </a:lnTo>
                  <a:lnTo>
                    <a:pt x="419458" y="1381826"/>
                  </a:lnTo>
                  <a:lnTo>
                    <a:pt x="421110" y="1382916"/>
                  </a:lnTo>
                  <a:lnTo>
                    <a:pt x="422761" y="1361920"/>
                  </a:lnTo>
                  <a:lnTo>
                    <a:pt x="424413" y="1324382"/>
                  </a:lnTo>
                  <a:lnTo>
                    <a:pt x="426064" y="1309097"/>
                  </a:lnTo>
                  <a:lnTo>
                    <a:pt x="427715" y="1309097"/>
                  </a:lnTo>
                  <a:lnTo>
                    <a:pt x="429367" y="1326137"/>
                  </a:lnTo>
                  <a:lnTo>
                    <a:pt x="431018" y="1363946"/>
                  </a:lnTo>
                  <a:lnTo>
                    <a:pt x="432670" y="1408136"/>
                  </a:lnTo>
                  <a:lnTo>
                    <a:pt x="434321" y="1430742"/>
                  </a:lnTo>
                  <a:lnTo>
                    <a:pt x="435972" y="1430742"/>
                  </a:lnTo>
                  <a:lnTo>
                    <a:pt x="437624" y="1430742"/>
                  </a:lnTo>
                  <a:lnTo>
                    <a:pt x="439275" y="1430742"/>
                  </a:lnTo>
                  <a:lnTo>
                    <a:pt x="440927" y="1405741"/>
                  </a:lnTo>
                  <a:lnTo>
                    <a:pt x="442578" y="1382916"/>
                  </a:lnTo>
                  <a:lnTo>
                    <a:pt x="444230" y="1342480"/>
                  </a:lnTo>
                  <a:lnTo>
                    <a:pt x="445881" y="1324382"/>
                  </a:lnTo>
                  <a:lnTo>
                    <a:pt x="447532" y="1314936"/>
                  </a:lnTo>
                  <a:lnTo>
                    <a:pt x="449184" y="1332372"/>
                  </a:lnTo>
                  <a:lnTo>
                    <a:pt x="450835" y="1351050"/>
                  </a:lnTo>
                  <a:lnTo>
                    <a:pt x="452487" y="1392942"/>
                  </a:lnTo>
                  <a:lnTo>
                    <a:pt x="454138" y="1392942"/>
                  </a:lnTo>
                  <a:lnTo>
                    <a:pt x="455789" y="1361920"/>
                  </a:lnTo>
                  <a:lnTo>
                    <a:pt x="457441" y="1342480"/>
                  </a:lnTo>
                  <a:lnTo>
                    <a:pt x="459092" y="1342480"/>
                  </a:lnTo>
                  <a:lnTo>
                    <a:pt x="460744" y="1342480"/>
                  </a:lnTo>
                  <a:lnTo>
                    <a:pt x="462395" y="1361920"/>
                  </a:lnTo>
                  <a:lnTo>
                    <a:pt x="464047" y="1405741"/>
                  </a:lnTo>
                  <a:lnTo>
                    <a:pt x="465698" y="1430742"/>
                  </a:lnTo>
                  <a:lnTo>
                    <a:pt x="467349" y="1430742"/>
                  </a:lnTo>
                  <a:lnTo>
                    <a:pt x="469001" y="1430742"/>
                  </a:lnTo>
                  <a:lnTo>
                    <a:pt x="470652" y="1430742"/>
                  </a:lnTo>
                  <a:lnTo>
                    <a:pt x="472304" y="1430742"/>
                  </a:lnTo>
                  <a:lnTo>
                    <a:pt x="473955" y="1430742"/>
                  </a:lnTo>
                  <a:lnTo>
                    <a:pt x="475606" y="1430742"/>
                  </a:lnTo>
                  <a:lnTo>
                    <a:pt x="477258" y="1405741"/>
                  </a:lnTo>
                  <a:lnTo>
                    <a:pt x="478909" y="1361920"/>
                  </a:lnTo>
                  <a:lnTo>
                    <a:pt x="480561" y="1324382"/>
                  </a:lnTo>
                  <a:lnTo>
                    <a:pt x="482212" y="1291550"/>
                  </a:lnTo>
                  <a:lnTo>
                    <a:pt x="483863" y="1260997"/>
                  </a:lnTo>
                  <a:lnTo>
                    <a:pt x="485515" y="1260997"/>
                  </a:lnTo>
                  <a:lnTo>
                    <a:pt x="487166" y="1260997"/>
                  </a:lnTo>
                  <a:lnTo>
                    <a:pt x="488818" y="1275103"/>
                  </a:lnTo>
                  <a:lnTo>
                    <a:pt x="490469" y="1290011"/>
                  </a:lnTo>
                  <a:lnTo>
                    <a:pt x="492121" y="1307453"/>
                  </a:lnTo>
                  <a:lnTo>
                    <a:pt x="493772" y="1291550"/>
                  </a:lnTo>
                  <a:lnTo>
                    <a:pt x="495423" y="1291550"/>
                  </a:lnTo>
                  <a:lnTo>
                    <a:pt x="497075" y="1300177"/>
                  </a:lnTo>
                  <a:lnTo>
                    <a:pt x="498726" y="1316629"/>
                  </a:lnTo>
                  <a:lnTo>
                    <a:pt x="500378" y="1334181"/>
                  </a:lnTo>
                  <a:lnTo>
                    <a:pt x="502029" y="1373260"/>
                  </a:lnTo>
                  <a:lnTo>
                    <a:pt x="503680" y="1419196"/>
                  </a:lnTo>
                  <a:lnTo>
                    <a:pt x="505332" y="1430742"/>
                  </a:lnTo>
                  <a:lnTo>
                    <a:pt x="506983" y="1430742"/>
                  </a:lnTo>
                  <a:lnTo>
                    <a:pt x="508635" y="1430742"/>
                  </a:lnTo>
                  <a:lnTo>
                    <a:pt x="510286" y="1430742"/>
                  </a:lnTo>
                  <a:lnTo>
                    <a:pt x="511937" y="1430742"/>
                  </a:lnTo>
                  <a:lnTo>
                    <a:pt x="513589" y="1430742"/>
                  </a:lnTo>
                  <a:lnTo>
                    <a:pt x="515240" y="1430742"/>
                  </a:lnTo>
                  <a:lnTo>
                    <a:pt x="516892" y="1430742"/>
                  </a:lnTo>
                  <a:lnTo>
                    <a:pt x="518543" y="1430742"/>
                  </a:lnTo>
                  <a:lnTo>
                    <a:pt x="520195" y="1430742"/>
                  </a:lnTo>
                  <a:lnTo>
                    <a:pt x="521846" y="1430742"/>
                  </a:lnTo>
                  <a:lnTo>
                    <a:pt x="523497" y="1430742"/>
                  </a:lnTo>
                  <a:lnTo>
                    <a:pt x="525149" y="1430742"/>
                  </a:lnTo>
                  <a:lnTo>
                    <a:pt x="526800" y="1430742"/>
                  </a:lnTo>
                  <a:lnTo>
                    <a:pt x="528452" y="1430742"/>
                  </a:lnTo>
                  <a:lnTo>
                    <a:pt x="530103" y="1430742"/>
                  </a:lnTo>
                  <a:lnTo>
                    <a:pt x="531754" y="1430742"/>
                  </a:lnTo>
                  <a:lnTo>
                    <a:pt x="533406" y="1430742"/>
                  </a:lnTo>
                  <a:lnTo>
                    <a:pt x="535057" y="1361920"/>
                  </a:lnTo>
                  <a:lnTo>
                    <a:pt x="536709" y="1212257"/>
                  </a:lnTo>
                  <a:lnTo>
                    <a:pt x="538360" y="1073400"/>
                  </a:lnTo>
                  <a:lnTo>
                    <a:pt x="540012" y="987403"/>
                  </a:lnTo>
                  <a:lnTo>
                    <a:pt x="541663" y="938330"/>
                  </a:lnTo>
                  <a:lnTo>
                    <a:pt x="543314" y="917874"/>
                  </a:lnTo>
                  <a:lnTo>
                    <a:pt x="544966" y="939134"/>
                  </a:lnTo>
                  <a:lnTo>
                    <a:pt x="546617" y="1001572"/>
                  </a:lnTo>
                  <a:lnTo>
                    <a:pt x="548269" y="1079173"/>
                  </a:lnTo>
                  <a:lnTo>
                    <a:pt x="549920" y="1142122"/>
                  </a:lnTo>
                  <a:lnTo>
                    <a:pt x="551571" y="1203840"/>
                  </a:lnTo>
                  <a:lnTo>
                    <a:pt x="553223" y="1245660"/>
                  </a:lnTo>
                  <a:lnTo>
                    <a:pt x="554874" y="1276556"/>
                  </a:lnTo>
                  <a:lnTo>
                    <a:pt x="556526" y="1307453"/>
                  </a:lnTo>
                  <a:lnTo>
                    <a:pt x="558177" y="1361920"/>
                  </a:lnTo>
                  <a:lnTo>
                    <a:pt x="559828" y="1405741"/>
                  </a:lnTo>
                  <a:lnTo>
                    <a:pt x="561480" y="1430742"/>
                  </a:lnTo>
                  <a:lnTo>
                    <a:pt x="563131" y="1430742"/>
                  </a:lnTo>
                  <a:lnTo>
                    <a:pt x="564783" y="1430742"/>
                  </a:lnTo>
                  <a:lnTo>
                    <a:pt x="566434" y="1430742"/>
                  </a:lnTo>
                  <a:lnTo>
                    <a:pt x="568086" y="1430742"/>
                  </a:lnTo>
                  <a:lnTo>
                    <a:pt x="569737" y="1430742"/>
                  </a:lnTo>
                  <a:lnTo>
                    <a:pt x="571388" y="1430742"/>
                  </a:lnTo>
                  <a:lnTo>
                    <a:pt x="573040" y="1430742"/>
                  </a:lnTo>
                  <a:lnTo>
                    <a:pt x="574691" y="1430742"/>
                  </a:lnTo>
                  <a:lnTo>
                    <a:pt x="576343" y="1430742"/>
                  </a:lnTo>
                  <a:lnTo>
                    <a:pt x="577994" y="1382916"/>
                  </a:lnTo>
                  <a:lnTo>
                    <a:pt x="579645" y="1342480"/>
                  </a:lnTo>
                  <a:lnTo>
                    <a:pt x="581297" y="1324382"/>
                  </a:lnTo>
                  <a:lnTo>
                    <a:pt x="582948" y="1324382"/>
                  </a:lnTo>
                  <a:lnTo>
                    <a:pt x="584600" y="1324382"/>
                  </a:lnTo>
                  <a:lnTo>
                    <a:pt x="586251" y="1361920"/>
                  </a:lnTo>
                  <a:lnTo>
                    <a:pt x="587902" y="1382916"/>
                  </a:lnTo>
                  <a:lnTo>
                    <a:pt x="589554" y="1382916"/>
                  </a:lnTo>
                  <a:lnTo>
                    <a:pt x="591205" y="1361920"/>
                  </a:lnTo>
                  <a:lnTo>
                    <a:pt x="592857" y="1357915"/>
                  </a:lnTo>
                  <a:lnTo>
                    <a:pt x="594508" y="1338759"/>
                  </a:lnTo>
                  <a:lnTo>
                    <a:pt x="596160" y="1338759"/>
                  </a:lnTo>
                  <a:lnTo>
                    <a:pt x="597811" y="1357915"/>
                  </a:lnTo>
                  <a:lnTo>
                    <a:pt x="599462" y="1357915"/>
                  </a:lnTo>
                  <a:lnTo>
                    <a:pt x="601114" y="1307453"/>
                  </a:lnTo>
                  <a:lnTo>
                    <a:pt x="602765" y="1262374"/>
                  </a:lnTo>
                  <a:lnTo>
                    <a:pt x="604417" y="1248919"/>
                  </a:lnTo>
                  <a:lnTo>
                    <a:pt x="606068" y="1248919"/>
                  </a:lnTo>
                  <a:lnTo>
                    <a:pt x="607719" y="1262374"/>
                  </a:lnTo>
                  <a:lnTo>
                    <a:pt x="609371" y="1291550"/>
                  </a:lnTo>
                  <a:lnTo>
                    <a:pt x="611022" y="1324382"/>
                  </a:lnTo>
                  <a:lnTo>
                    <a:pt x="612674" y="1342480"/>
                  </a:lnTo>
                  <a:lnTo>
                    <a:pt x="614325" y="1342480"/>
                  </a:lnTo>
                  <a:lnTo>
                    <a:pt x="615976" y="1342480"/>
                  </a:lnTo>
                  <a:lnTo>
                    <a:pt x="617628" y="1361920"/>
                  </a:lnTo>
                  <a:lnTo>
                    <a:pt x="619279" y="1405741"/>
                  </a:lnTo>
                  <a:lnTo>
                    <a:pt x="620931" y="1405741"/>
                  </a:lnTo>
                  <a:lnTo>
                    <a:pt x="622582" y="1324382"/>
                  </a:lnTo>
                  <a:lnTo>
                    <a:pt x="624234" y="1267251"/>
                  </a:lnTo>
                  <a:lnTo>
                    <a:pt x="625885" y="1228124"/>
                  </a:lnTo>
                  <a:lnTo>
                    <a:pt x="627536" y="1183652"/>
                  </a:lnTo>
                  <a:lnTo>
                    <a:pt x="629188" y="1163956"/>
                  </a:lnTo>
                  <a:lnTo>
                    <a:pt x="630839" y="1195149"/>
                  </a:lnTo>
                  <a:lnTo>
                    <a:pt x="632491" y="1237372"/>
                  </a:lnTo>
                  <a:lnTo>
                    <a:pt x="634142" y="1263758"/>
                  </a:lnTo>
                  <a:lnTo>
                    <a:pt x="635793" y="1293098"/>
                  </a:lnTo>
                  <a:lnTo>
                    <a:pt x="637445" y="1293098"/>
                  </a:lnTo>
                  <a:lnTo>
                    <a:pt x="639096" y="1276556"/>
                  </a:lnTo>
                  <a:lnTo>
                    <a:pt x="640748" y="1262374"/>
                  </a:lnTo>
                  <a:lnTo>
                    <a:pt x="642399" y="1276556"/>
                  </a:lnTo>
                  <a:lnTo>
                    <a:pt x="644051" y="1307453"/>
                  </a:lnTo>
                  <a:lnTo>
                    <a:pt x="645702" y="1361920"/>
                  </a:lnTo>
                  <a:lnTo>
                    <a:pt x="647353" y="1405741"/>
                  </a:lnTo>
                  <a:lnTo>
                    <a:pt x="649005" y="1430742"/>
                  </a:lnTo>
                  <a:lnTo>
                    <a:pt x="650656" y="1430742"/>
                  </a:lnTo>
                  <a:lnTo>
                    <a:pt x="652308" y="1370118"/>
                  </a:lnTo>
                  <a:lnTo>
                    <a:pt x="653959" y="1314094"/>
                  </a:lnTo>
                  <a:lnTo>
                    <a:pt x="655610" y="1267955"/>
                  </a:lnTo>
                  <a:lnTo>
                    <a:pt x="657262" y="1254218"/>
                  </a:lnTo>
                  <a:lnTo>
                    <a:pt x="658913" y="1216859"/>
                  </a:lnTo>
                  <a:lnTo>
                    <a:pt x="660565" y="1201093"/>
                  </a:lnTo>
                  <a:lnTo>
                    <a:pt x="662216" y="1190385"/>
                  </a:lnTo>
                  <a:lnTo>
                    <a:pt x="663867" y="1201093"/>
                  </a:lnTo>
                  <a:lnTo>
                    <a:pt x="665519" y="1201093"/>
                  </a:lnTo>
                  <a:lnTo>
                    <a:pt x="667170" y="1236120"/>
                  </a:lnTo>
                  <a:lnTo>
                    <a:pt x="668822" y="1276556"/>
                  </a:lnTo>
                  <a:lnTo>
                    <a:pt x="670473" y="1324382"/>
                  </a:lnTo>
                  <a:lnTo>
                    <a:pt x="672125" y="1342480"/>
                  </a:lnTo>
                  <a:lnTo>
                    <a:pt x="673776" y="1342480"/>
                  </a:lnTo>
                  <a:lnTo>
                    <a:pt x="675427" y="1324382"/>
                  </a:lnTo>
                  <a:lnTo>
                    <a:pt x="677079" y="1342480"/>
                  </a:lnTo>
                  <a:lnTo>
                    <a:pt x="678730" y="1361920"/>
                  </a:lnTo>
                  <a:lnTo>
                    <a:pt x="680382" y="1382916"/>
                  </a:lnTo>
                  <a:lnTo>
                    <a:pt x="682033" y="1405741"/>
                  </a:lnTo>
                  <a:lnTo>
                    <a:pt x="683684" y="1430742"/>
                  </a:lnTo>
                  <a:lnTo>
                    <a:pt x="685336" y="1405741"/>
                  </a:lnTo>
                  <a:lnTo>
                    <a:pt x="686987" y="1361920"/>
                  </a:lnTo>
                  <a:lnTo>
                    <a:pt x="688639" y="1291550"/>
                  </a:lnTo>
                  <a:lnTo>
                    <a:pt x="690290" y="1190385"/>
                  </a:lnTo>
                  <a:lnTo>
                    <a:pt x="691941" y="1071726"/>
                  </a:lnTo>
                  <a:lnTo>
                    <a:pt x="693593" y="1010404"/>
                  </a:lnTo>
                  <a:lnTo>
                    <a:pt x="695244" y="976038"/>
                  </a:lnTo>
                  <a:lnTo>
                    <a:pt x="696896" y="957477"/>
                  </a:lnTo>
                  <a:lnTo>
                    <a:pt x="698547" y="958342"/>
                  </a:lnTo>
                  <a:lnTo>
                    <a:pt x="700199" y="958558"/>
                  </a:lnTo>
                  <a:lnTo>
                    <a:pt x="701850" y="923504"/>
                  </a:lnTo>
                  <a:lnTo>
                    <a:pt x="703501" y="907144"/>
                  </a:lnTo>
                  <a:lnTo>
                    <a:pt x="705153" y="896322"/>
                  </a:lnTo>
                  <a:lnTo>
                    <a:pt x="706804" y="887246"/>
                  </a:lnTo>
                  <a:lnTo>
                    <a:pt x="708456" y="916025"/>
                  </a:lnTo>
                  <a:lnTo>
                    <a:pt x="710107" y="962270"/>
                  </a:lnTo>
                  <a:lnTo>
                    <a:pt x="711758" y="974651"/>
                  </a:lnTo>
                  <a:lnTo>
                    <a:pt x="713410" y="939537"/>
                  </a:lnTo>
                  <a:lnTo>
                    <a:pt x="715061" y="895468"/>
                  </a:lnTo>
                  <a:lnTo>
                    <a:pt x="716713" y="814064"/>
                  </a:lnTo>
                  <a:lnTo>
                    <a:pt x="718364" y="761368"/>
                  </a:lnTo>
                  <a:lnTo>
                    <a:pt x="720016" y="741680"/>
                  </a:lnTo>
                  <a:lnTo>
                    <a:pt x="721667" y="762187"/>
                  </a:lnTo>
                  <a:lnTo>
                    <a:pt x="723318" y="800547"/>
                  </a:lnTo>
                  <a:lnTo>
                    <a:pt x="724970" y="890237"/>
                  </a:lnTo>
                  <a:lnTo>
                    <a:pt x="726621" y="1015741"/>
                  </a:lnTo>
                  <a:lnTo>
                    <a:pt x="728273" y="1142559"/>
                  </a:lnTo>
                  <a:lnTo>
                    <a:pt x="729924" y="1223917"/>
                  </a:lnTo>
                  <a:lnTo>
                    <a:pt x="731575" y="1262374"/>
                  </a:lnTo>
                  <a:lnTo>
                    <a:pt x="733227" y="1226915"/>
                  </a:lnTo>
                  <a:lnTo>
                    <a:pt x="734878" y="1173127"/>
                  </a:lnTo>
                  <a:lnTo>
                    <a:pt x="736530" y="1135655"/>
                  </a:lnTo>
                  <a:lnTo>
                    <a:pt x="738181" y="1103626"/>
                  </a:lnTo>
                  <a:lnTo>
                    <a:pt x="739832" y="1088967"/>
                  </a:lnTo>
                  <a:lnTo>
                    <a:pt x="741484" y="1109341"/>
                  </a:lnTo>
                  <a:lnTo>
                    <a:pt x="743135" y="1133113"/>
                  </a:lnTo>
                  <a:lnTo>
                    <a:pt x="744787" y="1151452"/>
                  </a:lnTo>
                  <a:lnTo>
                    <a:pt x="746438" y="1180096"/>
                  </a:lnTo>
                  <a:lnTo>
                    <a:pt x="748090" y="1194083"/>
                  </a:lnTo>
                  <a:lnTo>
                    <a:pt x="749741" y="1173619"/>
                  </a:lnTo>
                  <a:lnTo>
                    <a:pt x="751392" y="1169227"/>
                  </a:lnTo>
                  <a:lnTo>
                    <a:pt x="753044" y="1133113"/>
                  </a:lnTo>
                  <a:lnTo>
                    <a:pt x="754695" y="1075423"/>
                  </a:lnTo>
                  <a:lnTo>
                    <a:pt x="756347" y="1047515"/>
                  </a:lnTo>
                  <a:lnTo>
                    <a:pt x="757998" y="1029864"/>
                  </a:lnTo>
                  <a:lnTo>
                    <a:pt x="759649" y="1043888"/>
                  </a:lnTo>
                  <a:lnTo>
                    <a:pt x="761301" y="1096928"/>
                  </a:lnTo>
                  <a:lnTo>
                    <a:pt x="762952" y="1160189"/>
                  </a:lnTo>
                  <a:lnTo>
                    <a:pt x="764604" y="1200547"/>
                  </a:lnTo>
                  <a:lnTo>
                    <a:pt x="766255" y="1235496"/>
                  </a:lnTo>
                  <a:lnTo>
                    <a:pt x="767906" y="1212257"/>
                  </a:lnTo>
                  <a:lnTo>
                    <a:pt x="769558" y="1184163"/>
                  </a:lnTo>
                  <a:lnTo>
                    <a:pt x="771209" y="1194616"/>
                  </a:lnTo>
                  <a:lnTo>
                    <a:pt x="772861" y="1205502"/>
                  </a:lnTo>
                  <a:lnTo>
                    <a:pt x="774512" y="1216859"/>
                  </a:lnTo>
                  <a:lnTo>
                    <a:pt x="776164" y="1184163"/>
                  </a:lnTo>
                  <a:lnTo>
                    <a:pt x="777815" y="1155095"/>
                  </a:lnTo>
                  <a:lnTo>
                    <a:pt x="779466" y="1090397"/>
                  </a:lnTo>
                  <a:lnTo>
                    <a:pt x="781118" y="1050576"/>
                  </a:lnTo>
                  <a:lnTo>
                    <a:pt x="782769" y="1042094"/>
                  </a:lnTo>
                  <a:lnTo>
                    <a:pt x="784421" y="1068410"/>
                  </a:lnTo>
                  <a:lnTo>
                    <a:pt x="786072" y="1108188"/>
                  </a:lnTo>
                  <a:lnTo>
                    <a:pt x="787723" y="1188294"/>
                  </a:lnTo>
                  <a:lnTo>
                    <a:pt x="789375" y="1259627"/>
                  </a:lnTo>
                  <a:lnTo>
                    <a:pt x="791026" y="1279487"/>
                  </a:lnTo>
                  <a:lnTo>
                    <a:pt x="792678" y="1262374"/>
                  </a:lnTo>
                  <a:lnTo>
                    <a:pt x="794329" y="1223917"/>
                  </a:lnTo>
                  <a:lnTo>
                    <a:pt x="795980" y="1201093"/>
                  </a:lnTo>
                  <a:lnTo>
                    <a:pt x="797632" y="1201093"/>
                  </a:lnTo>
                  <a:lnTo>
                    <a:pt x="799283" y="1212257"/>
                  </a:lnTo>
                  <a:lnTo>
                    <a:pt x="800935" y="1262374"/>
                  </a:lnTo>
                  <a:lnTo>
                    <a:pt x="802586" y="1291550"/>
                  </a:lnTo>
                  <a:lnTo>
                    <a:pt x="804238" y="1307453"/>
                  </a:lnTo>
                  <a:lnTo>
                    <a:pt x="805889" y="1323509"/>
                  </a:lnTo>
                  <a:lnTo>
                    <a:pt x="807540" y="1323509"/>
                  </a:lnTo>
                  <a:lnTo>
                    <a:pt x="809192" y="1306634"/>
                  </a:lnTo>
                  <a:lnTo>
                    <a:pt x="810843" y="1306634"/>
                  </a:lnTo>
                  <a:lnTo>
                    <a:pt x="812495" y="1323509"/>
                  </a:lnTo>
                  <a:lnTo>
                    <a:pt x="814146" y="1342480"/>
                  </a:lnTo>
                  <a:lnTo>
                    <a:pt x="815797" y="1342480"/>
                  </a:lnTo>
                  <a:lnTo>
                    <a:pt x="817449" y="1314936"/>
                  </a:lnTo>
                  <a:lnTo>
                    <a:pt x="819100" y="1283198"/>
                  </a:lnTo>
                  <a:lnTo>
                    <a:pt x="820752" y="1254888"/>
                  </a:lnTo>
                  <a:lnTo>
                    <a:pt x="822403" y="1254888"/>
                  </a:lnTo>
                  <a:lnTo>
                    <a:pt x="824055" y="1283198"/>
                  </a:lnTo>
                  <a:lnTo>
                    <a:pt x="825706" y="1324382"/>
                  </a:lnTo>
                  <a:lnTo>
                    <a:pt x="827357" y="1361920"/>
                  </a:lnTo>
                  <a:lnTo>
                    <a:pt x="829009" y="1361920"/>
                  </a:lnTo>
                  <a:lnTo>
                    <a:pt x="830660" y="1342480"/>
                  </a:lnTo>
                  <a:lnTo>
                    <a:pt x="832312" y="1342480"/>
                  </a:lnTo>
                  <a:lnTo>
                    <a:pt x="833963" y="1342480"/>
                  </a:lnTo>
                  <a:lnTo>
                    <a:pt x="835614" y="1342480"/>
                  </a:lnTo>
                  <a:lnTo>
                    <a:pt x="837266" y="1324382"/>
                  </a:lnTo>
                  <a:lnTo>
                    <a:pt x="838917" y="1291550"/>
                  </a:lnTo>
                  <a:lnTo>
                    <a:pt x="840569" y="1248919"/>
                  </a:lnTo>
                  <a:lnTo>
                    <a:pt x="842220" y="1223917"/>
                  </a:lnTo>
                  <a:lnTo>
                    <a:pt x="843871" y="1212257"/>
                  </a:lnTo>
                  <a:lnTo>
                    <a:pt x="845523" y="1212257"/>
                  </a:lnTo>
                  <a:lnTo>
                    <a:pt x="847174" y="1212257"/>
                  </a:lnTo>
                  <a:lnTo>
                    <a:pt x="848826" y="1223917"/>
                  </a:lnTo>
                  <a:lnTo>
                    <a:pt x="850477" y="1236120"/>
                  </a:lnTo>
                  <a:lnTo>
                    <a:pt x="852129" y="1236120"/>
                  </a:lnTo>
                  <a:lnTo>
                    <a:pt x="853780" y="1262374"/>
                  </a:lnTo>
                  <a:lnTo>
                    <a:pt x="855431" y="1302580"/>
                  </a:lnTo>
                  <a:lnTo>
                    <a:pt x="857083" y="1336919"/>
                  </a:lnTo>
                  <a:lnTo>
                    <a:pt x="858734" y="1355935"/>
                  </a:lnTo>
                  <a:lnTo>
                    <a:pt x="860386" y="1398683"/>
                  </a:lnTo>
                  <a:lnTo>
                    <a:pt x="862037" y="1422988"/>
                  </a:lnTo>
                  <a:lnTo>
                    <a:pt x="863688" y="1430742"/>
                  </a:lnTo>
                  <a:lnTo>
                    <a:pt x="865340" y="1382916"/>
                  </a:lnTo>
                  <a:lnTo>
                    <a:pt x="866991" y="1307453"/>
                  </a:lnTo>
                  <a:lnTo>
                    <a:pt x="868643" y="1262374"/>
                  </a:lnTo>
                  <a:lnTo>
                    <a:pt x="870294" y="1236120"/>
                  </a:lnTo>
                  <a:lnTo>
                    <a:pt x="871945" y="1212257"/>
                  </a:lnTo>
                  <a:lnTo>
                    <a:pt x="873597" y="1201093"/>
                  </a:lnTo>
                  <a:lnTo>
                    <a:pt x="875248" y="1212257"/>
                  </a:lnTo>
                  <a:lnTo>
                    <a:pt x="876900" y="1212257"/>
                  </a:lnTo>
                  <a:lnTo>
                    <a:pt x="878551" y="1223917"/>
                  </a:lnTo>
                  <a:lnTo>
                    <a:pt x="880203" y="1236120"/>
                  </a:lnTo>
                  <a:lnTo>
                    <a:pt x="881854" y="1276556"/>
                  </a:lnTo>
                  <a:lnTo>
                    <a:pt x="883505" y="1324382"/>
                  </a:lnTo>
                  <a:lnTo>
                    <a:pt x="885157" y="1382916"/>
                  </a:lnTo>
                  <a:lnTo>
                    <a:pt x="886808" y="1405741"/>
                  </a:lnTo>
                  <a:lnTo>
                    <a:pt x="888460" y="1430742"/>
                  </a:lnTo>
                  <a:lnTo>
                    <a:pt x="890111" y="1430742"/>
                  </a:lnTo>
                  <a:lnTo>
                    <a:pt x="891762" y="1430742"/>
                  </a:lnTo>
                  <a:lnTo>
                    <a:pt x="893414" y="1430742"/>
                  </a:lnTo>
                  <a:lnTo>
                    <a:pt x="895065" y="1430742"/>
                  </a:lnTo>
                  <a:lnTo>
                    <a:pt x="896717" y="1405741"/>
                  </a:lnTo>
                  <a:lnTo>
                    <a:pt x="898368" y="1361920"/>
                  </a:lnTo>
                  <a:lnTo>
                    <a:pt x="900020" y="1312418"/>
                  </a:lnTo>
                  <a:lnTo>
                    <a:pt x="901671" y="1266549"/>
                  </a:lnTo>
                  <a:lnTo>
                    <a:pt x="903322" y="1227519"/>
                  </a:lnTo>
                  <a:lnTo>
                    <a:pt x="904974" y="1206058"/>
                  </a:lnTo>
                  <a:lnTo>
                    <a:pt x="906625" y="1223322"/>
                  </a:lnTo>
                  <a:lnTo>
                    <a:pt x="908277" y="1257586"/>
                  </a:lnTo>
                  <a:lnTo>
                    <a:pt x="909928" y="1301777"/>
                  </a:lnTo>
                  <a:lnTo>
                    <a:pt x="911579" y="1354951"/>
                  </a:lnTo>
                  <a:lnTo>
                    <a:pt x="913231" y="1417944"/>
                  </a:lnTo>
                  <a:lnTo>
                    <a:pt x="914882" y="1405741"/>
                  </a:lnTo>
                  <a:lnTo>
                    <a:pt x="916534" y="1357915"/>
                  </a:lnTo>
                  <a:lnTo>
                    <a:pt x="918185" y="1264453"/>
                  </a:lnTo>
                  <a:lnTo>
                    <a:pt x="919836" y="1189337"/>
                  </a:lnTo>
                  <a:lnTo>
                    <a:pt x="921488" y="1141686"/>
                  </a:lnTo>
                  <a:lnTo>
                    <a:pt x="923139" y="1124811"/>
                  </a:lnTo>
                  <a:lnTo>
                    <a:pt x="924791" y="1134805"/>
                  </a:lnTo>
                  <a:lnTo>
                    <a:pt x="926442" y="1177586"/>
                  </a:lnTo>
                  <a:lnTo>
                    <a:pt x="928094" y="1212257"/>
                  </a:lnTo>
                  <a:lnTo>
                    <a:pt x="929745" y="1226915"/>
                  </a:lnTo>
                  <a:lnTo>
                    <a:pt x="931396" y="1226915"/>
                  </a:lnTo>
                  <a:lnTo>
                    <a:pt x="933048" y="1203840"/>
                  </a:lnTo>
                  <a:lnTo>
                    <a:pt x="934699" y="1193021"/>
                  </a:lnTo>
                  <a:lnTo>
                    <a:pt x="936351" y="1203840"/>
                  </a:lnTo>
                  <a:lnTo>
                    <a:pt x="938002" y="1190385"/>
                  </a:lnTo>
                  <a:lnTo>
                    <a:pt x="939653" y="1160657"/>
                  </a:lnTo>
                  <a:lnTo>
                    <a:pt x="941305" y="1145637"/>
                  </a:lnTo>
                  <a:lnTo>
                    <a:pt x="942956" y="1152358"/>
                  </a:lnTo>
                  <a:lnTo>
                    <a:pt x="944608" y="1161595"/>
                  </a:lnTo>
                  <a:lnTo>
                    <a:pt x="946259" y="1202188"/>
                  </a:lnTo>
                  <a:lnTo>
                    <a:pt x="947910" y="1250234"/>
                  </a:lnTo>
                  <a:lnTo>
                    <a:pt x="949562" y="1297007"/>
                  </a:lnTo>
                  <a:lnTo>
                    <a:pt x="951213" y="1300976"/>
                  </a:lnTo>
                  <a:lnTo>
                    <a:pt x="952865" y="1270791"/>
                  </a:lnTo>
                  <a:lnTo>
                    <a:pt x="954516" y="1231171"/>
                  </a:lnTo>
                  <a:lnTo>
                    <a:pt x="956168" y="1231171"/>
                  </a:lnTo>
                  <a:lnTo>
                    <a:pt x="957819" y="1236120"/>
                  </a:lnTo>
                  <a:lnTo>
                    <a:pt x="959470" y="1190385"/>
                  </a:lnTo>
                  <a:lnTo>
                    <a:pt x="961122" y="1170196"/>
                  </a:lnTo>
                  <a:lnTo>
                    <a:pt x="962773" y="1131850"/>
                  </a:lnTo>
                  <a:lnTo>
                    <a:pt x="964425" y="999791"/>
                  </a:lnTo>
                  <a:lnTo>
                    <a:pt x="966076" y="889569"/>
                  </a:lnTo>
                  <a:lnTo>
                    <a:pt x="967727" y="858192"/>
                  </a:lnTo>
                  <a:lnTo>
                    <a:pt x="969379" y="858192"/>
                  </a:lnTo>
                  <a:lnTo>
                    <a:pt x="971030" y="874196"/>
                  </a:lnTo>
                  <a:lnTo>
                    <a:pt x="972682" y="952134"/>
                  </a:lnTo>
                  <a:lnTo>
                    <a:pt x="974333" y="1104381"/>
                  </a:lnTo>
                  <a:lnTo>
                    <a:pt x="975984" y="1252883"/>
                  </a:lnTo>
                  <a:lnTo>
                    <a:pt x="977636" y="1329682"/>
                  </a:lnTo>
                  <a:lnTo>
                    <a:pt x="979287" y="1389558"/>
                  </a:lnTo>
                  <a:lnTo>
                    <a:pt x="980939" y="1412994"/>
                  </a:lnTo>
                  <a:lnTo>
                    <a:pt x="982590" y="1430742"/>
                  </a:lnTo>
                  <a:lnTo>
                    <a:pt x="984242" y="1430742"/>
                  </a:lnTo>
                  <a:lnTo>
                    <a:pt x="985893" y="1430742"/>
                  </a:lnTo>
                  <a:lnTo>
                    <a:pt x="987544" y="1430742"/>
                  </a:lnTo>
                  <a:lnTo>
                    <a:pt x="989196" y="1430742"/>
                  </a:lnTo>
                  <a:lnTo>
                    <a:pt x="990847" y="1430742"/>
                  </a:lnTo>
                  <a:lnTo>
                    <a:pt x="992499" y="1430742"/>
                  </a:lnTo>
                  <a:lnTo>
                    <a:pt x="994150" y="1430742"/>
                  </a:lnTo>
                  <a:lnTo>
                    <a:pt x="995801" y="1430742"/>
                  </a:lnTo>
                  <a:lnTo>
                    <a:pt x="997453" y="1430742"/>
                  </a:lnTo>
                  <a:lnTo>
                    <a:pt x="999104" y="1430742"/>
                  </a:lnTo>
                  <a:lnTo>
                    <a:pt x="1000756" y="1430742"/>
                  </a:lnTo>
                  <a:lnTo>
                    <a:pt x="1002407" y="1405741"/>
                  </a:lnTo>
                  <a:lnTo>
                    <a:pt x="1004059" y="1342480"/>
                  </a:lnTo>
                  <a:lnTo>
                    <a:pt x="1005710" y="1276556"/>
                  </a:lnTo>
                  <a:lnTo>
                    <a:pt x="1007361" y="1228731"/>
                  </a:lnTo>
                  <a:lnTo>
                    <a:pt x="1009013" y="1184163"/>
                  </a:lnTo>
                  <a:lnTo>
                    <a:pt x="1010664" y="1155095"/>
                  </a:lnTo>
                  <a:lnTo>
                    <a:pt x="1012316" y="1164431"/>
                  </a:lnTo>
                  <a:lnTo>
                    <a:pt x="1013967" y="1205502"/>
                  </a:lnTo>
                  <a:lnTo>
                    <a:pt x="1015618" y="1223917"/>
                  </a:lnTo>
                  <a:lnTo>
                    <a:pt x="1017270" y="1236120"/>
                  </a:lnTo>
                  <a:lnTo>
                    <a:pt x="1018921" y="1248919"/>
                  </a:lnTo>
                  <a:lnTo>
                    <a:pt x="1020573" y="1239895"/>
                  </a:lnTo>
                  <a:lnTo>
                    <a:pt x="1022224" y="1193551"/>
                  </a:lnTo>
                  <a:lnTo>
                    <a:pt x="1023875" y="1154179"/>
                  </a:lnTo>
                  <a:lnTo>
                    <a:pt x="1025527" y="1151904"/>
                  </a:lnTo>
                  <a:lnTo>
                    <a:pt x="1027178" y="1173619"/>
                  </a:lnTo>
                  <a:lnTo>
                    <a:pt x="1028830" y="1161126"/>
                  </a:lnTo>
                  <a:lnTo>
                    <a:pt x="1030481" y="1161126"/>
                  </a:lnTo>
                  <a:lnTo>
                    <a:pt x="1032133" y="1142996"/>
                  </a:lnTo>
                  <a:lnTo>
                    <a:pt x="1033784" y="1089681"/>
                  </a:lnTo>
                  <a:lnTo>
                    <a:pt x="1035435" y="997769"/>
                  </a:lnTo>
                  <a:lnTo>
                    <a:pt x="1037087" y="937729"/>
                  </a:lnTo>
                  <a:lnTo>
                    <a:pt x="1038738" y="883637"/>
                  </a:lnTo>
                  <a:lnTo>
                    <a:pt x="1040390" y="861765"/>
                  </a:lnTo>
                  <a:lnTo>
                    <a:pt x="1042041" y="847188"/>
                  </a:lnTo>
                  <a:lnTo>
                    <a:pt x="1043692" y="828845"/>
                  </a:lnTo>
                  <a:lnTo>
                    <a:pt x="1045344" y="761470"/>
                  </a:lnTo>
                  <a:lnTo>
                    <a:pt x="1046995" y="670158"/>
                  </a:lnTo>
                  <a:lnTo>
                    <a:pt x="1048647" y="588593"/>
                  </a:lnTo>
                  <a:lnTo>
                    <a:pt x="1050298" y="533617"/>
                  </a:lnTo>
                  <a:lnTo>
                    <a:pt x="1051949" y="506533"/>
                  </a:lnTo>
                  <a:lnTo>
                    <a:pt x="1053601" y="501019"/>
                  </a:lnTo>
                  <a:lnTo>
                    <a:pt x="1055252" y="508436"/>
                  </a:lnTo>
                  <a:lnTo>
                    <a:pt x="1056904" y="511968"/>
                  </a:lnTo>
                  <a:lnTo>
                    <a:pt x="1058555" y="502806"/>
                  </a:lnTo>
                  <a:lnTo>
                    <a:pt x="1060207" y="473491"/>
                  </a:lnTo>
                  <a:lnTo>
                    <a:pt x="1061858" y="443206"/>
                  </a:lnTo>
                  <a:lnTo>
                    <a:pt x="1063509" y="424979"/>
                  </a:lnTo>
                  <a:lnTo>
                    <a:pt x="1065161" y="429065"/>
                  </a:lnTo>
                  <a:lnTo>
                    <a:pt x="1066812" y="442842"/>
                  </a:lnTo>
                  <a:lnTo>
                    <a:pt x="1068464" y="464142"/>
                  </a:lnTo>
                  <a:lnTo>
                    <a:pt x="1070115" y="496214"/>
                  </a:lnTo>
                  <a:lnTo>
                    <a:pt x="1071766" y="541411"/>
                  </a:lnTo>
                  <a:lnTo>
                    <a:pt x="1073418" y="583095"/>
                  </a:lnTo>
                  <a:lnTo>
                    <a:pt x="1075069" y="620569"/>
                  </a:lnTo>
                  <a:lnTo>
                    <a:pt x="1076721" y="659199"/>
                  </a:lnTo>
                  <a:lnTo>
                    <a:pt x="1078372" y="698978"/>
                  </a:lnTo>
                  <a:lnTo>
                    <a:pt x="1080024" y="727917"/>
                  </a:lnTo>
                  <a:lnTo>
                    <a:pt x="1081675" y="758521"/>
                  </a:lnTo>
                  <a:lnTo>
                    <a:pt x="1083326" y="808622"/>
                  </a:lnTo>
                  <a:lnTo>
                    <a:pt x="1084978" y="872005"/>
                  </a:lnTo>
                  <a:lnTo>
                    <a:pt x="1086629" y="897178"/>
                  </a:lnTo>
                  <a:lnTo>
                    <a:pt x="1088281" y="892249"/>
                  </a:lnTo>
                  <a:lnTo>
                    <a:pt x="1089932" y="875141"/>
                  </a:lnTo>
                  <a:lnTo>
                    <a:pt x="1091583" y="856717"/>
                  </a:lnTo>
                  <a:lnTo>
                    <a:pt x="1093235" y="850901"/>
                  </a:lnTo>
                  <a:lnTo>
                    <a:pt x="1094886" y="865844"/>
                  </a:lnTo>
                  <a:lnTo>
                    <a:pt x="1096538" y="866148"/>
                  </a:lnTo>
                  <a:lnTo>
                    <a:pt x="1098189" y="837993"/>
                  </a:lnTo>
                  <a:lnTo>
                    <a:pt x="1099840" y="809726"/>
                  </a:lnTo>
                  <a:lnTo>
                    <a:pt x="1101492" y="812320"/>
                  </a:lnTo>
                  <a:lnTo>
                    <a:pt x="1103143" y="817840"/>
                  </a:lnTo>
                  <a:lnTo>
                    <a:pt x="1104795" y="830170"/>
                  </a:lnTo>
                  <a:lnTo>
                    <a:pt x="1106446" y="848610"/>
                  </a:lnTo>
                  <a:lnTo>
                    <a:pt x="1108098" y="870606"/>
                  </a:lnTo>
                  <a:lnTo>
                    <a:pt x="1109749" y="867217"/>
                  </a:lnTo>
                  <a:lnTo>
                    <a:pt x="1111400" y="890404"/>
                  </a:lnTo>
                  <a:lnTo>
                    <a:pt x="1113052" y="935933"/>
                  </a:lnTo>
                  <a:lnTo>
                    <a:pt x="1114703" y="999791"/>
                  </a:lnTo>
                  <a:lnTo>
                    <a:pt x="1116355" y="1053673"/>
                  </a:lnTo>
                  <a:lnTo>
                    <a:pt x="1118006" y="1043289"/>
                  </a:lnTo>
                  <a:lnTo>
                    <a:pt x="1119657" y="954899"/>
                  </a:lnTo>
                  <a:lnTo>
                    <a:pt x="1121309" y="808622"/>
                  </a:lnTo>
                  <a:lnTo>
                    <a:pt x="1122960" y="655691"/>
                  </a:lnTo>
                  <a:lnTo>
                    <a:pt x="1124612" y="547537"/>
                  </a:lnTo>
                  <a:lnTo>
                    <a:pt x="1126263" y="486464"/>
                  </a:lnTo>
                  <a:lnTo>
                    <a:pt x="1127914" y="439105"/>
                  </a:lnTo>
                  <a:lnTo>
                    <a:pt x="1129566" y="405055"/>
                  </a:lnTo>
                  <a:lnTo>
                    <a:pt x="1131217" y="379245"/>
                  </a:lnTo>
                  <a:lnTo>
                    <a:pt x="1132869" y="349274"/>
                  </a:lnTo>
                  <a:lnTo>
                    <a:pt x="1134520" y="297376"/>
                  </a:lnTo>
                  <a:lnTo>
                    <a:pt x="1136172" y="249483"/>
                  </a:lnTo>
                  <a:lnTo>
                    <a:pt x="1137823" y="206793"/>
                  </a:lnTo>
                  <a:lnTo>
                    <a:pt x="1139474" y="175016"/>
                  </a:lnTo>
                  <a:lnTo>
                    <a:pt x="1141126" y="154506"/>
                  </a:lnTo>
                  <a:lnTo>
                    <a:pt x="1142777" y="160262"/>
                  </a:lnTo>
                  <a:lnTo>
                    <a:pt x="1144429" y="177985"/>
                  </a:lnTo>
                  <a:lnTo>
                    <a:pt x="1146080" y="202084"/>
                  </a:lnTo>
                  <a:lnTo>
                    <a:pt x="1147731" y="232364"/>
                  </a:lnTo>
                  <a:lnTo>
                    <a:pt x="1149383" y="252243"/>
                  </a:lnTo>
                  <a:lnTo>
                    <a:pt x="1151034" y="243368"/>
                  </a:lnTo>
                  <a:lnTo>
                    <a:pt x="1152686" y="215617"/>
                  </a:lnTo>
                  <a:lnTo>
                    <a:pt x="1154337" y="187592"/>
                  </a:lnTo>
                  <a:lnTo>
                    <a:pt x="1155988" y="158829"/>
                  </a:lnTo>
                  <a:lnTo>
                    <a:pt x="1157640" y="143147"/>
                  </a:lnTo>
                  <a:lnTo>
                    <a:pt x="1159291" y="128259"/>
                  </a:lnTo>
                  <a:lnTo>
                    <a:pt x="1160943" y="127081"/>
                  </a:lnTo>
                  <a:lnTo>
                    <a:pt x="1162594" y="136247"/>
                  </a:lnTo>
                  <a:lnTo>
                    <a:pt x="1164246" y="143080"/>
                  </a:lnTo>
                  <a:lnTo>
                    <a:pt x="1165897" y="147620"/>
                  </a:lnTo>
                  <a:lnTo>
                    <a:pt x="1167548" y="161454"/>
                  </a:lnTo>
                  <a:lnTo>
                    <a:pt x="1169200" y="173229"/>
                  </a:lnTo>
                  <a:lnTo>
                    <a:pt x="1170851" y="181997"/>
                  </a:lnTo>
                  <a:lnTo>
                    <a:pt x="1172503" y="195145"/>
                  </a:lnTo>
                  <a:lnTo>
                    <a:pt x="1174154" y="210297"/>
                  </a:lnTo>
                  <a:lnTo>
                    <a:pt x="1175805" y="220500"/>
                  </a:lnTo>
                  <a:lnTo>
                    <a:pt x="1177457" y="235457"/>
                  </a:lnTo>
                  <a:lnTo>
                    <a:pt x="1179108" y="240924"/>
                  </a:lnTo>
                  <a:lnTo>
                    <a:pt x="1180760" y="253670"/>
                  </a:lnTo>
                  <a:lnTo>
                    <a:pt x="1182411" y="270601"/>
                  </a:lnTo>
                  <a:lnTo>
                    <a:pt x="1184063" y="310037"/>
                  </a:lnTo>
                  <a:lnTo>
                    <a:pt x="1185714" y="354164"/>
                  </a:lnTo>
                  <a:lnTo>
                    <a:pt x="1187365" y="420369"/>
                  </a:lnTo>
                  <a:lnTo>
                    <a:pt x="1189017" y="495100"/>
                  </a:lnTo>
                  <a:lnTo>
                    <a:pt x="1190668" y="569319"/>
                  </a:lnTo>
                  <a:lnTo>
                    <a:pt x="1192320" y="626860"/>
                  </a:lnTo>
                  <a:lnTo>
                    <a:pt x="1193971" y="670736"/>
                  </a:lnTo>
                  <a:lnTo>
                    <a:pt x="1195622" y="693475"/>
                  </a:lnTo>
                  <a:lnTo>
                    <a:pt x="1197274" y="695933"/>
                  </a:lnTo>
                  <a:lnTo>
                    <a:pt x="1198925" y="709418"/>
                  </a:lnTo>
                  <a:lnTo>
                    <a:pt x="1200577" y="727109"/>
                  </a:lnTo>
                  <a:lnTo>
                    <a:pt x="1202228" y="730722"/>
                  </a:lnTo>
                  <a:lnTo>
                    <a:pt x="1203879" y="744062"/>
                  </a:lnTo>
                  <a:lnTo>
                    <a:pt x="1205531" y="767261"/>
                  </a:lnTo>
                  <a:lnTo>
                    <a:pt x="1207182" y="796542"/>
                  </a:lnTo>
                  <a:lnTo>
                    <a:pt x="1208834" y="771158"/>
                  </a:lnTo>
                  <a:lnTo>
                    <a:pt x="1210485" y="742535"/>
                  </a:lnTo>
                  <a:lnTo>
                    <a:pt x="1212137" y="723810"/>
                  </a:lnTo>
                  <a:lnTo>
                    <a:pt x="1213788" y="746949"/>
                  </a:lnTo>
                  <a:lnTo>
                    <a:pt x="1215439" y="790304"/>
                  </a:lnTo>
                  <a:lnTo>
                    <a:pt x="1217091" y="846339"/>
                  </a:lnTo>
                  <a:lnTo>
                    <a:pt x="1218742" y="883963"/>
                  </a:lnTo>
                  <a:lnTo>
                    <a:pt x="1220394" y="891745"/>
                  </a:lnTo>
                  <a:lnTo>
                    <a:pt x="1222045" y="854959"/>
                  </a:lnTo>
                  <a:lnTo>
                    <a:pt x="1223696" y="819111"/>
                  </a:lnTo>
                  <a:lnTo>
                    <a:pt x="1225348" y="799362"/>
                  </a:lnTo>
                  <a:lnTo>
                    <a:pt x="1226999" y="800191"/>
                  </a:lnTo>
                  <a:lnTo>
                    <a:pt x="1228651" y="820773"/>
                  </a:lnTo>
                  <a:lnTo>
                    <a:pt x="1230302" y="842690"/>
                  </a:lnTo>
                  <a:lnTo>
                    <a:pt x="1231953" y="861615"/>
                  </a:lnTo>
                  <a:lnTo>
                    <a:pt x="1233605" y="878954"/>
                  </a:lnTo>
                  <a:lnTo>
                    <a:pt x="1235256" y="913274"/>
                  </a:lnTo>
                  <a:lnTo>
                    <a:pt x="1236908" y="962710"/>
                  </a:lnTo>
                  <a:lnTo>
                    <a:pt x="1238559" y="1032437"/>
                  </a:lnTo>
                  <a:lnTo>
                    <a:pt x="1240211" y="1079173"/>
                  </a:lnTo>
                  <a:lnTo>
                    <a:pt x="1241862" y="1106277"/>
                  </a:lnTo>
                  <a:lnTo>
                    <a:pt x="1243513" y="1078830"/>
                  </a:lnTo>
                  <a:lnTo>
                    <a:pt x="1245165" y="1002084"/>
                  </a:lnTo>
                  <a:lnTo>
                    <a:pt x="1246816" y="947105"/>
                  </a:lnTo>
                  <a:lnTo>
                    <a:pt x="1248468" y="921614"/>
                  </a:lnTo>
                  <a:lnTo>
                    <a:pt x="1250119" y="929257"/>
                  </a:lnTo>
                  <a:lnTo>
                    <a:pt x="1251770" y="967825"/>
                  </a:lnTo>
                  <a:lnTo>
                    <a:pt x="1253422" y="1051810"/>
                  </a:lnTo>
                  <a:lnTo>
                    <a:pt x="1255073" y="1147413"/>
                  </a:lnTo>
                  <a:lnTo>
                    <a:pt x="1256725" y="1236120"/>
                  </a:lnTo>
                  <a:lnTo>
                    <a:pt x="1258376" y="1262374"/>
                  </a:lnTo>
                  <a:lnTo>
                    <a:pt x="1260028" y="1223917"/>
                  </a:lnTo>
                  <a:lnTo>
                    <a:pt x="1261679" y="1150098"/>
                  </a:lnTo>
                  <a:lnTo>
                    <a:pt x="1263330" y="1086484"/>
                  </a:lnTo>
                  <a:lnTo>
                    <a:pt x="1264982" y="1047211"/>
                  </a:lnTo>
                  <a:lnTo>
                    <a:pt x="1266633" y="1023956"/>
                  </a:lnTo>
                  <a:lnTo>
                    <a:pt x="1268285" y="1023956"/>
                  </a:lnTo>
                  <a:lnTo>
                    <a:pt x="1269936" y="1048124"/>
                  </a:lnTo>
                  <a:lnTo>
                    <a:pt x="1271587" y="1060618"/>
                  </a:lnTo>
                  <a:lnTo>
                    <a:pt x="1273239" y="1050576"/>
                  </a:lnTo>
                  <a:lnTo>
                    <a:pt x="1274890" y="1041796"/>
                  </a:lnTo>
                  <a:lnTo>
                    <a:pt x="1276542" y="1014128"/>
                  </a:lnTo>
                  <a:lnTo>
                    <a:pt x="1278193" y="969854"/>
                  </a:lnTo>
                  <a:lnTo>
                    <a:pt x="1279844" y="931398"/>
                  </a:lnTo>
                  <a:lnTo>
                    <a:pt x="1281496" y="920486"/>
                  </a:lnTo>
                  <a:lnTo>
                    <a:pt x="1283147" y="907501"/>
                  </a:lnTo>
                  <a:lnTo>
                    <a:pt x="1284799" y="914737"/>
                  </a:lnTo>
                  <a:lnTo>
                    <a:pt x="1286450" y="925981"/>
                  </a:lnTo>
                  <a:lnTo>
                    <a:pt x="1288102" y="950657"/>
                  </a:lnTo>
                  <a:lnTo>
                    <a:pt x="1289753" y="965589"/>
                  </a:lnTo>
                  <a:lnTo>
                    <a:pt x="1291404" y="955755"/>
                  </a:lnTo>
                  <a:lnTo>
                    <a:pt x="1293056" y="919925"/>
                  </a:lnTo>
                  <a:lnTo>
                    <a:pt x="1294707" y="923504"/>
                  </a:lnTo>
                  <a:lnTo>
                    <a:pt x="1296359" y="883312"/>
                  </a:lnTo>
                  <a:lnTo>
                    <a:pt x="1298010" y="841438"/>
                  </a:lnTo>
                  <a:lnTo>
                    <a:pt x="1299661" y="838130"/>
                  </a:lnTo>
                  <a:lnTo>
                    <a:pt x="1301313" y="857601"/>
                  </a:lnTo>
                  <a:lnTo>
                    <a:pt x="1302964" y="872942"/>
                  </a:lnTo>
                  <a:lnTo>
                    <a:pt x="1304616" y="942171"/>
                  </a:lnTo>
                  <a:lnTo>
                    <a:pt x="1306267" y="1025630"/>
                  </a:lnTo>
                  <a:lnTo>
                    <a:pt x="1307918" y="1057122"/>
                  </a:lnTo>
                  <a:lnTo>
                    <a:pt x="1309570" y="1054609"/>
                  </a:lnTo>
                  <a:lnTo>
                    <a:pt x="1311221" y="1018996"/>
                  </a:lnTo>
                  <a:lnTo>
                    <a:pt x="1312873" y="990079"/>
                  </a:lnTo>
                  <a:lnTo>
                    <a:pt x="1314524" y="992042"/>
                  </a:lnTo>
                  <a:lnTo>
                    <a:pt x="1316176" y="1024234"/>
                  </a:lnTo>
                  <a:lnTo>
                    <a:pt x="1317827" y="1082629"/>
                  </a:lnTo>
                  <a:lnTo>
                    <a:pt x="1319478" y="1155095"/>
                  </a:lnTo>
                  <a:lnTo>
                    <a:pt x="1321130" y="1236120"/>
                  </a:lnTo>
                  <a:lnTo>
                    <a:pt x="1322781" y="1307453"/>
                  </a:lnTo>
                  <a:lnTo>
                    <a:pt x="1324433" y="1363946"/>
                  </a:lnTo>
                  <a:lnTo>
                    <a:pt x="1326084" y="1326137"/>
                  </a:lnTo>
                  <a:lnTo>
                    <a:pt x="1327735" y="1278018"/>
                  </a:lnTo>
                  <a:lnTo>
                    <a:pt x="1329387" y="1225112"/>
                  </a:lnTo>
                  <a:lnTo>
                    <a:pt x="1331038" y="1181107"/>
                  </a:lnTo>
                  <a:lnTo>
                    <a:pt x="1332690" y="1151452"/>
                  </a:lnTo>
                  <a:lnTo>
                    <a:pt x="1334341" y="1146523"/>
                  </a:lnTo>
                  <a:lnTo>
                    <a:pt x="1335992" y="1168261"/>
                  </a:lnTo>
                  <a:lnTo>
                    <a:pt x="1337644" y="1178086"/>
                  </a:lnTo>
                  <a:lnTo>
                    <a:pt x="1339295" y="1188294"/>
                  </a:lnTo>
                  <a:lnTo>
                    <a:pt x="1340947" y="1221543"/>
                  </a:lnTo>
                  <a:lnTo>
                    <a:pt x="1342598" y="1267251"/>
                  </a:lnTo>
                  <a:lnTo>
                    <a:pt x="1344250" y="1291550"/>
                  </a:lnTo>
                  <a:lnTo>
                    <a:pt x="1345901" y="1342480"/>
                  </a:lnTo>
                  <a:lnTo>
                    <a:pt x="1347552" y="1382916"/>
                  </a:lnTo>
                  <a:lnTo>
                    <a:pt x="1349204" y="1361920"/>
                  </a:lnTo>
                  <a:lnTo>
                    <a:pt x="1350855" y="1327903"/>
                  </a:lnTo>
                  <a:lnTo>
                    <a:pt x="1352507" y="1317479"/>
                  </a:lnTo>
                  <a:lnTo>
                    <a:pt x="1354158" y="1317479"/>
                  </a:lnTo>
                  <a:lnTo>
                    <a:pt x="1355809" y="1335091"/>
                  </a:lnTo>
                  <a:lnTo>
                    <a:pt x="1357461" y="1374315"/>
                  </a:lnTo>
                  <a:lnTo>
                    <a:pt x="1359112" y="1391809"/>
                  </a:lnTo>
                  <a:lnTo>
                    <a:pt x="1360764" y="1382916"/>
                  </a:lnTo>
                  <a:lnTo>
                    <a:pt x="1362415" y="1342480"/>
                  </a:lnTo>
                  <a:lnTo>
                    <a:pt x="1364067" y="1276556"/>
                  </a:lnTo>
                  <a:lnTo>
                    <a:pt x="1365718" y="1180096"/>
                  </a:lnTo>
                  <a:lnTo>
                    <a:pt x="1367369" y="1120354"/>
                  </a:lnTo>
                  <a:lnTo>
                    <a:pt x="1369021" y="1071726"/>
                  </a:lnTo>
                  <a:lnTo>
                    <a:pt x="1370672" y="1040311"/>
                  </a:lnTo>
                  <a:lnTo>
                    <a:pt x="1372324" y="1023123"/>
                  </a:lnTo>
                  <a:lnTo>
                    <a:pt x="1373975" y="1058071"/>
                  </a:lnTo>
                  <a:lnTo>
                    <a:pt x="1375626" y="1091115"/>
                  </a:lnTo>
                  <a:lnTo>
                    <a:pt x="1377278" y="1103249"/>
                  </a:lnTo>
                  <a:lnTo>
                    <a:pt x="1378929" y="1096194"/>
                  </a:lnTo>
                  <a:lnTo>
                    <a:pt x="1380581" y="1106277"/>
                  </a:lnTo>
                  <a:lnTo>
                    <a:pt x="1382232" y="1071726"/>
                  </a:lnTo>
                  <a:lnTo>
                    <a:pt x="1383883" y="1038835"/>
                  </a:lnTo>
                  <a:lnTo>
                    <a:pt x="1385535" y="1057122"/>
                  </a:lnTo>
                  <a:lnTo>
                    <a:pt x="1387186" y="1103626"/>
                  </a:lnTo>
                  <a:lnTo>
                    <a:pt x="1388838" y="1150098"/>
                  </a:lnTo>
                  <a:lnTo>
                    <a:pt x="1390489" y="1221543"/>
                  </a:lnTo>
                  <a:lnTo>
                    <a:pt x="1392141" y="1320908"/>
                  </a:lnTo>
                  <a:lnTo>
                    <a:pt x="1393792" y="1338759"/>
                  </a:lnTo>
                  <a:lnTo>
                    <a:pt x="1395443" y="1336003"/>
                  </a:lnTo>
                  <a:lnTo>
                    <a:pt x="1397095" y="1271505"/>
                  </a:lnTo>
                  <a:lnTo>
                    <a:pt x="1398746" y="1176589"/>
                  </a:lnTo>
                  <a:lnTo>
                    <a:pt x="1400398" y="1139516"/>
                  </a:lnTo>
                  <a:lnTo>
                    <a:pt x="1402049" y="1122776"/>
                  </a:lnTo>
                  <a:lnTo>
                    <a:pt x="1403700" y="1094733"/>
                  </a:lnTo>
                  <a:lnTo>
                    <a:pt x="1405352" y="1094733"/>
                  </a:lnTo>
                  <a:lnTo>
                    <a:pt x="1407003" y="1146080"/>
                  </a:lnTo>
                  <a:lnTo>
                    <a:pt x="1408655" y="1194616"/>
                  </a:lnTo>
                  <a:lnTo>
                    <a:pt x="1410306" y="1241165"/>
                  </a:lnTo>
                  <a:lnTo>
                    <a:pt x="1411957" y="1314094"/>
                  </a:lnTo>
                  <a:lnTo>
                    <a:pt x="1413609" y="1350084"/>
                  </a:lnTo>
                  <a:lnTo>
                    <a:pt x="1415260" y="1307453"/>
                  </a:lnTo>
                  <a:lnTo>
                    <a:pt x="1416912" y="1262374"/>
                  </a:lnTo>
                  <a:lnTo>
                    <a:pt x="1418563" y="1262374"/>
                  </a:lnTo>
                  <a:lnTo>
                    <a:pt x="1420215" y="1248919"/>
                  </a:lnTo>
                  <a:lnTo>
                    <a:pt x="1421866" y="1236120"/>
                  </a:lnTo>
                  <a:lnTo>
                    <a:pt x="1423517" y="1226915"/>
                  </a:lnTo>
                  <a:lnTo>
                    <a:pt x="1425169" y="1226915"/>
                  </a:lnTo>
                  <a:lnTo>
                    <a:pt x="1426820" y="1215124"/>
                  </a:lnTo>
                  <a:lnTo>
                    <a:pt x="1428472" y="1226915"/>
                  </a:lnTo>
                  <a:lnTo>
                    <a:pt x="1430123" y="1226915"/>
                  </a:lnTo>
                  <a:lnTo>
                    <a:pt x="1431774" y="1212257"/>
                  </a:lnTo>
                  <a:lnTo>
                    <a:pt x="1433426" y="1170196"/>
                  </a:lnTo>
                  <a:lnTo>
                    <a:pt x="1435077" y="1125629"/>
                  </a:lnTo>
                  <a:lnTo>
                    <a:pt x="1436729" y="1080550"/>
                  </a:lnTo>
                  <a:lnTo>
                    <a:pt x="1438380" y="1061901"/>
                  </a:lnTo>
                  <a:lnTo>
                    <a:pt x="1440032" y="1049347"/>
                  </a:lnTo>
                  <a:lnTo>
                    <a:pt x="1441683" y="1037367"/>
                  </a:lnTo>
                  <a:lnTo>
                    <a:pt x="1443334" y="1043289"/>
                  </a:lnTo>
                  <a:lnTo>
                    <a:pt x="1444986" y="1068410"/>
                  </a:lnTo>
                  <a:lnTo>
                    <a:pt x="1446637" y="1102123"/>
                  </a:lnTo>
                  <a:lnTo>
                    <a:pt x="1448289" y="1133957"/>
                  </a:lnTo>
                  <a:lnTo>
                    <a:pt x="1449940" y="1142559"/>
                  </a:lnTo>
                  <a:lnTo>
                    <a:pt x="1451591" y="1095828"/>
                  </a:lnTo>
                  <a:lnTo>
                    <a:pt x="1453243" y="1049654"/>
                  </a:lnTo>
                  <a:lnTo>
                    <a:pt x="1454894" y="1026191"/>
                  </a:lnTo>
                  <a:lnTo>
                    <a:pt x="1456546" y="1020639"/>
                  </a:lnTo>
                  <a:lnTo>
                    <a:pt x="1458197" y="1049654"/>
                  </a:lnTo>
                  <a:lnTo>
                    <a:pt x="1459848" y="1102873"/>
                  </a:lnTo>
                  <a:lnTo>
                    <a:pt x="1461500" y="1156936"/>
                  </a:lnTo>
                  <a:lnTo>
                    <a:pt x="1463151" y="1182631"/>
                  </a:lnTo>
                  <a:lnTo>
                    <a:pt x="1464803" y="1203840"/>
                  </a:lnTo>
                  <a:lnTo>
                    <a:pt x="1466454" y="1215124"/>
                  </a:lnTo>
                  <a:lnTo>
                    <a:pt x="1468106" y="1215124"/>
                  </a:lnTo>
                  <a:lnTo>
                    <a:pt x="1469757" y="1208295"/>
                  </a:lnTo>
                  <a:lnTo>
                    <a:pt x="1471408" y="1212257"/>
                  </a:lnTo>
                  <a:lnTo>
                    <a:pt x="1473060" y="1212257"/>
                  </a:lnTo>
                  <a:lnTo>
                    <a:pt x="1474711" y="1212257"/>
                  </a:lnTo>
                  <a:lnTo>
                    <a:pt x="1476363" y="1236120"/>
                  </a:lnTo>
                  <a:lnTo>
                    <a:pt x="1478014" y="1276556"/>
                  </a:lnTo>
                  <a:lnTo>
                    <a:pt x="1479665" y="1291550"/>
                  </a:lnTo>
                  <a:lnTo>
                    <a:pt x="1481317" y="1307453"/>
                  </a:lnTo>
                  <a:lnTo>
                    <a:pt x="1482968" y="1307453"/>
                  </a:lnTo>
                  <a:lnTo>
                    <a:pt x="1484620" y="1307453"/>
                  </a:lnTo>
                  <a:lnTo>
                    <a:pt x="1486271" y="1291550"/>
                  </a:lnTo>
                  <a:lnTo>
                    <a:pt x="1487922" y="1291550"/>
                  </a:lnTo>
                  <a:lnTo>
                    <a:pt x="1489574" y="1307453"/>
                  </a:lnTo>
                  <a:lnTo>
                    <a:pt x="1491225" y="1324382"/>
                  </a:lnTo>
                  <a:lnTo>
                    <a:pt x="1492877" y="1342480"/>
                  </a:lnTo>
                  <a:lnTo>
                    <a:pt x="1494528" y="1342480"/>
                  </a:lnTo>
                  <a:lnTo>
                    <a:pt x="1496180" y="1208858"/>
                  </a:lnTo>
                  <a:lnTo>
                    <a:pt x="1497831" y="1092556"/>
                  </a:lnTo>
                  <a:lnTo>
                    <a:pt x="1499482" y="1028728"/>
                  </a:lnTo>
                  <a:lnTo>
                    <a:pt x="1501134" y="987161"/>
                  </a:lnTo>
                  <a:lnTo>
                    <a:pt x="1502785" y="968500"/>
                  </a:lnTo>
                  <a:lnTo>
                    <a:pt x="1504437" y="1014128"/>
                  </a:lnTo>
                  <a:lnTo>
                    <a:pt x="1506088" y="1074073"/>
                  </a:lnTo>
                  <a:lnTo>
                    <a:pt x="1507739" y="1102498"/>
                  </a:lnTo>
                  <a:lnTo>
                    <a:pt x="1509391" y="1115578"/>
                  </a:lnTo>
                  <a:lnTo>
                    <a:pt x="1511042" y="1115578"/>
                  </a:lnTo>
                  <a:lnTo>
                    <a:pt x="1512694" y="1065461"/>
                  </a:lnTo>
                  <a:lnTo>
                    <a:pt x="1514345" y="1007253"/>
                  </a:lnTo>
                  <a:lnTo>
                    <a:pt x="1515996" y="973730"/>
                  </a:lnTo>
                  <a:lnTo>
                    <a:pt x="1517648" y="960954"/>
                  </a:lnTo>
                  <a:lnTo>
                    <a:pt x="1519299" y="941968"/>
                  </a:lnTo>
                  <a:lnTo>
                    <a:pt x="1520951" y="954471"/>
                  </a:lnTo>
                  <a:lnTo>
                    <a:pt x="1522602" y="998021"/>
                  </a:lnTo>
                  <a:lnTo>
                    <a:pt x="1524254" y="1065787"/>
                  </a:lnTo>
                  <a:lnTo>
                    <a:pt x="1525905" y="1108956"/>
                  </a:lnTo>
                  <a:lnTo>
                    <a:pt x="1527556" y="1164431"/>
                  </a:lnTo>
                  <a:lnTo>
                    <a:pt x="1529208" y="1158325"/>
                  </a:lnTo>
                  <a:lnTo>
                    <a:pt x="1530859" y="1121159"/>
                  </a:lnTo>
                  <a:lnTo>
                    <a:pt x="1532511" y="1057122"/>
                  </a:lnTo>
                  <a:lnTo>
                    <a:pt x="1534162" y="1021189"/>
                  </a:lnTo>
                  <a:lnTo>
                    <a:pt x="1535813" y="984755"/>
                  </a:lnTo>
                  <a:lnTo>
                    <a:pt x="1537465" y="965144"/>
                  </a:lnTo>
                  <a:lnTo>
                    <a:pt x="1539116" y="973730"/>
                  </a:lnTo>
                  <a:lnTo>
                    <a:pt x="1540768" y="986678"/>
                  </a:lnTo>
                  <a:lnTo>
                    <a:pt x="1542419" y="1002084"/>
                  </a:lnTo>
                  <a:lnTo>
                    <a:pt x="1544071" y="1047211"/>
                  </a:lnTo>
                  <a:lnTo>
                    <a:pt x="1545722" y="1092918"/>
                  </a:lnTo>
                  <a:lnTo>
                    <a:pt x="1547373" y="1118752"/>
                  </a:lnTo>
                  <a:lnTo>
                    <a:pt x="1549025" y="1155095"/>
                  </a:lnTo>
                  <a:lnTo>
                    <a:pt x="1550676" y="1194616"/>
                  </a:lnTo>
                  <a:lnTo>
                    <a:pt x="1552328" y="1205502"/>
                  </a:lnTo>
                  <a:lnTo>
                    <a:pt x="1553979" y="1228731"/>
                  </a:lnTo>
                  <a:lnTo>
                    <a:pt x="1555630" y="1276556"/>
                  </a:lnTo>
                  <a:lnTo>
                    <a:pt x="1557282" y="1342480"/>
                  </a:lnTo>
                  <a:lnTo>
                    <a:pt x="1558933" y="1382916"/>
                  </a:lnTo>
                  <a:lnTo>
                    <a:pt x="1560585" y="1382916"/>
                  </a:lnTo>
                  <a:lnTo>
                    <a:pt x="1562236" y="1339685"/>
                  </a:lnTo>
                  <a:lnTo>
                    <a:pt x="1563887" y="1289246"/>
                  </a:lnTo>
                  <a:lnTo>
                    <a:pt x="1565539" y="1274380"/>
                  </a:lnTo>
                  <a:lnTo>
                    <a:pt x="1567190" y="1274380"/>
                  </a:lnTo>
                  <a:lnTo>
                    <a:pt x="1568842" y="1289246"/>
                  </a:lnTo>
                  <a:lnTo>
                    <a:pt x="1570493" y="1326137"/>
                  </a:lnTo>
                  <a:lnTo>
                    <a:pt x="1572145" y="1344361"/>
                  </a:lnTo>
                  <a:lnTo>
                    <a:pt x="1573796" y="1293098"/>
                  </a:lnTo>
                  <a:lnTo>
                    <a:pt x="1575447" y="1201093"/>
                  </a:lnTo>
                  <a:lnTo>
                    <a:pt x="1577099" y="1122776"/>
                  </a:lnTo>
                  <a:lnTo>
                    <a:pt x="1578750" y="1098402"/>
                  </a:lnTo>
                  <a:lnTo>
                    <a:pt x="1580402" y="1070395"/>
                  </a:lnTo>
                  <a:lnTo>
                    <a:pt x="1582053" y="1057438"/>
                  </a:lnTo>
                  <a:lnTo>
                    <a:pt x="1583704" y="1064485"/>
                  </a:lnTo>
                  <a:lnTo>
                    <a:pt x="1585356" y="1094369"/>
                  </a:lnTo>
                  <a:lnTo>
                    <a:pt x="1587007" y="1105138"/>
                  </a:lnTo>
                  <a:lnTo>
                    <a:pt x="1588659" y="1088967"/>
                  </a:lnTo>
                  <a:lnTo>
                    <a:pt x="1590310" y="1075085"/>
                  </a:lnTo>
                  <a:lnTo>
                    <a:pt x="1591961" y="1081934"/>
                  </a:lnTo>
                  <a:lnTo>
                    <a:pt x="1593613" y="1075085"/>
                  </a:lnTo>
                  <a:lnTo>
                    <a:pt x="1595264" y="1059341"/>
                  </a:lnTo>
                  <a:lnTo>
                    <a:pt x="1596916" y="1094733"/>
                  </a:lnTo>
                  <a:lnTo>
                    <a:pt x="1598567" y="1133957"/>
                  </a:lnTo>
                  <a:lnTo>
                    <a:pt x="1600219" y="1151452"/>
                  </a:lnTo>
                  <a:lnTo>
                    <a:pt x="1601870" y="1190385"/>
                  </a:lnTo>
                  <a:lnTo>
                    <a:pt x="1603521" y="1236120"/>
                  </a:lnTo>
                  <a:lnTo>
                    <a:pt x="1605173" y="1262374"/>
                  </a:lnTo>
                  <a:lnTo>
                    <a:pt x="1606824" y="1307453"/>
                  </a:lnTo>
                  <a:lnTo>
                    <a:pt x="1608476" y="1325258"/>
                  </a:lnTo>
                  <a:lnTo>
                    <a:pt x="1610127" y="1273658"/>
                  </a:lnTo>
                  <a:lnTo>
                    <a:pt x="1611778" y="1221543"/>
                  </a:lnTo>
                  <a:lnTo>
                    <a:pt x="1613430" y="1198916"/>
                  </a:lnTo>
                  <a:lnTo>
                    <a:pt x="1615081" y="1178086"/>
                  </a:lnTo>
                  <a:lnTo>
                    <a:pt x="1616733" y="1167779"/>
                  </a:lnTo>
                  <a:lnTo>
                    <a:pt x="1618384" y="1180096"/>
                  </a:lnTo>
                  <a:lnTo>
                    <a:pt x="1620036" y="1190385"/>
                  </a:lnTo>
                  <a:lnTo>
                    <a:pt x="1621687" y="1190385"/>
                  </a:lnTo>
                  <a:lnTo>
                    <a:pt x="1623338" y="1180096"/>
                  </a:lnTo>
                  <a:lnTo>
                    <a:pt x="1624990" y="1180096"/>
                  </a:lnTo>
                  <a:lnTo>
                    <a:pt x="1626641" y="1187256"/>
                  </a:lnTo>
                  <a:lnTo>
                    <a:pt x="1628293" y="1206058"/>
                  </a:lnTo>
                  <a:lnTo>
                    <a:pt x="1629944" y="1206058"/>
                  </a:lnTo>
                  <a:lnTo>
                    <a:pt x="1631595" y="1217440"/>
                  </a:lnTo>
                  <a:lnTo>
                    <a:pt x="1633247" y="1241802"/>
                  </a:lnTo>
                  <a:lnTo>
                    <a:pt x="1634898" y="1272938"/>
                  </a:lnTo>
                  <a:lnTo>
                    <a:pt x="1636550" y="1307453"/>
                  </a:lnTo>
                  <a:lnTo>
                    <a:pt x="1638201" y="1324382"/>
                  </a:lnTo>
                  <a:lnTo>
                    <a:pt x="1639852" y="1307453"/>
                  </a:lnTo>
                  <a:lnTo>
                    <a:pt x="1641504" y="1291550"/>
                  </a:lnTo>
                  <a:lnTo>
                    <a:pt x="1643155" y="1228124"/>
                  </a:lnTo>
                  <a:lnTo>
                    <a:pt x="1644807" y="1163956"/>
                  </a:lnTo>
                  <a:lnTo>
                    <a:pt x="1646458" y="1128514"/>
                  </a:lnTo>
                  <a:lnTo>
                    <a:pt x="1648110" y="1112441"/>
                  </a:lnTo>
                  <a:lnTo>
                    <a:pt x="1649761" y="1111662"/>
                  </a:lnTo>
                  <a:lnTo>
                    <a:pt x="1651412" y="1124811"/>
                  </a:lnTo>
                  <a:lnTo>
                    <a:pt x="1653064" y="1159722"/>
                  </a:lnTo>
                  <a:lnTo>
                    <a:pt x="1654715" y="1195684"/>
                  </a:lnTo>
                  <a:lnTo>
                    <a:pt x="1656367" y="1195684"/>
                  </a:lnTo>
                  <a:lnTo>
                    <a:pt x="1658018" y="1174605"/>
                  </a:lnTo>
                  <a:lnTo>
                    <a:pt x="1659669" y="1174112"/>
                  </a:lnTo>
                  <a:lnTo>
                    <a:pt x="1661321" y="1146080"/>
                  </a:lnTo>
                  <a:lnTo>
                    <a:pt x="1662972" y="1149649"/>
                  </a:lnTo>
                  <a:lnTo>
                    <a:pt x="1664624" y="1198916"/>
                  </a:lnTo>
                  <a:lnTo>
                    <a:pt x="1666275" y="1211687"/>
                  </a:lnTo>
                  <a:lnTo>
                    <a:pt x="1667926" y="1201093"/>
                  </a:lnTo>
                  <a:lnTo>
                    <a:pt x="1669578" y="1236120"/>
                  </a:lnTo>
                  <a:lnTo>
                    <a:pt x="1671229" y="1262374"/>
                  </a:lnTo>
                  <a:lnTo>
                    <a:pt x="1672881" y="1262374"/>
                  </a:lnTo>
                  <a:lnTo>
                    <a:pt x="1674532" y="1307453"/>
                  </a:lnTo>
                  <a:lnTo>
                    <a:pt x="1676184" y="1382916"/>
                  </a:lnTo>
                  <a:lnTo>
                    <a:pt x="1677835" y="1430742"/>
                  </a:lnTo>
                  <a:lnTo>
                    <a:pt x="1679486" y="1430742"/>
                  </a:lnTo>
                  <a:lnTo>
                    <a:pt x="1681138" y="1430742"/>
                  </a:lnTo>
                  <a:lnTo>
                    <a:pt x="1682789" y="1430742"/>
                  </a:lnTo>
                  <a:lnTo>
                    <a:pt x="1684441" y="1405741"/>
                  </a:lnTo>
                  <a:lnTo>
                    <a:pt x="1686092" y="1342480"/>
                  </a:lnTo>
                  <a:lnTo>
                    <a:pt x="1687743" y="1291550"/>
                  </a:lnTo>
                  <a:lnTo>
                    <a:pt x="1689395" y="1276556"/>
                  </a:lnTo>
                  <a:lnTo>
                    <a:pt x="1691046" y="1276556"/>
                  </a:lnTo>
                  <a:lnTo>
                    <a:pt x="1692698" y="1291550"/>
                  </a:lnTo>
                  <a:lnTo>
                    <a:pt x="1694349" y="1342480"/>
                  </a:lnTo>
                  <a:lnTo>
                    <a:pt x="1696001" y="1405741"/>
                  </a:lnTo>
                  <a:lnTo>
                    <a:pt x="1697652" y="1405741"/>
                  </a:lnTo>
                  <a:lnTo>
                    <a:pt x="1699303" y="1309097"/>
                  </a:lnTo>
                  <a:lnTo>
                    <a:pt x="1700955" y="1202188"/>
                  </a:lnTo>
                  <a:lnTo>
                    <a:pt x="1702606" y="1118353"/>
                  </a:lnTo>
                  <a:lnTo>
                    <a:pt x="1704258" y="1067752"/>
                  </a:lnTo>
                  <a:lnTo>
                    <a:pt x="1705909" y="1061258"/>
                  </a:lnTo>
                  <a:lnTo>
                    <a:pt x="1707560" y="1087546"/>
                  </a:lnTo>
                  <a:lnTo>
                    <a:pt x="1709212" y="1133957"/>
                  </a:lnTo>
                  <a:lnTo>
                    <a:pt x="1710863" y="1180096"/>
                  </a:lnTo>
                  <a:lnTo>
                    <a:pt x="1712515" y="1212257"/>
                  </a:lnTo>
                  <a:lnTo>
                    <a:pt x="1714166" y="1170683"/>
                  </a:lnTo>
                  <a:lnTo>
                    <a:pt x="1715817" y="1151904"/>
                  </a:lnTo>
                  <a:lnTo>
                    <a:pt x="1717469" y="1133957"/>
                  </a:lnTo>
                  <a:lnTo>
                    <a:pt x="1719120" y="1142559"/>
                  </a:lnTo>
                  <a:lnTo>
                    <a:pt x="1720772" y="1142559"/>
                  </a:lnTo>
                  <a:lnTo>
                    <a:pt x="1722423" y="1167779"/>
                  </a:lnTo>
                  <a:lnTo>
                    <a:pt x="1724075" y="1177586"/>
                  </a:lnTo>
                  <a:lnTo>
                    <a:pt x="1725726" y="1178086"/>
                  </a:lnTo>
                  <a:lnTo>
                    <a:pt x="1727377" y="1168261"/>
                  </a:lnTo>
                  <a:lnTo>
                    <a:pt x="1729029" y="1198916"/>
                  </a:lnTo>
                  <a:lnTo>
                    <a:pt x="1730680" y="1227519"/>
                  </a:lnTo>
                  <a:lnTo>
                    <a:pt x="1732332" y="1227519"/>
                  </a:lnTo>
                  <a:lnTo>
                    <a:pt x="1733983" y="1239895"/>
                  </a:lnTo>
                  <a:lnTo>
                    <a:pt x="1735634" y="1280965"/>
                  </a:lnTo>
                  <a:lnTo>
                    <a:pt x="1737286" y="1280965"/>
                  </a:lnTo>
                  <a:lnTo>
                    <a:pt x="1738937" y="1276556"/>
                  </a:lnTo>
                  <a:lnTo>
                    <a:pt x="1740589" y="1307453"/>
                  </a:lnTo>
                  <a:lnTo>
                    <a:pt x="1742240" y="1307453"/>
                  </a:lnTo>
                  <a:lnTo>
                    <a:pt x="1743891" y="1276556"/>
                  </a:lnTo>
                  <a:lnTo>
                    <a:pt x="1745543" y="1262374"/>
                  </a:lnTo>
                  <a:lnTo>
                    <a:pt x="1747194" y="1262374"/>
                  </a:lnTo>
                  <a:lnTo>
                    <a:pt x="1748846" y="1262374"/>
                  </a:lnTo>
                  <a:lnTo>
                    <a:pt x="1750497" y="1307453"/>
                  </a:lnTo>
                  <a:lnTo>
                    <a:pt x="1752149" y="1361920"/>
                  </a:lnTo>
                  <a:lnTo>
                    <a:pt x="1753800" y="1405741"/>
                  </a:lnTo>
                  <a:lnTo>
                    <a:pt x="1755451" y="1430742"/>
                  </a:lnTo>
                  <a:lnTo>
                    <a:pt x="1757103" y="1430742"/>
                  </a:lnTo>
                  <a:lnTo>
                    <a:pt x="1758754" y="1430742"/>
                  </a:lnTo>
                  <a:lnTo>
                    <a:pt x="1760406" y="1430742"/>
                  </a:lnTo>
                  <a:lnTo>
                    <a:pt x="1762057" y="1405741"/>
                  </a:lnTo>
                  <a:lnTo>
                    <a:pt x="1763708" y="1382916"/>
                  </a:lnTo>
                  <a:lnTo>
                    <a:pt x="1765360" y="1382916"/>
                  </a:lnTo>
                  <a:lnTo>
                    <a:pt x="1767011" y="1342480"/>
                  </a:lnTo>
                  <a:lnTo>
                    <a:pt x="1768663" y="1291550"/>
                  </a:lnTo>
                  <a:lnTo>
                    <a:pt x="1770314" y="1276556"/>
                  </a:lnTo>
                  <a:lnTo>
                    <a:pt x="1771965" y="1262374"/>
                  </a:lnTo>
                  <a:lnTo>
                    <a:pt x="1773617" y="1236120"/>
                  </a:lnTo>
                  <a:lnTo>
                    <a:pt x="1775268" y="1236120"/>
                  </a:lnTo>
                  <a:lnTo>
                    <a:pt x="1776920" y="1230559"/>
                  </a:lnTo>
                  <a:lnTo>
                    <a:pt x="1778571" y="1218606"/>
                  </a:lnTo>
                  <a:lnTo>
                    <a:pt x="1780223" y="1218606"/>
                  </a:lnTo>
                  <a:lnTo>
                    <a:pt x="1781874" y="1243082"/>
                  </a:lnTo>
                  <a:lnTo>
                    <a:pt x="1783525" y="1270079"/>
                  </a:lnTo>
                  <a:lnTo>
                    <a:pt x="1785177" y="1324382"/>
                  </a:lnTo>
                  <a:lnTo>
                    <a:pt x="1786828" y="1332372"/>
                  </a:lnTo>
                  <a:lnTo>
                    <a:pt x="1788480" y="1298587"/>
                  </a:lnTo>
                  <a:lnTo>
                    <a:pt x="1790131" y="1268661"/>
                  </a:lnTo>
                  <a:lnTo>
                    <a:pt x="1791782" y="1268661"/>
                  </a:lnTo>
                  <a:lnTo>
                    <a:pt x="1793434" y="1268661"/>
                  </a:lnTo>
                  <a:lnTo>
                    <a:pt x="1795085" y="1291550"/>
                  </a:lnTo>
                  <a:lnTo>
                    <a:pt x="1796737" y="1324382"/>
                  </a:lnTo>
                  <a:lnTo>
                    <a:pt x="1798388" y="1342480"/>
                  </a:lnTo>
                  <a:lnTo>
                    <a:pt x="1800040" y="1337837"/>
                  </a:lnTo>
                  <a:lnTo>
                    <a:pt x="1801691" y="1332372"/>
                  </a:lnTo>
                  <a:lnTo>
                    <a:pt x="1803342" y="1332372"/>
                  </a:lnTo>
                  <a:lnTo>
                    <a:pt x="1804994" y="1332372"/>
                  </a:lnTo>
                  <a:lnTo>
                    <a:pt x="1806645" y="1332372"/>
                  </a:lnTo>
                  <a:lnTo>
                    <a:pt x="1808297" y="1319188"/>
                  </a:lnTo>
                  <a:lnTo>
                    <a:pt x="1809948" y="1307453"/>
                  </a:lnTo>
                  <a:lnTo>
                    <a:pt x="1811599" y="1276556"/>
                  </a:lnTo>
                  <a:lnTo>
                    <a:pt x="1813251" y="1248919"/>
                  </a:lnTo>
                  <a:lnTo>
                    <a:pt x="1814902" y="1236120"/>
                  </a:lnTo>
                  <a:lnTo>
                    <a:pt x="1816554" y="1248919"/>
                  </a:lnTo>
                  <a:lnTo>
                    <a:pt x="1818205" y="1262374"/>
                  </a:lnTo>
                  <a:lnTo>
                    <a:pt x="1819856" y="1307453"/>
                  </a:lnTo>
                  <a:lnTo>
                    <a:pt x="1821508" y="1382916"/>
                  </a:lnTo>
                  <a:lnTo>
                    <a:pt x="1823159" y="1430742"/>
                  </a:lnTo>
                  <a:lnTo>
                    <a:pt x="1824811" y="1430742"/>
                  </a:lnTo>
                  <a:lnTo>
                    <a:pt x="1826462" y="1430742"/>
                  </a:lnTo>
                  <a:lnTo>
                    <a:pt x="1828114" y="1430742"/>
                  </a:lnTo>
                  <a:lnTo>
                    <a:pt x="1829765" y="1430742"/>
                  </a:lnTo>
                  <a:lnTo>
                    <a:pt x="1831416" y="1430742"/>
                  </a:lnTo>
                  <a:lnTo>
                    <a:pt x="1833068" y="1405741"/>
                  </a:lnTo>
                  <a:lnTo>
                    <a:pt x="1834719" y="1361920"/>
                  </a:lnTo>
                  <a:lnTo>
                    <a:pt x="1836371" y="1291550"/>
                  </a:lnTo>
                  <a:lnTo>
                    <a:pt x="1838022" y="1248919"/>
                  </a:lnTo>
                  <a:lnTo>
                    <a:pt x="1839673" y="1222728"/>
                  </a:lnTo>
                  <a:lnTo>
                    <a:pt x="1841325" y="1211119"/>
                  </a:lnTo>
                  <a:lnTo>
                    <a:pt x="1842976" y="1211119"/>
                  </a:lnTo>
                  <a:lnTo>
                    <a:pt x="1844628" y="1234874"/>
                  </a:lnTo>
                  <a:lnTo>
                    <a:pt x="1846279" y="1254218"/>
                  </a:lnTo>
                  <a:lnTo>
                    <a:pt x="1847930" y="1283946"/>
                  </a:lnTo>
                  <a:lnTo>
                    <a:pt x="1849582" y="1315781"/>
                  </a:lnTo>
                  <a:lnTo>
                    <a:pt x="1851233" y="1352020"/>
                  </a:lnTo>
                  <a:lnTo>
                    <a:pt x="1852885" y="1394080"/>
                  </a:lnTo>
                  <a:lnTo>
                    <a:pt x="1854536" y="1430742"/>
                  </a:lnTo>
                  <a:lnTo>
                    <a:pt x="1856188" y="1430742"/>
                  </a:lnTo>
                  <a:lnTo>
                    <a:pt x="1857839" y="1430742"/>
                  </a:lnTo>
                  <a:lnTo>
                    <a:pt x="1859490" y="1430742"/>
                  </a:lnTo>
                  <a:lnTo>
                    <a:pt x="1861142" y="1430742"/>
                  </a:lnTo>
                  <a:lnTo>
                    <a:pt x="1862793" y="1430742"/>
                  </a:lnTo>
                  <a:lnTo>
                    <a:pt x="1864445" y="1430742"/>
                  </a:lnTo>
                  <a:lnTo>
                    <a:pt x="1866096" y="1430742"/>
                  </a:lnTo>
                  <a:lnTo>
                    <a:pt x="1867747" y="1430742"/>
                  </a:lnTo>
                  <a:lnTo>
                    <a:pt x="1869399" y="1430742"/>
                  </a:lnTo>
                  <a:lnTo>
                    <a:pt x="1871050" y="1430742"/>
                  </a:lnTo>
                  <a:lnTo>
                    <a:pt x="1872702" y="1430742"/>
                  </a:lnTo>
                  <a:lnTo>
                    <a:pt x="1874353" y="1430742"/>
                  </a:lnTo>
                  <a:lnTo>
                    <a:pt x="1876005" y="1430742"/>
                  </a:lnTo>
                  <a:lnTo>
                    <a:pt x="1877656" y="1430742"/>
                  </a:lnTo>
                  <a:lnTo>
                    <a:pt x="1879307" y="1424265"/>
                  </a:lnTo>
                  <a:lnTo>
                    <a:pt x="1880959" y="1399846"/>
                  </a:lnTo>
                  <a:lnTo>
                    <a:pt x="1882610" y="1377508"/>
                  </a:lnTo>
                  <a:lnTo>
                    <a:pt x="1884262" y="1320046"/>
                  </a:lnTo>
                  <a:lnTo>
                    <a:pt x="1885913" y="1272938"/>
                  </a:lnTo>
                  <a:lnTo>
                    <a:pt x="1887564" y="1248919"/>
                  </a:lnTo>
                  <a:lnTo>
                    <a:pt x="1889216" y="1251555"/>
                  </a:lnTo>
                  <a:lnTo>
                    <a:pt x="1890867" y="1251555"/>
                  </a:lnTo>
                  <a:lnTo>
                    <a:pt x="1892519" y="1238630"/>
                  </a:lnTo>
                  <a:lnTo>
                    <a:pt x="1894170" y="1226313"/>
                  </a:lnTo>
                  <a:lnTo>
                    <a:pt x="1895821" y="1205502"/>
                  </a:lnTo>
                  <a:lnTo>
                    <a:pt x="1897473" y="1186221"/>
                  </a:lnTo>
                  <a:lnTo>
                    <a:pt x="1899124" y="1166339"/>
                  </a:lnTo>
                  <a:lnTo>
                    <a:pt x="1900776" y="1176091"/>
                  </a:lnTo>
                  <a:lnTo>
                    <a:pt x="1902427" y="1196757"/>
                  </a:lnTo>
                  <a:lnTo>
                    <a:pt x="1904079" y="1228731"/>
                  </a:lnTo>
                  <a:lnTo>
                    <a:pt x="1905730" y="1262374"/>
                  </a:lnTo>
                  <a:lnTo>
                    <a:pt x="1907381" y="1307453"/>
                  </a:lnTo>
                  <a:lnTo>
                    <a:pt x="1909033" y="1342480"/>
                  </a:lnTo>
                  <a:lnTo>
                    <a:pt x="1910684" y="1342480"/>
                  </a:lnTo>
                  <a:lnTo>
                    <a:pt x="1912336" y="1342480"/>
                  </a:lnTo>
                  <a:lnTo>
                    <a:pt x="1913987" y="1324382"/>
                  </a:lnTo>
                  <a:lnTo>
                    <a:pt x="1915638" y="1285449"/>
                  </a:lnTo>
                  <a:lnTo>
                    <a:pt x="1917290" y="1225112"/>
                  </a:lnTo>
                  <a:lnTo>
                    <a:pt x="1918941" y="1171170"/>
                  </a:lnTo>
                  <a:lnTo>
                    <a:pt x="1920593" y="1134805"/>
                  </a:lnTo>
                  <a:lnTo>
                    <a:pt x="1922244" y="1126450"/>
                  </a:lnTo>
                  <a:lnTo>
                    <a:pt x="1923895" y="1138223"/>
                  </a:lnTo>
                  <a:lnTo>
                    <a:pt x="1925547" y="1190385"/>
                  </a:lnTo>
                  <a:lnTo>
                    <a:pt x="1927198" y="1262374"/>
                  </a:lnTo>
                  <a:lnTo>
                    <a:pt x="1928850" y="1307453"/>
                  </a:lnTo>
                  <a:lnTo>
                    <a:pt x="1930501" y="1324382"/>
                  </a:lnTo>
                  <a:lnTo>
                    <a:pt x="1932153" y="1342480"/>
                  </a:lnTo>
                  <a:lnTo>
                    <a:pt x="1933804" y="1342480"/>
                  </a:lnTo>
                  <a:lnTo>
                    <a:pt x="1935455" y="1361920"/>
                  </a:lnTo>
                  <a:lnTo>
                    <a:pt x="1937107" y="1365987"/>
                  </a:lnTo>
                  <a:lnTo>
                    <a:pt x="1938758" y="1294654"/>
                  </a:lnTo>
                  <a:lnTo>
                    <a:pt x="1940410" y="1226313"/>
                  </a:lnTo>
                  <a:lnTo>
                    <a:pt x="1942061" y="1192492"/>
                  </a:lnTo>
                  <a:lnTo>
                    <a:pt x="1943712" y="1172147"/>
                  </a:lnTo>
                  <a:lnTo>
                    <a:pt x="1945364" y="1170196"/>
                  </a:lnTo>
                  <a:lnTo>
                    <a:pt x="1947015" y="1201093"/>
                  </a:lnTo>
                  <a:lnTo>
                    <a:pt x="1948667" y="1248919"/>
                  </a:lnTo>
                  <a:lnTo>
                    <a:pt x="1950318" y="1291550"/>
                  </a:lnTo>
                  <a:lnTo>
                    <a:pt x="1951969" y="1307453"/>
                  </a:lnTo>
                  <a:lnTo>
                    <a:pt x="1953621" y="1291550"/>
                  </a:lnTo>
                  <a:lnTo>
                    <a:pt x="1955272" y="1291550"/>
                  </a:lnTo>
                  <a:lnTo>
                    <a:pt x="1956924" y="1270079"/>
                  </a:lnTo>
                  <a:lnTo>
                    <a:pt x="1958575" y="1243082"/>
                  </a:lnTo>
                  <a:lnTo>
                    <a:pt x="1960227" y="1243082"/>
                  </a:lnTo>
                  <a:lnTo>
                    <a:pt x="1961878" y="1270079"/>
                  </a:lnTo>
                  <a:lnTo>
                    <a:pt x="1963529" y="1284697"/>
                  </a:lnTo>
                  <a:lnTo>
                    <a:pt x="1965181" y="1291550"/>
                  </a:lnTo>
                  <a:lnTo>
                    <a:pt x="1966832" y="1262374"/>
                  </a:lnTo>
                  <a:lnTo>
                    <a:pt x="1968484" y="1226313"/>
                  </a:lnTo>
                  <a:lnTo>
                    <a:pt x="1970135" y="1204946"/>
                  </a:lnTo>
                  <a:lnTo>
                    <a:pt x="1971786" y="1194083"/>
                  </a:lnTo>
                  <a:lnTo>
                    <a:pt x="1973438" y="1204946"/>
                  </a:lnTo>
                  <a:lnTo>
                    <a:pt x="1975089" y="1253550"/>
                  </a:lnTo>
                  <a:lnTo>
                    <a:pt x="1976741" y="1293875"/>
                  </a:lnTo>
                  <a:lnTo>
                    <a:pt x="1978392" y="1307453"/>
                  </a:lnTo>
                  <a:lnTo>
                    <a:pt x="1980044" y="1324382"/>
                  </a:lnTo>
                  <a:lnTo>
                    <a:pt x="1981695" y="1324382"/>
                  </a:lnTo>
                  <a:lnTo>
                    <a:pt x="1983346" y="1307453"/>
                  </a:lnTo>
                  <a:lnTo>
                    <a:pt x="1984998" y="1307453"/>
                  </a:lnTo>
                  <a:lnTo>
                    <a:pt x="1986649" y="1324382"/>
                  </a:lnTo>
                  <a:lnTo>
                    <a:pt x="1988301" y="1324382"/>
                  </a:lnTo>
                  <a:lnTo>
                    <a:pt x="1989952" y="1342480"/>
                  </a:lnTo>
                  <a:lnTo>
                    <a:pt x="1991603" y="1361920"/>
                  </a:lnTo>
                  <a:lnTo>
                    <a:pt x="1993255" y="1382916"/>
                  </a:lnTo>
                  <a:lnTo>
                    <a:pt x="1994906" y="1405741"/>
                  </a:lnTo>
                  <a:lnTo>
                    <a:pt x="1996558" y="1430742"/>
                  </a:lnTo>
                  <a:lnTo>
                    <a:pt x="1998209" y="1405741"/>
                  </a:lnTo>
                  <a:lnTo>
                    <a:pt x="1999860" y="1365987"/>
                  </a:lnTo>
                  <a:lnTo>
                    <a:pt x="2001512" y="1308274"/>
                  </a:lnTo>
                  <a:lnTo>
                    <a:pt x="2003163" y="1263065"/>
                  </a:lnTo>
                  <a:lnTo>
                    <a:pt x="2004815" y="1249575"/>
                  </a:lnTo>
                  <a:lnTo>
                    <a:pt x="2006466" y="1263065"/>
                  </a:lnTo>
                  <a:lnTo>
                    <a:pt x="2008118" y="1289246"/>
                  </a:lnTo>
                  <a:lnTo>
                    <a:pt x="2009769" y="1342480"/>
                  </a:lnTo>
                  <a:lnTo>
                    <a:pt x="2011420" y="1361920"/>
                  </a:lnTo>
                  <a:lnTo>
                    <a:pt x="2013072" y="1324382"/>
                  </a:lnTo>
                  <a:lnTo>
                    <a:pt x="2014723" y="1276556"/>
                  </a:lnTo>
                  <a:lnTo>
                    <a:pt x="2016375" y="1262374"/>
                  </a:lnTo>
                  <a:lnTo>
                    <a:pt x="2018026" y="1262374"/>
                  </a:lnTo>
                  <a:lnTo>
                    <a:pt x="2019677" y="1291550"/>
                  </a:lnTo>
                  <a:lnTo>
                    <a:pt x="2021329" y="1342480"/>
                  </a:lnTo>
                  <a:lnTo>
                    <a:pt x="2022980" y="1405741"/>
                  </a:lnTo>
                  <a:lnTo>
                    <a:pt x="2024632" y="1430742"/>
                  </a:lnTo>
                  <a:lnTo>
                    <a:pt x="2026283" y="1405741"/>
                  </a:lnTo>
                  <a:lnTo>
                    <a:pt x="2027934" y="1342480"/>
                  </a:lnTo>
                  <a:lnTo>
                    <a:pt x="2029586" y="1276556"/>
                  </a:lnTo>
                  <a:lnTo>
                    <a:pt x="2031237" y="1249575"/>
                  </a:lnTo>
                  <a:lnTo>
                    <a:pt x="2032889" y="1249575"/>
                  </a:lnTo>
                  <a:lnTo>
                    <a:pt x="2034540" y="1263065"/>
                  </a:lnTo>
                  <a:lnTo>
                    <a:pt x="2036192" y="1308274"/>
                  </a:lnTo>
                  <a:lnTo>
                    <a:pt x="2037843" y="1384012"/>
                  </a:lnTo>
                  <a:lnTo>
                    <a:pt x="2039494" y="1430742"/>
                  </a:lnTo>
                  <a:lnTo>
                    <a:pt x="2041146" y="1430742"/>
                  </a:lnTo>
                  <a:lnTo>
                    <a:pt x="2042797" y="1430742"/>
                  </a:lnTo>
                  <a:lnTo>
                    <a:pt x="2044449" y="1382916"/>
                  </a:lnTo>
                  <a:lnTo>
                    <a:pt x="2046100" y="1342480"/>
                  </a:lnTo>
                  <a:lnTo>
                    <a:pt x="2047751" y="1324382"/>
                  </a:lnTo>
                  <a:lnTo>
                    <a:pt x="2049403" y="1324382"/>
                  </a:lnTo>
                  <a:lnTo>
                    <a:pt x="2051054" y="1307453"/>
                  </a:lnTo>
                  <a:lnTo>
                    <a:pt x="2052706" y="1307453"/>
                  </a:lnTo>
                  <a:lnTo>
                    <a:pt x="2054357" y="1297796"/>
                  </a:lnTo>
                  <a:lnTo>
                    <a:pt x="2056009" y="1267955"/>
                  </a:lnTo>
                  <a:lnTo>
                    <a:pt x="2057660" y="1241165"/>
                  </a:lnTo>
                  <a:lnTo>
                    <a:pt x="2059311" y="1241165"/>
                  </a:lnTo>
                  <a:lnTo>
                    <a:pt x="2060963" y="1267955"/>
                  </a:lnTo>
                  <a:lnTo>
                    <a:pt x="2062614" y="1291550"/>
                  </a:lnTo>
                  <a:lnTo>
                    <a:pt x="2064266" y="1324382"/>
                  </a:lnTo>
                  <a:lnTo>
                    <a:pt x="2065917" y="1336919"/>
                  </a:lnTo>
                  <a:lnTo>
                    <a:pt x="2067568" y="1302580"/>
                  </a:lnTo>
                  <a:lnTo>
                    <a:pt x="2069220" y="1245013"/>
                  </a:lnTo>
                  <a:lnTo>
                    <a:pt x="2070871" y="1220953"/>
                  </a:lnTo>
                  <a:lnTo>
                    <a:pt x="2072523" y="1220953"/>
                  </a:lnTo>
                  <a:lnTo>
                    <a:pt x="2074174" y="1236746"/>
                  </a:lnTo>
                  <a:lnTo>
                    <a:pt x="2075825" y="1277286"/>
                  </a:lnTo>
                  <a:lnTo>
                    <a:pt x="2077477" y="1343419"/>
                  </a:lnTo>
                  <a:lnTo>
                    <a:pt x="2079128" y="1382916"/>
                  </a:lnTo>
                  <a:lnTo>
                    <a:pt x="2080780" y="1372208"/>
                  </a:lnTo>
                  <a:lnTo>
                    <a:pt x="2082431" y="1333275"/>
                  </a:lnTo>
                  <a:lnTo>
                    <a:pt x="2084083" y="1255560"/>
                  </a:lnTo>
                  <a:lnTo>
                    <a:pt x="2085734" y="1187256"/>
                  </a:lnTo>
                  <a:lnTo>
                    <a:pt x="2087385" y="1167298"/>
                  </a:lnTo>
                  <a:lnTo>
                    <a:pt x="2089037" y="1172147"/>
                  </a:lnTo>
                  <a:lnTo>
                    <a:pt x="2090688" y="1162537"/>
                  </a:lnTo>
                  <a:lnTo>
                    <a:pt x="2092340" y="1172147"/>
                  </a:lnTo>
                  <a:lnTo>
                    <a:pt x="2093991" y="1165861"/>
                  </a:lnTo>
                  <a:lnTo>
                    <a:pt x="2095642" y="1140382"/>
                  </a:lnTo>
                  <a:lnTo>
                    <a:pt x="2097294" y="1123588"/>
                  </a:lnTo>
                  <a:lnTo>
                    <a:pt x="2098945" y="1140382"/>
                  </a:lnTo>
                  <a:lnTo>
                    <a:pt x="2100597" y="1177586"/>
                  </a:lnTo>
                  <a:lnTo>
                    <a:pt x="2102248" y="1238630"/>
                  </a:lnTo>
                  <a:lnTo>
                    <a:pt x="2103899" y="1307453"/>
                  </a:lnTo>
                  <a:lnTo>
                    <a:pt x="2105551" y="1342480"/>
                  </a:lnTo>
                  <a:lnTo>
                    <a:pt x="2107202" y="1342480"/>
                  </a:lnTo>
                  <a:lnTo>
                    <a:pt x="2108854" y="1342480"/>
                  </a:lnTo>
                  <a:lnTo>
                    <a:pt x="2110505" y="1342480"/>
                  </a:lnTo>
                  <a:lnTo>
                    <a:pt x="2112157" y="1342480"/>
                  </a:lnTo>
                  <a:lnTo>
                    <a:pt x="2113808" y="1310752"/>
                  </a:lnTo>
                  <a:lnTo>
                    <a:pt x="2115459" y="1294654"/>
                  </a:lnTo>
                  <a:lnTo>
                    <a:pt x="2117111" y="1245660"/>
                  </a:lnTo>
                  <a:lnTo>
                    <a:pt x="2118762" y="1220953"/>
                  </a:lnTo>
                  <a:lnTo>
                    <a:pt x="2120414" y="1202188"/>
                  </a:lnTo>
                  <a:lnTo>
                    <a:pt x="2122065" y="1179089"/>
                  </a:lnTo>
                  <a:lnTo>
                    <a:pt x="2123716" y="1141686"/>
                  </a:lnTo>
                  <a:lnTo>
                    <a:pt x="2125368" y="1128514"/>
                  </a:lnTo>
                  <a:lnTo>
                    <a:pt x="2127019" y="1125629"/>
                  </a:lnTo>
                  <a:lnTo>
                    <a:pt x="2128671" y="1131431"/>
                  </a:lnTo>
                  <a:lnTo>
                    <a:pt x="2130322" y="1139949"/>
                  </a:lnTo>
                  <a:lnTo>
                    <a:pt x="2131973" y="1157861"/>
                  </a:lnTo>
                  <a:lnTo>
                    <a:pt x="2133625" y="1177087"/>
                  </a:lnTo>
                  <a:lnTo>
                    <a:pt x="2135276" y="1201640"/>
                  </a:lnTo>
                  <a:lnTo>
                    <a:pt x="2136928" y="1212257"/>
                  </a:lnTo>
                  <a:lnTo>
                    <a:pt x="2138579" y="1236120"/>
                  </a:lnTo>
                  <a:lnTo>
                    <a:pt x="2140231" y="1267251"/>
                  </a:lnTo>
                  <a:lnTo>
                    <a:pt x="2141882" y="1281707"/>
                  </a:lnTo>
                  <a:lnTo>
                    <a:pt x="2143533" y="1267251"/>
                  </a:lnTo>
                  <a:lnTo>
                    <a:pt x="2145185" y="1267251"/>
                  </a:lnTo>
                  <a:lnTo>
                    <a:pt x="2146836" y="1297007"/>
                  </a:lnTo>
                  <a:lnTo>
                    <a:pt x="2148488" y="1307453"/>
                  </a:lnTo>
                  <a:lnTo>
                    <a:pt x="2150139" y="1307453"/>
                  </a:lnTo>
                  <a:lnTo>
                    <a:pt x="2151790" y="1323509"/>
                  </a:lnTo>
                  <a:lnTo>
                    <a:pt x="2153442" y="1341545"/>
                  </a:lnTo>
                  <a:lnTo>
                    <a:pt x="2155093" y="1341545"/>
                  </a:lnTo>
                  <a:lnTo>
                    <a:pt x="2156745" y="1360913"/>
                  </a:lnTo>
                  <a:lnTo>
                    <a:pt x="2158396" y="1404551"/>
                  </a:lnTo>
                  <a:lnTo>
                    <a:pt x="2160048" y="1430742"/>
                  </a:lnTo>
                  <a:lnTo>
                    <a:pt x="2161699" y="1382916"/>
                  </a:lnTo>
                  <a:lnTo>
                    <a:pt x="2163350" y="1307453"/>
                  </a:lnTo>
                  <a:lnTo>
                    <a:pt x="2165002" y="1248919"/>
                  </a:lnTo>
                  <a:lnTo>
                    <a:pt x="2166653" y="1236120"/>
                  </a:lnTo>
                  <a:lnTo>
                    <a:pt x="2168305" y="1236120"/>
                  </a:lnTo>
                  <a:lnTo>
                    <a:pt x="2169956" y="1262374"/>
                  </a:lnTo>
                  <a:lnTo>
                    <a:pt x="2171607" y="1324382"/>
                  </a:lnTo>
                  <a:lnTo>
                    <a:pt x="2173259" y="1405741"/>
                  </a:lnTo>
                  <a:lnTo>
                    <a:pt x="2174910" y="1430742"/>
                  </a:lnTo>
                  <a:lnTo>
                    <a:pt x="2176562" y="1430742"/>
                  </a:lnTo>
                  <a:lnTo>
                    <a:pt x="2178213" y="1430742"/>
                  </a:lnTo>
                  <a:lnTo>
                    <a:pt x="2179864" y="1430742"/>
                  </a:lnTo>
                  <a:lnTo>
                    <a:pt x="2181516" y="1430742"/>
                  </a:lnTo>
                  <a:lnTo>
                    <a:pt x="2183167" y="1430742"/>
                  </a:lnTo>
                  <a:lnTo>
                    <a:pt x="2184819" y="1430742"/>
                  </a:lnTo>
                  <a:lnTo>
                    <a:pt x="2186470" y="1430742"/>
                  </a:lnTo>
                  <a:lnTo>
                    <a:pt x="2188122" y="1430742"/>
                  </a:lnTo>
                  <a:lnTo>
                    <a:pt x="2189773" y="1430742"/>
                  </a:lnTo>
                  <a:lnTo>
                    <a:pt x="2191424" y="1430742"/>
                  </a:lnTo>
                  <a:lnTo>
                    <a:pt x="2193076" y="1430742"/>
                  </a:lnTo>
                  <a:lnTo>
                    <a:pt x="2194727" y="1430742"/>
                  </a:lnTo>
                  <a:lnTo>
                    <a:pt x="2196379" y="1430742"/>
                  </a:lnTo>
                  <a:lnTo>
                    <a:pt x="2198030" y="1430742"/>
                  </a:lnTo>
                  <a:lnTo>
                    <a:pt x="2199681" y="1430742"/>
                  </a:lnTo>
                  <a:lnTo>
                    <a:pt x="2201333" y="1430742"/>
                  </a:lnTo>
                  <a:lnTo>
                    <a:pt x="2202984" y="1430742"/>
                  </a:lnTo>
                  <a:lnTo>
                    <a:pt x="2204636" y="1430742"/>
                  </a:lnTo>
                  <a:lnTo>
                    <a:pt x="2206287" y="1430742"/>
                  </a:lnTo>
                  <a:lnTo>
                    <a:pt x="2207938" y="1430742"/>
                  </a:lnTo>
                  <a:lnTo>
                    <a:pt x="2209590" y="1430742"/>
                  </a:lnTo>
                  <a:lnTo>
                    <a:pt x="2211241" y="1430742"/>
                  </a:lnTo>
                  <a:lnTo>
                    <a:pt x="2212893" y="1430742"/>
                  </a:lnTo>
                  <a:lnTo>
                    <a:pt x="2214544" y="1430742"/>
                  </a:lnTo>
                  <a:lnTo>
                    <a:pt x="2216196" y="1430742"/>
                  </a:lnTo>
                  <a:lnTo>
                    <a:pt x="2217847" y="1430742"/>
                  </a:lnTo>
                  <a:lnTo>
                    <a:pt x="2219498" y="1430742"/>
                  </a:lnTo>
                  <a:lnTo>
                    <a:pt x="2221150" y="1430742"/>
                  </a:lnTo>
                  <a:lnTo>
                    <a:pt x="2222801" y="1430742"/>
                  </a:lnTo>
                  <a:lnTo>
                    <a:pt x="2224453" y="1430742"/>
                  </a:lnTo>
                  <a:lnTo>
                    <a:pt x="2226104" y="1430742"/>
                  </a:lnTo>
                  <a:lnTo>
                    <a:pt x="2227755" y="1430742"/>
                  </a:lnTo>
                  <a:lnTo>
                    <a:pt x="2229407" y="1430742"/>
                  </a:lnTo>
                  <a:lnTo>
                    <a:pt x="2231058" y="1430742"/>
                  </a:lnTo>
                  <a:lnTo>
                    <a:pt x="2232710" y="1430742"/>
                  </a:lnTo>
                  <a:lnTo>
                    <a:pt x="2234361" y="1430742"/>
                  </a:lnTo>
                  <a:lnTo>
                    <a:pt x="2236013" y="1405741"/>
                  </a:lnTo>
                  <a:lnTo>
                    <a:pt x="2237664" y="1361920"/>
                  </a:lnTo>
                  <a:lnTo>
                    <a:pt x="2239315" y="1324382"/>
                  </a:lnTo>
                  <a:lnTo>
                    <a:pt x="2240967" y="1307453"/>
                  </a:lnTo>
                  <a:lnTo>
                    <a:pt x="2242618" y="1307453"/>
                  </a:lnTo>
                  <a:lnTo>
                    <a:pt x="2244270" y="1324382"/>
                  </a:lnTo>
                  <a:lnTo>
                    <a:pt x="2245921" y="1361920"/>
                  </a:lnTo>
                  <a:lnTo>
                    <a:pt x="2247572" y="1405741"/>
                  </a:lnTo>
                  <a:lnTo>
                    <a:pt x="2249224" y="1430742"/>
                  </a:lnTo>
                  <a:lnTo>
                    <a:pt x="2250875" y="1430742"/>
                  </a:lnTo>
                  <a:lnTo>
                    <a:pt x="2252527" y="1430742"/>
                  </a:lnTo>
                  <a:lnTo>
                    <a:pt x="2254178" y="1430742"/>
                  </a:lnTo>
                  <a:lnTo>
                    <a:pt x="2255829" y="1430742"/>
                  </a:lnTo>
                  <a:lnTo>
                    <a:pt x="2257481" y="1430742"/>
                  </a:lnTo>
                  <a:lnTo>
                    <a:pt x="2259132" y="1430742"/>
                  </a:lnTo>
                  <a:lnTo>
                    <a:pt x="2260784" y="1430742"/>
                  </a:lnTo>
                  <a:lnTo>
                    <a:pt x="2262435" y="1405741"/>
                  </a:lnTo>
                  <a:lnTo>
                    <a:pt x="2264087" y="1382916"/>
                  </a:lnTo>
                  <a:lnTo>
                    <a:pt x="2265738" y="1342480"/>
                  </a:lnTo>
                  <a:lnTo>
                    <a:pt x="2267389" y="1307453"/>
                  </a:lnTo>
                  <a:lnTo>
                    <a:pt x="2269041" y="1291550"/>
                  </a:lnTo>
                  <a:lnTo>
                    <a:pt x="2270692" y="1280225"/>
                  </a:lnTo>
                  <a:lnTo>
                    <a:pt x="2272344" y="1250234"/>
                  </a:lnTo>
                  <a:lnTo>
                    <a:pt x="2273995" y="1237372"/>
                  </a:lnTo>
                  <a:lnTo>
                    <a:pt x="2275646" y="1237372"/>
                  </a:lnTo>
                  <a:lnTo>
                    <a:pt x="2277298" y="1237372"/>
                  </a:lnTo>
                  <a:lnTo>
                    <a:pt x="2278949" y="1260311"/>
                  </a:lnTo>
                  <a:lnTo>
                    <a:pt x="2280601" y="1307453"/>
                  </a:lnTo>
                  <a:lnTo>
                    <a:pt x="2282252" y="1361920"/>
                  </a:lnTo>
                  <a:lnTo>
                    <a:pt x="2283903" y="1405741"/>
                  </a:lnTo>
                  <a:lnTo>
                    <a:pt x="2285555" y="1382916"/>
                  </a:lnTo>
                  <a:lnTo>
                    <a:pt x="2287206" y="1307453"/>
                  </a:lnTo>
                  <a:lnTo>
                    <a:pt x="2288858" y="1262374"/>
                  </a:lnTo>
                  <a:lnTo>
                    <a:pt x="2290509" y="1261684"/>
                  </a:lnTo>
                  <a:lnTo>
                    <a:pt x="2292161" y="1248264"/>
                  </a:lnTo>
                  <a:lnTo>
                    <a:pt x="2293812" y="1261684"/>
                  </a:lnTo>
                  <a:lnTo>
                    <a:pt x="2295463" y="1306634"/>
                  </a:lnTo>
                  <a:lnTo>
                    <a:pt x="2297115" y="1341545"/>
                  </a:lnTo>
                  <a:lnTo>
                    <a:pt x="2298766" y="1342480"/>
                  </a:lnTo>
                  <a:lnTo>
                    <a:pt x="2300418" y="1342480"/>
                  </a:lnTo>
                  <a:lnTo>
                    <a:pt x="2302069" y="1342480"/>
                  </a:lnTo>
                  <a:lnTo>
                    <a:pt x="2303720" y="1342480"/>
                  </a:lnTo>
                  <a:lnTo>
                    <a:pt x="2305372" y="1324382"/>
                  </a:lnTo>
                  <a:lnTo>
                    <a:pt x="2307023" y="1291550"/>
                  </a:lnTo>
                  <a:lnTo>
                    <a:pt x="2308675" y="1291550"/>
                  </a:lnTo>
                  <a:lnTo>
                    <a:pt x="2310326" y="1248919"/>
                  </a:lnTo>
                  <a:lnTo>
                    <a:pt x="2311977" y="1223917"/>
                  </a:lnTo>
                  <a:lnTo>
                    <a:pt x="2313629" y="1230559"/>
                  </a:lnTo>
                  <a:lnTo>
                    <a:pt x="2315280" y="1243082"/>
                  </a:lnTo>
                  <a:lnTo>
                    <a:pt x="2316932" y="1243082"/>
                  </a:lnTo>
                  <a:lnTo>
                    <a:pt x="2318583" y="1270079"/>
                  </a:lnTo>
                  <a:lnTo>
                    <a:pt x="2320235" y="1284697"/>
                  </a:lnTo>
                  <a:lnTo>
                    <a:pt x="2321886" y="1291550"/>
                  </a:lnTo>
                  <a:lnTo>
                    <a:pt x="2323537" y="1307453"/>
                  </a:lnTo>
                  <a:lnTo>
                    <a:pt x="2325189" y="1324382"/>
                  </a:lnTo>
                  <a:lnTo>
                    <a:pt x="2326840" y="1342480"/>
                  </a:lnTo>
                  <a:lnTo>
                    <a:pt x="2328492" y="1361920"/>
                  </a:lnTo>
                  <a:lnTo>
                    <a:pt x="2330143" y="1324382"/>
                  </a:lnTo>
                  <a:lnTo>
                    <a:pt x="2331794" y="1276556"/>
                  </a:lnTo>
                  <a:lnTo>
                    <a:pt x="2333446" y="1248919"/>
                  </a:lnTo>
                  <a:lnTo>
                    <a:pt x="2335097" y="1262374"/>
                  </a:lnTo>
                  <a:lnTo>
                    <a:pt x="2336749" y="1276556"/>
                  </a:lnTo>
                  <a:lnTo>
                    <a:pt x="2338400" y="1324382"/>
                  </a:lnTo>
                  <a:lnTo>
                    <a:pt x="2340052" y="1382916"/>
                  </a:lnTo>
                  <a:lnTo>
                    <a:pt x="2341703" y="1430742"/>
                  </a:lnTo>
                  <a:lnTo>
                    <a:pt x="2343354" y="1430742"/>
                  </a:lnTo>
                  <a:lnTo>
                    <a:pt x="2345006" y="1430742"/>
                  </a:lnTo>
                  <a:lnTo>
                    <a:pt x="2346657" y="1430742"/>
                  </a:lnTo>
                  <a:lnTo>
                    <a:pt x="2348309" y="1419196"/>
                  </a:lnTo>
                  <a:lnTo>
                    <a:pt x="2349960" y="1352993"/>
                  </a:lnTo>
                  <a:lnTo>
                    <a:pt x="2351611" y="1284697"/>
                  </a:lnTo>
                  <a:lnTo>
                    <a:pt x="2353263" y="1219777"/>
                  </a:lnTo>
                  <a:lnTo>
                    <a:pt x="2354914" y="1195149"/>
                  </a:lnTo>
                  <a:lnTo>
                    <a:pt x="2356566" y="1189337"/>
                  </a:lnTo>
                  <a:lnTo>
                    <a:pt x="2358217" y="1211119"/>
                  </a:lnTo>
                  <a:lnTo>
                    <a:pt x="2359868" y="1234874"/>
                  </a:lnTo>
                  <a:lnTo>
                    <a:pt x="2361520" y="1273658"/>
                  </a:lnTo>
                  <a:lnTo>
                    <a:pt x="2363171" y="1291550"/>
                  </a:lnTo>
                  <a:lnTo>
                    <a:pt x="2364823" y="1291550"/>
                  </a:lnTo>
                  <a:lnTo>
                    <a:pt x="2366474" y="1291550"/>
                  </a:lnTo>
                  <a:lnTo>
                    <a:pt x="2368126" y="1276556"/>
                  </a:lnTo>
                  <a:lnTo>
                    <a:pt x="2369777" y="1262374"/>
                  </a:lnTo>
                  <a:lnTo>
                    <a:pt x="2371428" y="1262374"/>
                  </a:lnTo>
                  <a:lnTo>
                    <a:pt x="2373080" y="1276556"/>
                  </a:lnTo>
                  <a:lnTo>
                    <a:pt x="2374731" y="1291550"/>
                  </a:lnTo>
                  <a:lnTo>
                    <a:pt x="2376383" y="1342480"/>
                  </a:lnTo>
                  <a:lnTo>
                    <a:pt x="2378034" y="1405741"/>
                  </a:lnTo>
                  <a:lnTo>
                    <a:pt x="2379685" y="1430742"/>
                  </a:lnTo>
                  <a:lnTo>
                    <a:pt x="2381337" y="1361920"/>
                  </a:lnTo>
                  <a:lnTo>
                    <a:pt x="2382988" y="1291550"/>
                  </a:lnTo>
                  <a:lnTo>
                    <a:pt x="2384640" y="1248919"/>
                  </a:lnTo>
                  <a:lnTo>
                    <a:pt x="2386291" y="1212257"/>
                  </a:lnTo>
                  <a:lnTo>
                    <a:pt x="2387942" y="1170196"/>
                  </a:lnTo>
                  <a:lnTo>
                    <a:pt x="2389594" y="1160189"/>
                  </a:lnTo>
                  <a:lnTo>
                    <a:pt x="2391245" y="1142122"/>
                  </a:lnTo>
                  <a:lnTo>
                    <a:pt x="2392897" y="1133535"/>
                  </a:lnTo>
                  <a:lnTo>
                    <a:pt x="2394548" y="1145637"/>
                  </a:lnTo>
                  <a:lnTo>
                    <a:pt x="2396200" y="1156936"/>
                  </a:lnTo>
                  <a:lnTo>
                    <a:pt x="2397851" y="1176589"/>
                  </a:lnTo>
                  <a:lnTo>
                    <a:pt x="2399502" y="1231784"/>
                  </a:lnTo>
                  <a:lnTo>
                    <a:pt x="2401154" y="1286204"/>
                  </a:lnTo>
                  <a:lnTo>
                    <a:pt x="2402805" y="1311584"/>
                  </a:lnTo>
                  <a:lnTo>
                    <a:pt x="2404457" y="1361920"/>
                  </a:lnTo>
                  <a:lnTo>
                    <a:pt x="2406108" y="1405741"/>
                  </a:lnTo>
                  <a:lnTo>
                    <a:pt x="2407759" y="1405741"/>
                  </a:lnTo>
                  <a:lnTo>
                    <a:pt x="2409411" y="1342480"/>
                  </a:lnTo>
                  <a:lnTo>
                    <a:pt x="2411062" y="1291550"/>
                  </a:lnTo>
                  <a:lnTo>
                    <a:pt x="2412714" y="1276556"/>
                  </a:lnTo>
                  <a:lnTo>
                    <a:pt x="2414365" y="1276556"/>
                  </a:lnTo>
                  <a:lnTo>
                    <a:pt x="2416017" y="1291550"/>
                  </a:lnTo>
                  <a:lnTo>
                    <a:pt x="2417668" y="1342480"/>
                  </a:lnTo>
                  <a:lnTo>
                    <a:pt x="2419319" y="1405741"/>
                  </a:lnTo>
                  <a:lnTo>
                    <a:pt x="2420971" y="1430742"/>
                  </a:lnTo>
                  <a:lnTo>
                    <a:pt x="2422622" y="1430742"/>
                  </a:lnTo>
                  <a:lnTo>
                    <a:pt x="2424274" y="1430742"/>
                  </a:lnTo>
                  <a:lnTo>
                    <a:pt x="2425925" y="1430742"/>
                  </a:lnTo>
                  <a:lnTo>
                    <a:pt x="2427576" y="1430742"/>
                  </a:lnTo>
                  <a:lnTo>
                    <a:pt x="2429228" y="1409343"/>
                  </a:lnTo>
                  <a:lnTo>
                    <a:pt x="2430879" y="1364964"/>
                  </a:lnTo>
                  <a:lnTo>
                    <a:pt x="2432531" y="1327019"/>
                  </a:lnTo>
                  <a:lnTo>
                    <a:pt x="2434182" y="1309924"/>
                  </a:lnTo>
                  <a:lnTo>
                    <a:pt x="2435833" y="1309924"/>
                  </a:lnTo>
                  <a:lnTo>
                    <a:pt x="2437485" y="1324382"/>
                  </a:lnTo>
                  <a:lnTo>
                    <a:pt x="2439136" y="1342480"/>
                  </a:lnTo>
                  <a:lnTo>
                    <a:pt x="2440788" y="1361920"/>
                  </a:lnTo>
                  <a:lnTo>
                    <a:pt x="2442439" y="1382916"/>
                  </a:lnTo>
                  <a:lnTo>
                    <a:pt x="2444091" y="1361920"/>
                  </a:lnTo>
                  <a:lnTo>
                    <a:pt x="2445742" y="1324382"/>
                  </a:lnTo>
                  <a:lnTo>
                    <a:pt x="2447393" y="1324382"/>
                  </a:lnTo>
                  <a:lnTo>
                    <a:pt x="2449045" y="1307453"/>
                  </a:lnTo>
                  <a:lnTo>
                    <a:pt x="2450696" y="1276556"/>
                  </a:lnTo>
                  <a:lnTo>
                    <a:pt x="2452348" y="1218606"/>
                  </a:lnTo>
                  <a:lnTo>
                    <a:pt x="2453999" y="1121966"/>
                  </a:lnTo>
                  <a:lnTo>
                    <a:pt x="2455650" y="1070727"/>
                  </a:lnTo>
                  <a:lnTo>
                    <a:pt x="2457302" y="1070727"/>
                  </a:lnTo>
                  <a:lnTo>
                    <a:pt x="2458953" y="1070727"/>
                  </a:lnTo>
                  <a:lnTo>
                    <a:pt x="2460605" y="1102123"/>
                  </a:lnTo>
                  <a:lnTo>
                    <a:pt x="2462256" y="1212257"/>
                  </a:lnTo>
                  <a:lnTo>
                    <a:pt x="2463907" y="1324382"/>
                  </a:lnTo>
                  <a:lnTo>
                    <a:pt x="2465559" y="1361920"/>
                  </a:lnTo>
                  <a:lnTo>
                    <a:pt x="2467210" y="1382916"/>
                  </a:lnTo>
                  <a:lnTo>
                    <a:pt x="2468862" y="1361920"/>
                  </a:lnTo>
                  <a:lnTo>
                    <a:pt x="2470513" y="1342480"/>
                  </a:lnTo>
                  <a:lnTo>
                    <a:pt x="2472165" y="1342480"/>
                  </a:lnTo>
                  <a:lnTo>
                    <a:pt x="2473816" y="1342480"/>
                  </a:lnTo>
                  <a:lnTo>
                    <a:pt x="2475467" y="1361920"/>
                  </a:lnTo>
                  <a:lnTo>
                    <a:pt x="2477119" y="1405741"/>
                  </a:lnTo>
                  <a:lnTo>
                    <a:pt x="2478770" y="1382916"/>
                  </a:lnTo>
                  <a:lnTo>
                    <a:pt x="2480422" y="1324382"/>
                  </a:lnTo>
                  <a:lnTo>
                    <a:pt x="2482073" y="1270079"/>
                  </a:lnTo>
                  <a:lnTo>
                    <a:pt x="2483724" y="1192492"/>
                  </a:lnTo>
                  <a:lnTo>
                    <a:pt x="2485376" y="1111274"/>
                  </a:lnTo>
                  <a:lnTo>
                    <a:pt x="2487027" y="1081934"/>
                  </a:lnTo>
                  <a:lnTo>
                    <a:pt x="2488679" y="1082977"/>
                  </a:lnTo>
                  <a:lnTo>
                    <a:pt x="2490330" y="1100628"/>
                  </a:lnTo>
                  <a:lnTo>
                    <a:pt x="2491981" y="1152812"/>
                  </a:lnTo>
                  <a:lnTo>
                    <a:pt x="2493633" y="1250893"/>
                  </a:lnTo>
                  <a:lnTo>
                    <a:pt x="2495284" y="1345306"/>
                  </a:lnTo>
                  <a:lnTo>
                    <a:pt x="2496936" y="1405741"/>
                  </a:lnTo>
                  <a:lnTo>
                    <a:pt x="2498587" y="1430742"/>
                  </a:lnTo>
                  <a:lnTo>
                    <a:pt x="2500239" y="1361920"/>
                  </a:lnTo>
                  <a:lnTo>
                    <a:pt x="2501890" y="1223917"/>
                  </a:lnTo>
                  <a:lnTo>
                    <a:pt x="2503541" y="1105138"/>
                  </a:lnTo>
                  <a:lnTo>
                    <a:pt x="2505193" y="1025630"/>
                  </a:lnTo>
                  <a:lnTo>
                    <a:pt x="2506844" y="984276"/>
                  </a:lnTo>
                  <a:lnTo>
                    <a:pt x="2508496" y="989103"/>
                  </a:lnTo>
                  <a:lnTo>
                    <a:pt x="2510147" y="1025630"/>
                  </a:lnTo>
                  <a:lnTo>
                    <a:pt x="2511798" y="1100256"/>
                  </a:lnTo>
                  <a:lnTo>
                    <a:pt x="2513450" y="1201093"/>
                  </a:lnTo>
                  <a:lnTo>
                    <a:pt x="2515101" y="1307453"/>
                  </a:lnTo>
                  <a:lnTo>
                    <a:pt x="2516753" y="1342480"/>
                  </a:lnTo>
                  <a:lnTo>
                    <a:pt x="2518404" y="1382916"/>
                  </a:lnTo>
                  <a:lnTo>
                    <a:pt x="2520056" y="1382916"/>
                  </a:lnTo>
                  <a:lnTo>
                    <a:pt x="2521707" y="1361920"/>
                  </a:lnTo>
                  <a:lnTo>
                    <a:pt x="2523358" y="1342480"/>
                  </a:lnTo>
                  <a:lnTo>
                    <a:pt x="2525010" y="1337837"/>
                  </a:lnTo>
                  <a:lnTo>
                    <a:pt x="2526661" y="1337837"/>
                  </a:lnTo>
                  <a:lnTo>
                    <a:pt x="2528313" y="1356923"/>
                  </a:lnTo>
                  <a:lnTo>
                    <a:pt x="2529964" y="1399846"/>
                  </a:lnTo>
                  <a:lnTo>
                    <a:pt x="2531615" y="1399846"/>
                  </a:lnTo>
                  <a:lnTo>
                    <a:pt x="2533267" y="1291550"/>
                  </a:lnTo>
                  <a:lnTo>
                    <a:pt x="2534918" y="1201093"/>
                  </a:lnTo>
                  <a:lnTo>
                    <a:pt x="2536570" y="1133957"/>
                  </a:lnTo>
                  <a:lnTo>
                    <a:pt x="2538221" y="1048124"/>
                  </a:lnTo>
                  <a:lnTo>
                    <a:pt x="2539872" y="1019269"/>
                  </a:lnTo>
                  <a:lnTo>
                    <a:pt x="2541524" y="1020365"/>
                  </a:lnTo>
                  <a:lnTo>
                    <a:pt x="2543175" y="975112"/>
                  </a:lnTo>
                  <a:lnTo>
                    <a:pt x="2544827" y="932377"/>
                  </a:lnTo>
                  <a:lnTo>
                    <a:pt x="2546478" y="932377"/>
                  </a:lnTo>
                  <a:lnTo>
                    <a:pt x="2548130" y="932377"/>
                  </a:lnTo>
                  <a:lnTo>
                    <a:pt x="2549781" y="938933"/>
                  </a:lnTo>
                  <a:lnTo>
                    <a:pt x="2551432" y="992288"/>
                  </a:lnTo>
                  <a:lnTo>
                    <a:pt x="2553084" y="1086484"/>
                  </a:lnTo>
                  <a:lnTo>
                    <a:pt x="2554735" y="1178587"/>
                  </a:lnTo>
                  <a:lnTo>
                    <a:pt x="2556387" y="1210552"/>
                  </a:lnTo>
                  <a:lnTo>
                    <a:pt x="2558038" y="1215701"/>
                  </a:lnTo>
                  <a:lnTo>
                    <a:pt x="2559689" y="1184163"/>
                  </a:lnTo>
                  <a:lnTo>
                    <a:pt x="2561341" y="1065787"/>
                  </a:lnTo>
                  <a:lnTo>
                    <a:pt x="2562992" y="961173"/>
                  </a:lnTo>
                  <a:lnTo>
                    <a:pt x="2564644" y="894447"/>
                  </a:lnTo>
                  <a:lnTo>
                    <a:pt x="2566295" y="852198"/>
                  </a:lnTo>
                  <a:lnTo>
                    <a:pt x="2567946" y="832439"/>
                  </a:lnTo>
                  <a:lnTo>
                    <a:pt x="2569598" y="845070"/>
                  </a:lnTo>
                  <a:lnTo>
                    <a:pt x="2571249" y="890070"/>
                  </a:lnTo>
                  <a:lnTo>
                    <a:pt x="2572901" y="940345"/>
                  </a:lnTo>
                  <a:lnTo>
                    <a:pt x="2574552" y="966705"/>
                  </a:lnTo>
                  <a:lnTo>
                    <a:pt x="2576204" y="957909"/>
                  </a:lnTo>
                  <a:lnTo>
                    <a:pt x="2577855" y="882013"/>
                  </a:lnTo>
                  <a:lnTo>
                    <a:pt x="2579506" y="758117"/>
                  </a:lnTo>
                  <a:lnTo>
                    <a:pt x="2581158" y="656580"/>
                  </a:lnTo>
                  <a:lnTo>
                    <a:pt x="2582809" y="580159"/>
                  </a:lnTo>
                  <a:lnTo>
                    <a:pt x="2584461" y="529488"/>
                  </a:lnTo>
                  <a:lnTo>
                    <a:pt x="2586112" y="503226"/>
                  </a:lnTo>
                  <a:lnTo>
                    <a:pt x="2587763" y="508163"/>
                  </a:lnTo>
                  <a:lnTo>
                    <a:pt x="2589415" y="530419"/>
                  </a:lnTo>
                  <a:lnTo>
                    <a:pt x="2591066" y="543854"/>
                  </a:lnTo>
                  <a:lnTo>
                    <a:pt x="2592718" y="549901"/>
                  </a:lnTo>
                  <a:lnTo>
                    <a:pt x="2594369" y="544658"/>
                  </a:lnTo>
                  <a:lnTo>
                    <a:pt x="2596021" y="532247"/>
                  </a:lnTo>
                  <a:lnTo>
                    <a:pt x="2597672" y="507347"/>
                  </a:lnTo>
                  <a:lnTo>
                    <a:pt x="2599323" y="478625"/>
                  </a:lnTo>
                  <a:lnTo>
                    <a:pt x="2600975" y="435597"/>
                  </a:lnTo>
                  <a:lnTo>
                    <a:pt x="2602626" y="396497"/>
                  </a:lnTo>
                  <a:lnTo>
                    <a:pt x="2604278" y="357650"/>
                  </a:lnTo>
                  <a:lnTo>
                    <a:pt x="2605929" y="321345"/>
                  </a:lnTo>
                  <a:lnTo>
                    <a:pt x="2607580" y="298057"/>
                  </a:lnTo>
                  <a:lnTo>
                    <a:pt x="2609232" y="290052"/>
                  </a:lnTo>
                  <a:lnTo>
                    <a:pt x="2610883" y="283721"/>
                  </a:lnTo>
                  <a:lnTo>
                    <a:pt x="2612535" y="272655"/>
                  </a:lnTo>
                  <a:lnTo>
                    <a:pt x="2614186" y="245219"/>
                  </a:lnTo>
                  <a:lnTo>
                    <a:pt x="2615837" y="207956"/>
                  </a:lnTo>
                  <a:lnTo>
                    <a:pt x="2617489" y="163591"/>
                  </a:lnTo>
                  <a:lnTo>
                    <a:pt x="2619140" y="137619"/>
                  </a:lnTo>
                  <a:lnTo>
                    <a:pt x="2620792" y="113019"/>
                  </a:lnTo>
                  <a:lnTo>
                    <a:pt x="2622443" y="97215"/>
                  </a:lnTo>
                  <a:lnTo>
                    <a:pt x="2624095" y="89400"/>
                  </a:lnTo>
                  <a:lnTo>
                    <a:pt x="2625746" y="95481"/>
                  </a:lnTo>
                  <a:lnTo>
                    <a:pt x="2627397" y="104927"/>
                  </a:lnTo>
                  <a:lnTo>
                    <a:pt x="2629049" y="131323"/>
                  </a:lnTo>
                  <a:lnTo>
                    <a:pt x="2630700" y="174056"/>
                  </a:lnTo>
                  <a:lnTo>
                    <a:pt x="2632352" y="212268"/>
                  </a:lnTo>
                  <a:lnTo>
                    <a:pt x="2634003" y="234344"/>
                  </a:lnTo>
                  <a:lnTo>
                    <a:pt x="2635654" y="240700"/>
                  </a:lnTo>
                  <a:lnTo>
                    <a:pt x="2637306" y="235306"/>
                  </a:lnTo>
                  <a:lnTo>
                    <a:pt x="2638957" y="219837"/>
                  </a:lnTo>
                  <a:lnTo>
                    <a:pt x="2640609" y="206041"/>
                  </a:lnTo>
                  <a:lnTo>
                    <a:pt x="2642260" y="192572"/>
                  </a:lnTo>
                  <a:lnTo>
                    <a:pt x="2643911" y="181638"/>
                  </a:lnTo>
                  <a:lnTo>
                    <a:pt x="2645563" y="186802"/>
                  </a:lnTo>
                  <a:lnTo>
                    <a:pt x="2647214" y="198735"/>
                  </a:lnTo>
                  <a:lnTo>
                    <a:pt x="2648866" y="234495"/>
                  </a:lnTo>
                  <a:lnTo>
                    <a:pt x="2650517" y="285965"/>
                  </a:lnTo>
                  <a:lnTo>
                    <a:pt x="2652169" y="305682"/>
                  </a:lnTo>
                  <a:lnTo>
                    <a:pt x="2653820" y="288531"/>
                  </a:lnTo>
                  <a:lnTo>
                    <a:pt x="2655471" y="276217"/>
                  </a:lnTo>
                  <a:lnTo>
                    <a:pt x="2657123" y="257236"/>
                  </a:lnTo>
                  <a:lnTo>
                    <a:pt x="2658774" y="249077"/>
                  </a:lnTo>
                  <a:lnTo>
                    <a:pt x="2660426" y="264240"/>
                  </a:lnTo>
                  <a:lnTo>
                    <a:pt x="2662077" y="275414"/>
                  </a:lnTo>
                  <a:lnTo>
                    <a:pt x="2663728" y="263534"/>
                  </a:lnTo>
                  <a:lnTo>
                    <a:pt x="2665380" y="240040"/>
                  </a:lnTo>
                  <a:lnTo>
                    <a:pt x="2667031" y="195263"/>
                  </a:lnTo>
                  <a:lnTo>
                    <a:pt x="2668683" y="157006"/>
                  </a:lnTo>
                  <a:lnTo>
                    <a:pt x="2670334" y="124922"/>
                  </a:lnTo>
                  <a:lnTo>
                    <a:pt x="2671985" y="99460"/>
                  </a:lnTo>
                  <a:lnTo>
                    <a:pt x="2673637" y="74382"/>
                  </a:lnTo>
                  <a:lnTo>
                    <a:pt x="2675288" y="65562"/>
                  </a:lnTo>
                  <a:lnTo>
                    <a:pt x="2676940" y="65591"/>
                  </a:lnTo>
                  <a:lnTo>
                    <a:pt x="2678591" y="80015"/>
                  </a:lnTo>
                  <a:lnTo>
                    <a:pt x="2680243" y="91165"/>
                  </a:lnTo>
                  <a:lnTo>
                    <a:pt x="2681894" y="108449"/>
                  </a:lnTo>
                  <a:lnTo>
                    <a:pt x="2683545" y="116425"/>
                  </a:lnTo>
                  <a:lnTo>
                    <a:pt x="2685197" y="117679"/>
                  </a:lnTo>
                  <a:lnTo>
                    <a:pt x="2686848" y="110442"/>
                  </a:lnTo>
                  <a:lnTo>
                    <a:pt x="2688500" y="117521"/>
                  </a:lnTo>
                  <a:lnTo>
                    <a:pt x="2690151" y="123113"/>
                  </a:lnTo>
                  <a:lnTo>
                    <a:pt x="2691802" y="117389"/>
                  </a:lnTo>
                  <a:lnTo>
                    <a:pt x="2693454" y="104500"/>
                  </a:lnTo>
                  <a:lnTo>
                    <a:pt x="2695105" y="88990"/>
                  </a:lnTo>
                  <a:lnTo>
                    <a:pt x="2696757" y="78596"/>
                  </a:lnTo>
                  <a:lnTo>
                    <a:pt x="2698408" y="79589"/>
                  </a:lnTo>
                  <a:lnTo>
                    <a:pt x="2700060" y="105572"/>
                  </a:lnTo>
                  <a:lnTo>
                    <a:pt x="2701711" y="143070"/>
                  </a:lnTo>
                  <a:lnTo>
                    <a:pt x="2703362" y="189053"/>
                  </a:lnTo>
                  <a:lnTo>
                    <a:pt x="2705014" y="199106"/>
                  </a:lnTo>
                  <a:lnTo>
                    <a:pt x="2706665" y="172719"/>
                  </a:lnTo>
                  <a:lnTo>
                    <a:pt x="2708317" y="128094"/>
                  </a:lnTo>
                  <a:lnTo>
                    <a:pt x="2709968" y="95151"/>
                  </a:lnTo>
                  <a:lnTo>
                    <a:pt x="2711619" y="68110"/>
                  </a:lnTo>
                  <a:lnTo>
                    <a:pt x="2713271" y="54966"/>
                  </a:lnTo>
                  <a:lnTo>
                    <a:pt x="2714922" y="52041"/>
                  </a:lnTo>
                  <a:lnTo>
                    <a:pt x="2716574" y="56075"/>
                  </a:lnTo>
                  <a:lnTo>
                    <a:pt x="2718225" y="64412"/>
                  </a:lnTo>
                  <a:lnTo>
                    <a:pt x="2719876" y="78036"/>
                  </a:lnTo>
                  <a:lnTo>
                    <a:pt x="2721528" y="96557"/>
                  </a:lnTo>
                  <a:lnTo>
                    <a:pt x="2723179" y="108322"/>
                  </a:lnTo>
                  <a:lnTo>
                    <a:pt x="2724831" y="120862"/>
                  </a:lnTo>
                  <a:lnTo>
                    <a:pt x="2726482" y="130344"/>
                  </a:lnTo>
                  <a:lnTo>
                    <a:pt x="2728134" y="141603"/>
                  </a:lnTo>
                  <a:lnTo>
                    <a:pt x="2729785" y="158788"/>
                  </a:lnTo>
                  <a:lnTo>
                    <a:pt x="2731436" y="202363"/>
                  </a:lnTo>
                  <a:lnTo>
                    <a:pt x="2733088" y="255150"/>
                  </a:lnTo>
                  <a:lnTo>
                    <a:pt x="2734739" y="280073"/>
                  </a:lnTo>
                  <a:lnTo>
                    <a:pt x="2736391" y="281070"/>
                  </a:lnTo>
                  <a:lnTo>
                    <a:pt x="2738042" y="277701"/>
                  </a:lnTo>
                  <a:lnTo>
                    <a:pt x="2739693" y="258526"/>
                  </a:lnTo>
                  <a:lnTo>
                    <a:pt x="2741345" y="254010"/>
                  </a:lnTo>
                  <a:lnTo>
                    <a:pt x="2742996" y="285831"/>
                  </a:lnTo>
                  <a:lnTo>
                    <a:pt x="2744648" y="334948"/>
                  </a:lnTo>
                  <a:lnTo>
                    <a:pt x="2746299" y="393487"/>
                  </a:lnTo>
                  <a:lnTo>
                    <a:pt x="2747950" y="434742"/>
                  </a:lnTo>
                  <a:lnTo>
                    <a:pt x="2749602" y="415757"/>
                  </a:lnTo>
                  <a:lnTo>
                    <a:pt x="2751253" y="350979"/>
                  </a:lnTo>
                  <a:lnTo>
                    <a:pt x="2752905" y="268359"/>
                  </a:lnTo>
                  <a:lnTo>
                    <a:pt x="2754556" y="200838"/>
                  </a:lnTo>
                  <a:lnTo>
                    <a:pt x="2756208" y="175509"/>
                  </a:lnTo>
                  <a:lnTo>
                    <a:pt x="2757859" y="164272"/>
                  </a:lnTo>
                  <a:lnTo>
                    <a:pt x="2759510" y="146706"/>
                  </a:lnTo>
                  <a:lnTo>
                    <a:pt x="2761162" y="124751"/>
                  </a:lnTo>
                  <a:lnTo>
                    <a:pt x="2762813" y="104927"/>
                  </a:lnTo>
                  <a:lnTo>
                    <a:pt x="2764465" y="77297"/>
                  </a:lnTo>
                  <a:lnTo>
                    <a:pt x="2766116" y="65339"/>
                  </a:lnTo>
                  <a:lnTo>
                    <a:pt x="2767767" y="66067"/>
                  </a:lnTo>
                  <a:lnTo>
                    <a:pt x="2769419" y="79916"/>
                  </a:lnTo>
                  <a:lnTo>
                    <a:pt x="2771070" y="109521"/>
                  </a:lnTo>
                  <a:lnTo>
                    <a:pt x="2772722" y="142770"/>
                  </a:lnTo>
                  <a:lnTo>
                    <a:pt x="2774373" y="161838"/>
                  </a:lnTo>
                  <a:lnTo>
                    <a:pt x="2776025" y="178616"/>
                  </a:lnTo>
                  <a:lnTo>
                    <a:pt x="2777676" y="197982"/>
                  </a:lnTo>
                  <a:lnTo>
                    <a:pt x="2779327" y="217976"/>
                  </a:lnTo>
                  <a:lnTo>
                    <a:pt x="2780979" y="234262"/>
                  </a:lnTo>
                  <a:lnTo>
                    <a:pt x="2782630" y="237753"/>
                  </a:lnTo>
                  <a:lnTo>
                    <a:pt x="2784282" y="241107"/>
                  </a:lnTo>
                  <a:lnTo>
                    <a:pt x="2785933" y="244819"/>
                  </a:lnTo>
                  <a:lnTo>
                    <a:pt x="2787584" y="228729"/>
                  </a:lnTo>
                  <a:lnTo>
                    <a:pt x="2789236" y="219189"/>
                  </a:lnTo>
                  <a:lnTo>
                    <a:pt x="2790887" y="212306"/>
                  </a:lnTo>
                  <a:lnTo>
                    <a:pt x="2792539" y="198221"/>
                  </a:lnTo>
                  <a:lnTo>
                    <a:pt x="2794190" y="168270"/>
                  </a:lnTo>
                  <a:lnTo>
                    <a:pt x="2795841" y="125103"/>
                  </a:lnTo>
                  <a:lnTo>
                    <a:pt x="2797493" y="86832"/>
                  </a:lnTo>
                  <a:lnTo>
                    <a:pt x="2799144" y="59530"/>
                  </a:lnTo>
                  <a:lnTo>
                    <a:pt x="2800796" y="36423"/>
                  </a:lnTo>
                  <a:lnTo>
                    <a:pt x="2802447" y="20521"/>
                  </a:lnTo>
                  <a:lnTo>
                    <a:pt x="2804099" y="17367"/>
                  </a:lnTo>
                  <a:lnTo>
                    <a:pt x="2805750" y="19764"/>
                  </a:lnTo>
                  <a:lnTo>
                    <a:pt x="2807401" y="22030"/>
                  </a:lnTo>
                  <a:lnTo>
                    <a:pt x="2809053" y="23069"/>
                  </a:lnTo>
                  <a:lnTo>
                    <a:pt x="2810704" y="25903"/>
                  </a:lnTo>
                  <a:lnTo>
                    <a:pt x="2812356" y="25260"/>
                  </a:lnTo>
                  <a:lnTo>
                    <a:pt x="2814007" y="19751"/>
                  </a:lnTo>
                  <a:lnTo>
                    <a:pt x="2815658" y="13339"/>
                  </a:lnTo>
                  <a:lnTo>
                    <a:pt x="2817310" y="18725"/>
                  </a:lnTo>
                  <a:lnTo>
                    <a:pt x="2818961" y="30539"/>
                  </a:lnTo>
                  <a:lnTo>
                    <a:pt x="2820613" y="41645"/>
                  </a:lnTo>
                  <a:lnTo>
                    <a:pt x="2822264" y="54509"/>
                  </a:lnTo>
                  <a:lnTo>
                    <a:pt x="2823915" y="72075"/>
                  </a:lnTo>
                  <a:lnTo>
                    <a:pt x="2825567" y="82063"/>
                  </a:lnTo>
                  <a:lnTo>
                    <a:pt x="2827218" y="77214"/>
                  </a:lnTo>
                  <a:lnTo>
                    <a:pt x="2828870" y="89747"/>
                  </a:lnTo>
                  <a:lnTo>
                    <a:pt x="2830521" y="113685"/>
                  </a:lnTo>
                  <a:lnTo>
                    <a:pt x="2832173" y="137098"/>
                  </a:lnTo>
                  <a:lnTo>
                    <a:pt x="2833824" y="152021"/>
                  </a:lnTo>
                  <a:lnTo>
                    <a:pt x="2835475" y="169873"/>
                  </a:lnTo>
                  <a:lnTo>
                    <a:pt x="2837127" y="175925"/>
                  </a:lnTo>
                  <a:lnTo>
                    <a:pt x="2838778" y="173751"/>
                  </a:lnTo>
                  <a:lnTo>
                    <a:pt x="2840430" y="160469"/>
                  </a:lnTo>
                  <a:lnTo>
                    <a:pt x="2842081" y="146843"/>
                  </a:lnTo>
                  <a:lnTo>
                    <a:pt x="2843732" y="136521"/>
                  </a:lnTo>
                  <a:lnTo>
                    <a:pt x="2845384" y="111410"/>
                  </a:lnTo>
                  <a:lnTo>
                    <a:pt x="2847035" y="87380"/>
                  </a:lnTo>
                  <a:lnTo>
                    <a:pt x="2848687" y="74934"/>
                  </a:lnTo>
                  <a:lnTo>
                    <a:pt x="2850338" y="72002"/>
                  </a:lnTo>
                  <a:lnTo>
                    <a:pt x="2851989" y="67616"/>
                  </a:lnTo>
                  <a:lnTo>
                    <a:pt x="2853641" y="67478"/>
                  </a:lnTo>
                  <a:lnTo>
                    <a:pt x="2855292" y="61417"/>
                  </a:lnTo>
                  <a:lnTo>
                    <a:pt x="2856944" y="49739"/>
                  </a:lnTo>
                  <a:lnTo>
                    <a:pt x="2858595" y="29338"/>
                  </a:lnTo>
                  <a:lnTo>
                    <a:pt x="2860247" y="14647"/>
                  </a:lnTo>
                  <a:lnTo>
                    <a:pt x="2861898" y="6377"/>
                  </a:lnTo>
                  <a:lnTo>
                    <a:pt x="2863549" y="3467"/>
                  </a:lnTo>
                  <a:lnTo>
                    <a:pt x="2865201" y="0"/>
                  </a:lnTo>
                  <a:lnTo>
                    <a:pt x="2866852" y="3980"/>
                  </a:lnTo>
                  <a:lnTo>
                    <a:pt x="2868504" y="10001"/>
                  </a:lnTo>
                  <a:lnTo>
                    <a:pt x="2870155" y="14481"/>
                  </a:lnTo>
                  <a:lnTo>
                    <a:pt x="2871806" y="22892"/>
                  </a:lnTo>
                  <a:lnTo>
                    <a:pt x="2873458" y="44807"/>
                  </a:lnTo>
                  <a:lnTo>
                    <a:pt x="2875109" y="85756"/>
                  </a:lnTo>
                  <a:lnTo>
                    <a:pt x="2876761" y="144575"/>
                  </a:lnTo>
                  <a:lnTo>
                    <a:pt x="2878412" y="190754"/>
                  </a:lnTo>
                  <a:lnTo>
                    <a:pt x="2880064" y="189342"/>
                  </a:lnTo>
                  <a:lnTo>
                    <a:pt x="2881715" y="174067"/>
                  </a:lnTo>
                  <a:lnTo>
                    <a:pt x="2883366" y="142258"/>
                  </a:lnTo>
                  <a:lnTo>
                    <a:pt x="2885018" y="102138"/>
                  </a:lnTo>
                  <a:lnTo>
                    <a:pt x="2886669" y="83186"/>
                  </a:lnTo>
                  <a:lnTo>
                    <a:pt x="2888321" y="93655"/>
                  </a:lnTo>
                  <a:lnTo>
                    <a:pt x="2889972" y="99017"/>
                  </a:lnTo>
                  <a:lnTo>
                    <a:pt x="2891623" y="88549"/>
                  </a:lnTo>
                  <a:lnTo>
                    <a:pt x="2893275" y="73327"/>
                  </a:lnTo>
                  <a:lnTo>
                    <a:pt x="2894926" y="53214"/>
                  </a:lnTo>
                  <a:lnTo>
                    <a:pt x="2896578" y="35605"/>
                  </a:lnTo>
                  <a:lnTo>
                    <a:pt x="2898229" y="24902"/>
                  </a:lnTo>
                  <a:lnTo>
                    <a:pt x="2899880" y="25829"/>
                  </a:lnTo>
                  <a:lnTo>
                    <a:pt x="2901532" y="43307"/>
                  </a:lnTo>
                  <a:lnTo>
                    <a:pt x="2903183" y="84453"/>
                  </a:lnTo>
                  <a:lnTo>
                    <a:pt x="2904835" y="138864"/>
                  </a:lnTo>
                  <a:lnTo>
                    <a:pt x="2906486" y="195558"/>
                  </a:lnTo>
                  <a:lnTo>
                    <a:pt x="2908138" y="244021"/>
                  </a:lnTo>
                  <a:lnTo>
                    <a:pt x="2909789" y="258736"/>
                  </a:lnTo>
                  <a:lnTo>
                    <a:pt x="2911440" y="244791"/>
                  </a:lnTo>
                  <a:lnTo>
                    <a:pt x="2913092" y="207386"/>
                  </a:lnTo>
                  <a:lnTo>
                    <a:pt x="2914743" y="168494"/>
                  </a:lnTo>
                  <a:lnTo>
                    <a:pt x="2916395" y="151430"/>
                  </a:lnTo>
                  <a:lnTo>
                    <a:pt x="2918046" y="160479"/>
                  </a:lnTo>
                  <a:lnTo>
                    <a:pt x="2919697" y="171616"/>
                  </a:lnTo>
                  <a:lnTo>
                    <a:pt x="2921349" y="186688"/>
                  </a:lnTo>
                  <a:lnTo>
                    <a:pt x="2923000" y="212823"/>
                  </a:lnTo>
                  <a:lnTo>
                    <a:pt x="2924652" y="236022"/>
                  </a:lnTo>
                  <a:lnTo>
                    <a:pt x="2926303" y="238114"/>
                  </a:lnTo>
                  <a:lnTo>
                    <a:pt x="2927954" y="222026"/>
                  </a:lnTo>
                  <a:lnTo>
                    <a:pt x="2929606" y="206645"/>
                  </a:lnTo>
                  <a:lnTo>
                    <a:pt x="2931257" y="190070"/>
                  </a:lnTo>
                  <a:lnTo>
                    <a:pt x="2932909" y="177676"/>
                  </a:lnTo>
                  <a:lnTo>
                    <a:pt x="2934560" y="140153"/>
                  </a:lnTo>
                  <a:lnTo>
                    <a:pt x="2936212" y="121503"/>
                  </a:lnTo>
                  <a:lnTo>
                    <a:pt x="2937863" y="113399"/>
                  </a:lnTo>
                  <a:lnTo>
                    <a:pt x="2939514" y="105782"/>
                  </a:lnTo>
                  <a:lnTo>
                    <a:pt x="2941166" y="101765"/>
                  </a:lnTo>
                  <a:lnTo>
                    <a:pt x="2942817" y="125619"/>
                  </a:lnTo>
                  <a:lnTo>
                    <a:pt x="2944469" y="153588"/>
                  </a:lnTo>
                  <a:lnTo>
                    <a:pt x="2946120" y="160873"/>
                  </a:lnTo>
                  <a:lnTo>
                    <a:pt x="2947771" y="159364"/>
                  </a:lnTo>
                  <a:lnTo>
                    <a:pt x="2949423" y="157732"/>
                  </a:lnTo>
                  <a:lnTo>
                    <a:pt x="2951074" y="143041"/>
                  </a:lnTo>
                  <a:lnTo>
                    <a:pt x="2952726" y="118383"/>
                  </a:lnTo>
                  <a:lnTo>
                    <a:pt x="2954377" y="102212"/>
                  </a:lnTo>
                  <a:lnTo>
                    <a:pt x="2956029" y="101972"/>
                  </a:lnTo>
                  <a:lnTo>
                    <a:pt x="2957680" y="101080"/>
                  </a:lnTo>
                  <a:lnTo>
                    <a:pt x="2959331" y="107307"/>
                  </a:lnTo>
                  <a:lnTo>
                    <a:pt x="2960983" y="106194"/>
                  </a:lnTo>
                  <a:lnTo>
                    <a:pt x="2962634" y="105405"/>
                  </a:lnTo>
                  <a:lnTo>
                    <a:pt x="2964286" y="95449"/>
                  </a:lnTo>
                  <a:lnTo>
                    <a:pt x="2965937" y="69437"/>
                  </a:lnTo>
                  <a:lnTo>
                    <a:pt x="2967588" y="39745"/>
                  </a:lnTo>
                  <a:lnTo>
                    <a:pt x="2969240" y="24902"/>
                  </a:lnTo>
                  <a:lnTo>
                    <a:pt x="2970891" y="27867"/>
                  </a:lnTo>
                  <a:lnTo>
                    <a:pt x="2972543" y="36591"/>
                  </a:lnTo>
                  <a:lnTo>
                    <a:pt x="2974194" y="52541"/>
                  </a:lnTo>
                  <a:lnTo>
                    <a:pt x="2975845" y="76762"/>
                  </a:lnTo>
                  <a:lnTo>
                    <a:pt x="2977497" y="105430"/>
                  </a:lnTo>
                  <a:lnTo>
                    <a:pt x="2979148" y="116023"/>
                  </a:lnTo>
                  <a:lnTo>
                    <a:pt x="2980800" y="116889"/>
                  </a:lnTo>
                  <a:lnTo>
                    <a:pt x="2982451" y="109819"/>
                  </a:lnTo>
                  <a:lnTo>
                    <a:pt x="2984103" y="100519"/>
                  </a:lnTo>
                  <a:lnTo>
                    <a:pt x="2985754" y="91014"/>
                  </a:lnTo>
                  <a:lnTo>
                    <a:pt x="2987405" y="82156"/>
                  </a:lnTo>
                  <a:lnTo>
                    <a:pt x="2989057" y="68496"/>
                  </a:lnTo>
                  <a:lnTo>
                    <a:pt x="2990708" y="67485"/>
                  </a:lnTo>
                  <a:lnTo>
                    <a:pt x="2992360" y="65526"/>
                  </a:lnTo>
                  <a:lnTo>
                    <a:pt x="2994011" y="52178"/>
                  </a:lnTo>
                  <a:lnTo>
                    <a:pt x="2995662" y="38572"/>
                  </a:lnTo>
                  <a:lnTo>
                    <a:pt x="2997314" y="37962"/>
                  </a:lnTo>
                  <a:lnTo>
                    <a:pt x="2998965" y="36655"/>
                  </a:lnTo>
                  <a:lnTo>
                    <a:pt x="3000617" y="38124"/>
                  </a:lnTo>
                  <a:lnTo>
                    <a:pt x="3002268" y="45707"/>
                  </a:lnTo>
                  <a:lnTo>
                    <a:pt x="3003919" y="49624"/>
                  </a:lnTo>
                  <a:lnTo>
                    <a:pt x="3005571" y="52576"/>
                  </a:lnTo>
                  <a:lnTo>
                    <a:pt x="3007222" y="51829"/>
                  </a:lnTo>
                  <a:lnTo>
                    <a:pt x="3008874" y="55263"/>
                  </a:lnTo>
                  <a:lnTo>
                    <a:pt x="3010525" y="68861"/>
                  </a:lnTo>
                  <a:lnTo>
                    <a:pt x="3012177" y="85477"/>
                  </a:lnTo>
                  <a:lnTo>
                    <a:pt x="3013828" y="96484"/>
                  </a:lnTo>
                  <a:lnTo>
                    <a:pt x="3015479" y="118445"/>
                  </a:lnTo>
                  <a:lnTo>
                    <a:pt x="3017131" y="144711"/>
                  </a:lnTo>
                  <a:lnTo>
                    <a:pt x="3018782" y="160800"/>
                  </a:lnTo>
                  <a:lnTo>
                    <a:pt x="3020434" y="174721"/>
                  </a:lnTo>
                  <a:lnTo>
                    <a:pt x="3022085" y="189180"/>
                  </a:lnTo>
                  <a:lnTo>
                    <a:pt x="3023736" y="202035"/>
                  </a:lnTo>
                  <a:lnTo>
                    <a:pt x="3025388" y="210522"/>
                  </a:lnTo>
                  <a:lnTo>
                    <a:pt x="3027039" y="222798"/>
                  </a:lnTo>
                  <a:lnTo>
                    <a:pt x="3028691" y="251071"/>
                  </a:lnTo>
                  <a:lnTo>
                    <a:pt x="3030342" y="284733"/>
                  </a:lnTo>
                  <a:lnTo>
                    <a:pt x="3031993" y="300727"/>
                  </a:lnTo>
                  <a:lnTo>
                    <a:pt x="3033645" y="291668"/>
                  </a:lnTo>
                  <a:lnTo>
                    <a:pt x="3035296" y="272798"/>
                  </a:lnTo>
                  <a:lnTo>
                    <a:pt x="3036948" y="257416"/>
                  </a:lnTo>
                  <a:lnTo>
                    <a:pt x="3038599" y="236340"/>
                  </a:lnTo>
                  <a:lnTo>
                    <a:pt x="3040251" y="208837"/>
                  </a:lnTo>
                  <a:lnTo>
                    <a:pt x="3041902" y="193485"/>
                  </a:lnTo>
                  <a:lnTo>
                    <a:pt x="3043553" y="171940"/>
                  </a:lnTo>
                  <a:lnTo>
                    <a:pt x="3045205" y="139054"/>
                  </a:lnTo>
                  <a:lnTo>
                    <a:pt x="3046856" y="109503"/>
                  </a:lnTo>
                  <a:lnTo>
                    <a:pt x="3048508" y="90673"/>
                  </a:lnTo>
                  <a:lnTo>
                    <a:pt x="3050159" y="76499"/>
                  </a:lnTo>
                  <a:lnTo>
                    <a:pt x="3051810" y="79096"/>
                  </a:lnTo>
                  <a:lnTo>
                    <a:pt x="3053462" y="108000"/>
                  </a:lnTo>
                  <a:lnTo>
                    <a:pt x="3055113" y="145658"/>
                  </a:lnTo>
                  <a:lnTo>
                    <a:pt x="3056765" y="175301"/>
                  </a:lnTo>
                  <a:lnTo>
                    <a:pt x="3058416" y="194980"/>
                  </a:lnTo>
                  <a:lnTo>
                    <a:pt x="3060068" y="210134"/>
                  </a:lnTo>
                  <a:lnTo>
                    <a:pt x="3061719" y="205341"/>
                  </a:lnTo>
                  <a:lnTo>
                    <a:pt x="3063370" y="177367"/>
                  </a:lnTo>
                  <a:lnTo>
                    <a:pt x="3065022" y="150602"/>
                  </a:lnTo>
                  <a:lnTo>
                    <a:pt x="3066673" y="121655"/>
                  </a:lnTo>
                  <a:lnTo>
                    <a:pt x="3068325" y="92918"/>
                  </a:lnTo>
                  <a:lnTo>
                    <a:pt x="3069976" y="67601"/>
                  </a:lnTo>
                  <a:lnTo>
                    <a:pt x="3071627" y="59080"/>
                  </a:lnTo>
                  <a:lnTo>
                    <a:pt x="3073279" y="63153"/>
                  </a:lnTo>
                  <a:lnTo>
                    <a:pt x="3074930" y="89542"/>
                  </a:lnTo>
                  <a:lnTo>
                    <a:pt x="3076582" y="116828"/>
                  </a:lnTo>
                  <a:lnTo>
                    <a:pt x="3078233" y="131314"/>
                  </a:lnTo>
                  <a:lnTo>
                    <a:pt x="3079884" y="147118"/>
                  </a:lnTo>
                  <a:lnTo>
                    <a:pt x="3081536" y="159107"/>
                  </a:lnTo>
                  <a:lnTo>
                    <a:pt x="3083187" y="143593"/>
                  </a:lnTo>
                  <a:lnTo>
                    <a:pt x="3084839" y="123454"/>
                  </a:lnTo>
                  <a:lnTo>
                    <a:pt x="3086490" y="122164"/>
                  </a:lnTo>
                  <a:lnTo>
                    <a:pt x="3088142" y="124805"/>
                  </a:lnTo>
                  <a:lnTo>
                    <a:pt x="3089793" y="124381"/>
                  </a:lnTo>
                  <a:lnTo>
                    <a:pt x="3091444" y="129258"/>
                  </a:lnTo>
                  <a:lnTo>
                    <a:pt x="3093096" y="130491"/>
                  </a:lnTo>
                  <a:lnTo>
                    <a:pt x="3094747" y="103300"/>
                  </a:lnTo>
                  <a:lnTo>
                    <a:pt x="3096399" y="77380"/>
                  </a:lnTo>
                  <a:lnTo>
                    <a:pt x="3098050" y="57538"/>
                  </a:lnTo>
                  <a:lnTo>
                    <a:pt x="3099701" y="42673"/>
                  </a:lnTo>
                  <a:lnTo>
                    <a:pt x="3101353" y="40294"/>
                  </a:lnTo>
                  <a:lnTo>
                    <a:pt x="3103004" y="60242"/>
                  </a:lnTo>
                  <a:lnTo>
                    <a:pt x="3104656" y="89502"/>
                  </a:lnTo>
                  <a:lnTo>
                    <a:pt x="3106307" y="125374"/>
                  </a:lnTo>
                  <a:lnTo>
                    <a:pt x="3107958" y="140057"/>
                  </a:lnTo>
                  <a:lnTo>
                    <a:pt x="3109610" y="127555"/>
                  </a:lnTo>
                  <a:lnTo>
                    <a:pt x="3111261" y="106564"/>
                  </a:lnTo>
                  <a:lnTo>
                    <a:pt x="3112913" y="97793"/>
                  </a:lnTo>
                  <a:lnTo>
                    <a:pt x="3114564" y="97972"/>
                  </a:lnTo>
                  <a:lnTo>
                    <a:pt x="3116216" y="113227"/>
                  </a:lnTo>
                  <a:lnTo>
                    <a:pt x="3117867" y="132065"/>
                  </a:lnTo>
                  <a:lnTo>
                    <a:pt x="3119518" y="143399"/>
                  </a:lnTo>
                  <a:lnTo>
                    <a:pt x="3121170" y="134883"/>
                  </a:lnTo>
                  <a:lnTo>
                    <a:pt x="3122821" y="116994"/>
                  </a:lnTo>
                  <a:lnTo>
                    <a:pt x="3124473" y="109879"/>
                  </a:lnTo>
                  <a:lnTo>
                    <a:pt x="3126124" y="120071"/>
                  </a:lnTo>
                  <a:lnTo>
                    <a:pt x="3127775" y="135654"/>
                  </a:lnTo>
                  <a:lnTo>
                    <a:pt x="3129427" y="154163"/>
                  </a:lnTo>
                  <a:lnTo>
                    <a:pt x="3131078" y="180865"/>
                  </a:lnTo>
                  <a:lnTo>
                    <a:pt x="3132730" y="212243"/>
                  </a:lnTo>
                  <a:lnTo>
                    <a:pt x="3134381" y="240798"/>
                  </a:lnTo>
                  <a:lnTo>
                    <a:pt x="3136033" y="250269"/>
                  </a:lnTo>
                  <a:lnTo>
                    <a:pt x="3137684" y="219215"/>
                  </a:lnTo>
                  <a:lnTo>
                    <a:pt x="3139335" y="178295"/>
                  </a:lnTo>
                  <a:lnTo>
                    <a:pt x="3140987" y="133919"/>
                  </a:lnTo>
                  <a:lnTo>
                    <a:pt x="3142638" y="83541"/>
                  </a:lnTo>
                  <a:lnTo>
                    <a:pt x="3144290" y="48872"/>
                  </a:lnTo>
                  <a:lnTo>
                    <a:pt x="3145941" y="38143"/>
                  </a:lnTo>
                  <a:lnTo>
                    <a:pt x="3147592" y="31120"/>
                  </a:lnTo>
                  <a:lnTo>
                    <a:pt x="3149244" y="26728"/>
                  </a:lnTo>
                  <a:lnTo>
                    <a:pt x="3150895" y="36739"/>
                  </a:lnTo>
                  <a:lnTo>
                    <a:pt x="3152547" y="51399"/>
                  </a:lnTo>
                  <a:lnTo>
                    <a:pt x="3154198" y="73163"/>
                  </a:lnTo>
                  <a:lnTo>
                    <a:pt x="3155849" y="106068"/>
                  </a:lnTo>
                  <a:lnTo>
                    <a:pt x="3157501" y="148291"/>
                  </a:lnTo>
                  <a:lnTo>
                    <a:pt x="3159152" y="176266"/>
                  </a:lnTo>
                  <a:lnTo>
                    <a:pt x="3160804" y="191057"/>
                  </a:lnTo>
                  <a:lnTo>
                    <a:pt x="3162455" y="190012"/>
                  </a:lnTo>
                  <a:lnTo>
                    <a:pt x="3164107" y="171249"/>
                  </a:lnTo>
                  <a:lnTo>
                    <a:pt x="3165758" y="139589"/>
                  </a:lnTo>
                  <a:lnTo>
                    <a:pt x="3167409" y="105841"/>
                  </a:lnTo>
                  <a:lnTo>
                    <a:pt x="3169061" y="91777"/>
                  </a:lnTo>
                  <a:lnTo>
                    <a:pt x="3170712" y="78127"/>
                  </a:lnTo>
                  <a:lnTo>
                    <a:pt x="3172364" y="60348"/>
                  </a:lnTo>
                  <a:lnTo>
                    <a:pt x="3174015" y="54834"/>
                  </a:lnTo>
                  <a:lnTo>
                    <a:pt x="3175666" y="64527"/>
                  </a:lnTo>
                  <a:lnTo>
                    <a:pt x="3177318" y="61608"/>
                  </a:lnTo>
                  <a:lnTo>
                    <a:pt x="3178969" y="56214"/>
                  </a:lnTo>
                  <a:lnTo>
                    <a:pt x="3180621" y="53393"/>
                  </a:lnTo>
                  <a:lnTo>
                    <a:pt x="3182272" y="50044"/>
                  </a:lnTo>
                  <a:lnTo>
                    <a:pt x="3183923" y="44103"/>
                  </a:lnTo>
                  <a:lnTo>
                    <a:pt x="3185575" y="44920"/>
                  </a:lnTo>
                  <a:lnTo>
                    <a:pt x="3187226" y="43215"/>
                  </a:lnTo>
                  <a:lnTo>
                    <a:pt x="3188878" y="50214"/>
                  </a:lnTo>
                  <a:lnTo>
                    <a:pt x="3190529" y="49997"/>
                  </a:lnTo>
                  <a:lnTo>
                    <a:pt x="3192181" y="43870"/>
                  </a:lnTo>
                  <a:lnTo>
                    <a:pt x="3193832" y="39066"/>
                  </a:lnTo>
                  <a:lnTo>
                    <a:pt x="3195483" y="34656"/>
                  </a:lnTo>
                  <a:lnTo>
                    <a:pt x="3197135" y="26678"/>
                  </a:lnTo>
                  <a:lnTo>
                    <a:pt x="3198786" y="20515"/>
                  </a:lnTo>
                  <a:lnTo>
                    <a:pt x="3200438" y="16929"/>
                  </a:lnTo>
                  <a:lnTo>
                    <a:pt x="3202089" y="19897"/>
                  </a:lnTo>
                  <a:lnTo>
                    <a:pt x="3203740" y="37043"/>
                  </a:lnTo>
                  <a:lnTo>
                    <a:pt x="3205392" y="61495"/>
                  </a:lnTo>
                  <a:lnTo>
                    <a:pt x="3207043" y="96614"/>
                  </a:lnTo>
                  <a:lnTo>
                    <a:pt x="3208695" y="116530"/>
                  </a:lnTo>
                  <a:lnTo>
                    <a:pt x="3210346" y="121120"/>
                  </a:lnTo>
                  <a:lnTo>
                    <a:pt x="3211997" y="109785"/>
                  </a:lnTo>
                  <a:lnTo>
                    <a:pt x="3213649" y="99067"/>
                  </a:lnTo>
                  <a:lnTo>
                    <a:pt x="3215300" y="80404"/>
                  </a:lnTo>
                  <a:lnTo>
                    <a:pt x="3216952" y="76717"/>
                  </a:lnTo>
                  <a:lnTo>
                    <a:pt x="3218603" y="73349"/>
                  </a:lnTo>
                  <a:lnTo>
                    <a:pt x="3220255" y="65778"/>
                  </a:lnTo>
                  <a:lnTo>
                    <a:pt x="3221906" y="56750"/>
                  </a:lnTo>
                  <a:lnTo>
                    <a:pt x="3223557" y="47927"/>
                  </a:lnTo>
                  <a:lnTo>
                    <a:pt x="3225209" y="36481"/>
                  </a:lnTo>
                  <a:lnTo>
                    <a:pt x="3226860" y="26784"/>
                  </a:lnTo>
                  <a:lnTo>
                    <a:pt x="3228512" y="20339"/>
                  </a:lnTo>
                  <a:lnTo>
                    <a:pt x="3230163" y="16881"/>
                  </a:lnTo>
                  <a:lnTo>
                    <a:pt x="3231814" y="27475"/>
                  </a:lnTo>
                  <a:lnTo>
                    <a:pt x="3233466" y="49895"/>
                  </a:lnTo>
                  <a:lnTo>
                    <a:pt x="3235117" y="80076"/>
                  </a:lnTo>
                  <a:lnTo>
                    <a:pt x="3236769" y="117987"/>
                  </a:lnTo>
                  <a:lnTo>
                    <a:pt x="3238420" y="153034"/>
                  </a:lnTo>
                  <a:lnTo>
                    <a:pt x="3240072" y="155885"/>
                  </a:lnTo>
                  <a:lnTo>
                    <a:pt x="3241723" y="140930"/>
                  </a:lnTo>
                  <a:lnTo>
                    <a:pt x="3243374" y="122217"/>
                  </a:lnTo>
                  <a:lnTo>
                    <a:pt x="3245026" y="104659"/>
                  </a:lnTo>
                  <a:lnTo>
                    <a:pt x="3246677" y="87662"/>
                  </a:lnTo>
                  <a:lnTo>
                    <a:pt x="3248329" y="83548"/>
                  </a:lnTo>
                  <a:lnTo>
                    <a:pt x="3249980" y="86668"/>
                  </a:lnTo>
                  <a:lnTo>
                    <a:pt x="3251631" y="94635"/>
                  </a:lnTo>
                  <a:lnTo>
                    <a:pt x="3253283" y="94933"/>
                  </a:lnTo>
                  <a:lnTo>
                    <a:pt x="3254934" y="85275"/>
                  </a:lnTo>
                  <a:lnTo>
                    <a:pt x="3256586" y="74286"/>
                  </a:lnTo>
                  <a:lnTo>
                    <a:pt x="3258237" y="79901"/>
                  </a:lnTo>
                  <a:lnTo>
                    <a:pt x="3259888" y="79058"/>
                  </a:lnTo>
                  <a:lnTo>
                    <a:pt x="3261540" y="84855"/>
                  </a:lnTo>
                  <a:lnTo>
                    <a:pt x="3263191" y="92838"/>
                  </a:lnTo>
                  <a:lnTo>
                    <a:pt x="3264843" y="105690"/>
                  </a:lnTo>
                  <a:lnTo>
                    <a:pt x="3266494" y="108297"/>
                  </a:lnTo>
                  <a:lnTo>
                    <a:pt x="3268146" y="124102"/>
                  </a:lnTo>
                  <a:lnTo>
                    <a:pt x="3269797" y="125474"/>
                  </a:lnTo>
                  <a:lnTo>
                    <a:pt x="3271448" y="112364"/>
                  </a:lnTo>
                  <a:lnTo>
                    <a:pt x="3273100" y="91714"/>
                  </a:lnTo>
                  <a:lnTo>
                    <a:pt x="3274751" y="75997"/>
                  </a:lnTo>
                  <a:lnTo>
                    <a:pt x="3276403" y="54068"/>
                  </a:lnTo>
                  <a:lnTo>
                    <a:pt x="3278054" y="44767"/>
                  </a:lnTo>
                  <a:lnTo>
                    <a:pt x="3279705" y="54648"/>
                  </a:lnTo>
                  <a:lnTo>
                    <a:pt x="3281357" y="64355"/>
                  </a:lnTo>
                  <a:lnTo>
                    <a:pt x="3283008" y="57825"/>
                  </a:lnTo>
                  <a:lnTo>
                    <a:pt x="3284660" y="43824"/>
                  </a:lnTo>
                  <a:lnTo>
                    <a:pt x="3286311" y="36152"/>
                  </a:lnTo>
                  <a:lnTo>
                    <a:pt x="3287962" y="27949"/>
                  </a:lnTo>
                  <a:lnTo>
                    <a:pt x="3289614" y="27244"/>
                  </a:lnTo>
                  <a:lnTo>
                    <a:pt x="3291265" y="32145"/>
                  </a:lnTo>
                  <a:lnTo>
                    <a:pt x="3292917" y="42607"/>
                  </a:lnTo>
                  <a:lnTo>
                    <a:pt x="3294568" y="48008"/>
                  </a:lnTo>
                  <a:lnTo>
                    <a:pt x="3296220" y="52363"/>
                  </a:lnTo>
                  <a:lnTo>
                    <a:pt x="3297871" y="50724"/>
                  </a:lnTo>
                  <a:lnTo>
                    <a:pt x="3299522" y="51761"/>
                  </a:lnTo>
                  <a:lnTo>
                    <a:pt x="3301174" y="61098"/>
                  </a:lnTo>
                  <a:lnTo>
                    <a:pt x="3302825" y="71441"/>
                  </a:lnTo>
                  <a:lnTo>
                    <a:pt x="3304477" y="78520"/>
                  </a:lnTo>
                  <a:lnTo>
                    <a:pt x="3306128" y="99001"/>
                  </a:lnTo>
                  <a:lnTo>
                    <a:pt x="3307779" y="135569"/>
                  </a:lnTo>
                  <a:lnTo>
                    <a:pt x="3309431" y="159705"/>
                  </a:lnTo>
                  <a:lnTo>
                    <a:pt x="3311082" y="180128"/>
                  </a:lnTo>
                  <a:lnTo>
                    <a:pt x="3312734" y="206805"/>
                  </a:lnTo>
                  <a:lnTo>
                    <a:pt x="3314385" y="233879"/>
                  </a:lnTo>
                  <a:lnTo>
                    <a:pt x="3316037" y="255091"/>
                  </a:lnTo>
                  <a:lnTo>
                    <a:pt x="3317688" y="303692"/>
                  </a:lnTo>
                  <a:lnTo>
                    <a:pt x="3319339" y="330698"/>
                  </a:lnTo>
                  <a:lnTo>
                    <a:pt x="3320991" y="312389"/>
                  </a:lnTo>
                  <a:lnTo>
                    <a:pt x="3322642" y="242376"/>
                  </a:lnTo>
                  <a:lnTo>
                    <a:pt x="3324294" y="172470"/>
                  </a:lnTo>
                  <a:lnTo>
                    <a:pt x="3325945" y="116907"/>
                  </a:lnTo>
                  <a:lnTo>
                    <a:pt x="3327596" y="99747"/>
                  </a:lnTo>
                  <a:lnTo>
                    <a:pt x="3329248" y="111101"/>
                  </a:lnTo>
                  <a:lnTo>
                    <a:pt x="3330899" y="129451"/>
                  </a:lnTo>
                  <a:lnTo>
                    <a:pt x="3332551" y="139904"/>
                  </a:lnTo>
                  <a:lnTo>
                    <a:pt x="3334202" y="136852"/>
                  </a:lnTo>
                  <a:lnTo>
                    <a:pt x="3335853" y="123643"/>
                  </a:lnTo>
                  <a:lnTo>
                    <a:pt x="3337505" y="110656"/>
                  </a:lnTo>
                  <a:lnTo>
                    <a:pt x="3339156" y="109146"/>
                  </a:lnTo>
                  <a:lnTo>
                    <a:pt x="3340808" y="117082"/>
                  </a:lnTo>
                  <a:lnTo>
                    <a:pt x="3342459" y="134087"/>
                  </a:lnTo>
                  <a:lnTo>
                    <a:pt x="3344111" y="148963"/>
                  </a:lnTo>
                  <a:lnTo>
                    <a:pt x="3345762" y="160873"/>
                  </a:lnTo>
                  <a:lnTo>
                    <a:pt x="3347413" y="166549"/>
                  </a:lnTo>
                  <a:lnTo>
                    <a:pt x="3349065" y="170657"/>
                  </a:lnTo>
                  <a:lnTo>
                    <a:pt x="3350716" y="171271"/>
                  </a:lnTo>
                  <a:lnTo>
                    <a:pt x="3352368" y="164808"/>
                  </a:lnTo>
                  <a:lnTo>
                    <a:pt x="3354019" y="153951"/>
                  </a:lnTo>
                  <a:lnTo>
                    <a:pt x="3355670" y="147739"/>
                  </a:lnTo>
                  <a:lnTo>
                    <a:pt x="3357322" y="135268"/>
                  </a:lnTo>
                  <a:lnTo>
                    <a:pt x="3358973" y="127154"/>
                  </a:lnTo>
                  <a:lnTo>
                    <a:pt x="3360625" y="122181"/>
                  </a:lnTo>
                  <a:lnTo>
                    <a:pt x="3362276" y="108331"/>
                  </a:lnTo>
                  <a:lnTo>
                    <a:pt x="3363927" y="90808"/>
                  </a:lnTo>
                  <a:lnTo>
                    <a:pt x="3365579" y="80328"/>
                  </a:lnTo>
                  <a:lnTo>
                    <a:pt x="3367230" y="81060"/>
                  </a:lnTo>
                  <a:lnTo>
                    <a:pt x="3368882" y="84863"/>
                  </a:lnTo>
                  <a:lnTo>
                    <a:pt x="3370533" y="103308"/>
                  </a:lnTo>
                  <a:lnTo>
                    <a:pt x="3372185" y="132139"/>
                  </a:lnTo>
                  <a:lnTo>
                    <a:pt x="3373836" y="153044"/>
                  </a:lnTo>
                  <a:lnTo>
                    <a:pt x="3375487" y="142181"/>
                  </a:lnTo>
                  <a:lnTo>
                    <a:pt x="3377139" y="122235"/>
                  </a:lnTo>
                  <a:lnTo>
                    <a:pt x="3378790" y="97907"/>
                  </a:lnTo>
                  <a:lnTo>
                    <a:pt x="3380442" y="79513"/>
                  </a:lnTo>
                  <a:lnTo>
                    <a:pt x="3382093" y="75054"/>
                  </a:lnTo>
                  <a:lnTo>
                    <a:pt x="3383744" y="89573"/>
                  </a:lnTo>
                  <a:lnTo>
                    <a:pt x="3385396" y="114891"/>
                  </a:lnTo>
                  <a:lnTo>
                    <a:pt x="3387047" y="131268"/>
                  </a:lnTo>
                  <a:lnTo>
                    <a:pt x="3388699" y="135974"/>
                  </a:lnTo>
                  <a:lnTo>
                    <a:pt x="3390350" y="127300"/>
                  </a:lnTo>
                  <a:lnTo>
                    <a:pt x="3392002" y="103441"/>
                  </a:lnTo>
                  <a:lnTo>
                    <a:pt x="3393653" y="70038"/>
                  </a:lnTo>
                  <a:lnTo>
                    <a:pt x="3395304" y="51542"/>
                  </a:lnTo>
                  <a:lnTo>
                    <a:pt x="3396956" y="49048"/>
                  </a:lnTo>
                  <a:lnTo>
                    <a:pt x="3398607" y="73638"/>
                  </a:lnTo>
                  <a:lnTo>
                    <a:pt x="3400259" y="124129"/>
                  </a:lnTo>
                  <a:lnTo>
                    <a:pt x="3401910" y="191208"/>
                  </a:lnTo>
                  <a:lnTo>
                    <a:pt x="3403561" y="247242"/>
                  </a:lnTo>
                  <a:lnTo>
                    <a:pt x="3405213" y="275543"/>
                  </a:lnTo>
                  <a:lnTo>
                    <a:pt x="3406864" y="249120"/>
                  </a:lnTo>
                  <a:lnTo>
                    <a:pt x="3408516" y="198161"/>
                  </a:lnTo>
                  <a:lnTo>
                    <a:pt x="3410167" y="150124"/>
                  </a:lnTo>
                  <a:lnTo>
                    <a:pt x="3411818" y="127692"/>
                  </a:lnTo>
                  <a:lnTo>
                    <a:pt x="3413470" y="106986"/>
                  </a:lnTo>
                  <a:lnTo>
                    <a:pt x="3415121" y="82133"/>
                  </a:lnTo>
                  <a:lnTo>
                    <a:pt x="3416773" y="59896"/>
                  </a:lnTo>
                  <a:lnTo>
                    <a:pt x="3418424" y="58771"/>
                  </a:lnTo>
                  <a:lnTo>
                    <a:pt x="3420076" y="62782"/>
                  </a:lnTo>
                  <a:lnTo>
                    <a:pt x="3421727" y="92032"/>
                  </a:lnTo>
                  <a:lnTo>
                    <a:pt x="3423378" y="143167"/>
                  </a:lnTo>
                  <a:lnTo>
                    <a:pt x="3425030" y="212394"/>
                  </a:lnTo>
                  <a:lnTo>
                    <a:pt x="3426681" y="253803"/>
                  </a:lnTo>
                  <a:lnTo>
                    <a:pt x="3428333" y="268625"/>
                  </a:lnTo>
                  <a:lnTo>
                    <a:pt x="3429984" y="234317"/>
                  </a:lnTo>
                  <a:lnTo>
                    <a:pt x="3431635" y="199658"/>
                  </a:lnTo>
                  <a:lnTo>
                    <a:pt x="3433287" y="174448"/>
                  </a:lnTo>
                  <a:lnTo>
                    <a:pt x="3434938" y="170238"/>
                  </a:lnTo>
                  <a:lnTo>
                    <a:pt x="3436590" y="170528"/>
                  </a:lnTo>
                  <a:lnTo>
                    <a:pt x="3438241" y="177345"/>
                  </a:lnTo>
                  <a:lnTo>
                    <a:pt x="3439892" y="175137"/>
                  </a:lnTo>
                  <a:lnTo>
                    <a:pt x="3441544" y="171929"/>
                  </a:lnTo>
                  <a:lnTo>
                    <a:pt x="3443195" y="172135"/>
                  </a:lnTo>
                  <a:lnTo>
                    <a:pt x="3444847" y="176442"/>
                  </a:lnTo>
                  <a:lnTo>
                    <a:pt x="3446498" y="190036"/>
                  </a:lnTo>
                  <a:lnTo>
                    <a:pt x="3448150" y="198663"/>
                  </a:lnTo>
                  <a:lnTo>
                    <a:pt x="3449801" y="187168"/>
                  </a:lnTo>
                  <a:lnTo>
                    <a:pt x="3451452" y="165103"/>
                  </a:lnTo>
                  <a:lnTo>
                    <a:pt x="3453104" y="147896"/>
                  </a:lnTo>
                  <a:lnTo>
                    <a:pt x="3454755" y="131286"/>
                  </a:lnTo>
                  <a:lnTo>
                    <a:pt x="3456407" y="129120"/>
                  </a:lnTo>
                  <a:lnTo>
                    <a:pt x="3458058" y="138864"/>
                  </a:lnTo>
                  <a:lnTo>
                    <a:pt x="3459709" y="142992"/>
                  </a:lnTo>
                  <a:lnTo>
                    <a:pt x="3461361" y="134059"/>
                  </a:lnTo>
                  <a:lnTo>
                    <a:pt x="3463012" y="112485"/>
                  </a:lnTo>
                  <a:lnTo>
                    <a:pt x="3464664" y="97101"/>
                  </a:lnTo>
                  <a:lnTo>
                    <a:pt x="3466315" y="102171"/>
                  </a:lnTo>
                  <a:lnTo>
                    <a:pt x="3467966" y="121726"/>
                  </a:lnTo>
                  <a:lnTo>
                    <a:pt x="3469618" y="136257"/>
                  </a:lnTo>
                  <a:lnTo>
                    <a:pt x="3471269" y="140728"/>
                  </a:lnTo>
                  <a:lnTo>
                    <a:pt x="3472921" y="129846"/>
                  </a:lnTo>
                  <a:lnTo>
                    <a:pt x="3474572" y="94619"/>
                  </a:lnTo>
                  <a:lnTo>
                    <a:pt x="3476224" y="61814"/>
                  </a:lnTo>
                  <a:lnTo>
                    <a:pt x="3477875" y="47335"/>
                  </a:lnTo>
                  <a:lnTo>
                    <a:pt x="3479526" y="51276"/>
                  </a:lnTo>
                  <a:lnTo>
                    <a:pt x="3481178" y="60970"/>
                  </a:lnTo>
                  <a:lnTo>
                    <a:pt x="3482829" y="80175"/>
                  </a:lnTo>
                  <a:lnTo>
                    <a:pt x="3484481" y="95344"/>
                  </a:lnTo>
                  <a:lnTo>
                    <a:pt x="3486132" y="109035"/>
                  </a:lnTo>
                  <a:lnTo>
                    <a:pt x="3487783" y="123562"/>
                  </a:lnTo>
                  <a:lnTo>
                    <a:pt x="3489435" y="127637"/>
                  </a:lnTo>
                  <a:lnTo>
                    <a:pt x="3491086" y="129690"/>
                  </a:lnTo>
                  <a:lnTo>
                    <a:pt x="3492738" y="129506"/>
                  </a:lnTo>
                  <a:lnTo>
                    <a:pt x="3494389" y="118841"/>
                  </a:lnTo>
                  <a:lnTo>
                    <a:pt x="3496041" y="94619"/>
                  </a:lnTo>
                  <a:lnTo>
                    <a:pt x="3497692" y="81619"/>
                  </a:lnTo>
                  <a:lnTo>
                    <a:pt x="3499343" y="57043"/>
                  </a:lnTo>
                  <a:lnTo>
                    <a:pt x="3500995" y="27805"/>
                  </a:lnTo>
                  <a:lnTo>
                    <a:pt x="3502646" y="10398"/>
                  </a:lnTo>
                  <a:lnTo>
                    <a:pt x="3504298" y="13977"/>
                  </a:lnTo>
                  <a:lnTo>
                    <a:pt x="3505949" y="22788"/>
                  </a:lnTo>
                  <a:lnTo>
                    <a:pt x="3507600" y="34515"/>
                  </a:lnTo>
                  <a:lnTo>
                    <a:pt x="3509252" y="42316"/>
                  </a:lnTo>
                  <a:lnTo>
                    <a:pt x="3510903" y="52404"/>
                  </a:lnTo>
                  <a:lnTo>
                    <a:pt x="3512555" y="56715"/>
                  </a:lnTo>
                  <a:lnTo>
                    <a:pt x="3514206" y="59164"/>
                  </a:lnTo>
                  <a:lnTo>
                    <a:pt x="3515857" y="63117"/>
                  </a:lnTo>
                  <a:lnTo>
                    <a:pt x="3517509" y="76687"/>
                  </a:lnTo>
                  <a:lnTo>
                    <a:pt x="3519160" y="81068"/>
                  </a:lnTo>
                  <a:lnTo>
                    <a:pt x="3520812" y="71935"/>
                  </a:lnTo>
                  <a:lnTo>
                    <a:pt x="3522463" y="67485"/>
                  </a:lnTo>
                  <a:lnTo>
                    <a:pt x="3524115" y="78800"/>
                  </a:lnTo>
                  <a:lnTo>
                    <a:pt x="3525766" y="98527"/>
                  </a:lnTo>
                  <a:lnTo>
                    <a:pt x="3527417" y="119009"/>
                  </a:lnTo>
                  <a:lnTo>
                    <a:pt x="3529069" y="135786"/>
                  </a:lnTo>
                  <a:lnTo>
                    <a:pt x="3530720" y="138540"/>
                  </a:lnTo>
                  <a:lnTo>
                    <a:pt x="3532372" y="118145"/>
                  </a:lnTo>
                  <a:lnTo>
                    <a:pt x="3534023" y="88533"/>
                  </a:lnTo>
                  <a:lnTo>
                    <a:pt x="3535674" y="61480"/>
                  </a:lnTo>
                  <a:lnTo>
                    <a:pt x="3537326" y="39666"/>
                  </a:lnTo>
                  <a:lnTo>
                    <a:pt x="3538977" y="24390"/>
                  </a:lnTo>
                  <a:lnTo>
                    <a:pt x="3540629" y="20048"/>
                  </a:lnTo>
                  <a:lnTo>
                    <a:pt x="3542280" y="25124"/>
                  </a:lnTo>
                  <a:lnTo>
                    <a:pt x="3543931" y="42891"/>
                  </a:lnTo>
                  <a:lnTo>
                    <a:pt x="3545583" y="76222"/>
                  </a:lnTo>
                  <a:lnTo>
                    <a:pt x="3547234" y="110553"/>
                  </a:lnTo>
                  <a:lnTo>
                    <a:pt x="3548886" y="144400"/>
                  </a:lnTo>
                  <a:lnTo>
                    <a:pt x="3550537" y="188259"/>
                  </a:lnTo>
                  <a:lnTo>
                    <a:pt x="3552189" y="222851"/>
                  </a:lnTo>
                  <a:lnTo>
                    <a:pt x="3553840" y="231739"/>
                  </a:lnTo>
                  <a:lnTo>
                    <a:pt x="3555491" y="221725"/>
                  </a:lnTo>
                  <a:lnTo>
                    <a:pt x="3557143" y="203421"/>
                  </a:lnTo>
                  <a:lnTo>
                    <a:pt x="3558794" y="185308"/>
                  </a:lnTo>
                  <a:lnTo>
                    <a:pt x="3560446" y="180095"/>
                  </a:lnTo>
                  <a:lnTo>
                    <a:pt x="3562097" y="182345"/>
                  </a:lnTo>
                  <a:lnTo>
                    <a:pt x="3563748" y="193474"/>
                  </a:lnTo>
                  <a:lnTo>
                    <a:pt x="3565400" y="212369"/>
                  </a:lnTo>
                  <a:lnTo>
                    <a:pt x="3567051" y="218492"/>
                  </a:lnTo>
                  <a:lnTo>
                    <a:pt x="3568703" y="202072"/>
                  </a:lnTo>
                  <a:lnTo>
                    <a:pt x="3570354" y="173305"/>
                  </a:lnTo>
                  <a:lnTo>
                    <a:pt x="3572006" y="140728"/>
                  </a:lnTo>
                  <a:lnTo>
                    <a:pt x="3573657" y="111513"/>
                  </a:lnTo>
                  <a:lnTo>
                    <a:pt x="3575308" y="100256"/>
                  </a:lnTo>
                  <a:lnTo>
                    <a:pt x="3576960" y="100190"/>
                  </a:lnTo>
                  <a:lnTo>
                    <a:pt x="3578611" y="119363"/>
                  </a:lnTo>
                  <a:lnTo>
                    <a:pt x="3580263" y="150722"/>
                  </a:lnTo>
                  <a:lnTo>
                    <a:pt x="3581914" y="177599"/>
                  </a:lnTo>
                  <a:lnTo>
                    <a:pt x="3583565" y="177003"/>
                  </a:lnTo>
                  <a:lnTo>
                    <a:pt x="3585217" y="171800"/>
                  </a:lnTo>
                  <a:lnTo>
                    <a:pt x="3586868" y="171994"/>
                  </a:lnTo>
                  <a:lnTo>
                    <a:pt x="3588520" y="185946"/>
                  </a:lnTo>
                  <a:lnTo>
                    <a:pt x="3590171" y="209074"/>
                  </a:lnTo>
                  <a:lnTo>
                    <a:pt x="3591822" y="242475"/>
                  </a:lnTo>
                  <a:lnTo>
                    <a:pt x="3593474" y="252184"/>
                  </a:lnTo>
                  <a:lnTo>
                    <a:pt x="3595125" y="220604"/>
                  </a:lnTo>
                  <a:lnTo>
                    <a:pt x="3596777" y="180988"/>
                  </a:lnTo>
                  <a:lnTo>
                    <a:pt x="3598428" y="149965"/>
                  </a:lnTo>
                  <a:lnTo>
                    <a:pt x="3600080" y="114830"/>
                  </a:lnTo>
                  <a:lnTo>
                    <a:pt x="3601731" y="80938"/>
                  </a:lnTo>
                  <a:lnTo>
                    <a:pt x="3603382" y="57972"/>
                  </a:lnTo>
                  <a:lnTo>
                    <a:pt x="3605034" y="41730"/>
                  </a:lnTo>
                  <a:lnTo>
                    <a:pt x="3606685" y="29031"/>
                  </a:lnTo>
                  <a:lnTo>
                    <a:pt x="3608337" y="24840"/>
                  </a:lnTo>
                  <a:lnTo>
                    <a:pt x="3609988" y="27201"/>
                  </a:lnTo>
                  <a:lnTo>
                    <a:pt x="3611639" y="40104"/>
                  </a:lnTo>
                  <a:lnTo>
                    <a:pt x="3613291" y="59010"/>
                  </a:lnTo>
                  <a:lnTo>
                    <a:pt x="3614942" y="75450"/>
                  </a:lnTo>
                  <a:lnTo>
                    <a:pt x="3616594" y="95409"/>
                  </a:lnTo>
                  <a:lnTo>
                    <a:pt x="3618245" y="132501"/>
                  </a:lnTo>
                  <a:lnTo>
                    <a:pt x="3619896" y="177632"/>
                  </a:lnTo>
                  <a:lnTo>
                    <a:pt x="3621548" y="221947"/>
                  </a:lnTo>
                  <a:lnTo>
                    <a:pt x="3623199" y="282912"/>
                  </a:lnTo>
                  <a:lnTo>
                    <a:pt x="3624851" y="358177"/>
                  </a:lnTo>
                  <a:lnTo>
                    <a:pt x="3626502" y="411521"/>
                  </a:lnTo>
                  <a:lnTo>
                    <a:pt x="3628154" y="402050"/>
                  </a:lnTo>
                  <a:lnTo>
                    <a:pt x="3629805" y="334787"/>
                  </a:lnTo>
                  <a:lnTo>
                    <a:pt x="3631456" y="262418"/>
                  </a:lnTo>
                  <a:lnTo>
                    <a:pt x="3633108" y="206867"/>
                  </a:lnTo>
                  <a:lnTo>
                    <a:pt x="3634759" y="163016"/>
                  </a:lnTo>
                  <a:lnTo>
                    <a:pt x="3636411" y="114378"/>
                  </a:lnTo>
                  <a:lnTo>
                    <a:pt x="3638062" y="80305"/>
                  </a:lnTo>
                  <a:lnTo>
                    <a:pt x="3639713" y="54406"/>
                  </a:lnTo>
                  <a:lnTo>
                    <a:pt x="3641365" y="33442"/>
                  </a:lnTo>
                  <a:lnTo>
                    <a:pt x="3643016" y="32507"/>
                  </a:lnTo>
                  <a:lnTo>
                    <a:pt x="3644668" y="57846"/>
                  </a:lnTo>
                  <a:lnTo>
                    <a:pt x="3646319" y="91340"/>
                  </a:lnTo>
                  <a:lnTo>
                    <a:pt x="3647970" y="117117"/>
                  </a:lnTo>
                  <a:lnTo>
                    <a:pt x="3649622" y="121539"/>
                  </a:lnTo>
                  <a:lnTo>
                    <a:pt x="3651273" y="93326"/>
                  </a:lnTo>
                  <a:lnTo>
                    <a:pt x="3652925" y="54786"/>
                  </a:lnTo>
                  <a:lnTo>
                    <a:pt x="3654576" y="26151"/>
                  </a:lnTo>
                  <a:lnTo>
                    <a:pt x="3656228" y="8693"/>
                  </a:lnTo>
                  <a:lnTo>
                    <a:pt x="3657879" y="10106"/>
                  </a:lnTo>
                  <a:lnTo>
                    <a:pt x="3659530" y="29501"/>
                  </a:lnTo>
                  <a:lnTo>
                    <a:pt x="3661182" y="53744"/>
                  </a:lnTo>
                  <a:lnTo>
                    <a:pt x="3662833" y="68496"/>
                  </a:lnTo>
                  <a:lnTo>
                    <a:pt x="3664485" y="89313"/>
                  </a:lnTo>
                  <a:lnTo>
                    <a:pt x="3666136" y="108017"/>
                  </a:lnTo>
                  <a:lnTo>
                    <a:pt x="3667787" y="116828"/>
                  </a:lnTo>
                  <a:lnTo>
                    <a:pt x="3669439" y="130021"/>
                  </a:lnTo>
                  <a:lnTo>
                    <a:pt x="3671090" y="166623"/>
                  </a:lnTo>
                  <a:lnTo>
                    <a:pt x="3672742" y="207596"/>
                  </a:lnTo>
                  <a:lnTo>
                    <a:pt x="3674393" y="247242"/>
                  </a:lnTo>
                  <a:lnTo>
                    <a:pt x="3676045" y="280857"/>
                  </a:lnTo>
                  <a:lnTo>
                    <a:pt x="3677696" y="290443"/>
                  </a:lnTo>
                  <a:lnTo>
                    <a:pt x="3679347" y="268078"/>
                  </a:lnTo>
                  <a:lnTo>
                    <a:pt x="3680999" y="238239"/>
                  </a:lnTo>
                  <a:lnTo>
                    <a:pt x="3682650" y="220864"/>
                  </a:lnTo>
                  <a:lnTo>
                    <a:pt x="3684302" y="221973"/>
                  </a:lnTo>
                  <a:lnTo>
                    <a:pt x="3685953" y="231617"/>
                  </a:lnTo>
                  <a:lnTo>
                    <a:pt x="3687604" y="253921"/>
                  </a:lnTo>
                  <a:lnTo>
                    <a:pt x="3689256" y="282121"/>
                  </a:lnTo>
                  <a:lnTo>
                    <a:pt x="3690907" y="301292"/>
                  </a:lnTo>
                  <a:lnTo>
                    <a:pt x="3692559" y="284434"/>
                  </a:lnTo>
                  <a:lnTo>
                    <a:pt x="3694210" y="239257"/>
                  </a:lnTo>
                  <a:lnTo>
                    <a:pt x="3695861" y="186493"/>
                  </a:lnTo>
                  <a:lnTo>
                    <a:pt x="3697513" y="150174"/>
                  </a:lnTo>
                  <a:lnTo>
                    <a:pt x="3699164" y="133517"/>
                  </a:lnTo>
                  <a:lnTo>
                    <a:pt x="3700816" y="125447"/>
                  </a:lnTo>
                  <a:lnTo>
                    <a:pt x="3702467" y="135607"/>
                  </a:lnTo>
                  <a:lnTo>
                    <a:pt x="3704119" y="164031"/>
                  </a:lnTo>
                  <a:lnTo>
                    <a:pt x="3705770" y="182931"/>
                  </a:lnTo>
                  <a:lnTo>
                    <a:pt x="3707421" y="170431"/>
                  </a:lnTo>
                  <a:lnTo>
                    <a:pt x="3709073" y="157547"/>
                  </a:lnTo>
                  <a:lnTo>
                    <a:pt x="3710724" y="147010"/>
                  </a:lnTo>
                  <a:lnTo>
                    <a:pt x="3712376" y="129580"/>
                  </a:lnTo>
                  <a:lnTo>
                    <a:pt x="3714027" y="106244"/>
                  </a:lnTo>
                  <a:lnTo>
                    <a:pt x="3715678" y="94603"/>
                  </a:lnTo>
                  <a:lnTo>
                    <a:pt x="3717330" y="92966"/>
                  </a:lnTo>
                  <a:lnTo>
                    <a:pt x="3718981" y="96071"/>
                  </a:lnTo>
                  <a:lnTo>
                    <a:pt x="3720633" y="108577"/>
                  </a:lnTo>
                  <a:lnTo>
                    <a:pt x="3722284" y="137013"/>
                  </a:lnTo>
                  <a:lnTo>
                    <a:pt x="3723935" y="164966"/>
                  </a:lnTo>
                  <a:lnTo>
                    <a:pt x="3725587" y="199214"/>
                  </a:lnTo>
                  <a:lnTo>
                    <a:pt x="3727238" y="238992"/>
                  </a:lnTo>
                  <a:lnTo>
                    <a:pt x="3728890" y="278949"/>
                  </a:lnTo>
                  <a:lnTo>
                    <a:pt x="3730541" y="313017"/>
                  </a:lnTo>
                  <a:lnTo>
                    <a:pt x="3732193" y="359521"/>
                  </a:lnTo>
                  <a:lnTo>
                    <a:pt x="3733844" y="394167"/>
                  </a:lnTo>
                  <a:lnTo>
                    <a:pt x="3735495" y="425092"/>
                  </a:lnTo>
                  <a:lnTo>
                    <a:pt x="3737147" y="445006"/>
                  </a:lnTo>
                  <a:lnTo>
                    <a:pt x="3738798" y="468056"/>
                  </a:lnTo>
                  <a:lnTo>
                    <a:pt x="3740450" y="488913"/>
                  </a:lnTo>
                  <a:lnTo>
                    <a:pt x="3742101" y="511573"/>
                  </a:lnTo>
                  <a:lnTo>
                    <a:pt x="3743752" y="531353"/>
                  </a:lnTo>
                  <a:lnTo>
                    <a:pt x="3745404" y="546995"/>
                  </a:lnTo>
                  <a:lnTo>
                    <a:pt x="3747055" y="559572"/>
                  </a:lnTo>
                  <a:lnTo>
                    <a:pt x="3748707" y="589016"/>
                  </a:lnTo>
                  <a:lnTo>
                    <a:pt x="3750358" y="634374"/>
                  </a:lnTo>
                  <a:lnTo>
                    <a:pt x="3752010" y="700514"/>
                  </a:lnTo>
                  <a:lnTo>
                    <a:pt x="3753661" y="785777"/>
                  </a:lnTo>
                  <a:lnTo>
                    <a:pt x="3755312" y="842272"/>
                  </a:lnTo>
                  <a:lnTo>
                    <a:pt x="3756964" y="813315"/>
                  </a:lnTo>
                  <a:lnTo>
                    <a:pt x="3758615" y="757109"/>
                  </a:lnTo>
                  <a:lnTo>
                    <a:pt x="3760267" y="713559"/>
                  </a:lnTo>
                  <a:lnTo>
                    <a:pt x="3761918" y="708497"/>
                  </a:lnTo>
                  <a:lnTo>
                    <a:pt x="3763569" y="742821"/>
                  </a:lnTo>
                  <a:lnTo>
                    <a:pt x="3765221" y="819494"/>
                  </a:lnTo>
                  <a:lnTo>
                    <a:pt x="3766872" y="945657"/>
                  </a:lnTo>
                  <a:lnTo>
                    <a:pt x="3768524" y="1151452"/>
                  </a:lnTo>
                  <a:lnTo>
                    <a:pt x="3770175" y="1342480"/>
                  </a:lnTo>
                  <a:lnTo>
                    <a:pt x="3771826" y="1389558"/>
                  </a:lnTo>
                  <a:lnTo>
                    <a:pt x="3773478" y="1280965"/>
                  </a:lnTo>
                  <a:lnTo>
                    <a:pt x="3775129" y="1151000"/>
                  </a:lnTo>
                  <a:lnTo>
                    <a:pt x="3776781" y="1075423"/>
                  </a:lnTo>
                  <a:lnTo>
                    <a:pt x="3778432" y="1037660"/>
                  </a:lnTo>
                  <a:lnTo>
                    <a:pt x="3780084" y="1013059"/>
                  </a:lnTo>
                  <a:lnTo>
                    <a:pt x="3781735" y="1001828"/>
                  </a:lnTo>
                  <a:lnTo>
                    <a:pt x="3783386" y="1019269"/>
                  </a:lnTo>
                  <a:lnTo>
                    <a:pt x="3785038" y="1021189"/>
                  </a:lnTo>
                  <a:lnTo>
                    <a:pt x="3786689" y="1000044"/>
                  </a:lnTo>
                  <a:lnTo>
                    <a:pt x="3788341" y="976269"/>
                  </a:lnTo>
                  <a:lnTo>
                    <a:pt x="3789992" y="972356"/>
                  </a:lnTo>
                  <a:lnTo>
                    <a:pt x="3791643" y="986678"/>
                  </a:lnTo>
                  <a:lnTo>
                    <a:pt x="3793295" y="988373"/>
                  </a:lnTo>
                  <a:lnTo>
                    <a:pt x="3794946" y="969628"/>
                  </a:lnTo>
                  <a:lnTo>
                    <a:pt x="3796598" y="969628"/>
                  </a:lnTo>
                  <a:lnTo>
                    <a:pt x="3798249" y="966258"/>
                  </a:lnTo>
                  <a:lnTo>
                    <a:pt x="3799900" y="942783"/>
                  </a:lnTo>
                  <a:lnTo>
                    <a:pt x="3801552" y="916209"/>
                  </a:lnTo>
                  <a:lnTo>
                    <a:pt x="3803203" y="910011"/>
                  </a:lnTo>
                  <a:lnTo>
                    <a:pt x="3804855" y="896664"/>
                  </a:lnTo>
                  <a:lnTo>
                    <a:pt x="3806506" y="885764"/>
                  </a:lnTo>
                  <a:lnTo>
                    <a:pt x="3808158" y="877041"/>
                  </a:lnTo>
                  <a:lnTo>
                    <a:pt x="3809809" y="901503"/>
                  </a:lnTo>
                  <a:lnTo>
                    <a:pt x="3811460" y="916394"/>
                  </a:lnTo>
                  <a:lnTo>
                    <a:pt x="3813112" y="921802"/>
                  </a:lnTo>
                  <a:lnTo>
                    <a:pt x="3814763" y="937328"/>
                  </a:lnTo>
                  <a:lnTo>
                    <a:pt x="3816415" y="976966"/>
                  </a:lnTo>
                  <a:lnTo>
                    <a:pt x="3818066" y="998778"/>
                  </a:lnTo>
                  <a:lnTo>
                    <a:pt x="3819717" y="1017364"/>
                  </a:lnTo>
                  <a:lnTo>
                    <a:pt x="3821369" y="1024792"/>
                  </a:lnTo>
                  <a:lnTo>
                    <a:pt x="3823020" y="996013"/>
                  </a:lnTo>
                  <a:lnTo>
                    <a:pt x="3824672" y="953406"/>
                  </a:lnTo>
                  <a:lnTo>
                    <a:pt x="3826323" y="921426"/>
                  </a:lnTo>
                  <a:lnTo>
                    <a:pt x="3827974" y="904661"/>
                  </a:lnTo>
                  <a:lnTo>
                    <a:pt x="3829626" y="894278"/>
                  </a:lnTo>
                  <a:lnTo>
                    <a:pt x="3831277" y="885764"/>
                  </a:lnTo>
                  <a:lnTo>
                    <a:pt x="3832929" y="861166"/>
                  </a:lnTo>
                  <a:lnTo>
                    <a:pt x="3834580" y="833379"/>
                  </a:lnTo>
                  <a:lnTo>
                    <a:pt x="3836232" y="817840"/>
                  </a:lnTo>
                  <a:lnTo>
                    <a:pt x="3837883" y="775977"/>
                  </a:lnTo>
                  <a:lnTo>
                    <a:pt x="3839534" y="735402"/>
                  </a:lnTo>
                  <a:lnTo>
                    <a:pt x="3841186" y="645834"/>
                  </a:lnTo>
                  <a:lnTo>
                    <a:pt x="3842837" y="514189"/>
                  </a:lnTo>
                  <a:lnTo>
                    <a:pt x="3844489" y="409214"/>
                  </a:lnTo>
                  <a:lnTo>
                    <a:pt x="3846140" y="369473"/>
                  </a:lnTo>
                  <a:lnTo>
                    <a:pt x="3847791" y="350958"/>
                  </a:lnTo>
                  <a:lnTo>
                    <a:pt x="3849443" y="348998"/>
                  </a:lnTo>
                  <a:lnTo>
                    <a:pt x="3851094" y="365104"/>
                  </a:lnTo>
                  <a:lnTo>
                    <a:pt x="3852746" y="387250"/>
                  </a:lnTo>
                  <a:lnTo>
                    <a:pt x="3854397" y="366802"/>
                  </a:lnTo>
                  <a:lnTo>
                    <a:pt x="3856049" y="314130"/>
                  </a:lnTo>
                  <a:lnTo>
                    <a:pt x="3857700" y="262769"/>
                  </a:lnTo>
                  <a:lnTo>
                    <a:pt x="3859351" y="226258"/>
                  </a:lnTo>
                  <a:lnTo>
                    <a:pt x="3861003" y="200259"/>
                  </a:lnTo>
                  <a:lnTo>
                    <a:pt x="3862654" y="207287"/>
                  </a:lnTo>
                  <a:lnTo>
                    <a:pt x="3864306" y="244078"/>
                  </a:lnTo>
                  <a:lnTo>
                    <a:pt x="3865957" y="300586"/>
                  </a:lnTo>
                  <a:lnTo>
                    <a:pt x="3867608" y="354142"/>
                  </a:lnTo>
                  <a:lnTo>
                    <a:pt x="3869260" y="375720"/>
                  </a:lnTo>
                  <a:lnTo>
                    <a:pt x="3870911" y="329257"/>
                  </a:lnTo>
                  <a:lnTo>
                    <a:pt x="3872563" y="271231"/>
                  </a:lnTo>
                  <a:lnTo>
                    <a:pt x="3874214" y="243396"/>
                  </a:lnTo>
                  <a:lnTo>
                    <a:pt x="3875865" y="242263"/>
                  </a:lnTo>
                  <a:lnTo>
                    <a:pt x="3877517" y="245290"/>
                  </a:lnTo>
                  <a:lnTo>
                    <a:pt x="3879168" y="247703"/>
                  </a:lnTo>
                  <a:lnTo>
                    <a:pt x="3880820" y="253464"/>
                  </a:lnTo>
                  <a:lnTo>
                    <a:pt x="3882471" y="233455"/>
                  </a:lnTo>
                  <a:lnTo>
                    <a:pt x="3884123" y="205881"/>
                  </a:lnTo>
                  <a:lnTo>
                    <a:pt x="3885774" y="206941"/>
                  </a:lnTo>
                  <a:lnTo>
                    <a:pt x="3887425" y="228072"/>
                  </a:lnTo>
                  <a:lnTo>
                    <a:pt x="3889077" y="237378"/>
                  </a:lnTo>
                  <a:lnTo>
                    <a:pt x="3890728" y="240643"/>
                  </a:lnTo>
                  <a:lnTo>
                    <a:pt x="3892380" y="249745"/>
                  </a:lnTo>
                  <a:lnTo>
                    <a:pt x="3894031" y="245390"/>
                  </a:lnTo>
                  <a:lnTo>
                    <a:pt x="3895682" y="230642"/>
                  </a:lnTo>
                  <a:lnTo>
                    <a:pt x="3897334" y="236658"/>
                  </a:lnTo>
                  <a:lnTo>
                    <a:pt x="3898985" y="268344"/>
                  </a:lnTo>
                  <a:lnTo>
                    <a:pt x="3900637" y="299283"/>
                  </a:lnTo>
                  <a:lnTo>
                    <a:pt x="3902288" y="321078"/>
                  </a:lnTo>
                  <a:lnTo>
                    <a:pt x="3903939" y="348743"/>
                  </a:lnTo>
                  <a:lnTo>
                    <a:pt x="3905591" y="368969"/>
                  </a:lnTo>
                  <a:lnTo>
                    <a:pt x="3907242" y="358331"/>
                  </a:lnTo>
                  <a:lnTo>
                    <a:pt x="3908894" y="338880"/>
                  </a:lnTo>
                  <a:lnTo>
                    <a:pt x="3910545" y="329158"/>
                  </a:lnTo>
                  <a:lnTo>
                    <a:pt x="3912197" y="326574"/>
                  </a:lnTo>
                  <a:lnTo>
                    <a:pt x="3913848" y="320468"/>
                  </a:lnTo>
                  <a:lnTo>
                    <a:pt x="3915499" y="303674"/>
                  </a:lnTo>
                  <a:lnTo>
                    <a:pt x="3917151" y="288396"/>
                  </a:lnTo>
                  <a:lnTo>
                    <a:pt x="3918802" y="273370"/>
                  </a:lnTo>
                  <a:lnTo>
                    <a:pt x="3920454" y="243169"/>
                  </a:lnTo>
                  <a:lnTo>
                    <a:pt x="3922105" y="211802"/>
                  </a:lnTo>
                  <a:lnTo>
                    <a:pt x="3923756" y="201599"/>
                  </a:lnTo>
                  <a:lnTo>
                    <a:pt x="3925408" y="196969"/>
                  </a:lnTo>
                  <a:lnTo>
                    <a:pt x="3927059" y="191371"/>
                  </a:lnTo>
                  <a:lnTo>
                    <a:pt x="3928711" y="200031"/>
                  </a:lnTo>
                  <a:lnTo>
                    <a:pt x="3930362" y="226657"/>
                  </a:lnTo>
                  <a:lnTo>
                    <a:pt x="3932014" y="250531"/>
                  </a:lnTo>
                  <a:lnTo>
                    <a:pt x="3933665" y="281628"/>
                  </a:lnTo>
                  <a:lnTo>
                    <a:pt x="3935316" y="330164"/>
                  </a:lnTo>
                  <a:lnTo>
                    <a:pt x="3936968" y="384368"/>
                  </a:lnTo>
                  <a:lnTo>
                    <a:pt x="3938619" y="433128"/>
                  </a:lnTo>
                  <a:lnTo>
                    <a:pt x="3940271" y="478764"/>
                  </a:lnTo>
                  <a:lnTo>
                    <a:pt x="3941922" y="489674"/>
                  </a:lnTo>
                  <a:lnTo>
                    <a:pt x="3943573" y="471419"/>
                  </a:lnTo>
                  <a:lnTo>
                    <a:pt x="3945225" y="435007"/>
                  </a:lnTo>
                  <a:lnTo>
                    <a:pt x="3946876" y="379531"/>
                  </a:lnTo>
                  <a:lnTo>
                    <a:pt x="3948528" y="346358"/>
                  </a:lnTo>
                  <a:lnTo>
                    <a:pt x="3950179" y="333864"/>
                  </a:lnTo>
                  <a:lnTo>
                    <a:pt x="3951830" y="322724"/>
                  </a:lnTo>
                  <a:lnTo>
                    <a:pt x="3953482" y="306457"/>
                  </a:lnTo>
                  <a:lnTo>
                    <a:pt x="3955133" y="295500"/>
                  </a:lnTo>
                  <a:lnTo>
                    <a:pt x="3956785" y="270538"/>
                  </a:lnTo>
                  <a:lnTo>
                    <a:pt x="3958436" y="250662"/>
                  </a:lnTo>
                  <a:lnTo>
                    <a:pt x="3960088" y="225078"/>
                  </a:lnTo>
                  <a:lnTo>
                    <a:pt x="3961739" y="197970"/>
                  </a:lnTo>
                  <a:lnTo>
                    <a:pt x="3963390" y="181874"/>
                  </a:lnTo>
                  <a:lnTo>
                    <a:pt x="3965042" y="181941"/>
                  </a:lnTo>
                  <a:lnTo>
                    <a:pt x="3966693" y="178605"/>
                  </a:lnTo>
                  <a:lnTo>
                    <a:pt x="3968345" y="183021"/>
                  </a:lnTo>
                  <a:lnTo>
                    <a:pt x="3969996" y="207621"/>
                  </a:lnTo>
                  <a:lnTo>
                    <a:pt x="3971647" y="238699"/>
                  </a:lnTo>
                  <a:lnTo>
                    <a:pt x="3973299" y="263596"/>
                  </a:lnTo>
                  <a:lnTo>
                    <a:pt x="3974950" y="292334"/>
                  </a:lnTo>
                  <a:lnTo>
                    <a:pt x="3976602" y="335452"/>
                  </a:lnTo>
                  <a:lnTo>
                    <a:pt x="3978253" y="377465"/>
                  </a:lnTo>
                  <a:lnTo>
                    <a:pt x="3979904" y="402883"/>
                  </a:lnTo>
                  <a:lnTo>
                    <a:pt x="3981556" y="428202"/>
                  </a:lnTo>
                  <a:lnTo>
                    <a:pt x="3983207" y="465131"/>
                  </a:lnTo>
                  <a:lnTo>
                    <a:pt x="3984859" y="505182"/>
                  </a:lnTo>
                  <a:lnTo>
                    <a:pt x="3986510" y="545734"/>
                  </a:lnTo>
                  <a:lnTo>
                    <a:pt x="3988162" y="584759"/>
                  </a:lnTo>
                  <a:lnTo>
                    <a:pt x="3989813" y="589600"/>
                  </a:lnTo>
                  <a:lnTo>
                    <a:pt x="3991464" y="584915"/>
                  </a:lnTo>
                  <a:lnTo>
                    <a:pt x="3993116" y="610198"/>
                  </a:lnTo>
                  <a:lnTo>
                    <a:pt x="3994767" y="631118"/>
                  </a:lnTo>
                  <a:lnTo>
                    <a:pt x="3996419" y="672698"/>
                  </a:lnTo>
                  <a:lnTo>
                    <a:pt x="3998070" y="777712"/>
                  </a:lnTo>
                  <a:lnTo>
                    <a:pt x="3999721" y="879916"/>
                  </a:lnTo>
                  <a:lnTo>
                    <a:pt x="4001373" y="890738"/>
                  </a:lnTo>
                  <a:lnTo>
                    <a:pt x="4003024" y="909291"/>
                  </a:lnTo>
                  <a:lnTo>
                    <a:pt x="4004676" y="876248"/>
                  </a:lnTo>
                  <a:lnTo>
                    <a:pt x="4006327" y="818094"/>
                  </a:lnTo>
                  <a:lnTo>
                    <a:pt x="4007978" y="747530"/>
                  </a:lnTo>
                  <a:lnTo>
                    <a:pt x="4009630" y="676442"/>
                  </a:lnTo>
                  <a:lnTo>
                    <a:pt x="4011281" y="623575"/>
                  </a:lnTo>
                  <a:lnTo>
                    <a:pt x="4012933" y="609395"/>
                  </a:lnTo>
                  <a:lnTo>
                    <a:pt x="4014584" y="618130"/>
                  </a:lnTo>
                  <a:lnTo>
                    <a:pt x="4016236" y="645439"/>
                  </a:lnTo>
                  <a:lnTo>
                    <a:pt x="4017887" y="707329"/>
                  </a:lnTo>
                  <a:lnTo>
                    <a:pt x="4019538" y="778257"/>
                  </a:lnTo>
                  <a:lnTo>
                    <a:pt x="4021190" y="830702"/>
                  </a:lnTo>
                  <a:lnTo>
                    <a:pt x="4022841" y="866912"/>
                  </a:lnTo>
                  <a:lnTo>
                    <a:pt x="4024493" y="895980"/>
                  </a:lnTo>
                  <a:lnTo>
                    <a:pt x="4026144" y="896493"/>
                  </a:lnTo>
                  <a:lnTo>
                    <a:pt x="4027795" y="897007"/>
                  </a:lnTo>
                  <a:lnTo>
                    <a:pt x="4029447" y="916763"/>
                  </a:lnTo>
                  <a:lnTo>
                    <a:pt x="4031098" y="928096"/>
                  </a:lnTo>
                  <a:lnTo>
                    <a:pt x="4032750" y="909471"/>
                  </a:lnTo>
                  <a:lnTo>
                    <a:pt x="4034401" y="889903"/>
                  </a:lnTo>
                  <a:lnTo>
                    <a:pt x="4036053" y="877041"/>
                  </a:lnTo>
                  <a:lnTo>
                    <a:pt x="4037704" y="867984"/>
                  </a:lnTo>
                  <a:lnTo>
                    <a:pt x="4039355" y="870141"/>
                  </a:lnTo>
                  <a:lnTo>
                    <a:pt x="4041007" y="921238"/>
                  </a:lnTo>
                  <a:lnTo>
                    <a:pt x="4042658" y="968500"/>
                  </a:lnTo>
                  <a:lnTo>
                    <a:pt x="4044310" y="994268"/>
                  </a:lnTo>
                  <a:lnTo>
                    <a:pt x="4045961" y="949608"/>
                  </a:lnTo>
                  <a:lnTo>
                    <a:pt x="4047612" y="893093"/>
                  </a:lnTo>
                  <a:lnTo>
                    <a:pt x="4049264" y="846339"/>
                  </a:lnTo>
                  <a:lnTo>
                    <a:pt x="4050915" y="808867"/>
                  </a:lnTo>
                  <a:lnTo>
                    <a:pt x="4052567" y="741775"/>
                  </a:lnTo>
                  <a:lnTo>
                    <a:pt x="4054218" y="670158"/>
                  </a:lnTo>
                  <a:lnTo>
                    <a:pt x="4055869" y="621647"/>
                  </a:lnTo>
                  <a:lnTo>
                    <a:pt x="4057521" y="566483"/>
                  </a:lnTo>
                  <a:lnTo>
                    <a:pt x="4059172" y="527301"/>
                  </a:lnTo>
                  <a:lnTo>
                    <a:pt x="4060824" y="525797"/>
                  </a:lnTo>
                  <a:lnTo>
                    <a:pt x="4062475" y="561235"/>
                  </a:lnTo>
                  <a:lnTo>
                    <a:pt x="4064127" y="596270"/>
                  </a:lnTo>
                  <a:lnTo>
                    <a:pt x="4065778" y="648280"/>
                  </a:lnTo>
                  <a:lnTo>
                    <a:pt x="4067429" y="698736"/>
                  </a:lnTo>
                  <a:lnTo>
                    <a:pt x="4069081" y="686775"/>
                  </a:lnTo>
                  <a:lnTo>
                    <a:pt x="4070732" y="624483"/>
                  </a:lnTo>
                  <a:lnTo>
                    <a:pt x="4072384" y="555717"/>
                  </a:lnTo>
                  <a:lnTo>
                    <a:pt x="4074035" y="498155"/>
                  </a:lnTo>
                  <a:lnTo>
                    <a:pt x="4075686" y="448208"/>
                  </a:lnTo>
                  <a:lnTo>
                    <a:pt x="4077338" y="410311"/>
                  </a:lnTo>
                  <a:lnTo>
                    <a:pt x="4078989" y="396803"/>
                  </a:lnTo>
                  <a:lnTo>
                    <a:pt x="4080641" y="399877"/>
                  </a:lnTo>
                  <a:lnTo>
                    <a:pt x="4082292" y="412141"/>
                  </a:lnTo>
                  <a:lnTo>
                    <a:pt x="4083943" y="429036"/>
                  </a:lnTo>
                  <a:lnTo>
                    <a:pt x="4085595" y="447280"/>
                  </a:lnTo>
                  <a:lnTo>
                    <a:pt x="4087246" y="467488"/>
                  </a:lnTo>
                  <a:lnTo>
                    <a:pt x="4088898" y="454320"/>
                  </a:lnTo>
                  <a:lnTo>
                    <a:pt x="4090549" y="371824"/>
                  </a:lnTo>
                  <a:lnTo>
                    <a:pt x="4092201" y="278008"/>
                  </a:lnTo>
                  <a:lnTo>
                    <a:pt x="4093852" y="215259"/>
                  </a:lnTo>
                  <a:lnTo>
                    <a:pt x="4095503" y="165229"/>
                  </a:lnTo>
                  <a:lnTo>
                    <a:pt x="4097155" y="136125"/>
                  </a:lnTo>
                  <a:lnTo>
                    <a:pt x="4098806" y="132232"/>
                  </a:lnTo>
                  <a:lnTo>
                    <a:pt x="4100458" y="138949"/>
                  </a:lnTo>
                  <a:lnTo>
                    <a:pt x="4102109" y="132009"/>
                  </a:lnTo>
                  <a:lnTo>
                    <a:pt x="4103760" y="127282"/>
                  </a:lnTo>
                  <a:lnTo>
                    <a:pt x="4105412" y="123176"/>
                  </a:lnTo>
                  <a:lnTo>
                    <a:pt x="4107063" y="125601"/>
                  </a:lnTo>
                  <a:lnTo>
                    <a:pt x="4108715" y="141564"/>
                  </a:lnTo>
                  <a:lnTo>
                    <a:pt x="4110366" y="180474"/>
                  </a:lnTo>
                  <a:lnTo>
                    <a:pt x="4112018" y="218659"/>
                  </a:lnTo>
                  <a:lnTo>
                    <a:pt x="4113669" y="269705"/>
                  </a:lnTo>
                  <a:lnTo>
                    <a:pt x="4115320" y="329237"/>
                  </a:lnTo>
                  <a:lnTo>
                    <a:pt x="4116972" y="399388"/>
                  </a:lnTo>
                  <a:lnTo>
                    <a:pt x="4118623" y="470608"/>
                  </a:lnTo>
                  <a:lnTo>
                    <a:pt x="4120275" y="522816"/>
                  </a:lnTo>
                  <a:lnTo>
                    <a:pt x="4121926" y="506959"/>
                  </a:lnTo>
                  <a:lnTo>
                    <a:pt x="4123577" y="458411"/>
                  </a:lnTo>
                  <a:lnTo>
                    <a:pt x="4125229" y="414201"/>
                  </a:lnTo>
                  <a:lnTo>
                    <a:pt x="4126880" y="380463"/>
                  </a:lnTo>
                  <a:lnTo>
                    <a:pt x="4128532" y="385025"/>
                  </a:lnTo>
                  <a:lnTo>
                    <a:pt x="4130183" y="420843"/>
                  </a:lnTo>
                  <a:lnTo>
                    <a:pt x="4131834" y="488696"/>
                  </a:lnTo>
                  <a:lnTo>
                    <a:pt x="4133486" y="563678"/>
                  </a:lnTo>
                  <a:lnTo>
                    <a:pt x="4135137" y="652972"/>
                  </a:lnTo>
                  <a:lnTo>
                    <a:pt x="4136789" y="713474"/>
                  </a:lnTo>
                  <a:lnTo>
                    <a:pt x="4138440" y="728277"/>
                  </a:lnTo>
                  <a:lnTo>
                    <a:pt x="4140092" y="710763"/>
                  </a:lnTo>
                  <a:lnTo>
                    <a:pt x="4141743" y="682426"/>
                  </a:lnTo>
                  <a:lnTo>
                    <a:pt x="4143394" y="643280"/>
                  </a:lnTo>
                  <a:lnTo>
                    <a:pt x="4145046" y="630621"/>
                  </a:lnTo>
                  <a:lnTo>
                    <a:pt x="4146697" y="643345"/>
                  </a:lnTo>
                  <a:lnTo>
                    <a:pt x="4148349" y="669221"/>
                  </a:lnTo>
                  <a:lnTo>
                    <a:pt x="4150000" y="717076"/>
                  </a:lnTo>
                  <a:lnTo>
                    <a:pt x="4151651" y="794214"/>
                  </a:lnTo>
                  <a:lnTo>
                    <a:pt x="4153303" y="812817"/>
                  </a:lnTo>
                  <a:lnTo>
                    <a:pt x="4154954" y="776085"/>
                  </a:lnTo>
                  <a:lnTo>
                    <a:pt x="4156606" y="719505"/>
                  </a:lnTo>
                  <a:lnTo>
                    <a:pt x="4158257" y="649545"/>
                  </a:lnTo>
                  <a:lnTo>
                    <a:pt x="4159908" y="575185"/>
                  </a:lnTo>
                  <a:lnTo>
                    <a:pt x="4161560" y="523723"/>
                  </a:lnTo>
                  <a:lnTo>
                    <a:pt x="4163211" y="494767"/>
                  </a:lnTo>
                  <a:lnTo>
                    <a:pt x="4164863" y="483896"/>
                  </a:lnTo>
                  <a:lnTo>
                    <a:pt x="4166514" y="485141"/>
                  </a:lnTo>
                  <a:lnTo>
                    <a:pt x="4168166" y="504721"/>
                  </a:lnTo>
                  <a:lnTo>
                    <a:pt x="4169817" y="542563"/>
                  </a:lnTo>
                  <a:lnTo>
                    <a:pt x="4171468" y="588593"/>
                  </a:lnTo>
                  <a:lnTo>
                    <a:pt x="4173120" y="611812"/>
                  </a:lnTo>
                  <a:lnTo>
                    <a:pt x="4174771" y="634185"/>
                  </a:lnTo>
                  <a:lnTo>
                    <a:pt x="4176423" y="673720"/>
                  </a:lnTo>
                  <a:lnTo>
                    <a:pt x="4178074" y="705588"/>
                  </a:lnTo>
                  <a:lnTo>
                    <a:pt x="4179725" y="722837"/>
                  </a:lnTo>
                  <a:lnTo>
                    <a:pt x="4181377" y="767365"/>
                  </a:lnTo>
                  <a:lnTo>
                    <a:pt x="4183028" y="822703"/>
                  </a:lnTo>
                  <a:lnTo>
                    <a:pt x="4184680" y="813191"/>
                  </a:lnTo>
                  <a:lnTo>
                    <a:pt x="4186331" y="786451"/>
                  </a:lnTo>
                  <a:lnTo>
                    <a:pt x="4187982" y="788711"/>
                  </a:lnTo>
                  <a:lnTo>
                    <a:pt x="4189634" y="793289"/>
                  </a:lnTo>
                  <a:lnTo>
                    <a:pt x="4191285" y="783432"/>
                  </a:lnTo>
                  <a:lnTo>
                    <a:pt x="4192937" y="782876"/>
                  </a:lnTo>
                  <a:lnTo>
                    <a:pt x="4194588" y="798183"/>
                  </a:lnTo>
                  <a:lnTo>
                    <a:pt x="4196240" y="793520"/>
                  </a:lnTo>
                  <a:lnTo>
                    <a:pt x="4197891" y="798890"/>
                  </a:lnTo>
                  <a:lnTo>
                    <a:pt x="4199542" y="824127"/>
                  </a:lnTo>
                  <a:lnTo>
                    <a:pt x="4201194" y="837036"/>
                  </a:lnTo>
                  <a:lnTo>
                    <a:pt x="4202845" y="784769"/>
                  </a:lnTo>
                  <a:lnTo>
                    <a:pt x="4204497" y="698093"/>
                  </a:lnTo>
                  <a:lnTo>
                    <a:pt x="4206148" y="628026"/>
                  </a:lnTo>
                  <a:lnTo>
                    <a:pt x="4207799" y="549809"/>
                  </a:lnTo>
                  <a:lnTo>
                    <a:pt x="4209451" y="488010"/>
                  </a:lnTo>
                  <a:lnTo>
                    <a:pt x="4211102" y="443967"/>
                  </a:lnTo>
                  <a:lnTo>
                    <a:pt x="4212754" y="415319"/>
                  </a:lnTo>
                  <a:lnTo>
                    <a:pt x="4214405" y="379961"/>
                  </a:lnTo>
                  <a:lnTo>
                    <a:pt x="4216057" y="346274"/>
                  </a:lnTo>
                  <a:lnTo>
                    <a:pt x="4217708" y="315714"/>
                  </a:lnTo>
                  <a:lnTo>
                    <a:pt x="4219359" y="296228"/>
                  </a:lnTo>
                  <a:lnTo>
                    <a:pt x="4221011" y="284633"/>
                  </a:lnTo>
                  <a:lnTo>
                    <a:pt x="4222662" y="282846"/>
                  </a:lnTo>
                  <a:lnTo>
                    <a:pt x="4224314" y="294843"/>
                  </a:lnTo>
                  <a:lnTo>
                    <a:pt x="4225965" y="314037"/>
                  </a:lnTo>
                  <a:lnTo>
                    <a:pt x="4227616" y="320792"/>
                  </a:lnTo>
                  <a:lnTo>
                    <a:pt x="4229268" y="326165"/>
                  </a:lnTo>
                  <a:lnTo>
                    <a:pt x="4230919" y="335936"/>
                  </a:lnTo>
                  <a:lnTo>
                    <a:pt x="4232571" y="349827"/>
                  </a:lnTo>
                  <a:lnTo>
                    <a:pt x="4234222" y="348193"/>
                  </a:lnTo>
                  <a:lnTo>
                    <a:pt x="4235873" y="344704"/>
                  </a:lnTo>
                  <a:lnTo>
                    <a:pt x="4237525" y="351129"/>
                  </a:lnTo>
                  <a:lnTo>
                    <a:pt x="4239176" y="350701"/>
                  </a:lnTo>
                  <a:lnTo>
                    <a:pt x="4240828" y="333484"/>
                  </a:lnTo>
                  <a:lnTo>
                    <a:pt x="4242479" y="340869"/>
                  </a:lnTo>
                  <a:lnTo>
                    <a:pt x="4244131" y="352825"/>
                  </a:lnTo>
                  <a:lnTo>
                    <a:pt x="4245782" y="366461"/>
                  </a:lnTo>
                  <a:lnTo>
                    <a:pt x="4247433" y="394520"/>
                  </a:lnTo>
                  <a:lnTo>
                    <a:pt x="4249085" y="447620"/>
                  </a:lnTo>
                  <a:lnTo>
                    <a:pt x="4250736" y="479077"/>
                  </a:lnTo>
                  <a:lnTo>
                    <a:pt x="4252388" y="486213"/>
                  </a:lnTo>
                  <a:lnTo>
                    <a:pt x="4254039" y="415839"/>
                  </a:lnTo>
                  <a:lnTo>
                    <a:pt x="4255690" y="319594"/>
                  </a:lnTo>
                  <a:lnTo>
                    <a:pt x="4257342" y="242886"/>
                  </a:lnTo>
                  <a:lnTo>
                    <a:pt x="4258993" y="185092"/>
                  </a:lnTo>
                  <a:lnTo>
                    <a:pt x="4260645" y="150413"/>
                  </a:lnTo>
                  <a:lnTo>
                    <a:pt x="4262296" y="131397"/>
                  </a:lnTo>
                  <a:lnTo>
                    <a:pt x="4263947" y="129377"/>
                  </a:lnTo>
                  <a:lnTo>
                    <a:pt x="4265599" y="117960"/>
                  </a:lnTo>
                  <a:lnTo>
                    <a:pt x="4267250" y="102544"/>
                  </a:lnTo>
                  <a:lnTo>
                    <a:pt x="4268902" y="82955"/>
                  </a:lnTo>
                  <a:lnTo>
                    <a:pt x="4270553" y="76417"/>
                  </a:lnTo>
                  <a:lnTo>
                    <a:pt x="4272205" y="70632"/>
                  </a:lnTo>
                  <a:lnTo>
                    <a:pt x="4273856" y="80305"/>
                  </a:lnTo>
                  <a:lnTo>
                    <a:pt x="4275507" y="99361"/>
                  </a:lnTo>
                  <a:lnTo>
                    <a:pt x="4277159" y="141352"/>
                  </a:lnTo>
                  <a:lnTo>
                    <a:pt x="4278810" y="191208"/>
                  </a:lnTo>
                  <a:lnTo>
                    <a:pt x="4280462" y="252992"/>
                  </a:lnTo>
                  <a:lnTo>
                    <a:pt x="4282113" y="289341"/>
                  </a:lnTo>
                  <a:lnTo>
                    <a:pt x="4283764" y="287622"/>
                  </a:lnTo>
                  <a:lnTo>
                    <a:pt x="4285416" y="251466"/>
                  </a:lnTo>
                  <a:lnTo>
                    <a:pt x="4287067" y="220734"/>
                  </a:lnTo>
                  <a:lnTo>
                    <a:pt x="4288719" y="197314"/>
                  </a:lnTo>
                  <a:lnTo>
                    <a:pt x="4290370" y="193885"/>
                  </a:lnTo>
                  <a:lnTo>
                    <a:pt x="4292022" y="222091"/>
                  </a:lnTo>
                  <a:lnTo>
                    <a:pt x="4293673" y="265827"/>
                  </a:lnTo>
                  <a:lnTo>
                    <a:pt x="4295324" y="286249"/>
                  </a:lnTo>
                  <a:lnTo>
                    <a:pt x="4296976" y="298844"/>
                  </a:lnTo>
                  <a:lnTo>
                    <a:pt x="4298627" y="323744"/>
                  </a:lnTo>
                  <a:lnTo>
                    <a:pt x="4300279" y="351579"/>
                  </a:lnTo>
                  <a:lnTo>
                    <a:pt x="4301930" y="372126"/>
                  </a:lnTo>
                  <a:lnTo>
                    <a:pt x="4303581" y="407272"/>
                  </a:lnTo>
                  <a:lnTo>
                    <a:pt x="4305233" y="440605"/>
                  </a:lnTo>
                  <a:lnTo>
                    <a:pt x="4306884" y="468223"/>
                  </a:lnTo>
                  <a:lnTo>
                    <a:pt x="4308536" y="492923"/>
                  </a:lnTo>
                  <a:lnTo>
                    <a:pt x="4310187" y="527050"/>
                  </a:lnTo>
                  <a:lnTo>
                    <a:pt x="4311838" y="560950"/>
                  </a:lnTo>
                  <a:lnTo>
                    <a:pt x="4313490" y="576647"/>
                  </a:lnTo>
                  <a:lnTo>
                    <a:pt x="4315141" y="582216"/>
                  </a:lnTo>
                  <a:lnTo>
                    <a:pt x="4316793" y="594045"/>
                  </a:lnTo>
                  <a:lnTo>
                    <a:pt x="4318444" y="605078"/>
                  </a:lnTo>
                  <a:lnTo>
                    <a:pt x="4320096" y="620749"/>
                  </a:lnTo>
                  <a:lnTo>
                    <a:pt x="4321747" y="653649"/>
                  </a:lnTo>
                  <a:lnTo>
                    <a:pt x="4323398" y="666929"/>
                  </a:lnTo>
                  <a:lnTo>
                    <a:pt x="4325050" y="664303"/>
                  </a:lnTo>
                  <a:lnTo>
                    <a:pt x="4326701" y="670519"/>
                  </a:lnTo>
                  <a:lnTo>
                    <a:pt x="4328353" y="684172"/>
                  </a:lnTo>
                  <a:lnTo>
                    <a:pt x="4330004" y="691980"/>
                  </a:lnTo>
                  <a:lnTo>
                    <a:pt x="4331655" y="690026"/>
                  </a:lnTo>
                  <a:lnTo>
                    <a:pt x="4333307" y="641526"/>
                  </a:lnTo>
                  <a:lnTo>
                    <a:pt x="4334958" y="574583"/>
                  </a:lnTo>
                  <a:lnTo>
                    <a:pt x="4336610" y="538510"/>
                  </a:lnTo>
                  <a:lnTo>
                    <a:pt x="4338261" y="525090"/>
                  </a:lnTo>
                  <a:lnTo>
                    <a:pt x="4339912" y="538248"/>
                  </a:lnTo>
                  <a:lnTo>
                    <a:pt x="4341564" y="578677"/>
                  </a:lnTo>
                  <a:lnTo>
                    <a:pt x="4343215" y="652229"/>
                  </a:lnTo>
                  <a:lnTo>
                    <a:pt x="4344867" y="720203"/>
                  </a:lnTo>
                  <a:lnTo>
                    <a:pt x="4346518" y="786902"/>
                  </a:lnTo>
                  <a:lnTo>
                    <a:pt x="4348170" y="838678"/>
                  </a:lnTo>
                  <a:lnTo>
                    <a:pt x="4349821" y="879275"/>
                  </a:lnTo>
                  <a:lnTo>
                    <a:pt x="4351472" y="899418"/>
                  </a:lnTo>
                  <a:lnTo>
                    <a:pt x="4353124" y="907679"/>
                  </a:lnTo>
                  <a:lnTo>
                    <a:pt x="4354775" y="912182"/>
                  </a:lnTo>
                  <a:lnTo>
                    <a:pt x="4356427" y="858340"/>
                  </a:lnTo>
                  <a:lnTo>
                    <a:pt x="4358078" y="799126"/>
                  </a:lnTo>
                  <a:lnTo>
                    <a:pt x="4359729" y="736330"/>
                  </a:lnTo>
                  <a:lnTo>
                    <a:pt x="4361381" y="709082"/>
                  </a:lnTo>
                  <a:lnTo>
                    <a:pt x="4363032" y="697692"/>
                  </a:lnTo>
                  <a:lnTo>
                    <a:pt x="4364684" y="719418"/>
                  </a:lnTo>
                  <a:lnTo>
                    <a:pt x="4366335" y="771052"/>
                  </a:lnTo>
                  <a:lnTo>
                    <a:pt x="4367986" y="858192"/>
                  </a:lnTo>
                  <a:lnTo>
                    <a:pt x="4369638" y="921426"/>
                  </a:lnTo>
                  <a:lnTo>
                    <a:pt x="4371289" y="939739"/>
                  </a:lnTo>
                  <a:lnTo>
                    <a:pt x="4372941" y="920299"/>
                  </a:lnTo>
                  <a:lnTo>
                    <a:pt x="4374592" y="885600"/>
                  </a:lnTo>
                  <a:lnTo>
                    <a:pt x="4376244" y="852488"/>
                  </a:lnTo>
                  <a:lnTo>
                    <a:pt x="4377895" y="828184"/>
                  </a:lnTo>
                  <a:lnTo>
                    <a:pt x="4379546" y="794330"/>
                  </a:lnTo>
                  <a:lnTo>
                    <a:pt x="4381198" y="776843"/>
                  </a:lnTo>
                  <a:lnTo>
                    <a:pt x="4382849" y="787127"/>
                  </a:lnTo>
                  <a:lnTo>
                    <a:pt x="4384501" y="825560"/>
                  </a:lnTo>
                  <a:lnTo>
                    <a:pt x="4386152" y="876406"/>
                  </a:lnTo>
                  <a:lnTo>
                    <a:pt x="4387803" y="960517"/>
                  </a:lnTo>
                  <a:lnTo>
                    <a:pt x="4389455" y="1072060"/>
                  </a:lnTo>
                  <a:lnTo>
                    <a:pt x="4391106" y="1109726"/>
                  </a:lnTo>
                  <a:lnTo>
                    <a:pt x="4392758" y="1067095"/>
                  </a:lnTo>
                  <a:lnTo>
                    <a:pt x="4394409" y="1019269"/>
                  </a:lnTo>
                  <a:lnTo>
                    <a:pt x="4396061" y="969402"/>
                  </a:lnTo>
                  <a:lnTo>
                    <a:pt x="4397712" y="933754"/>
                  </a:lnTo>
                  <a:lnTo>
                    <a:pt x="4399363" y="903956"/>
                  </a:lnTo>
                  <a:lnTo>
                    <a:pt x="4401015" y="884127"/>
                  </a:lnTo>
                  <a:lnTo>
                    <a:pt x="4402666" y="874826"/>
                  </a:lnTo>
                  <a:lnTo>
                    <a:pt x="4404318" y="861316"/>
                  </a:lnTo>
                  <a:lnTo>
                    <a:pt x="4405969" y="844789"/>
                  </a:lnTo>
                  <a:lnTo>
                    <a:pt x="4407620" y="871382"/>
                  </a:lnTo>
                  <a:lnTo>
                    <a:pt x="4409272" y="916025"/>
                  </a:lnTo>
                  <a:lnTo>
                    <a:pt x="4410923" y="961611"/>
                  </a:lnTo>
                  <a:lnTo>
                    <a:pt x="4412575" y="1040015"/>
                  </a:lnTo>
                  <a:lnTo>
                    <a:pt x="4414226" y="1115972"/>
                  </a:lnTo>
                  <a:lnTo>
                    <a:pt x="4415877" y="1105517"/>
                  </a:lnTo>
                  <a:lnTo>
                    <a:pt x="4417529" y="1066440"/>
                  </a:lnTo>
                  <a:lnTo>
                    <a:pt x="4419180" y="1021189"/>
                  </a:lnTo>
                  <a:lnTo>
                    <a:pt x="4420832" y="980714"/>
                  </a:lnTo>
                  <a:lnTo>
                    <a:pt x="4422483" y="953832"/>
                  </a:lnTo>
                  <a:lnTo>
                    <a:pt x="4424135" y="930422"/>
                  </a:lnTo>
                  <a:lnTo>
                    <a:pt x="4425786" y="916025"/>
                  </a:lnTo>
                  <a:lnTo>
                    <a:pt x="4427437" y="916394"/>
                  </a:lnTo>
                  <a:lnTo>
                    <a:pt x="4429089" y="914188"/>
                  </a:lnTo>
                  <a:lnTo>
                    <a:pt x="4430740" y="929257"/>
                  </a:lnTo>
                  <a:lnTo>
                    <a:pt x="4432392" y="967601"/>
                  </a:lnTo>
                  <a:lnTo>
                    <a:pt x="4434043" y="1006211"/>
                  </a:lnTo>
                  <a:lnTo>
                    <a:pt x="4435694" y="1016822"/>
                  </a:lnTo>
                  <a:lnTo>
                    <a:pt x="4437346" y="1025351"/>
                  </a:lnTo>
                  <a:lnTo>
                    <a:pt x="4438997" y="998525"/>
                  </a:lnTo>
                  <a:lnTo>
                    <a:pt x="4440649" y="936929"/>
                  </a:lnTo>
                  <a:lnTo>
                    <a:pt x="4442300" y="898382"/>
                  </a:lnTo>
                  <a:lnTo>
                    <a:pt x="4443951" y="883312"/>
                  </a:lnTo>
                  <a:lnTo>
                    <a:pt x="4445603" y="886257"/>
                  </a:lnTo>
                  <a:lnTo>
                    <a:pt x="4447254" y="910552"/>
                  </a:lnTo>
                  <a:lnTo>
                    <a:pt x="4448906" y="955326"/>
                  </a:lnTo>
                  <a:lnTo>
                    <a:pt x="4450557" y="1006471"/>
                  </a:lnTo>
                  <a:lnTo>
                    <a:pt x="4452209" y="1048735"/>
                  </a:lnTo>
                  <a:lnTo>
                    <a:pt x="4453860" y="1055549"/>
                  </a:lnTo>
                  <a:lnTo>
                    <a:pt x="4455511" y="1049347"/>
                  </a:lnTo>
                  <a:lnTo>
                    <a:pt x="4457163" y="1063513"/>
                  </a:lnTo>
                  <a:lnTo>
                    <a:pt x="4458814" y="1071393"/>
                  </a:lnTo>
                  <a:lnTo>
                    <a:pt x="4460466" y="1099512"/>
                  </a:lnTo>
                  <a:lnTo>
                    <a:pt x="4462117" y="1111662"/>
                  </a:lnTo>
                  <a:lnTo>
                    <a:pt x="4463768" y="1096561"/>
                  </a:lnTo>
                  <a:lnTo>
                    <a:pt x="4465420" y="1040904"/>
                  </a:lnTo>
                  <a:lnTo>
                    <a:pt x="4467071" y="989103"/>
                  </a:lnTo>
                  <a:lnTo>
                    <a:pt x="4468723" y="955970"/>
                  </a:lnTo>
                  <a:lnTo>
                    <a:pt x="4470374" y="940750"/>
                  </a:lnTo>
                  <a:lnTo>
                    <a:pt x="4472026" y="936729"/>
                  </a:lnTo>
                  <a:lnTo>
                    <a:pt x="4473677" y="975112"/>
                  </a:lnTo>
                  <a:lnTo>
                    <a:pt x="4475328" y="1009612"/>
                  </a:lnTo>
                  <a:lnTo>
                    <a:pt x="4476980" y="1033012"/>
                  </a:lnTo>
                  <a:lnTo>
                    <a:pt x="4478631" y="1077121"/>
                  </a:lnTo>
                  <a:lnTo>
                    <a:pt x="4480283" y="1146968"/>
                  </a:lnTo>
                  <a:lnTo>
                    <a:pt x="4481934" y="1180096"/>
                  </a:lnTo>
                  <a:lnTo>
                    <a:pt x="4483585" y="1223917"/>
                  </a:lnTo>
                  <a:lnTo>
                    <a:pt x="4485237" y="1248919"/>
                  </a:lnTo>
                  <a:lnTo>
                    <a:pt x="4486888" y="1248919"/>
                  </a:lnTo>
                  <a:lnTo>
                    <a:pt x="4488540" y="1236120"/>
                  </a:lnTo>
                  <a:lnTo>
                    <a:pt x="4490191" y="1201093"/>
                  </a:lnTo>
                  <a:lnTo>
                    <a:pt x="4491842" y="1170196"/>
                  </a:lnTo>
                  <a:lnTo>
                    <a:pt x="4493494" y="1146523"/>
                  </a:lnTo>
                  <a:lnTo>
                    <a:pt x="4495145" y="1127687"/>
                  </a:lnTo>
                  <a:lnTo>
                    <a:pt x="4496797" y="1087191"/>
                  </a:lnTo>
                  <a:lnTo>
                    <a:pt x="4498448" y="1047819"/>
                  </a:lnTo>
                  <a:lnTo>
                    <a:pt x="4500100" y="999537"/>
                  </a:lnTo>
                  <a:lnTo>
                    <a:pt x="4501751" y="951289"/>
                  </a:lnTo>
                  <a:lnTo>
                    <a:pt x="4503402" y="909291"/>
                  </a:lnTo>
                  <a:lnTo>
                    <a:pt x="4505054" y="887742"/>
                  </a:lnTo>
                  <a:lnTo>
                    <a:pt x="4506705" y="884453"/>
                  </a:lnTo>
                  <a:lnTo>
                    <a:pt x="4508357" y="895980"/>
                  </a:lnTo>
                  <a:lnTo>
                    <a:pt x="4510008" y="921050"/>
                  </a:lnTo>
                  <a:lnTo>
                    <a:pt x="4511659" y="958558"/>
                  </a:lnTo>
                  <a:lnTo>
                    <a:pt x="4513311" y="984515"/>
                  </a:lnTo>
                  <a:lnTo>
                    <a:pt x="4514962" y="996513"/>
                  </a:lnTo>
                  <a:lnTo>
                    <a:pt x="4516614" y="1010140"/>
                  </a:lnTo>
                  <a:lnTo>
                    <a:pt x="4518265" y="1020914"/>
                  </a:lnTo>
                  <a:lnTo>
                    <a:pt x="4519916" y="1042094"/>
                  </a:lnTo>
                  <a:lnTo>
                    <a:pt x="4521568" y="1091834"/>
                  </a:lnTo>
                  <a:lnTo>
                    <a:pt x="4523219" y="1135230"/>
                  </a:lnTo>
                  <a:lnTo>
                    <a:pt x="4524871" y="1139084"/>
                  </a:lnTo>
                  <a:lnTo>
                    <a:pt x="4526522" y="1085427"/>
                  </a:lnTo>
                  <a:lnTo>
                    <a:pt x="4528174" y="963592"/>
                  </a:lnTo>
                  <a:lnTo>
                    <a:pt x="4529825" y="872942"/>
                  </a:lnTo>
                  <a:lnTo>
                    <a:pt x="4531476" y="831903"/>
                  </a:lnTo>
                  <a:lnTo>
                    <a:pt x="4533128" y="824387"/>
                  </a:lnTo>
                  <a:lnTo>
                    <a:pt x="4534779" y="836627"/>
                  </a:lnTo>
                  <a:lnTo>
                    <a:pt x="4536431" y="875457"/>
                  </a:lnTo>
                  <a:lnTo>
                    <a:pt x="4538082" y="904661"/>
                  </a:lnTo>
                  <a:lnTo>
                    <a:pt x="4539733" y="927133"/>
                  </a:lnTo>
                  <a:lnTo>
                    <a:pt x="4541385" y="939941"/>
                  </a:lnTo>
                  <a:lnTo>
                    <a:pt x="4543036" y="955326"/>
                  </a:lnTo>
                  <a:lnTo>
                    <a:pt x="4544688" y="981659"/>
                  </a:lnTo>
                  <a:lnTo>
                    <a:pt x="4546339" y="1062222"/>
                  </a:lnTo>
                  <a:lnTo>
                    <a:pt x="4547990" y="1090756"/>
                  </a:lnTo>
                  <a:lnTo>
                    <a:pt x="4549642" y="1068081"/>
                  </a:lnTo>
                  <a:lnTo>
                    <a:pt x="4551293" y="1029012"/>
                  </a:lnTo>
                  <a:lnTo>
                    <a:pt x="4552945" y="1001062"/>
                  </a:lnTo>
                  <a:lnTo>
                    <a:pt x="4554596" y="965366"/>
                  </a:lnTo>
                  <a:lnTo>
                    <a:pt x="4556248" y="955541"/>
                  </a:lnTo>
                  <a:lnTo>
                    <a:pt x="4557899" y="952981"/>
                  </a:lnTo>
                  <a:lnTo>
                    <a:pt x="4559550" y="952981"/>
                  </a:lnTo>
                  <a:lnTo>
                    <a:pt x="4561202" y="945244"/>
                  </a:lnTo>
                  <a:lnTo>
                    <a:pt x="4562853" y="948771"/>
                  </a:lnTo>
                  <a:lnTo>
                    <a:pt x="4564505" y="959645"/>
                  </a:lnTo>
                  <a:lnTo>
                    <a:pt x="4566156" y="976038"/>
                  </a:lnTo>
                  <a:lnTo>
                    <a:pt x="4567807" y="1021464"/>
                  </a:lnTo>
                  <a:lnTo>
                    <a:pt x="4569459" y="1063190"/>
                  </a:lnTo>
                  <a:lnTo>
                    <a:pt x="4571110" y="1045695"/>
                  </a:lnTo>
                  <a:lnTo>
                    <a:pt x="4572762" y="991550"/>
                  </a:lnTo>
                  <a:lnTo>
                    <a:pt x="4574413" y="959209"/>
                  </a:lnTo>
                  <a:lnTo>
                    <a:pt x="4576065" y="946484"/>
                  </a:lnTo>
                  <a:lnTo>
                    <a:pt x="4577716" y="953194"/>
                  </a:lnTo>
                  <a:lnTo>
                    <a:pt x="4579367" y="998525"/>
                  </a:lnTo>
                  <a:lnTo>
                    <a:pt x="4581019" y="1099142"/>
                  </a:lnTo>
                  <a:lnTo>
                    <a:pt x="4582670" y="1207734"/>
                  </a:lnTo>
                  <a:lnTo>
                    <a:pt x="4584322" y="1256909"/>
                  </a:lnTo>
                  <a:lnTo>
                    <a:pt x="4585973" y="1267955"/>
                  </a:lnTo>
                  <a:lnTo>
                    <a:pt x="4587624" y="1246309"/>
                  </a:lnTo>
                  <a:lnTo>
                    <a:pt x="4589276" y="1163009"/>
                  </a:lnTo>
                  <a:lnTo>
                    <a:pt x="4590927" y="1089324"/>
                  </a:lnTo>
                  <a:lnTo>
                    <a:pt x="4592579" y="1032724"/>
                  </a:lnTo>
                  <a:lnTo>
                    <a:pt x="4594230" y="1003367"/>
                  </a:lnTo>
                  <a:lnTo>
                    <a:pt x="4595881" y="991550"/>
                  </a:lnTo>
                  <a:lnTo>
                    <a:pt x="4597533" y="1002340"/>
                  </a:lnTo>
                  <a:lnTo>
                    <a:pt x="4599184" y="1012792"/>
                  </a:lnTo>
                  <a:lnTo>
                    <a:pt x="4600836" y="1017364"/>
                  </a:lnTo>
                  <a:lnTo>
                    <a:pt x="4602487" y="984994"/>
                  </a:lnTo>
                  <a:lnTo>
                    <a:pt x="4604139" y="937129"/>
                  </a:lnTo>
                  <a:lnTo>
                    <a:pt x="4605790" y="876248"/>
                  </a:lnTo>
                  <a:lnTo>
                    <a:pt x="4607441" y="843527"/>
                  </a:lnTo>
                  <a:lnTo>
                    <a:pt x="4609093" y="817967"/>
                  </a:lnTo>
                  <a:lnTo>
                    <a:pt x="4610744" y="778802"/>
                  </a:lnTo>
                  <a:lnTo>
                    <a:pt x="4612396" y="753612"/>
                  </a:lnTo>
                  <a:lnTo>
                    <a:pt x="4614047" y="759941"/>
                  </a:lnTo>
                  <a:lnTo>
                    <a:pt x="4615698" y="763318"/>
                  </a:lnTo>
                  <a:lnTo>
                    <a:pt x="4617350" y="760450"/>
                  </a:lnTo>
                  <a:lnTo>
                    <a:pt x="4619001" y="797361"/>
                  </a:lnTo>
                  <a:lnTo>
                    <a:pt x="4620653" y="837582"/>
                  </a:lnTo>
                  <a:lnTo>
                    <a:pt x="4622304" y="837309"/>
                  </a:lnTo>
                  <a:lnTo>
                    <a:pt x="4623955" y="832841"/>
                  </a:lnTo>
                  <a:lnTo>
                    <a:pt x="4625607" y="849467"/>
                  </a:lnTo>
                  <a:lnTo>
                    <a:pt x="4627258" y="853502"/>
                  </a:lnTo>
                  <a:lnTo>
                    <a:pt x="4628910" y="850901"/>
                  </a:lnTo>
                  <a:lnTo>
                    <a:pt x="4630561" y="823479"/>
                  </a:lnTo>
                  <a:lnTo>
                    <a:pt x="4632213" y="765593"/>
                  </a:lnTo>
                  <a:lnTo>
                    <a:pt x="4633864" y="649879"/>
                  </a:lnTo>
                  <a:lnTo>
                    <a:pt x="4635515" y="546544"/>
                  </a:lnTo>
                  <a:lnTo>
                    <a:pt x="4637167" y="456549"/>
                  </a:lnTo>
                  <a:lnTo>
                    <a:pt x="4638818" y="385586"/>
                  </a:lnTo>
                  <a:lnTo>
                    <a:pt x="4640470" y="327530"/>
                  </a:lnTo>
                  <a:lnTo>
                    <a:pt x="4642121" y="284467"/>
                  </a:lnTo>
                  <a:lnTo>
                    <a:pt x="4643772" y="251086"/>
                  </a:lnTo>
                  <a:lnTo>
                    <a:pt x="4645424" y="230128"/>
                  </a:lnTo>
                  <a:lnTo>
                    <a:pt x="4647075" y="228153"/>
                  </a:lnTo>
                  <a:lnTo>
                    <a:pt x="4648727" y="242037"/>
                  </a:lnTo>
                  <a:lnTo>
                    <a:pt x="4650378" y="261261"/>
                  </a:lnTo>
                  <a:lnTo>
                    <a:pt x="4652030" y="281415"/>
                  </a:lnTo>
                  <a:lnTo>
                    <a:pt x="4653681" y="302019"/>
                  </a:lnTo>
                  <a:lnTo>
                    <a:pt x="4655332" y="309762"/>
                  </a:lnTo>
                  <a:lnTo>
                    <a:pt x="4656984" y="314632"/>
                  </a:lnTo>
                  <a:lnTo>
                    <a:pt x="4658635" y="333644"/>
                  </a:lnTo>
                  <a:lnTo>
                    <a:pt x="4660287" y="371871"/>
                  </a:lnTo>
                  <a:lnTo>
                    <a:pt x="4661938" y="413386"/>
                  </a:lnTo>
                  <a:lnTo>
                    <a:pt x="4663589" y="469295"/>
                  </a:lnTo>
                  <a:lnTo>
                    <a:pt x="4665241" y="531098"/>
                  </a:lnTo>
                  <a:lnTo>
                    <a:pt x="4666892" y="600498"/>
                  </a:lnTo>
                  <a:lnTo>
                    <a:pt x="4668544" y="659892"/>
                  </a:lnTo>
                  <a:lnTo>
                    <a:pt x="4670195" y="749086"/>
                  </a:lnTo>
                  <a:lnTo>
                    <a:pt x="4671846" y="858932"/>
                  </a:lnTo>
                  <a:lnTo>
                    <a:pt x="4673498" y="969628"/>
                  </a:lnTo>
                  <a:lnTo>
                    <a:pt x="4675149" y="1041498"/>
                  </a:lnTo>
                  <a:lnTo>
                    <a:pt x="4676801" y="1073065"/>
                  </a:lnTo>
                  <a:lnTo>
                    <a:pt x="4678452" y="1042691"/>
                  </a:lnTo>
                  <a:lnTo>
                    <a:pt x="4680104" y="985234"/>
                  </a:lnTo>
                  <a:lnTo>
                    <a:pt x="4681755" y="917874"/>
                  </a:lnTo>
                  <a:lnTo>
                    <a:pt x="4683406" y="854959"/>
                  </a:lnTo>
                  <a:lnTo>
                    <a:pt x="4685058" y="832037"/>
                  </a:lnTo>
                  <a:lnTo>
                    <a:pt x="4686709" y="825038"/>
                  </a:lnTo>
                  <a:lnTo>
                    <a:pt x="4688361" y="834187"/>
                  </a:lnTo>
                  <a:lnTo>
                    <a:pt x="4690012" y="871849"/>
                  </a:lnTo>
                  <a:lnTo>
                    <a:pt x="4691663" y="939941"/>
                  </a:lnTo>
                  <a:lnTo>
                    <a:pt x="4693315" y="984755"/>
                  </a:lnTo>
                  <a:lnTo>
                    <a:pt x="4694966" y="1029012"/>
                  </a:lnTo>
                  <a:lnTo>
                    <a:pt x="4696618" y="1048430"/>
                  </a:lnTo>
                  <a:lnTo>
                    <a:pt x="4698269" y="1035617"/>
                  </a:lnTo>
                  <a:lnTo>
                    <a:pt x="4699920" y="1018723"/>
                  </a:lnTo>
                  <a:lnTo>
                    <a:pt x="4701572" y="1031004"/>
                  </a:lnTo>
                  <a:lnTo>
                    <a:pt x="4703223" y="1074073"/>
                  </a:lnTo>
                  <a:lnTo>
                    <a:pt x="4704875" y="1119152"/>
                  </a:lnTo>
                  <a:lnTo>
                    <a:pt x="4706526" y="1145637"/>
                  </a:lnTo>
                  <a:lnTo>
                    <a:pt x="4708178" y="1183652"/>
                  </a:lnTo>
                  <a:lnTo>
                    <a:pt x="4709829" y="1228124"/>
                  </a:lnTo>
                  <a:lnTo>
                    <a:pt x="4711480" y="1228124"/>
                  </a:lnTo>
                  <a:lnTo>
                    <a:pt x="4713132" y="1223917"/>
                  </a:lnTo>
                  <a:lnTo>
                    <a:pt x="4714783" y="1221543"/>
                  </a:lnTo>
                  <a:lnTo>
                    <a:pt x="4716435" y="1202737"/>
                  </a:lnTo>
                  <a:lnTo>
                    <a:pt x="4718086" y="1161126"/>
                  </a:lnTo>
                  <a:lnTo>
                    <a:pt x="4719737" y="1111662"/>
                  </a:lnTo>
                  <a:lnTo>
                    <a:pt x="4721389" y="1057122"/>
                  </a:lnTo>
                  <a:lnTo>
                    <a:pt x="4723040" y="1017364"/>
                  </a:lnTo>
                  <a:lnTo>
                    <a:pt x="4724692" y="1015472"/>
                  </a:lnTo>
                  <a:lnTo>
                    <a:pt x="4726343" y="1031576"/>
                  </a:lnTo>
                  <a:lnTo>
                    <a:pt x="4727994" y="1054297"/>
                  </a:lnTo>
                  <a:lnTo>
                    <a:pt x="4729646" y="1073736"/>
                  </a:lnTo>
                  <a:lnTo>
                    <a:pt x="4731297" y="1087546"/>
                  </a:lnTo>
                  <a:lnTo>
                    <a:pt x="4732949" y="1093280"/>
                  </a:lnTo>
                  <a:lnTo>
                    <a:pt x="4734600" y="1083326"/>
                  </a:lnTo>
                  <a:lnTo>
                    <a:pt x="4736252" y="1075762"/>
                  </a:lnTo>
                  <a:lnTo>
                    <a:pt x="4737903" y="1096928"/>
                  </a:lnTo>
                  <a:lnTo>
                    <a:pt x="4739554" y="1145195"/>
                  </a:lnTo>
                  <a:lnTo>
                    <a:pt x="4741206" y="1165383"/>
                  </a:lnTo>
                  <a:lnTo>
                    <a:pt x="4742857" y="1179089"/>
                  </a:lnTo>
                  <a:lnTo>
                    <a:pt x="4744509" y="1190910"/>
                  </a:lnTo>
                  <a:lnTo>
                    <a:pt x="4746160" y="1224514"/>
                  </a:lnTo>
                  <a:lnTo>
                    <a:pt x="4747811" y="1249575"/>
                  </a:lnTo>
                  <a:lnTo>
                    <a:pt x="4749463" y="1277286"/>
                  </a:lnTo>
                  <a:lnTo>
                    <a:pt x="4751114" y="1325258"/>
                  </a:lnTo>
                  <a:lnTo>
                    <a:pt x="4752766" y="1361920"/>
                  </a:lnTo>
                  <a:lnTo>
                    <a:pt x="4754417" y="1307453"/>
                  </a:lnTo>
                  <a:lnTo>
                    <a:pt x="4756069" y="1252883"/>
                  </a:lnTo>
                  <a:lnTo>
                    <a:pt x="4757720" y="1204392"/>
                  </a:lnTo>
                  <a:lnTo>
                    <a:pt x="4759371" y="1183141"/>
                  </a:lnTo>
                  <a:lnTo>
                    <a:pt x="4761023" y="1173127"/>
                  </a:lnTo>
                  <a:lnTo>
                    <a:pt x="4762674" y="1173127"/>
                  </a:lnTo>
                  <a:lnTo>
                    <a:pt x="4764326" y="1201093"/>
                  </a:lnTo>
                  <a:lnTo>
                    <a:pt x="4765977" y="1248919"/>
                  </a:lnTo>
                  <a:lnTo>
                    <a:pt x="4767628" y="1276556"/>
                  </a:lnTo>
                  <a:lnTo>
                    <a:pt x="4769280" y="1305005"/>
                  </a:lnTo>
                  <a:lnTo>
                    <a:pt x="4770931" y="1251555"/>
                  </a:lnTo>
                  <a:lnTo>
                    <a:pt x="4772583" y="1057122"/>
                  </a:lnTo>
                  <a:lnTo>
                    <a:pt x="4774234" y="864629"/>
                  </a:lnTo>
                  <a:lnTo>
                    <a:pt x="4775885" y="772648"/>
                  </a:lnTo>
                  <a:lnTo>
                    <a:pt x="4777537" y="731177"/>
                  </a:lnTo>
                  <a:lnTo>
                    <a:pt x="4779188" y="714669"/>
                  </a:lnTo>
                  <a:lnTo>
                    <a:pt x="4780840" y="726840"/>
                  </a:lnTo>
                  <a:lnTo>
                    <a:pt x="4782491" y="798772"/>
                  </a:lnTo>
                  <a:lnTo>
                    <a:pt x="4784143" y="868906"/>
                  </a:lnTo>
                  <a:lnTo>
                    <a:pt x="4785794" y="899418"/>
                  </a:lnTo>
                  <a:lnTo>
                    <a:pt x="4787445" y="917318"/>
                  </a:lnTo>
                  <a:lnTo>
                    <a:pt x="4789097" y="947937"/>
                  </a:lnTo>
                  <a:lnTo>
                    <a:pt x="4790748" y="963372"/>
                  </a:lnTo>
                  <a:lnTo>
                    <a:pt x="4792400" y="919551"/>
                  </a:lnTo>
                  <a:lnTo>
                    <a:pt x="4794051" y="840331"/>
                  </a:lnTo>
                  <a:lnTo>
                    <a:pt x="4795702" y="718027"/>
                  </a:lnTo>
                  <a:lnTo>
                    <a:pt x="4797354" y="594046"/>
                  </a:lnTo>
                  <a:lnTo>
                    <a:pt x="4799005" y="504107"/>
                  </a:lnTo>
                  <a:lnTo>
                    <a:pt x="4800657" y="467555"/>
                  </a:lnTo>
                  <a:lnTo>
                    <a:pt x="4802308" y="456006"/>
                  </a:lnTo>
                  <a:lnTo>
                    <a:pt x="4803959" y="471588"/>
                  </a:lnTo>
                  <a:lnTo>
                    <a:pt x="4805611" y="514110"/>
                  </a:lnTo>
                  <a:lnTo>
                    <a:pt x="4807262" y="570008"/>
                  </a:lnTo>
                  <a:lnTo>
                    <a:pt x="4808914" y="612796"/>
                  </a:lnTo>
                  <a:lnTo>
                    <a:pt x="4810565" y="624908"/>
                  </a:lnTo>
                  <a:lnTo>
                    <a:pt x="4812217" y="600056"/>
                  </a:lnTo>
                  <a:lnTo>
                    <a:pt x="4813868" y="573781"/>
                  </a:lnTo>
                  <a:lnTo>
                    <a:pt x="4815519" y="561331"/>
                  </a:lnTo>
                  <a:lnTo>
                    <a:pt x="4817171" y="536031"/>
                  </a:lnTo>
                  <a:lnTo>
                    <a:pt x="4818822" y="535511"/>
                  </a:lnTo>
                  <a:lnTo>
                    <a:pt x="4820474" y="567898"/>
                  </a:lnTo>
                  <a:lnTo>
                    <a:pt x="4822125" y="614543"/>
                  </a:lnTo>
                  <a:lnTo>
                    <a:pt x="4823776" y="643084"/>
                  </a:lnTo>
                  <a:lnTo>
                    <a:pt x="4825428" y="671388"/>
                  </a:lnTo>
                  <a:lnTo>
                    <a:pt x="4827079" y="686929"/>
                  </a:lnTo>
                  <a:lnTo>
                    <a:pt x="4828731" y="688318"/>
                  </a:lnTo>
                  <a:lnTo>
                    <a:pt x="4830382" y="672989"/>
                  </a:lnTo>
                  <a:lnTo>
                    <a:pt x="4832034" y="663598"/>
                  </a:lnTo>
                  <a:lnTo>
                    <a:pt x="4833685" y="667357"/>
                  </a:lnTo>
                  <a:lnTo>
                    <a:pt x="4835336" y="660727"/>
                  </a:lnTo>
                  <a:lnTo>
                    <a:pt x="4836988" y="658714"/>
                  </a:lnTo>
                  <a:lnTo>
                    <a:pt x="4838639" y="667500"/>
                  </a:lnTo>
                  <a:lnTo>
                    <a:pt x="4840291" y="698736"/>
                  </a:lnTo>
                  <a:lnTo>
                    <a:pt x="4841942" y="712964"/>
                  </a:lnTo>
                  <a:lnTo>
                    <a:pt x="4843593" y="697932"/>
                  </a:lnTo>
                  <a:lnTo>
                    <a:pt x="4845245" y="659129"/>
                  </a:lnTo>
                  <a:lnTo>
                    <a:pt x="4846896" y="623212"/>
                  </a:lnTo>
                  <a:lnTo>
                    <a:pt x="4848548" y="601775"/>
                  </a:lnTo>
                  <a:lnTo>
                    <a:pt x="4850199" y="613494"/>
                  </a:lnTo>
                  <a:lnTo>
                    <a:pt x="4851850" y="663950"/>
                  </a:lnTo>
                  <a:lnTo>
                    <a:pt x="4853502" y="748989"/>
                  </a:lnTo>
                  <a:lnTo>
                    <a:pt x="4855153" y="860867"/>
                  </a:lnTo>
                  <a:lnTo>
                    <a:pt x="4856805" y="927133"/>
                  </a:lnTo>
                  <a:lnTo>
                    <a:pt x="4858456" y="908037"/>
                  </a:lnTo>
                  <a:lnTo>
                    <a:pt x="4860108" y="850470"/>
                  </a:lnTo>
                  <a:lnTo>
                    <a:pt x="4861759" y="793867"/>
                  </a:lnTo>
                  <a:lnTo>
                    <a:pt x="4863410" y="757411"/>
                  </a:lnTo>
                  <a:lnTo>
                    <a:pt x="4865062" y="755505"/>
                  </a:lnTo>
                  <a:lnTo>
                    <a:pt x="4866713" y="755805"/>
                  </a:lnTo>
                  <a:lnTo>
                    <a:pt x="4868365" y="730267"/>
                  </a:lnTo>
                  <a:lnTo>
                    <a:pt x="4870016" y="699785"/>
                  </a:lnTo>
                  <a:lnTo>
                    <a:pt x="4871667" y="672188"/>
                  </a:lnTo>
                  <a:lnTo>
                    <a:pt x="4873319" y="640299"/>
                  </a:lnTo>
                  <a:lnTo>
                    <a:pt x="4874970" y="614134"/>
                  </a:lnTo>
                  <a:lnTo>
                    <a:pt x="4876622" y="594370"/>
                  </a:lnTo>
                  <a:lnTo>
                    <a:pt x="4878273" y="569713"/>
                  </a:lnTo>
                  <a:lnTo>
                    <a:pt x="4879924" y="541146"/>
                  </a:lnTo>
                  <a:lnTo>
                    <a:pt x="4881576" y="550220"/>
                  </a:lnTo>
                  <a:lnTo>
                    <a:pt x="4883227" y="584134"/>
                  </a:lnTo>
                  <a:lnTo>
                    <a:pt x="4884879" y="644652"/>
                  </a:lnTo>
                  <a:lnTo>
                    <a:pt x="4886530" y="737540"/>
                  </a:lnTo>
                  <a:lnTo>
                    <a:pt x="4888182" y="888239"/>
                  </a:lnTo>
                  <a:lnTo>
                    <a:pt x="4889833" y="973730"/>
                  </a:lnTo>
                  <a:lnTo>
                    <a:pt x="4891484" y="954258"/>
                  </a:lnTo>
                  <a:lnTo>
                    <a:pt x="4893136" y="877518"/>
                  </a:lnTo>
                  <a:lnTo>
                    <a:pt x="4894787" y="771052"/>
                  </a:lnTo>
                  <a:lnTo>
                    <a:pt x="4896439" y="680993"/>
                  </a:lnTo>
                  <a:lnTo>
                    <a:pt x="4898090" y="609052"/>
                  </a:lnTo>
                  <a:lnTo>
                    <a:pt x="4899741" y="579187"/>
                  </a:lnTo>
                  <a:lnTo>
                    <a:pt x="4901393" y="581597"/>
                  </a:lnTo>
                  <a:lnTo>
                    <a:pt x="4903044" y="612680"/>
                  </a:lnTo>
                  <a:lnTo>
                    <a:pt x="4904696" y="656512"/>
                  </a:lnTo>
                  <a:lnTo>
                    <a:pt x="4906347" y="691197"/>
                  </a:lnTo>
                  <a:lnTo>
                    <a:pt x="4907998" y="673354"/>
                  </a:lnTo>
                  <a:lnTo>
                    <a:pt x="4909650" y="624604"/>
                  </a:lnTo>
                  <a:lnTo>
                    <a:pt x="4911301" y="563437"/>
                  </a:lnTo>
                  <a:lnTo>
                    <a:pt x="4912953" y="508163"/>
                  </a:lnTo>
                  <a:lnTo>
                    <a:pt x="4914604" y="483010"/>
                  </a:lnTo>
                  <a:lnTo>
                    <a:pt x="4916256" y="474380"/>
                  </a:lnTo>
                  <a:lnTo>
                    <a:pt x="4917907" y="487002"/>
                  </a:lnTo>
                  <a:lnTo>
                    <a:pt x="4919558" y="526924"/>
                  </a:lnTo>
                  <a:lnTo>
                    <a:pt x="4921210" y="594316"/>
                  </a:lnTo>
                  <a:lnTo>
                    <a:pt x="4922861" y="641461"/>
                  </a:lnTo>
                  <a:lnTo>
                    <a:pt x="4924513" y="673867"/>
                  </a:lnTo>
                  <a:lnTo>
                    <a:pt x="4926164" y="672625"/>
                  </a:lnTo>
                  <a:lnTo>
                    <a:pt x="4927815" y="643932"/>
                  </a:lnTo>
                  <a:lnTo>
                    <a:pt x="4929467" y="591412"/>
                  </a:lnTo>
                  <a:lnTo>
                    <a:pt x="4931118" y="551136"/>
                  </a:lnTo>
                  <a:lnTo>
                    <a:pt x="4932770" y="528476"/>
                  </a:lnTo>
                  <a:lnTo>
                    <a:pt x="4934421" y="536768"/>
                  </a:lnTo>
                  <a:lnTo>
                    <a:pt x="4936073" y="552700"/>
                  </a:lnTo>
                  <a:lnTo>
                    <a:pt x="4937724" y="599338"/>
                  </a:lnTo>
                  <a:lnTo>
                    <a:pt x="4939375" y="683184"/>
                  </a:lnTo>
                  <a:lnTo>
                    <a:pt x="4941027" y="800903"/>
                  </a:lnTo>
                  <a:lnTo>
                    <a:pt x="4942678" y="886587"/>
                  </a:lnTo>
                  <a:lnTo>
                    <a:pt x="4944330" y="971443"/>
                  </a:lnTo>
                  <a:lnTo>
                    <a:pt x="4945981" y="1010668"/>
                  </a:lnTo>
                  <a:lnTo>
                    <a:pt x="4947632" y="995513"/>
                  </a:lnTo>
                  <a:lnTo>
                    <a:pt x="4949284" y="958342"/>
                  </a:lnTo>
                  <a:lnTo>
                    <a:pt x="4950935" y="913639"/>
                  </a:lnTo>
                  <a:lnTo>
                    <a:pt x="4952587" y="903780"/>
                  </a:lnTo>
                  <a:lnTo>
                    <a:pt x="4954238" y="913639"/>
                  </a:lnTo>
                  <a:lnTo>
                    <a:pt x="4955889" y="913092"/>
                  </a:lnTo>
                  <a:lnTo>
                    <a:pt x="4957541" y="914554"/>
                  </a:lnTo>
                  <a:lnTo>
                    <a:pt x="4959192" y="920299"/>
                  </a:lnTo>
                  <a:lnTo>
                    <a:pt x="4960844" y="907322"/>
                  </a:lnTo>
                  <a:lnTo>
                    <a:pt x="4962495" y="881366"/>
                  </a:lnTo>
                  <a:lnTo>
                    <a:pt x="4964147" y="858636"/>
                  </a:lnTo>
                  <a:lnTo>
                    <a:pt x="4965798" y="841438"/>
                  </a:lnTo>
                  <a:lnTo>
                    <a:pt x="4967449" y="849896"/>
                  </a:lnTo>
                  <a:lnTo>
                    <a:pt x="4969101" y="874354"/>
                  </a:lnTo>
                  <a:lnTo>
                    <a:pt x="4970752" y="886916"/>
                  </a:lnTo>
                  <a:lnTo>
                    <a:pt x="4972404" y="900284"/>
                  </a:lnTo>
                  <a:lnTo>
                    <a:pt x="4974055" y="896835"/>
                  </a:lnTo>
                  <a:lnTo>
                    <a:pt x="4975706" y="871382"/>
                  </a:lnTo>
                  <a:lnTo>
                    <a:pt x="4977358" y="859824"/>
                  </a:lnTo>
                  <a:lnTo>
                    <a:pt x="4979009" y="877518"/>
                  </a:lnTo>
                  <a:lnTo>
                    <a:pt x="4980661" y="898037"/>
                  </a:lnTo>
                  <a:lnTo>
                    <a:pt x="4982312" y="923314"/>
                  </a:lnTo>
                  <a:lnTo>
                    <a:pt x="4983963" y="950237"/>
                  </a:lnTo>
                  <a:lnTo>
                    <a:pt x="4985615" y="899938"/>
                  </a:lnTo>
                  <a:lnTo>
                    <a:pt x="4987266" y="804614"/>
                  </a:lnTo>
                  <a:lnTo>
                    <a:pt x="4988918" y="715097"/>
                  </a:lnTo>
                  <a:lnTo>
                    <a:pt x="4990569" y="661284"/>
                  </a:lnTo>
                  <a:lnTo>
                    <a:pt x="4992221" y="643802"/>
                  </a:lnTo>
                  <a:lnTo>
                    <a:pt x="4993872" y="661774"/>
                  </a:lnTo>
                  <a:lnTo>
                    <a:pt x="4995523" y="688473"/>
                  </a:lnTo>
                  <a:lnTo>
                    <a:pt x="4997175" y="713559"/>
                  </a:lnTo>
                  <a:lnTo>
                    <a:pt x="4998826" y="715012"/>
                  </a:lnTo>
                  <a:lnTo>
                    <a:pt x="5000478" y="695058"/>
                  </a:lnTo>
                  <a:lnTo>
                    <a:pt x="5002129" y="679268"/>
                  </a:lnTo>
                  <a:lnTo>
                    <a:pt x="5003780" y="682048"/>
                  </a:lnTo>
                  <a:lnTo>
                    <a:pt x="5005432" y="691040"/>
                  </a:lnTo>
                  <a:lnTo>
                    <a:pt x="5007083" y="707413"/>
                  </a:lnTo>
                  <a:lnTo>
                    <a:pt x="5008735" y="718374"/>
                  </a:lnTo>
                  <a:lnTo>
                    <a:pt x="5010386" y="706002"/>
                  </a:lnTo>
                  <a:lnTo>
                    <a:pt x="5012038" y="658162"/>
                  </a:lnTo>
                  <a:lnTo>
                    <a:pt x="5013689" y="615186"/>
                  </a:lnTo>
                  <a:lnTo>
                    <a:pt x="5015340" y="572983"/>
                  </a:lnTo>
                  <a:lnTo>
                    <a:pt x="5016992" y="563341"/>
                  </a:lnTo>
                  <a:lnTo>
                    <a:pt x="5018643" y="568289"/>
                  </a:lnTo>
                  <a:lnTo>
                    <a:pt x="5020295" y="605134"/>
                  </a:lnTo>
                  <a:lnTo>
                    <a:pt x="5021946" y="675115"/>
                  </a:lnTo>
                  <a:lnTo>
                    <a:pt x="5023597" y="793982"/>
                  </a:lnTo>
                  <a:lnTo>
                    <a:pt x="5025249" y="902902"/>
                  </a:lnTo>
                  <a:lnTo>
                    <a:pt x="5026900" y="1000807"/>
                  </a:lnTo>
                  <a:lnTo>
                    <a:pt x="5028552" y="1098402"/>
                  </a:lnTo>
                  <a:lnTo>
                    <a:pt x="5030203" y="1190385"/>
                  </a:lnTo>
                  <a:lnTo>
                    <a:pt x="5031854" y="1212257"/>
                  </a:lnTo>
                  <a:lnTo>
                    <a:pt x="5033506" y="1142559"/>
                  </a:lnTo>
                  <a:lnTo>
                    <a:pt x="5035157" y="1087546"/>
                  </a:lnTo>
                  <a:lnTo>
                    <a:pt x="5036809" y="1046604"/>
                  </a:lnTo>
                  <a:lnTo>
                    <a:pt x="5038460" y="1013059"/>
                  </a:lnTo>
                  <a:lnTo>
                    <a:pt x="5040112" y="1034166"/>
                  </a:lnTo>
                  <a:lnTo>
                    <a:pt x="5041763" y="1058388"/>
                  </a:lnTo>
                  <a:lnTo>
                    <a:pt x="5043414" y="1061579"/>
                  </a:lnTo>
                  <a:lnTo>
                    <a:pt x="5045066" y="1069732"/>
                  </a:lnTo>
                  <a:lnTo>
                    <a:pt x="5046717" y="1104381"/>
                  </a:lnTo>
                  <a:lnTo>
                    <a:pt x="5048369" y="1129760"/>
                  </a:lnTo>
                  <a:lnTo>
                    <a:pt x="5050020" y="1165383"/>
                  </a:lnTo>
                  <a:lnTo>
                    <a:pt x="5051671" y="1236120"/>
                  </a:lnTo>
                  <a:lnTo>
                    <a:pt x="5053323" y="1291550"/>
                  </a:lnTo>
                  <a:lnTo>
                    <a:pt x="5054974" y="1307453"/>
                  </a:lnTo>
                  <a:lnTo>
                    <a:pt x="5056626" y="1324382"/>
                  </a:lnTo>
                  <a:lnTo>
                    <a:pt x="5058277" y="1324382"/>
                  </a:lnTo>
                  <a:lnTo>
                    <a:pt x="5059928" y="1307453"/>
                  </a:lnTo>
                  <a:lnTo>
                    <a:pt x="5061580" y="1291550"/>
                  </a:lnTo>
                  <a:lnTo>
                    <a:pt x="5063231" y="1280965"/>
                  </a:lnTo>
                  <a:lnTo>
                    <a:pt x="5064883" y="1239895"/>
                  </a:lnTo>
                  <a:lnTo>
                    <a:pt x="5066534" y="1215701"/>
                  </a:lnTo>
                  <a:lnTo>
                    <a:pt x="5068186" y="1227519"/>
                  </a:lnTo>
                  <a:lnTo>
                    <a:pt x="5069837" y="1252883"/>
                  </a:lnTo>
                  <a:lnTo>
                    <a:pt x="5071488" y="1291550"/>
                  </a:lnTo>
                  <a:lnTo>
                    <a:pt x="5073140" y="1361920"/>
                  </a:lnTo>
                  <a:lnTo>
                    <a:pt x="5074791" y="1430742"/>
                  </a:lnTo>
                  <a:lnTo>
                    <a:pt x="5076443" y="1430742"/>
                  </a:lnTo>
                  <a:lnTo>
                    <a:pt x="5078094" y="1430742"/>
                  </a:lnTo>
                  <a:lnTo>
                    <a:pt x="5079745" y="1401014"/>
                  </a:lnTo>
                  <a:lnTo>
                    <a:pt x="5081397" y="1338759"/>
                  </a:lnTo>
                  <a:lnTo>
                    <a:pt x="5083048" y="1273658"/>
                  </a:lnTo>
                  <a:lnTo>
                    <a:pt x="5084700" y="1246309"/>
                  </a:lnTo>
                  <a:lnTo>
                    <a:pt x="5086351" y="1221543"/>
                  </a:lnTo>
                  <a:lnTo>
                    <a:pt x="5088003" y="1212257"/>
                  </a:lnTo>
                  <a:lnTo>
                    <a:pt x="5089654" y="1201093"/>
                  </a:lnTo>
                  <a:lnTo>
                    <a:pt x="5091305" y="1182122"/>
                  </a:lnTo>
                  <a:lnTo>
                    <a:pt x="5092957" y="1144313"/>
                  </a:lnTo>
                  <a:lnTo>
                    <a:pt x="5094608" y="1111274"/>
                  </a:lnTo>
                  <a:lnTo>
                    <a:pt x="5096260" y="1103626"/>
                  </a:lnTo>
                  <a:lnTo>
                    <a:pt x="5097911" y="1119152"/>
                  </a:lnTo>
                  <a:lnTo>
                    <a:pt x="5099562" y="1160657"/>
                  </a:lnTo>
                  <a:lnTo>
                    <a:pt x="5101214" y="1212828"/>
                  </a:lnTo>
                  <a:lnTo>
                    <a:pt x="5102865" y="1292323"/>
                  </a:lnTo>
                  <a:lnTo>
                    <a:pt x="5104517" y="1343419"/>
                  </a:lnTo>
                  <a:lnTo>
                    <a:pt x="5106168" y="1384012"/>
                  </a:lnTo>
                  <a:lnTo>
                    <a:pt x="5107819" y="1406936"/>
                  </a:lnTo>
                  <a:lnTo>
                    <a:pt x="5109471" y="1430742"/>
                  </a:lnTo>
                  <a:lnTo>
                    <a:pt x="5111122" y="1430742"/>
                  </a:lnTo>
                  <a:lnTo>
                    <a:pt x="5112774" y="1430742"/>
                  </a:lnTo>
                  <a:lnTo>
                    <a:pt x="5114425" y="1430742"/>
                  </a:lnTo>
                  <a:lnTo>
                    <a:pt x="5116077" y="1430742"/>
                  </a:lnTo>
                  <a:lnTo>
                    <a:pt x="5117728" y="1405741"/>
                  </a:lnTo>
                  <a:lnTo>
                    <a:pt x="5119379" y="1382916"/>
                  </a:lnTo>
                  <a:lnTo>
                    <a:pt x="5121031" y="1361920"/>
                  </a:lnTo>
                  <a:lnTo>
                    <a:pt x="5122682" y="1342480"/>
                  </a:lnTo>
                  <a:lnTo>
                    <a:pt x="5124334" y="1324382"/>
                  </a:lnTo>
                  <a:lnTo>
                    <a:pt x="5125985" y="1307453"/>
                  </a:lnTo>
                  <a:lnTo>
                    <a:pt x="5127636" y="1307453"/>
                  </a:lnTo>
                  <a:lnTo>
                    <a:pt x="5129288" y="1324382"/>
                  </a:lnTo>
                  <a:lnTo>
                    <a:pt x="5130939" y="1342480"/>
                  </a:lnTo>
                  <a:lnTo>
                    <a:pt x="5132591" y="1361920"/>
                  </a:lnTo>
                  <a:lnTo>
                    <a:pt x="5134242" y="1405741"/>
                  </a:lnTo>
                  <a:lnTo>
                    <a:pt x="5135893" y="1430742"/>
                  </a:lnTo>
                  <a:lnTo>
                    <a:pt x="5137545" y="1430742"/>
                  </a:lnTo>
                  <a:lnTo>
                    <a:pt x="5139196" y="1430742"/>
                  </a:lnTo>
                  <a:lnTo>
                    <a:pt x="5140848" y="1430742"/>
                  </a:lnTo>
                  <a:lnTo>
                    <a:pt x="5142499" y="1405741"/>
                  </a:lnTo>
                  <a:lnTo>
                    <a:pt x="5144151" y="1382916"/>
                  </a:lnTo>
                  <a:lnTo>
                    <a:pt x="5145802" y="1355935"/>
                  </a:lnTo>
                  <a:lnTo>
                    <a:pt x="5147453" y="1336919"/>
                  </a:lnTo>
                  <a:lnTo>
                    <a:pt x="5149105" y="1336919"/>
                  </a:lnTo>
                  <a:lnTo>
                    <a:pt x="5150756" y="1355935"/>
                  </a:lnTo>
                  <a:lnTo>
                    <a:pt x="5152408" y="1376439"/>
                  </a:lnTo>
                  <a:lnTo>
                    <a:pt x="5154059" y="1382916"/>
                  </a:lnTo>
                  <a:lnTo>
                    <a:pt x="5155710" y="1361920"/>
                  </a:lnTo>
                  <a:lnTo>
                    <a:pt x="5157362" y="1291550"/>
                  </a:lnTo>
                  <a:lnTo>
                    <a:pt x="5159013" y="1236120"/>
                  </a:lnTo>
                  <a:lnTo>
                    <a:pt x="5160665" y="1201093"/>
                  </a:lnTo>
                  <a:lnTo>
                    <a:pt x="5162316" y="1206616"/>
                  </a:lnTo>
                  <a:lnTo>
                    <a:pt x="5163967" y="1218022"/>
                  </a:lnTo>
                  <a:lnTo>
                    <a:pt x="5165619" y="1255560"/>
                  </a:lnTo>
                  <a:lnTo>
                    <a:pt x="5167270" y="1315781"/>
                  </a:lnTo>
                  <a:lnTo>
                    <a:pt x="5168922" y="1342480"/>
                  </a:lnTo>
                  <a:lnTo>
                    <a:pt x="5170573" y="1315781"/>
                  </a:lnTo>
                  <a:lnTo>
                    <a:pt x="5172225" y="1315781"/>
                  </a:lnTo>
                  <a:lnTo>
                    <a:pt x="5173876" y="1333275"/>
                  </a:lnTo>
                  <a:lnTo>
                    <a:pt x="5175527" y="1333275"/>
                  </a:lnTo>
                  <a:lnTo>
                    <a:pt x="5177179" y="1361920"/>
                  </a:lnTo>
                  <a:lnTo>
                    <a:pt x="5178830" y="1405741"/>
                  </a:lnTo>
                  <a:lnTo>
                    <a:pt x="5180482" y="1430742"/>
                  </a:lnTo>
                  <a:lnTo>
                    <a:pt x="5182133" y="1430742"/>
                  </a:lnTo>
                  <a:lnTo>
                    <a:pt x="5183784" y="1421718"/>
                  </a:lnTo>
                  <a:lnTo>
                    <a:pt x="5185436" y="1327903"/>
                  </a:lnTo>
                  <a:lnTo>
                    <a:pt x="5187087" y="1226313"/>
                  </a:lnTo>
                  <a:lnTo>
                    <a:pt x="5188739" y="1162537"/>
                  </a:lnTo>
                  <a:lnTo>
                    <a:pt x="5190390" y="1144313"/>
                  </a:lnTo>
                  <a:lnTo>
                    <a:pt x="5192042" y="1147413"/>
                  </a:lnTo>
                  <a:lnTo>
                    <a:pt x="5193693" y="1190385"/>
                  </a:lnTo>
                  <a:lnTo>
                    <a:pt x="5195344" y="1276556"/>
                  </a:lnTo>
                  <a:lnTo>
                    <a:pt x="5196996" y="1382916"/>
                  </a:lnTo>
                  <a:lnTo>
                    <a:pt x="5198647" y="1430742"/>
                  </a:lnTo>
                  <a:lnTo>
                    <a:pt x="5200299" y="1430742"/>
                  </a:lnTo>
                  <a:lnTo>
                    <a:pt x="5201950" y="1430742"/>
                  </a:lnTo>
                  <a:lnTo>
                    <a:pt x="5203601" y="1430742"/>
                  </a:lnTo>
                  <a:lnTo>
                    <a:pt x="5205253" y="1430742"/>
                  </a:lnTo>
                  <a:lnTo>
                    <a:pt x="5206904" y="1430742"/>
                  </a:lnTo>
                  <a:lnTo>
                    <a:pt x="5208556" y="1430742"/>
                  </a:lnTo>
                  <a:lnTo>
                    <a:pt x="5210207" y="1430742"/>
                  </a:lnTo>
                  <a:lnTo>
                    <a:pt x="5211858" y="1430742"/>
                  </a:lnTo>
                  <a:lnTo>
                    <a:pt x="5213510" y="1430742"/>
                  </a:lnTo>
                  <a:lnTo>
                    <a:pt x="5215161" y="1430742"/>
                  </a:lnTo>
                  <a:lnTo>
                    <a:pt x="5216813" y="1405741"/>
                  </a:lnTo>
                  <a:lnTo>
                    <a:pt x="5218464" y="1361920"/>
                  </a:lnTo>
                  <a:lnTo>
                    <a:pt x="5220116" y="1342480"/>
                  </a:lnTo>
                  <a:lnTo>
                    <a:pt x="5221767" y="1342480"/>
                  </a:lnTo>
                  <a:lnTo>
                    <a:pt x="5223418" y="1342480"/>
                  </a:lnTo>
                  <a:lnTo>
                    <a:pt x="5225070" y="1361920"/>
                  </a:lnTo>
                  <a:lnTo>
                    <a:pt x="5226721" y="1405741"/>
                  </a:lnTo>
                  <a:lnTo>
                    <a:pt x="5228373" y="1430742"/>
                  </a:lnTo>
                  <a:lnTo>
                    <a:pt x="5230024" y="1430742"/>
                  </a:lnTo>
                  <a:lnTo>
                    <a:pt x="5231675" y="1430742"/>
                  </a:lnTo>
                  <a:lnTo>
                    <a:pt x="5233327" y="1430742"/>
                  </a:lnTo>
                  <a:lnTo>
                    <a:pt x="5234978" y="1405741"/>
                  </a:lnTo>
                  <a:lnTo>
                    <a:pt x="5236630" y="1361920"/>
                  </a:lnTo>
                  <a:lnTo>
                    <a:pt x="5238281" y="1342480"/>
                  </a:lnTo>
                  <a:lnTo>
                    <a:pt x="5239932" y="1342480"/>
                  </a:lnTo>
                  <a:lnTo>
                    <a:pt x="5241584" y="1342480"/>
                  </a:lnTo>
                  <a:lnTo>
                    <a:pt x="5243235" y="1361920"/>
                  </a:lnTo>
                  <a:lnTo>
                    <a:pt x="5244887" y="1405741"/>
                  </a:lnTo>
                  <a:lnTo>
                    <a:pt x="5246538" y="1430742"/>
                  </a:lnTo>
                  <a:lnTo>
                    <a:pt x="5248190" y="1430742"/>
                  </a:lnTo>
                  <a:lnTo>
                    <a:pt x="5249841" y="1430742"/>
                  </a:lnTo>
                  <a:lnTo>
                    <a:pt x="5251492" y="1430742"/>
                  </a:lnTo>
                  <a:lnTo>
                    <a:pt x="5253144" y="1430742"/>
                  </a:lnTo>
                  <a:lnTo>
                    <a:pt x="5254795" y="1405741"/>
                  </a:lnTo>
                  <a:lnTo>
                    <a:pt x="5256447" y="1382916"/>
                  </a:lnTo>
                  <a:lnTo>
                    <a:pt x="5258098" y="1342480"/>
                  </a:lnTo>
                  <a:lnTo>
                    <a:pt x="5259749" y="1324382"/>
                  </a:lnTo>
                  <a:lnTo>
                    <a:pt x="5261401" y="1307453"/>
                  </a:lnTo>
                  <a:lnTo>
                    <a:pt x="5263052" y="1324382"/>
                  </a:lnTo>
                  <a:lnTo>
                    <a:pt x="5264704" y="1342480"/>
                  </a:lnTo>
                  <a:lnTo>
                    <a:pt x="5266355" y="1382916"/>
                  </a:lnTo>
                  <a:lnTo>
                    <a:pt x="5268007" y="1405741"/>
                  </a:lnTo>
                  <a:lnTo>
                    <a:pt x="5269658" y="1430742"/>
                  </a:lnTo>
                  <a:lnTo>
                    <a:pt x="5271309" y="1430742"/>
                  </a:lnTo>
                  <a:lnTo>
                    <a:pt x="5272961" y="1430742"/>
                  </a:lnTo>
                  <a:lnTo>
                    <a:pt x="5274612" y="1430742"/>
                  </a:lnTo>
                  <a:lnTo>
                    <a:pt x="5276264" y="1430742"/>
                  </a:lnTo>
                  <a:lnTo>
                    <a:pt x="5277915" y="1430742"/>
                  </a:lnTo>
                  <a:lnTo>
                    <a:pt x="5279566" y="1430742"/>
                  </a:lnTo>
                  <a:lnTo>
                    <a:pt x="5281218" y="1430742"/>
                  </a:lnTo>
                  <a:lnTo>
                    <a:pt x="5282869" y="1430742"/>
                  </a:lnTo>
                  <a:lnTo>
                    <a:pt x="5284521" y="1430742"/>
                  </a:lnTo>
                  <a:lnTo>
                    <a:pt x="5286172" y="1430742"/>
                  </a:lnTo>
                  <a:lnTo>
                    <a:pt x="5287823" y="1430742"/>
                  </a:lnTo>
                  <a:lnTo>
                    <a:pt x="5289475" y="1430742"/>
                  </a:lnTo>
                  <a:lnTo>
                    <a:pt x="5291126" y="1430742"/>
                  </a:lnTo>
                  <a:lnTo>
                    <a:pt x="5292778" y="1382916"/>
                  </a:lnTo>
                  <a:lnTo>
                    <a:pt x="5294429" y="1342480"/>
                  </a:lnTo>
                  <a:lnTo>
                    <a:pt x="5296081" y="1324382"/>
                  </a:lnTo>
                  <a:lnTo>
                    <a:pt x="5297732" y="1324382"/>
                  </a:lnTo>
                  <a:lnTo>
                    <a:pt x="5299383" y="1307453"/>
                  </a:lnTo>
                  <a:lnTo>
                    <a:pt x="5301035" y="1307453"/>
                  </a:lnTo>
                  <a:lnTo>
                    <a:pt x="5302686" y="1324382"/>
                  </a:lnTo>
                  <a:lnTo>
                    <a:pt x="5304338" y="1342480"/>
                  </a:lnTo>
                  <a:lnTo>
                    <a:pt x="5305989" y="1342480"/>
                  </a:lnTo>
                  <a:lnTo>
                    <a:pt x="5307640" y="1361920"/>
                  </a:lnTo>
                  <a:lnTo>
                    <a:pt x="5309292" y="1405741"/>
                  </a:lnTo>
                  <a:lnTo>
                    <a:pt x="5310943" y="1430742"/>
                  </a:lnTo>
                  <a:lnTo>
                    <a:pt x="5312595" y="1430742"/>
                  </a:lnTo>
                  <a:lnTo>
                    <a:pt x="5314246" y="1430742"/>
                  </a:lnTo>
                  <a:lnTo>
                    <a:pt x="5315897" y="1430742"/>
                  </a:lnTo>
                  <a:lnTo>
                    <a:pt x="5317549" y="1405741"/>
                  </a:lnTo>
                  <a:lnTo>
                    <a:pt x="5319200" y="1361920"/>
                  </a:lnTo>
                  <a:lnTo>
                    <a:pt x="5320852" y="1342480"/>
                  </a:lnTo>
                  <a:lnTo>
                    <a:pt x="5322503" y="1324382"/>
                  </a:lnTo>
                  <a:lnTo>
                    <a:pt x="5324155" y="1324382"/>
                  </a:lnTo>
                  <a:lnTo>
                    <a:pt x="5325806" y="1342480"/>
                  </a:lnTo>
                  <a:lnTo>
                    <a:pt x="5327457" y="1382916"/>
                  </a:lnTo>
                  <a:lnTo>
                    <a:pt x="5329109" y="1405741"/>
                  </a:lnTo>
                  <a:lnTo>
                    <a:pt x="5330760" y="1430742"/>
                  </a:lnTo>
                  <a:lnTo>
                    <a:pt x="5332412" y="1430742"/>
                  </a:lnTo>
                  <a:lnTo>
                    <a:pt x="5334063" y="1405741"/>
                  </a:lnTo>
                  <a:lnTo>
                    <a:pt x="5335714" y="1361920"/>
                  </a:lnTo>
                  <a:lnTo>
                    <a:pt x="5337366" y="1324382"/>
                  </a:lnTo>
                  <a:lnTo>
                    <a:pt x="5339017" y="1292323"/>
                  </a:lnTo>
                  <a:lnTo>
                    <a:pt x="5340669" y="1263065"/>
                  </a:lnTo>
                  <a:lnTo>
                    <a:pt x="5342320" y="1263065"/>
                  </a:lnTo>
                  <a:lnTo>
                    <a:pt x="5343971" y="1273658"/>
                  </a:lnTo>
                  <a:lnTo>
                    <a:pt x="5345623" y="1273658"/>
                  </a:lnTo>
                  <a:lnTo>
                    <a:pt x="5347274" y="1287721"/>
                  </a:lnTo>
                  <a:lnTo>
                    <a:pt x="5348926" y="1320046"/>
                  </a:lnTo>
                  <a:lnTo>
                    <a:pt x="5350577" y="1337837"/>
                  </a:lnTo>
                  <a:lnTo>
                    <a:pt x="5352229" y="1361920"/>
                  </a:lnTo>
                  <a:lnTo>
                    <a:pt x="5353880" y="1314936"/>
                  </a:lnTo>
                  <a:lnTo>
                    <a:pt x="5355531" y="1238001"/>
                  </a:lnTo>
                  <a:lnTo>
                    <a:pt x="5357183" y="1095828"/>
                  </a:lnTo>
                  <a:lnTo>
                    <a:pt x="5358834" y="1010404"/>
                  </a:lnTo>
                  <a:lnTo>
                    <a:pt x="5360486" y="982845"/>
                  </a:lnTo>
                  <a:lnTo>
                    <a:pt x="5362137" y="985474"/>
                  </a:lnTo>
                  <a:lnTo>
                    <a:pt x="5363788" y="1017635"/>
                  </a:lnTo>
                  <a:lnTo>
                    <a:pt x="5365440" y="1115183"/>
                  </a:lnTo>
                  <a:lnTo>
                    <a:pt x="5367091" y="1255560"/>
                  </a:lnTo>
                  <a:lnTo>
                    <a:pt x="5368743" y="1342480"/>
                  </a:lnTo>
                  <a:lnTo>
                    <a:pt x="5370394" y="1430742"/>
                  </a:lnTo>
                  <a:lnTo>
                    <a:pt x="5372046" y="1430742"/>
                  </a:lnTo>
                  <a:lnTo>
                    <a:pt x="5373697" y="1430742"/>
                  </a:lnTo>
                  <a:lnTo>
                    <a:pt x="5375348" y="1405741"/>
                  </a:lnTo>
                  <a:lnTo>
                    <a:pt x="5377000" y="1382916"/>
                  </a:lnTo>
                  <a:lnTo>
                    <a:pt x="5378651" y="1342480"/>
                  </a:lnTo>
                  <a:lnTo>
                    <a:pt x="5380303" y="1324382"/>
                  </a:lnTo>
                  <a:lnTo>
                    <a:pt x="5381954" y="1324382"/>
                  </a:lnTo>
                  <a:lnTo>
                    <a:pt x="5383605" y="1342480"/>
                  </a:lnTo>
                  <a:lnTo>
                    <a:pt x="5385257" y="1327903"/>
                  </a:lnTo>
                  <a:lnTo>
                    <a:pt x="5386908" y="1294654"/>
                  </a:lnTo>
                  <a:lnTo>
                    <a:pt x="5388560" y="1265150"/>
                  </a:lnTo>
                  <a:lnTo>
                    <a:pt x="5390211" y="1238630"/>
                  </a:lnTo>
                  <a:lnTo>
                    <a:pt x="5391862" y="1238630"/>
                  </a:lnTo>
                  <a:lnTo>
                    <a:pt x="5393514" y="1262374"/>
                  </a:lnTo>
                  <a:lnTo>
                    <a:pt x="5395165" y="1324382"/>
                  </a:lnTo>
                  <a:lnTo>
                    <a:pt x="5396817" y="1382916"/>
                  </a:lnTo>
                  <a:lnTo>
                    <a:pt x="5398468" y="1430742"/>
                  </a:lnTo>
                  <a:lnTo>
                    <a:pt x="5400120" y="1430742"/>
                  </a:lnTo>
                  <a:lnTo>
                    <a:pt x="5401771" y="1430742"/>
                  </a:lnTo>
                  <a:lnTo>
                    <a:pt x="5403422" y="1430742"/>
                  </a:lnTo>
                  <a:lnTo>
                    <a:pt x="5405074" y="1430742"/>
                  </a:lnTo>
                  <a:lnTo>
                    <a:pt x="5406725" y="1430742"/>
                  </a:lnTo>
                  <a:lnTo>
                    <a:pt x="5408377" y="1430742"/>
                  </a:lnTo>
                  <a:lnTo>
                    <a:pt x="5410028" y="1430742"/>
                  </a:lnTo>
                  <a:lnTo>
                    <a:pt x="5411679" y="1430742"/>
                  </a:lnTo>
                  <a:lnTo>
                    <a:pt x="5413331" y="1430742"/>
                  </a:lnTo>
                  <a:lnTo>
                    <a:pt x="5414982" y="1430742"/>
                  </a:lnTo>
                  <a:lnTo>
                    <a:pt x="5416634" y="1430742"/>
                  </a:lnTo>
                  <a:lnTo>
                    <a:pt x="5418285" y="1430742"/>
                  </a:lnTo>
                  <a:lnTo>
                    <a:pt x="5419936" y="1430742"/>
                  </a:lnTo>
                  <a:lnTo>
                    <a:pt x="5421588" y="1405741"/>
                  </a:lnTo>
                  <a:lnTo>
                    <a:pt x="5423239" y="1361920"/>
                  </a:lnTo>
                  <a:lnTo>
                    <a:pt x="5424891" y="1342480"/>
                  </a:lnTo>
                  <a:lnTo>
                    <a:pt x="5426542" y="1342480"/>
                  </a:lnTo>
                  <a:lnTo>
                    <a:pt x="5428194" y="1342480"/>
                  </a:lnTo>
                  <a:lnTo>
                    <a:pt x="5429845" y="1361920"/>
                  </a:lnTo>
                  <a:lnTo>
                    <a:pt x="5431496" y="1405741"/>
                  </a:lnTo>
                  <a:lnTo>
                    <a:pt x="5433148" y="1430742"/>
                  </a:lnTo>
                  <a:lnTo>
                    <a:pt x="5434799" y="1430742"/>
                  </a:lnTo>
                  <a:lnTo>
                    <a:pt x="5436451" y="1430742"/>
                  </a:lnTo>
                  <a:lnTo>
                    <a:pt x="5438102" y="1430742"/>
                  </a:lnTo>
                  <a:lnTo>
                    <a:pt x="5439753" y="1430742"/>
                  </a:lnTo>
                  <a:lnTo>
                    <a:pt x="5441405" y="1405741"/>
                  </a:lnTo>
                  <a:lnTo>
                    <a:pt x="5443056" y="1382916"/>
                  </a:lnTo>
                  <a:lnTo>
                    <a:pt x="5444708" y="1361920"/>
                  </a:lnTo>
                  <a:lnTo>
                    <a:pt x="5446359" y="1342480"/>
                  </a:lnTo>
                  <a:lnTo>
                    <a:pt x="5448011" y="1324382"/>
                  </a:lnTo>
                  <a:lnTo>
                    <a:pt x="5449662" y="1342480"/>
                  </a:lnTo>
                  <a:lnTo>
                    <a:pt x="5451313" y="1361920"/>
                  </a:lnTo>
                  <a:lnTo>
                    <a:pt x="5452965" y="1382916"/>
                  </a:lnTo>
                  <a:lnTo>
                    <a:pt x="5454616" y="1405741"/>
                  </a:lnTo>
                  <a:lnTo>
                    <a:pt x="5456268" y="1430742"/>
                  </a:lnTo>
                  <a:lnTo>
                    <a:pt x="5457919" y="1430742"/>
                  </a:lnTo>
                  <a:lnTo>
                    <a:pt x="5459570" y="1430742"/>
                  </a:lnTo>
                  <a:lnTo>
                    <a:pt x="5461222" y="1430742"/>
                  </a:lnTo>
                  <a:lnTo>
                    <a:pt x="5462873" y="1430742"/>
                  </a:lnTo>
                  <a:lnTo>
                    <a:pt x="5464525" y="1430742"/>
                  </a:lnTo>
                  <a:lnTo>
                    <a:pt x="5466176" y="1430742"/>
                  </a:lnTo>
                  <a:lnTo>
                    <a:pt x="5467827" y="1430742"/>
                  </a:lnTo>
                  <a:lnTo>
                    <a:pt x="5469479" y="1430742"/>
                  </a:lnTo>
                  <a:lnTo>
                    <a:pt x="5471130" y="1430742"/>
                  </a:lnTo>
                  <a:lnTo>
                    <a:pt x="5472782" y="1430742"/>
                  </a:lnTo>
                  <a:lnTo>
                    <a:pt x="5474433" y="1430742"/>
                  </a:lnTo>
                  <a:lnTo>
                    <a:pt x="5476085" y="1430742"/>
                  </a:lnTo>
                  <a:lnTo>
                    <a:pt x="5477736" y="1430742"/>
                  </a:lnTo>
                  <a:lnTo>
                    <a:pt x="5479387" y="1430742"/>
                  </a:lnTo>
                  <a:lnTo>
                    <a:pt x="5481039" y="1430742"/>
                  </a:lnTo>
                  <a:lnTo>
                    <a:pt x="5482690" y="1405741"/>
                  </a:lnTo>
                  <a:lnTo>
                    <a:pt x="5484342" y="1361920"/>
                  </a:lnTo>
                  <a:lnTo>
                    <a:pt x="5485993" y="1326137"/>
                  </a:lnTo>
                  <a:lnTo>
                    <a:pt x="5487644" y="1323509"/>
                  </a:lnTo>
                  <a:lnTo>
                    <a:pt x="5489296" y="1323509"/>
                  </a:lnTo>
                  <a:lnTo>
                    <a:pt x="5490947" y="1341545"/>
                  </a:lnTo>
                  <a:lnTo>
                    <a:pt x="5492599" y="1381826"/>
                  </a:lnTo>
                  <a:lnTo>
                    <a:pt x="5494250" y="1426837"/>
                  </a:lnTo>
                  <a:lnTo>
                    <a:pt x="5495901" y="1430742"/>
                  </a:lnTo>
                  <a:lnTo>
                    <a:pt x="5497553" y="1430742"/>
                  </a:lnTo>
                  <a:lnTo>
                    <a:pt x="5499204" y="1430742"/>
                  </a:lnTo>
                  <a:lnTo>
                    <a:pt x="5500856" y="1405741"/>
                  </a:lnTo>
                  <a:lnTo>
                    <a:pt x="5502507" y="1342480"/>
                  </a:lnTo>
                  <a:lnTo>
                    <a:pt x="5504159" y="1276556"/>
                  </a:lnTo>
                  <a:lnTo>
                    <a:pt x="5505810" y="1248919"/>
                  </a:lnTo>
                  <a:lnTo>
                    <a:pt x="5507461" y="1236120"/>
                  </a:lnTo>
                  <a:lnTo>
                    <a:pt x="5509113" y="1234253"/>
                  </a:lnTo>
                  <a:lnTo>
                    <a:pt x="5510764" y="1246959"/>
                  </a:lnTo>
                  <a:lnTo>
                    <a:pt x="5512416" y="1289246"/>
                  </a:lnTo>
                  <a:lnTo>
                    <a:pt x="5514067" y="1321772"/>
                  </a:lnTo>
                  <a:lnTo>
                    <a:pt x="5515718" y="1339685"/>
                  </a:lnTo>
                  <a:lnTo>
                    <a:pt x="5517370" y="1361920"/>
                  </a:lnTo>
                  <a:lnTo>
                    <a:pt x="5519021" y="1361920"/>
                  </a:lnTo>
                  <a:lnTo>
                    <a:pt x="5520673" y="1305818"/>
                  </a:lnTo>
                  <a:lnTo>
                    <a:pt x="5522324" y="1229948"/>
                  </a:lnTo>
                  <a:lnTo>
                    <a:pt x="5523975" y="1129760"/>
                  </a:lnTo>
                  <a:lnTo>
                    <a:pt x="5525627" y="1057438"/>
                  </a:lnTo>
                  <a:lnTo>
                    <a:pt x="5527278" y="1011197"/>
                  </a:lnTo>
                  <a:lnTo>
                    <a:pt x="5528930" y="963814"/>
                  </a:lnTo>
                  <a:lnTo>
                    <a:pt x="5530581" y="940143"/>
                  </a:lnTo>
                  <a:lnTo>
                    <a:pt x="5532233" y="943601"/>
                  </a:lnTo>
                  <a:lnTo>
                    <a:pt x="5533884" y="964922"/>
                  </a:lnTo>
                  <a:lnTo>
                    <a:pt x="5535535" y="988130"/>
                  </a:lnTo>
                  <a:lnTo>
                    <a:pt x="5537187" y="1041201"/>
                  </a:lnTo>
                  <a:lnTo>
                    <a:pt x="5538838" y="1108572"/>
                  </a:lnTo>
                  <a:lnTo>
                    <a:pt x="5540490" y="1189860"/>
                  </a:lnTo>
                  <a:lnTo>
                    <a:pt x="5542141" y="1248264"/>
                  </a:lnTo>
                  <a:lnTo>
                    <a:pt x="5543792" y="1323509"/>
                  </a:lnTo>
                  <a:lnTo>
                    <a:pt x="5545444" y="1404551"/>
                  </a:lnTo>
                  <a:lnTo>
                    <a:pt x="5547095" y="1429434"/>
                  </a:lnTo>
                  <a:lnTo>
                    <a:pt x="5548747" y="1430742"/>
                  </a:lnTo>
                  <a:lnTo>
                    <a:pt x="5550398" y="1430742"/>
                  </a:lnTo>
                  <a:lnTo>
                    <a:pt x="5552050" y="1430742"/>
                  </a:lnTo>
                  <a:lnTo>
                    <a:pt x="5553701" y="1430742"/>
                  </a:lnTo>
                  <a:lnTo>
                    <a:pt x="5555352" y="1430742"/>
                  </a:lnTo>
                  <a:lnTo>
                    <a:pt x="5557004" y="1430742"/>
                  </a:lnTo>
                  <a:lnTo>
                    <a:pt x="5558655" y="1430742"/>
                  </a:lnTo>
                  <a:lnTo>
                    <a:pt x="5560307" y="1430742"/>
                  </a:lnTo>
                  <a:lnTo>
                    <a:pt x="5561958" y="1430742"/>
                  </a:lnTo>
                  <a:lnTo>
                    <a:pt x="5563609" y="1430742"/>
                  </a:lnTo>
                  <a:lnTo>
                    <a:pt x="5565261" y="1430742"/>
                  </a:lnTo>
                  <a:lnTo>
                    <a:pt x="5566912" y="1430742"/>
                  </a:lnTo>
                  <a:lnTo>
                    <a:pt x="5568564" y="1430742"/>
                  </a:lnTo>
                  <a:lnTo>
                    <a:pt x="5570215" y="1430742"/>
                  </a:lnTo>
                  <a:lnTo>
                    <a:pt x="5571866" y="1430742"/>
                  </a:lnTo>
                  <a:lnTo>
                    <a:pt x="5573518" y="1405741"/>
                  </a:lnTo>
                  <a:lnTo>
                    <a:pt x="5575169" y="1342480"/>
                  </a:lnTo>
                  <a:lnTo>
                    <a:pt x="5576821" y="1307453"/>
                  </a:lnTo>
                  <a:lnTo>
                    <a:pt x="5578472" y="1292323"/>
                  </a:lnTo>
                  <a:lnTo>
                    <a:pt x="5580124" y="1292323"/>
                  </a:lnTo>
                  <a:lnTo>
                    <a:pt x="5581775" y="1308274"/>
                  </a:lnTo>
                  <a:lnTo>
                    <a:pt x="5583426" y="1362931"/>
                  </a:lnTo>
                  <a:lnTo>
                    <a:pt x="5585078" y="1406936"/>
                  </a:lnTo>
                  <a:lnTo>
                    <a:pt x="5586729" y="1430742"/>
                  </a:lnTo>
                  <a:lnTo>
                    <a:pt x="5588381" y="1430742"/>
                  </a:lnTo>
                  <a:lnTo>
                    <a:pt x="5590032" y="1430742"/>
                  </a:lnTo>
                  <a:lnTo>
                    <a:pt x="5591683" y="1430742"/>
                  </a:lnTo>
                  <a:lnTo>
                    <a:pt x="5593335" y="1430742"/>
                  </a:lnTo>
                  <a:lnTo>
                    <a:pt x="5594986" y="1389558"/>
                  </a:lnTo>
                  <a:lnTo>
                    <a:pt x="5596638" y="1348162"/>
                  </a:lnTo>
                  <a:lnTo>
                    <a:pt x="5598289" y="1329682"/>
                  </a:lnTo>
                  <a:lnTo>
                    <a:pt x="5599940" y="1329682"/>
                  </a:lnTo>
                  <a:lnTo>
                    <a:pt x="5601592" y="1329682"/>
                  </a:lnTo>
                  <a:lnTo>
                    <a:pt x="5603243" y="1361920"/>
                  </a:lnTo>
                  <a:lnTo>
                    <a:pt x="5604895" y="1405741"/>
                  </a:lnTo>
                  <a:lnTo>
                    <a:pt x="5606546" y="1430742"/>
                  </a:lnTo>
                  <a:lnTo>
                    <a:pt x="5608198" y="1430742"/>
                  </a:lnTo>
                  <a:lnTo>
                    <a:pt x="5609849" y="1430742"/>
                  </a:lnTo>
                  <a:lnTo>
                    <a:pt x="5611500" y="1430742"/>
                  </a:lnTo>
                  <a:lnTo>
                    <a:pt x="5613152" y="1430742"/>
                  </a:lnTo>
                  <a:lnTo>
                    <a:pt x="5614803" y="1430742"/>
                  </a:lnTo>
                  <a:lnTo>
                    <a:pt x="5616455" y="1430742"/>
                  </a:lnTo>
                  <a:lnTo>
                    <a:pt x="5618106" y="1430742"/>
                  </a:lnTo>
                  <a:lnTo>
                    <a:pt x="5619757" y="1430742"/>
                  </a:lnTo>
                  <a:lnTo>
                    <a:pt x="5621409" y="1405741"/>
                  </a:lnTo>
                  <a:lnTo>
                    <a:pt x="5623060" y="1382916"/>
                  </a:lnTo>
                  <a:lnTo>
                    <a:pt x="5624712" y="1347207"/>
                  </a:lnTo>
                  <a:lnTo>
                    <a:pt x="5626363" y="1328791"/>
                  </a:lnTo>
                  <a:lnTo>
                    <a:pt x="5628015" y="1311584"/>
                  </a:lnTo>
                  <a:lnTo>
                    <a:pt x="5629666" y="1311584"/>
                  </a:lnTo>
                  <a:lnTo>
                    <a:pt x="5631317" y="1295436"/>
                  </a:lnTo>
                  <a:lnTo>
                    <a:pt x="5632969" y="1307453"/>
                  </a:lnTo>
                  <a:lnTo>
                    <a:pt x="5634620" y="1324382"/>
                  </a:lnTo>
                  <a:lnTo>
                    <a:pt x="5636272" y="1342480"/>
                  </a:lnTo>
                  <a:lnTo>
                    <a:pt x="5637923" y="1342480"/>
                  </a:lnTo>
                  <a:lnTo>
                    <a:pt x="5639574" y="1342480"/>
                  </a:lnTo>
                  <a:lnTo>
                    <a:pt x="5641226" y="1324382"/>
                  </a:lnTo>
                  <a:lnTo>
                    <a:pt x="5642877" y="1276556"/>
                  </a:lnTo>
                  <a:lnTo>
                    <a:pt x="5644529" y="1190385"/>
                  </a:lnTo>
                  <a:lnTo>
                    <a:pt x="5646180" y="1142559"/>
                  </a:lnTo>
                  <a:lnTo>
                    <a:pt x="5647831" y="1117557"/>
                  </a:lnTo>
                  <a:lnTo>
                    <a:pt x="5649483" y="1102123"/>
                  </a:lnTo>
                  <a:lnTo>
                    <a:pt x="5651134" y="1094733"/>
                  </a:lnTo>
                  <a:lnTo>
                    <a:pt x="5652786" y="1141250"/>
                  </a:lnTo>
                  <a:lnTo>
                    <a:pt x="5654437" y="1199458"/>
                  </a:lnTo>
                  <a:lnTo>
                    <a:pt x="5656089" y="1234253"/>
                  </a:lnTo>
                  <a:lnTo>
                    <a:pt x="5657740" y="1234253"/>
                  </a:lnTo>
                  <a:lnTo>
                    <a:pt x="5659391" y="1246959"/>
                  </a:lnTo>
                  <a:lnTo>
                    <a:pt x="5661043" y="1248919"/>
                  </a:lnTo>
                  <a:lnTo>
                    <a:pt x="5662694" y="1248919"/>
                  </a:lnTo>
                  <a:lnTo>
                    <a:pt x="5664346" y="1276556"/>
                  </a:lnTo>
                  <a:lnTo>
                    <a:pt x="5665997" y="1342480"/>
                  </a:lnTo>
                  <a:lnTo>
                    <a:pt x="5667648" y="1405741"/>
                  </a:lnTo>
                  <a:lnTo>
                    <a:pt x="5669300" y="1430742"/>
                  </a:lnTo>
                  <a:lnTo>
                    <a:pt x="5670951" y="1420454"/>
                  </a:lnTo>
                  <a:lnTo>
                    <a:pt x="5672603" y="1353970"/>
                  </a:lnTo>
                  <a:lnTo>
                    <a:pt x="5674254" y="1243724"/>
                  </a:lnTo>
                  <a:lnTo>
                    <a:pt x="5675905" y="1172147"/>
                  </a:lnTo>
                  <a:lnTo>
                    <a:pt x="5677557" y="1135655"/>
                  </a:lnTo>
                  <a:lnTo>
                    <a:pt x="5679208" y="1114397"/>
                  </a:lnTo>
                  <a:lnTo>
                    <a:pt x="5680860" y="1113613"/>
                  </a:lnTo>
                  <a:lnTo>
                    <a:pt x="5682511" y="1156014"/>
                  </a:lnTo>
                  <a:lnTo>
                    <a:pt x="5684163" y="1222728"/>
                  </a:lnTo>
                  <a:lnTo>
                    <a:pt x="5685814" y="1275103"/>
                  </a:lnTo>
                  <a:lnTo>
                    <a:pt x="5687465" y="1322639"/>
                  </a:lnTo>
                  <a:lnTo>
                    <a:pt x="5689117" y="1382916"/>
                  </a:lnTo>
                  <a:lnTo>
                    <a:pt x="5690768" y="1382916"/>
                  </a:lnTo>
                  <a:lnTo>
                    <a:pt x="5692420" y="1342480"/>
                  </a:lnTo>
                  <a:lnTo>
                    <a:pt x="5694071" y="1248919"/>
                  </a:lnTo>
                  <a:lnTo>
                    <a:pt x="5695722" y="1180096"/>
                  </a:lnTo>
                  <a:lnTo>
                    <a:pt x="5697374" y="1134381"/>
                  </a:lnTo>
                  <a:lnTo>
                    <a:pt x="5699025" y="1091474"/>
                  </a:lnTo>
                  <a:lnTo>
                    <a:pt x="5700677" y="1039425"/>
                  </a:lnTo>
                  <a:lnTo>
                    <a:pt x="5702328" y="1031863"/>
                  </a:lnTo>
                  <a:lnTo>
                    <a:pt x="5703979" y="1033300"/>
                  </a:lnTo>
                  <a:lnTo>
                    <a:pt x="5705631" y="1030719"/>
                  </a:lnTo>
                  <a:lnTo>
                    <a:pt x="5707282" y="1051501"/>
                  </a:lnTo>
                  <a:lnTo>
                    <a:pt x="5708934" y="1098771"/>
                  </a:lnTo>
                  <a:lnTo>
                    <a:pt x="5710585" y="1150098"/>
                  </a:lnTo>
                  <a:lnTo>
                    <a:pt x="5712237" y="1207734"/>
                  </a:lnTo>
                  <a:lnTo>
                    <a:pt x="5713888" y="1276556"/>
                  </a:lnTo>
                  <a:lnTo>
                    <a:pt x="5715539" y="1342480"/>
                  </a:lnTo>
                  <a:lnTo>
                    <a:pt x="5717191" y="1405741"/>
                  </a:lnTo>
                  <a:lnTo>
                    <a:pt x="5718842" y="1430742"/>
                  </a:lnTo>
                  <a:lnTo>
                    <a:pt x="5720494" y="1430742"/>
                  </a:lnTo>
                  <a:lnTo>
                    <a:pt x="5722145" y="1405741"/>
                  </a:lnTo>
                  <a:lnTo>
                    <a:pt x="5723796" y="1361920"/>
                  </a:lnTo>
                  <a:lnTo>
                    <a:pt x="5725448" y="1307453"/>
                  </a:lnTo>
                  <a:lnTo>
                    <a:pt x="5727099" y="1248919"/>
                  </a:lnTo>
                  <a:lnTo>
                    <a:pt x="5728751" y="1212257"/>
                  </a:lnTo>
                  <a:lnTo>
                    <a:pt x="5730402" y="1212257"/>
                  </a:lnTo>
                  <a:lnTo>
                    <a:pt x="5732054" y="1223917"/>
                  </a:lnTo>
                  <a:lnTo>
                    <a:pt x="5733705" y="1262374"/>
                  </a:lnTo>
                  <a:lnTo>
                    <a:pt x="5735356" y="1324382"/>
                  </a:lnTo>
                  <a:lnTo>
                    <a:pt x="5737008" y="1382916"/>
                  </a:lnTo>
                  <a:lnTo>
                    <a:pt x="5738659" y="1405741"/>
                  </a:lnTo>
                  <a:lnTo>
                    <a:pt x="5740311" y="1430742"/>
                  </a:lnTo>
                  <a:lnTo>
                    <a:pt x="5741962" y="1430742"/>
                  </a:lnTo>
                  <a:lnTo>
                    <a:pt x="5743613" y="1430742"/>
                  </a:lnTo>
                  <a:lnTo>
                    <a:pt x="5745265" y="1430742"/>
                  </a:lnTo>
                  <a:lnTo>
                    <a:pt x="5746916" y="1430742"/>
                  </a:lnTo>
                  <a:lnTo>
                    <a:pt x="5748568" y="1405741"/>
                  </a:lnTo>
                  <a:lnTo>
                    <a:pt x="5750219" y="1324382"/>
                  </a:lnTo>
                  <a:lnTo>
                    <a:pt x="5751870" y="1276556"/>
                  </a:lnTo>
                  <a:lnTo>
                    <a:pt x="5753522" y="1262374"/>
                  </a:lnTo>
                  <a:lnTo>
                    <a:pt x="5755173" y="1262374"/>
                  </a:lnTo>
                  <a:lnTo>
                    <a:pt x="5756825" y="1276556"/>
                  </a:lnTo>
                  <a:lnTo>
                    <a:pt x="5758476" y="1342480"/>
                  </a:lnTo>
                  <a:lnTo>
                    <a:pt x="5760128" y="1405741"/>
                  </a:lnTo>
                  <a:lnTo>
                    <a:pt x="5761779" y="1430742"/>
                  </a:lnTo>
                  <a:lnTo>
                    <a:pt x="5763430" y="1430742"/>
                  </a:lnTo>
                  <a:lnTo>
                    <a:pt x="5765082" y="1430742"/>
                  </a:lnTo>
                  <a:lnTo>
                    <a:pt x="5766733" y="1430742"/>
                  </a:lnTo>
                  <a:lnTo>
                    <a:pt x="5768385" y="1430742"/>
                  </a:lnTo>
                  <a:lnTo>
                    <a:pt x="5770036" y="1430742"/>
                  </a:lnTo>
                  <a:lnTo>
                    <a:pt x="5771687" y="1430742"/>
                  </a:lnTo>
                  <a:lnTo>
                    <a:pt x="5773339" y="1430742"/>
                  </a:lnTo>
                  <a:lnTo>
                    <a:pt x="5774990" y="1430742"/>
                  </a:lnTo>
                  <a:lnTo>
                    <a:pt x="5776642" y="1430742"/>
                  </a:lnTo>
                  <a:lnTo>
                    <a:pt x="5778293" y="1430742"/>
                  </a:lnTo>
                  <a:lnTo>
                    <a:pt x="5779944" y="1430742"/>
                  </a:lnTo>
                  <a:lnTo>
                    <a:pt x="5781596" y="1430742"/>
                  </a:lnTo>
                  <a:lnTo>
                    <a:pt x="5783247" y="1430742"/>
                  </a:lnTo>
                  <a:lnTo>
                    <a:pt x="5784899" y="1430742"/>
                  </a:lnTo>
                  <a:lnTo>
                    <a:pt x="5786550" y="1430742"/>
                  </a:lnTo>
                  <a:lnTo>
                    <a:pt x="5788202" y="1430742"/>
                  </a:lnTo>
                  <a:lnTo>
                    <a:pt x="5789853" y="1430742"/>
                  </a:lnTo>
                  <a:lnTo>
                    <a:pt x="5791504" y="1430742"/>
                  </a:lnTo>
                  <a:lnTo>
                    <a:pt x="5793156" y="1430742"/>
                  </a:lnTo>
                  <a:lnTo>
                    <a:pt x="5794807" y="1430742"/>
                  </a:lnTo>
                  <a:lnTo>
                    <a:pt x="5796459" y="1430742"/>
                  </a:lnTo>
                  <a:lnTo>
                    <a:pt x="5798110" y="1430742"/>
                  </a:lnTo>
                  <a:lnTo>
                    <a:pt x="5799761" y="1430742"/>
                  </a:lnTo>
                  <a:lnTo>
                    <a:pt x="5801413" y="1430742"/>
                  </a:lnTo>
                  <a:lnTo>
                    <a:pt x="5803064" y="1430742"/>
                  </a:lnTo>
                  <a:lnTo>
                    <a:pt x="5804716" y="1430742"/>
                  </a:lnTo>
                  <a:lnTo>
                    <a:pt x="5806367" y="1430742"/>
                  </a:lnTo>
                  <a:lnTo>
                    <a:pt x="5808019" y="1430742"/>
                  </a:lnTo>
                  <a:lnTo>
                    <a:pt x="5809670" y="1430742"/>
                  </a:lnTo>
                  <a:lnTo>
                    <a:pt x="5811321" y="1430742"/>
                  </a:lnTo>
                  <a:lnTo>
                    <a:pt x="5812973" y="1430742"/>
                  </a:lnTo>
                  <a:lnTo>
                    <a:pt x="5814624" y="1430742"/>
                  </a:lnTo>
                  <a:lnTo>
                    <a:pt x="5816276" y="1430742"/>
                  </a:lnTo>
                  <a:lnTo>
                    <a:pt x="5817927" y="1430742"/>
                  </a:lnTo>
                  <a:lnTo>
                    <a:pt x="5819578" y="1430742"/>
                  </a:lnTo>
                  <a:lnTo>
                    <a:pt x="5821230" y="1430742"/>
                  </a:lnTo>
                  <a:lnTo>
                    <a:pt x="5822881" y="1430742"/>
                  </a:lnTo>
                  <a:lnTo>
                    <a:pt x="5824533" y="1430742"/>
                  </a:lnTo>
                  <a:lnTo>
                    <a:pt x="5826184" y="1430742"/>
                  </a:lnTo>
                  <a:lnTo>
                    <a:pt x="5827835" y="1430742"/>
                  </a:lnTo>
                  <a:lnTo>
                    <a:pt x="5829487" y="1382916"/>
                  </a:lnTo>
                  <a:lnTo>
                    <a:pt x="5831138" y="1324382"/>
                  </a:lnTo>
                  <a:lnTo>
                    <a:pt x="5832790" y="1276556"/>
                  </a:lnTo>
                  <a:lnTo>
                    <a:pt x="5834441" y="1248919"/>
                  </a:lnTo>
                  <a:lnTo>
                    <a:pt x="5836093" y="1236120"/>
                  </a:lnTo>
                  <a:lnTo>
                    <a:pt x="5837744" y="1262374"/>
                  </a:lnTo>
                  <a:lnTo>
                    <a:pt x="5839395" y="1307453"/>
                  </a:lnTo>
                  <a:lnTo>
                    <a:pt x="5841047" y="1361920"/>
                  </a:lnTo>
                  <a:lnTo>
                    <a:pt x="5842698" y="1405741"/>
                  </a:lnTo>
                  <a:lnTo>
                    <a:pt x="5844350" y="1405741"/>
                  </a:lnTo>
                  <a:lnTo>
                    <a:pt x="5846001" y="1361920"/>
                  </a:lnTo>
                  <a:lnTo>
                    <a:pt x="5847652" y="1341545"/>
                  </a:lnTo>
                  <a:lnTo>
                    <a:pt x="5849304" y="1341545"/>
                  </a:lnTo>
                  <a:lnTo>
                    <a:pt x="5850955" y="1323509"/>
                  </a:lnTo>
                  <a:lnTo>
                    <a:pt x="5852607" y="1306634"/>
                  </a:lnTo>
                  <a:lnTo>
                    <a:pt x="5854258" y="1322639"/>
                  </a:lnTo>
                  <a:lnTo>
                    <a:pt x="5855909" y="1341545"/>
                  </a:lnTo>
                  <a:lnTo>
                    <a:pt x="5857561" y="1341545"/>
                  </a:lnTo>
                  <a:lnTo>
                    <a:pt x="5859212" y="1360913"/>
                  </a:lnTo>
                  <a:lnTo>
                    <a:pt x="5860864" y="1404551"/>
                  </a:lnTo>
                  <a:lnTo>
                    <a:pt x="5862515" y="1430742"/>
                  </a:lnTo>
                  <a:lnTo>
                    <a:pt x="5864167" y="1430742"/>
                  </a:lnTo>
                  <a:lnTo>
                    <a:pt x="5865818" y="1405741"/>
                  </a:lnTo>
                  <a:lnTo>
                    <a:pt x="5867469" y="1382916"/>
                  </a:lnTo>
                  <a:lnTo>
                    <a:pt x="5869121" y="1342480"/>
                  </a:lnTo>
                  <a:lnTo>
                    <a:pt x="5870772" y="1291550"/>
                  </a:lnTo>
                  <a:lnTo>
                    <a:pt x="5872424" y="1260311"/>
                  </a:lnTo>
                  <a:lnTo>
                    <a:pt x="5874075" y="1265848"/>
                  </a:lnTo>
                  <a:lnTo>
                    <a:pt x="5875726" y="1280225"/>
                  </a:lnTo>
                  <a:lnTo>
                    <a:pt x="5877378" y="1311584"/>
                  </a:lnTo>
                  <a:lnTo>
                    <a:pt x="5879029" y="1367014"/>
                  </a:lnTo>
                  <a:lnTo>
                    <a:pt x="5880681" y="1415457"/>
                  </a:lnTo>
                  <a:lnTo>
                    <a:pt x="5882332" y="1430742"/>
                  </a:lnTo>
                  <a:lnTo>
                    <a:pt x="5883983" y="1430742"/>
                  </a:lnTo>
                  <a:lnTo>
                    <a:pt x="5885635" y="1430742"/>
                  </a:lnTo>
                  <a:lnTo>
                    <a:pt x="5887286" y="1430742"/>
                  </a:lnTo>
                  <a:lnTo>
                    <a:pt x="5888938" y="1408136"/>
                  </a:lnTo>
                  <a:lnTo>
                    <a:pt x="5890589" y="1385112"/>
                  </a:lnTo>
                  <a:lnTo>
                    <a:pt x="5892241" y="1344361"/>
                  </a:lnTo>
                  <a:lnTo>
                    <a:pt x="5893892" y="1263758"/>
                  </a:lnTo>
                  <a:lnTo>
                    <a:pt x="5895543" y="1134805"/>
                  </a:lnTo>
                  <a:lnTo>
                    <a:pt x="5897195" y="1041796"/>
                  </a:lnTo>
                  <a:lnTo>
                    <a:pt x="5898846" y="998021"/>
                  </a:lnTo>
                  <a:lnTo>
                    <a:pt x="5900498" y="998021"/>
                  </a:lnTo>
                  <a:lnTo>
                    <a:pt x="5902149" y="1024513"/>
                  </a:lnTo>
                  <a:lnTo>
                    <a:pt x="5903800" y="1101748"/>
                  </a:lnTo>
                  <a:lnTo>
                    <a:pt x="5905452" y="1223917"/>
                  </a:lnTo>
                  <a:lnTo>
                    <a:pt x="5907103" y="1307453"/>
                  </a:lnTo>
                  <a:lnTo>
                    <a:pt x="5908755" y="1291550"/>
                  </a:lnTo>
                  <a:lnTo>
                    <a:pt x="5910406" y="1262374"/>
                  </a:lnTo>
                  <a:lnTo>
                    <a:pt x="5912058" y="1248919"/>
                  </a:lnTo>
                  <a:lnTo>
                    <a:pt x="5913709" y="1262374"/>
                  </a:lnTo>
                  <a:lnTo>
                    <a:pt x="5915360" y="1291550"/>
                  </a:lnTo>
                  <a:lnTo>
                    <a:pt x="5917012" y="1307453"/>
                  </a:lnTo>
                  <a:lnTo>
                    <a:pt x="5918663" y="1324382"/>
                  </a:lnTo>
                  <a:lnTo>
                    <a:pt x="5920315" y="1342480"/>
                  </a:lnTo>
                  <a:lnTo>
                    <a:pt x="5921966" y="1342480"/>
                  </a:lnTo>
                  <a:lnTo>
                    <a:pt x="5923617" y="1361920"/>
                  </a:lnTo>
                  <a:lnTo>
                    <a:pt x="5925269" y="1405741"/>
                  </a:lnTo>
                  <a:lnTo>
                    <a:pt x="5926920" y="1430742"/>
                  </a:lnTo>
                  <a:lnTo>
                    <a:pt x="5928572" y="1430742"/>
                  </a:lnTo>
                  <a:lnTo>
                    <a:pt x="5930223" y="1430742"/>
                  </a:lnTo>
                  <a:lnTo>
                    <a:pt x="5931874" y="1430742"/>
                  </a:lnTo>
                  <a:lnTo>
                    <a:pt x="5933526" y="1430742"/>
                  </a:lnTo>
                  <a:lnTo>
                    <a:pt x="5935177" y="1430742"/>
                  </a:lnTo>
                  <a:lnTo>
                    <a:pt x="5936829" y="1430742"/>
                  </a:lnTo>
                  <a:lnTo>
                    <a:pt x="5938480" y="1430742"/>
                  </a:lnTo>
                  <a:lnTo>
                    <a:pt x="5940132" y="1430742"/>
                  </a:lnTo>
                  <a:lnTo>
                    <a:pt x="5941783" y="1430742"/>
                  </a:lnTo>
                  <a:lnTo>
                    <a:pt x="5943434" y="1430742"/>
                  </a:lnTo>
                  <a:lnTo>
                    <a:pt x="5945086" y="1430742"/>
                  </a:lnTo>
                  <a:lnTo>
                    <a:pt x="5946737" y="1430742"/>
                  </a:lnTo>
                  <a:lnTo>
                    <a:pt x="5948389" y="1430742"/>
                  </a:lnTo>
                  <a:lnTo>
                    <a:pt x="5950040" y="1430742"/>
                  </a:lnTo>
                  <a:lnTo>
                    <a:pt x="5951691" y="1430742"/>
                  </a:lnTo>
                  <a:lnTo>
                    <a:pt x="5953343" y="1430742"/>
                  </a:lnTo>
                  <a:lnTo>
                    <a:pt x="5954994" y="1430742"/>
                  </a:lnTo>
                  <a:lnTo>
                    <a:pt x="5956646" y="1430742"/>
                  </a:lnTo>
                  <a:lnTo>
                    <a:pt x="5958297" y="1430742"/>
                  </a:lnTo>
                  <a:lnTo>
                    <a:pt x="5959948" y="1430742"/>
                  </a:lnTo>
                  <a:lnTo>
                    <a:pt x="5961600" y="1430742"/>
                  </a:lnTo>
                  <a:lnTo>
                    <a:pt x="5963251" y="1430742"/>
                  </a:lnTo>
                  <a:lnTo>
                    <a:pt x="5964903" y="1430742"/>
                  </a:lnTo>
                  <a:lnTo>
                    <a:pt x="5966554" y="1430742"/>
                  </a:lnTo>
                  <a:lnTo>
                    <a:pt x="5968206" y="1430742"/>
                  </a:lnTo>
                  <a:lnTo>
                    <a:pt x="5969857" y="1430742"/>
                  </a:lnTo>
                  <a:lnTo>
                    <a:pt x="5971508" y="1430742"/>
                  </a:lnTo>
                  <a:lnTo>
                    <a:pt x="5973160" y="1430742"/>
                  </a:lnTo>
                  <a:lnTo>
                    <a:pt x="5974811" y="1430742"/>
                  </a:lnTo>
                  <a:lnTo>
                    <a:pt x="5976463" y="1430742"/>
                  </a:lnTo>
                  <a:lnTo>
                    <a:pt x="5978114" y="1430742"/>
                  </a:lnTo>
                  <a:lnTo>
                    <a:pt x="5979765" y="1430742"/>
                  </a:lnTo>
                  <a:lnTo>
                    <a:pt x="5981417" y="1430742"/>
                  </a:lnTo>
                  <a:lnTo>
                    <a:pt x="5983068" y="1430742"/>
                  </a:lnTo>
                  <a:lnTo>
                    <a:pt x="5984720" y="1430742"/>
                  </a:lnTo>
                  <a:lnTo>
                    <a:pt x="5986371" y="1430742"/>
                  </a:lnTo>
                  <a:lnTo>
                    <a:pt x="5988023" y="1430742"/>
                  </a:lnTo>
                  <a:lnTo>
                    <a:pt x="5989674" y="1430742"/>
                  </a:lnTo>
                  <a:lnTo>
                    <a:pt x="5991325" y="1382916"/>
                  </a:lnTo>
                  <a:lnTo>
                    <a:pt x="5992977" y="1342480"/>
                  </a:lnTo>
                  <a:lnTo>
                    <a:pt x="5994628" y="1324382"/>
                  </a:lnTo>
                  <a:lnTo>
                    <a:pt x="5996280" y="1324382"/>
                  </a:lnTo>
                  <a:lnTo>
                    <a:pt x="5997931" y="1324382"/>
                  </a:lnTo>
                  <a:lnTo>
                    <a:pt x="5999582" y="1361920"/>
                  </a:lnTo>
                  <a:lnTo>
                    <a:pt x="6001234" y="1382916"/>
                  </a:lnTo>
                  <a:lnTo>
                    <a:pt x="6002885" y="1382916"/>
                  </a:lnTo>
                  <a:lnTo>
                    <a:pt x="6004537" y="1361920"/>
                  </a:lnTo>
                  <a:lnTo>
                    <a:pt x="6006188" y="1342480"/>
                  </a:lnTo>
                  <a:lnTo>
                    <a:pt x="6007839" y="1324382"/>
                  </a:lnTo>
                  <a:lnTo>
                    <a:pt x="6009491" y="1342480"/>
                  </a:lnTo>
                  <a:lnTo>
                    <a:pt x="6011142" y="1361920"/>
                  </a:lnTo>
                  <a:lnTo>
                    <a:pt x="6012794" y="1382916"/>
                  </a:lnTo>
                  <a:lnTo>
                    <a:pt x="6014445" y="1382916"/>
                  </a:lnTo>
                  <a:lnTo>
                    <a:pt x="6016097" y="1382916"/>
                  </a:lnTo>
                  <a:lnTo>
                    <a:pt x="6017748" y="1361920"/>
                  </a:lnTo>
                  <a:lnTo>
                    <a:pt x="6019399" y="1342480"/>
                  </a:lnTo>
                  <a:lnTo>
                    <a:pt x="6021051" y="1342480"/>
                  </a:lnTo>
                  <a:lnTo>
                    <a:pt x="6022702" y="1361920"/>
                  </a:lnTo>
                  <a:lnTo>
                    <a:pt x="6024354" y="1382916"/>
                  </a:lnTo>
                  <a:lnTo>
                    <a:pt x="6026005" y="1405741"/>
                  </a:lnTo>
                  <a:lnTo>
                    <a:pt x="6027656" y="1430742"/>
                  </a:lnTo>
                  <a:lnTo>
                    <a:pt x="6029308" y="1430742"/>
                  </a:lnTo>
                  <a:lnTo>
                    <a:pt x="6030959" y="1430742"/>
                  </a:lnTo>
                  <a:lnTo>
                    <a:pt x="6032611" y="1405741"/>
                  </a:lnTo>
                  <a:lnTo>
                    <a:pt x="6034262" y="1342480"/>
                  </a:lnTo>
                  <a:lnTo>
                    <a:pt x="6035913" y="1291550"/>
                  </a:lnTo>
                  <a:lnTo>
                    <a:pt x="6037565" y="1276556"/>
                  </a:lnTo>
                  <a:lnTo>
                    <a:pt x="6039216" y="1262374"/>
                  </a:lnTo>
                  <a:lnTo>
                    <a:pt x="6040868" y="1276556"/>
                  </a:lnTo>
                  <a:lnTo>
                    <a:pt x="6042519" y="1324382"/>
                  </a:lnTo>
                  <a:lnTo>
                    <a:pt x="6044171" y="1382916"/>
                  </a:lnTo>
                  <a:lnTo>
                    <a:pt x="6045822" y="1382916"/>
                  </a:lnTo>
                  <a:lnTo>
                    <a:pt x="6047473" y="1361920"/>
                  </a:lnTo>
                  <a:lnTo>
                    <a:pt x="6049125" y="1342480"/>
                  </a:lnTo>
                  <a:lnTo>
                    <a:pt x="6050776" y="1342480"/>
                  </a:lnTo>
                  <a:lnTo>
                    <a:pt x="6052428" y="1342480"/>
                  </a:lnTo>
                  <a:lnTo>
                    <a:pt x="6054079" y="1361920"/>
                  </a:lnTo>
                  <a:lnTo>
                    <a:pt x="6055730" y="1405741"/>
                  </a:lnTo>
                  <a:lnTo>
                    <a:pt x="6057382" y="1430742"/>
                  </a:lnTo>
                  <a:lnTo>
                    <a:pt x="6059033" y="1430742"/>
                  </a:lnTo>
                  <a:lnTo>
                    <a:pt x="6060685" y="1430742"/>
                  </a:lnTo>
                  <a:lnTo>
                    <a:pt x="6062336" y="1405741"/>
                  </a:lnTo>
                  <a:lnTo>
                    <a:pt x="6063987" y="1361920"/>
                  </a:lnTo>
                  <a:lnTo>
                    <a:pt x="6065639" y="1342480"/>
                  </a:lnTo>
                  <a:lnTo>
                    <a:pt x="6067290" y="1342480"/>
                  </a:lnTo>
                  <a:lnTo>
                    <a:pt x="6068942" y="1342480"/>
                  </a:lnTo>
                  <a:lnTo>
                    <a:pt x="6070593" y="1361920"/>
                  </a:lnTo>
                  <a:lnTo>
                    <a:pt x="6072245" y="1382916"/>
                  </a:lnTo>
                  <a:lnTo>
                    <a:pt x="6073896" y="1361920"/>
                  </a:lnTo>
                  <a:lnTo>
                    <a:pt x="6075547" y="1324382"/>
                  </a:lnTo>
                  <a:lnTo>
                    <a:pt x="6077199" y="1286204"/>
                  </a:lnTo>
                  <a:lnTo>
                    <a:pt x="6078850" y="1268661"/>
                  </a:lnTo>
                  <a:lnTo>
                    <a:pt x="6080502" y="1229339"/>
                  </a:lnTo>
                  <a:lnTo>
                    <a:pt x="6082153" y="1217440"/>
                  </a:lnTo>
                  <a:lnTo>
                    <a:pt x="6083804" y="1217440"/>
                  </a:lnTo>
                  <a:lnTo>
                    <a:pt x="6085456" y="1233634"/>
                  </a:lnTo>
                  <a:lnTo>
                    <a:pt x="6087107" y="1236120"/>
                  </a:lnTo>
                  <a:lnTo>
                    <a:pt x="6088759" y="1262374"/>
                  </a:lnTo>
                  <a:lnTo>
                    <a:pt x="6090410" y="1286961"/>
                  </a:lnTo>
                  <a:lnTo>
                    <a:pt x="6092062" y="1286961"/>
                  </a:lnTo>
                  <a:lnTo>
                    <a:pt x="6093713" y="1286961"/>
                  </a:lnTo>
                  <a:lnTo>
                    <a:pt x="6095364" y="1286961"/>
                  </a:lnTo>
                  <a:lnTo>
                    <a:pt x="6097016" y="1302580"/>
                  </a:lnTo>
                  <a:lnTo>
                    <a:pt x="6098667" y="1324382"/>
                  </a:lnTo>
                  <a:lnTo>
                    <a:pt x="6100319" y="1342480"/>
                  </a:lnTo>
                  <a:lnTo>
                    <a:pt x="6101970" y="1342480"/>
                  </a:lnTo>
                  <a:lnTo>
                    <a:pt x="6103621" y="1361920"/>
                  </a:lnTo>
                  <a:lnTo>
                    <a:pt x="6105273" y="1364964"/>
                  </a:lnTo>
                  <a:lnTo>
                    <a:pt x="6106924" y="1327019"/>
                  </a:lnTo>
                  <a:lnTo>
                    <a:pt x="6108576" y="1309924"/>
                  </a:lnTo>
                  <a:lnTo>
                    <a:pt x="6110227" y="1293875"/>
                  </a:lnTo>
                  <a:lnTo>
                    <a:pt x="6111878" y="1250893"/>
                  </a:lnTo>
                  <a:lnTo>
                    <a:pt x="6113530" y="1180096"/>
                  </a:lnTo>
                  <a:lnTo>
                    <a:pt x="6115181" y="1140816"/>
                  </a:lnTo>
                  <a:lnTo>
                    <a:pt x="6116833" y="1132271"/>
                  </a:lnTo>
                  <a:lnTo>
                    <a:pt x="6118484" y="1132271"/>
                  </a:lnTo>
                  <a:lnTo>
                    <a:pt x="6120136" y="1140816"/>
                  </a:lnTo>
                  <a:lnTo>
                    <a:pt x="6121787" y="1178086"/>
                  </a:lnTo>
                  <a:lnTo>
                    <a:pt x="6123438" y="1191436"/>
                  </a:lnTo>
                  <a:lnTo>
                    <a:pt x="6125090" y="1181614"/>
                  </a:lnTo>
                  <a:lnTo>
                    <a:pt x="6126741" y="1181614"/>
                  </a:lnTo>
                  <a:lnTo>
                    <a:pt x="6128393" y="1165383"/>
                  </a:lnTo>
                  <a:lnTo>
                    <a:pt x="6130044" y="1146968"/>
                  </a:lnTo>
                  <a:lnTo>
                    <a:pt x="6131695" y="1128929"/>
                  </a:lnTo>
                  <a:lnTo>
                    <a:pt x="6133347" y="1083326"/>
                  </a:lnTo>
                  <a:lnTo>
                    <a:pt x="6134998" y="1036199"/>
                  </a:lnTo>
                  <a:lnTo>
                    <a:pt x="6136650" y="1017364"/>
                  </a:lnTo>
                  <a:lnTo>
                    <a:pt x="6138301" y="1017364"/>
                  </a:lnTo>
                  <a:lnTo>
                    <a:pt x="6139952" y="1052120"/>
                  </a:lnTo>
                  <a:lnTo>
                    <a:pt x="6141604" y="1106658"/>
                  </a:lnTo>
                  <a:lnTo>
                    <a:pt x="6143255" y="1180096"/>
                  </a:lnTo>
                  <a:lnTo>
                    <a:pt x="6144907" y="1236120"/>
                  </a:lnTo>
                  <a:lnTo>
                    <a:pt x="6146558" y="1262374"/>
                  </a:lnTo>
                  <a:lnTo>
                    <a:pt x="6148210" y="1248919"/>
                  </a:lnTo>
                  <a:lnTo>
                    <a:pt x="6149861" y="1276556"/>
                  </a:lnTo>
                  <a:lnTo>
                    <a:pt x="6151512" y="1291550"/>
                  </a:lnTo>
                  <a:lnTo>
                    <a:pt x="6153164" y="1324382"/>
                  </a:lnTo>
                  <a:lnTo>
                    <a:pt x="6154815" y="1361920"/>
                  </a:lnTo>
                  <a:lnTo>
                    <a:pt x="6156467" y="1382916"/>
                  </a:lnTo>
                  <a:lnTo>
                    <a:pt x="6158118" y="1342480"/>
                  </a:lnTo>
                  <a:lnTo>
                    <a:pt x="6159769" y="1324382"/>
                  </a:lnTo>
                  <a:lnTo>
                    <a:pt x="6161421" y="1307453"/>
                  </a:lnTo>
                  <a:lnTo>
                    <a:pt x="6163072" y="1249575"/>
                  </a:lnTo>
                  <a:lnTo>
                    <a:pt x="6164724" y="1201640"/>
                  </a:lnTo>
                  <a:lnTo>
                    <a:pt x="6166375" y="1170683"/>
                  </a:lnTo>
                  <a:lnTo>
                    <a:pt x="6168027" y="1134381"/>
                  </a:lnTo>
                  <a:lnTo>
                    <a:pt x="6169678" y="1126039"/>
                  </a:lnTo>
                  <a:lnTo>
                    <a:pt x="6171329" y="1151452"/>
                  </a:lnTo>
                  <a:lnTo>
                    <a:pt x="6172981" y="1180096"/>
                  </a:lnTo>
                  <a:lnTo>
                    <a:pt x="6174632" y="1190385"/>
                  </a:lnTo>
                  <a:lnTo>
                    <a:pt x="6176284" y="1190385"/>
                  </a:lnTo>
                  <a:lnTo>
                    <a:pt x="6177935" y="1133957"/>
                  </a:lnTo>
                  <a:lnTo>
                    <a:pt x="6179586" y="1067095"/>
                  </a:lnTo>
                  <a:lnTo>
                    <a:pt x="6181238" y="1028445"/>
                  </a:lnTo>
                  <a:lnTo>
                    <a:pt x="6182889" y="1014665"/>
                  </a:lnTo>
                  <a:lnTo>
                    <a:pt x="6184541" y="1025630"/>
                  </a:lnTo>
                  <a:lnTo>
                    <a:pt x="6186192" y="1068081"/>
                  </a:lnTo>
                  <a:lnTo>
                    <a:pt x="6187843" y="1152812"/>
                  </a:lnTo>
                  <a:lnTo>
                    <a:pt x="6189495" y="1206616"/>
                  </a:lnTo>
                  <a:lnTo>
                    <a:pt x="6191146" y="1236120"/>
                  </a:lnTo>
                  <a:lnTo>
                    <a:pt x="6192798" y="1248919"/>
                  </a:lnTo>
                  <a:lnTo>
                    <a:pt x="6194449" y="1262374"/>
                  </a:lnTo>
                  <a:lnTo>
                    <a:pt x="6196101" y="1262374"/>
                  </a:lnTo>
                  <a:lnTo>
                    <a:pt x="6197752" y="1276556"/>
                  </a:lnTo>
                  <a:lnTo>
                    <a:pt x="6199403" y="1307453"/>
                  </a:lnTo>
                  <a:lnTo>
                    <a:pt x="6201055" y="1324382"/>
                  </a:lnTo>
                  <a:lnTo>
                    <a:pt x="6202706" y="1307453"/>
                  </a:lnTo>
                  <a:lnTo>
                    <a:pt x="6204358" y="1288482"/>
                  </a:lnTo>
                  <a:lnTo>
                    <a:pt x="6206009" y="1304194"/>
                  </a:lnTo>
                  <a:lnTo>
                    <a:pt x="6207660" y="1320908"/>
                  </a:lnTo>
                  <a:lnTo>
                    <a:pt x="6209312" y="1338759"/>
                  </a:lnTo>
                  <a:lnTo>
                    <a:pt x="6210963" y="1357915"/>
                  </a:lnTo>
                  <a:lnTo>
                    <a:pt x="6212615" y="1382916"/>
                  </a:lnTo>
                  <a:lnTo>
                    <a:pt x="6214266" y="1405741"/>
                  </a:lnTo>
                  <a:lnTo>
                    <a:pt x="6215917" y="1430742"/>
                  </a:lnTo>
                  <a:lnTo>
                    <a:pt x="6217569" y="1405741"/>
                  </a:lnTo>
                  <a:lnTo>
                    <a:pt x="6219220" y="1342480"/>
                  </a:lnTo>
                  <a:lnTo>
                    <a:pt x="6220872" y="1291550"/>
                  </a:lnTo>
                  <a:lnTo>
                    <a:pt x="6222523" y="1276556"/>
                  </a:lnTo>
                  <a:lnTo>
                    <a:pt x="6224175" y="1248919"/>
                  </a:lnTo>
                  <a:lnTo>
                    <a:pt x="6225826" y="1212257"/>
                  </a:lnTo>
                  <a:lnTo>
                    <a:pt x="6227477" y="1223917"/>
                  </a:lnTo>
                  <a:lnTo>
                    <a:pt x="6229129" y="1236120"/>
                  </a:lnTo>
                  <a:lnTo>
                    <a:pt x="6230780" y="1236120"/>
                  </a:lnTo>
                  <a:lnTo>
                    <a:pt x="6232432" y="1236120"/>
                  </a:lnTo>
                  <a:lnTo>
                    <a:pt x="6234083" y="1276556"/>
                  </a:lnTo>
                  <a:lnTo>
                    <a:pt x="6235734" y="1276556"/>
                  </a:lnTo>
                  <a:lnTo>
                    <a:pt x="6237386" y="1262374"/>
                  </a:lnTo>
                  <a:lnTo>
                    <a:pt x="6239037" y="1247610"/>
                  </a:lnTo>
                  <a:lnTo>
                    <a:pt x="6240689" y="1234874"/>
                  </a:lnTo>
                  <a:lnTo>
                    <a:pt x="6242340" y="1211119"/>
                  </a:lnTo>
                  <a:lnTo>
                    <a:pt x="6243991" y="1211119"/>
                  </a:lnTo>
                  <a:lnTo>
                    <a:pt x="6245643" y="1200002"/>
                  </a:lnTo>
                  <a:lnTo>
                    <a:pt x="6247294" y="1160657"/>
                  </a:lnTo>
                  <a:lnTo>
                    <a:pt x="6248946" y="1148305"/>
                  </a:lnTo>
                  <a:lnTo>
                    <a:pt x="6250597" y="1161126"/>
                  </a:lnTo>
                  <a:lnTo>
                    <a:pt x="6252249" y="1151904"/>
                  </a:lnTo>
                  <a:lnTo>
                    <a:pt x="6253900" y="1151904"/>
                  </a:lnTo>
                  <a:lnTo>
                    <a:pt x="6255551" y="1170683"/>
                  </a:lnTo>
                  <a:lnTo>
                    <a:pt x="6257203" y="1123588"/>
                  </a:lnTo>
                  <a:lnTo>
                    <a:pt x="6258854" y="1000044"/>
                  </a:lnTo>
                  <a:lnTo>
                    <a:pt x="6260506" y="925407"/>
                  </a:lnTo>
                  <a:lnTo>
                    <a:pt x="6262157" y="879916"/>
                  </a:lnTo>
                  <a:lnTo>
                    <a:pt x="6263808" y="833917"/>
                  </a:lnTo>
                  <a:lnTo>
                    <a:pt x="6265460" y="804734"/>
                  </a:lnTo>
                  <a:lnTo>
                    <a:pt x="6267111" y="807401"/>
                  </a:lnTo>
                  <a:lnTo>
                    <a:pt x="6268763" y="820644"/>
                  </a:lnTo>
                  <a:lnTo>
                    <a:pt x="6270414" y="839228"/>
                  </a:lnTo>
                  <a:lnTo>
                    <a:pt x="6272066" y="871382"/>
                  </a:lnTo>
                  <a:lnTo>
                    <a:pt x="6273717" y="919364"/>
                  </a:lnTo>
                  <a:lnTo>
                    <a:pt x="6275368" y="986678"/>
                  </a:lnTo>
                  <a:lnTo>
                    <a:pt x="6277020" y="1050268"/>
                  </a:lnTo>
                  <a:lnTo>
                    <a:pt x="6278671" y="1104759"/>
                  </a:lnTo>
                  <a:lnTo>
                    <a:pt x="6280323" y="1115972"/>
                  </a:lnTo>
                  <a:lnTo>
                    <a:pt x="6281974" y="1123182"/>
                  </a:lnTo>
                  <a:lnTo>
                    <a:pt x="6283625" y="1115183"/>
                  </a:lnTo>
                  <a:lnTo>
                    <a:pt x="6285277" y="1115183"/>
                  </a:lnTo>
                  <a:lnTo>
                    <a:pt x="6286928" y="1123182"/>
                  </a:lnTo>
                  <a:lnTo>
                    <a:pt x="6288580" y="1169227"/>
                  </a:lnTo>
                  <a:lnTo>
                    <a:pt x="6290231" y="1201093"/>
                  </a:lnTo>
                  <a:lnTo>
                    <a:pt x="6291882" y="1223917"/>
                  </a:lnTo>
                  <a:lnTo>
                    <a:pt x="6293534" y="1236120"/>
                  </a:lnTo>
                  <a:lnTo>
                    <a:pt x="6295185" y="1234874"/>
                  </a:lnTo>
                  <a:lnTo>
                    <a:pt x="6296837" y="1247610"/>
                  </a:lnTo>
                  <a:lnTo>
                    <a:pt x="6298488" y="1260997"/>
                  </a:lnTo>
                  <a:lnTo>
                    <a:pt x="6300140" y="1290011"/>
                  </a:lnTo>
                  <a:lnTo>
                    <a:pt x="6301791" y="1305818"/>
                  </a:lnTo>
                  <a:lnTo>
                    <a:pt x="6303442" y="1324382"/>
                  </a:lnTo>
                  <a:lnTo>
                    <a:pt x="6305094" y="1342480"/>
                  </a:lnTo>
                  <a:lnTo>
                    <a:pt x="6306745" y="1382916"/>
                  </a:lnTo>
                  <a:lnTo>
                    <a:pt x="6308397" y="1361920"/>
                  </a:lnTo>
                  <a:lnTo>
                    <a:pt x="6310048" y="1276556"/>
                  </a:lnTo>
                  <a:lnTo>
                    <a:pt x="6311699" y="1179089"/>
                  </a:lnTo>
                  <a:lnTo>
                    <a:pt x="6313351" y="1127687"/>
                  </a:lnTo>
                  <a:lnTo>
                    <a:pt x="6315002" y="1111662"/>
                  </a:lnTo>
                  <a:lnTo>
                    <a:pt x="6316654" y="1115972"/>
                  </a:lnTo>
                  <a:lnTo>
                    <a:pt x="6318305" y="1158790"/>
                  </a:lnTo>
                  <a:lnTo>
                    <a:pt x="6319956" y="1234874"/>
                  </a:lnTo>
                  <a:lnTo>
                    <a:pt x="6321608" y="1300177"/>
                  </a:lnTo>
                  <a:lnTo>
                    <a:pt x="6323259" y="1334181"/>
                  </a:lnTo>
                  <a:lnTo>
                    <a:pt x="6324911" y="1342480"/>
                  </a:lnTo>
                  <a:lnTo>
                    <a:pt x="6326562" y="1313255"/>
                  </a:lnTo>
                  <a:lnTo>
                    <a:pt x="6328214" y="1267251"/>
                  </a:lnTo>
                  <a:lnTo>
                    <a:pt x="6329865" y="1228124"/>
                  </a:lnTo>
                  <a:lnTo>
                    <a:pt x="6331516" y="1194083"/>
                  </a:lnTo>
                  <a:lnTo>
                    <a:pt x="6333168" y="1194083"/>
                  </a:lnTo>
                  <a:lnTo>
                    <a:pt x="6334819" y="1190385"/>
                  </a:lnTo>
                  <a:lnTo>
                    <a:pt x="6336471" y="1170196"/>
                  </a:lnTo>
                  <a:lnTo>
                    <a:pt x="6338122" y="1151452"/>
                  </a:lnTo>
                  <a:lnTo>
                    <a:pt x="6339773" y="1128514"/>
                  </a:lnTo>
                  <a:lnTo>
                    <a:pt x="6341425" y="1058388"/>
                  </a:lnTo>
                  <a:lnTo>
                    <a:pt x="6343076" y="982133"/>
                  </a:lnTo>
                  <a:lnTo>
                    <a:pt x="6344728" y="915472"/>
                  </a:lnTo>
                  <a:lnTo>
                    <a:pt x="6346379" y="890404"/>
                  </a:lnTo>
                  <a:lnTo>
                    <a:pt x="6348031" y="883800"/>
                  </a:lnTo>
                  <a:lnTo>
                    <a:pt x="6349682" y="889403"/>
                  </a:lnTo>
                  <a:lnTo>
                    <a:pt x="6351333" y="909291"/>
                  </a:lnTo>
                  <a:lnTo>
                    <a:pt x="6352985" y="968725"/>
                  </a:lnTo>
                  <a:lnTo>
                    <a:pt x="6354636" y="1023956"/>
                  </a:lnTo>
                  <a:lnTo>
                    <a:pt x="6356288" y="1070395"/>
                  </a:lnTo>
                  <a:lnTo>
                    <a:pt x="6357939" y="1138223"/>
                  </a:lnTo>
                  <a:lnTo>
                    <a:pt x="6359590" y="1258264"/>
                  </a:lnTo>
                  <a:lnTo>
                    <a:pt x="6361242" y="1380739"/>
                  </a:lnTo>
                  <a:lnTo>
                    <a:pt x="6362893" y="1430742"/>
                  </a:lnTo>
                  <a:lnTo>
                    <a:pt x="6364545" y="1430742"/>
                  </a:lnTo>
                  <a:lnTo>
                    <a:pt x="6366196" y="1430742"/>
                  </a:lnTo>
                  <a:lnTo>
                    <a:pt x="6367847" y="1430742"/>
                  </a:lnTo>
                  <a:lnTo>
                    <a:pt x="6369499" y="1430742"/>
                  </a:lnTo>
                  <a:lnTo>
                    <a:pt x="6371150" y="1430742"/>
                  </a:lnTo>
                  <a:lnTo>
                    <a:pt x="6372802" y="1430742"/>
                  </a:lnTo>
                  <a:lnTo>
                    <a:pt x="6374453" y="1430742"/>
                  </a:lnTo>
                  <a:lnTo>
                    <a:pt x="6376105" y="1430742"/>
                  </a:lnTo>
                  <a:lnTo>
                    <a:pt x="6377756" y="1430742"/>
                  </a:lnTo>
                  <a:lnTo>
                    <a:pt x="6379407" y="1430742"/>
                  </a:lnTo>
                  <a:lnTo>
                    <a:pt x="6381059" y="1430742"/>
                  </a:lnTo>
                  <a:lnTo>
                    <a:pt x="6382710" y="1430742"/>
                  </a:lnTo>
                  <a:lnTo>
                    <a:pt x="6384362" y="1401014"/>
                  </a:lnTo>
                  <a:lnTo>
                    <a:pt x="6386013" y="1338759"/>
                  </a:lnTo>
                  <a:lnTo>
                    <a:pt x="6387664" y="1273658"/>
                  </a:lnTo>
                  <a:lnTo>
                    <a:pt x="6389316" y="1246309"/>
                  </a:lnTo>
                  <a:lnTo>
                    <a:pt x="6390967" y="1217440"/>
                  </a:lnTo>
                  <a:lnTo>
                    <a:pt x="6392619" y="1208295"/>
                  </a:lnTo>
                  <a:lnTo>
                    <a:pt x="6394270" y="1244368"/>
                  </a:lnTo>
                  <a:lnTo>
                    <a:pt x="6395921" y="1286204"/>
                  </a:lnTo>
                  <a:lnTo>
                    <a:pt x="6397573" y="1301777"/>
                  </a:lnTo>
                  <a:lnTo>
                    <a:pt x="6399224" y="1324382"/>
                  </a:lnTo>
                  <a:lnTo>
                    <a:pt x="6400876" y="1291550"/>
                  </a:lnTo>
                  <a:lnTo>
                    <a:pt x="6402527" y="1236120"/>
                  </a:lnTo>
                  <a:lnTo>
                    <a:pt x="6404179" y="1236120"/>
                  </a:lnTo>
                  <a:lnTo>
                    <a:pt x="6405830" y="1248919"/>
                  </a:lnTo>
                  <a:lnTo>
                    <a:pt x="6407481" y="1262374"/>
                  </a:lnTo>
                  <a:lnTo>
                    <a:pt x="6409133" y="1324382"/>
                  </a:lnTo>
                  <a:lnTo>
                    <a:pt x="6410784" y="1405741"/>
                  </a:lnTo>
                  <a:lnTo>
                    <a:pt x="6412436" y="1382916"/>
                  </a:lnTo>
                  <a:lnTo>
                    <a:pt x="6414087" y="1324382"/>
                  </a:lnTo>
                  <a:lnTo>
                    <a:pt x="6415738" y="1248919"/>
                  </a:lnTo>
                  <a:lnTo>
                    <a:pt x="6417390" y="1212257"/>
                  </a:lnTo>
                  <a:lnTo>
                    <a:pt x="6419041" y="1170196"/>
                  </a:lnTo>
                  <a:lnTo>
                    <a:pt x="6420693" y="1142122"/>
                  </a:lnTo>
                  <a:lnTo>
                    <a:pt x="6422344" y="1133535"/>
                  </a:lnTo>
                  <a:lnTo>
                    <a:pt x="6423995" y="1160189"/>
                  </a:lnTo>
                  <a:lnTo>
                    <a:pt x="6425647" y="1172147"/>
                  </a:lnTo>
                  <a:lnTo>
                    <a:pt x="6427298" y="1182122"/>
                  </a:lnTo>
                  <a:lnTo>
                    <a:pt x="6428950" y="1203840"/>
                  </a:lnTo>
                  <a:lnTo>
                    <a:pt x="6430601" y="1172637"/>
                  </a:lnTo>
                  <a:lnTo>
                    <a:pt x="6432253" y="1111662"/>
                  </a:lnTo>
                  <a:lnTo>
                    <a:pt x="6433904" y="1053362"/>
                  </a:lnTo>
                  <a:lnTo>
                    <a:pt x="6435555" y="1007775"/>
                  </a:lnTo>
                  <a:lnTo>
                    <a:pt x="6437207" y="951500"/>
                  </a:lnTo>
                  <a:lnTo>
                    <a:pt x="6438858" y="923504"/>
                  </a:lnTo>
                  <a:lnTo>
                    <a:pt x="6440510" y="917503"/>
                  </a:lnTo>
                  <a:lnTo>
                    <a:pt x="6442161" y="942987"/>
                  </a:lnTo>
                  <a:lnTo>
                    <a:pt x="6443812" y="977898"/>
                  </a:lnTo>
                  <a:lnTo>
                    <a:pt x="6445464" y="1005432"/>
                  </a:lnTo>
                  <a:lnTo>
                    <a:pt x="6447115" y="995263"/>
                  </a:lnTo>
                  <a:lnTo>
                    <a:pt x="6448767" y="965144"/>
                  </a:lnTo>
                  <a:lnTo>
                    <a:pt x="6450418" y="926364"/>
                  </a:lnTo>
                  <a:lnTo>
                    <a:pt x="6452070" y="911456"/>
                  </a:lnTo>
                  <a:lnTo>
                    <a:pt x="6453721" y="935734"/>
                  </a:lnTo>
                  <a:lnTo>
                    <a:pt x="6455372" y="991058"/>
                  </a:lnTo>
                  <a:lnTo>
                    <a:pt x="6457024" y="1072395"/>
                  </a:lnTo>
                  <a:lnTo>
                    <a:pt x="6458675" y="1140816"/>
                  </a:lnTo>
                  <a:lnTo>
                    <a:pt x="6460327" y="1132271"/>
                  </a:lnTo>
                  <a:lnTo>
                    <a:pt x="6461978" y="1079173"/>
                  </a:lnTo>
                  <a:lnTo>
                    <a:pt x="6463629" y="1035617"/>
                  </a:lnTo>
                  <a:lnTo>
                    <a:pt x="6465281" y="1018451"/>
                  </a:lnTo>
                  <a:lnTo>
                    <a:pt x="6466932" y="1018451"/>
                  </a:lnTo>
                  <a:lnTo>
                    <a:pt x="6468584" y="1040608"/>
                  </a:lnTo>
                  <a:lnTo>
                    <a:pt x="6470235" y="1065461"/>
                  </a:lnTo>
                  <a:lnTo>
                    <a:pt x="6471886" y="1102873"/>
                  </a:lnTo>
                  <a:lnTo>
                    <a:pt x="6473538" y="1133113"/>
                  </a:lnTo>
                  <a:lnTo>
                    <a:pt x="6475189" y="1141686"/>
                  </a:lnTo>
                  <a:lnTo>
                    <a:pt x="6476841" y="1156014"/>
                  </a:lnTo>
                  <a:lnTo>
                    <a:pt x="6478492" y="1216279"/>
                  </a:lnTo>
                  <a:lnTo>
                    <a:pt x="6480144" y="1262374"/>
                  </a:lnTo>
                  <a:lnTo>
                    <a:pt x="6481795" y="1236120"/>
                  </a:lnTo>
                  <a:lnTo>
                    <a:pt x="6483446" y="1201093"/>
                  </a:lnTo>
                  <a:lnTo>
                    <a:pt x="6485098" y="1167779"/>
                  </a:lnTo>
                  <a:lnTo>
                    <a:pt x="6486749" y="1133113"/>
                  </a:lnTo>
                  <a:lnTo>
                    <a:pt x="6488401" y="1136081"/>
                  </a:lnTo>
                  <a:lnTo>
                    <a:pt x="6490052" y="1172637"/>
                  </a:lnTo>
                  <a:lnTo>
                    <a:pt x="6491703" y="1239262"/>
                  </a:lnTo>
                  <a:lnTo>
                    <a:pt x="6493355" y="1291550"/>
                  </a:lnTo>
                  <a:lnTo>
                    <a:pt x="6495006" y="1324382"/>
                  </a:lnTo>
                  <a:lnTo>
                    <a:pt x="6496658" y="1324382"/>
                  </a:lnTo>
                  <a:lnTo>
                    <a:pt x="6498309" y="1324382"/>
                  </a:lnTo>
                  <a:lnTo>
                    <a:pt x="6499960" y="1324382"/>
                  </a:lnTo>
                  <a:lnTo>
                    <a:pt x="6501612" y="1361920"/>
                  </a:lnTo>
                  <a:lnTo>
                    <a:pt x="6503263" y="1405741"/>
                  </a:lnTo>
                  <a:lnTo>
                    <a:pt x="6504915" y="1405741"/>
                  </a:lnTo>
                  <a:lnTo>
                    <a:pt x="6506566" y="1382916"/>
                  </a:lnTo>
                  <a:lnTo>
                    <a:pt x="6508218" y="1342480"/>
                  </a:lnTo>
                  <a:lnTo>
                    <a:pt x="6509869" y="1324382"/>
                  </a:lnTo>
                  <a:lnTo>
                    <a:pt x="6511520" y="1307453"/>
                  </a:lnTo>
                  <a:lnTo>
                    <a:pt x="6513172" y="1291550"/>
                  </a:lnTo>
                  <a:lnTo>
                    <a:pt x="6514823" y="1262374"/>
                  </a:lnTo>
                  <a:lnTo>
                    <a:pt x="6516475" y="1255560"/>
                  </a:lnTo>
                  <a:lnTo>
                    <a:pt x="6518126" y="1229948"/>
                  </a:lnTo>
                  <a:lnTo>
                    <a:pt x="6519777" y="1206616"/>
                  </a:lnTo>
                  <a:lnTo>
                    <a:pt x="6521429" y="1218022"/>
                  </a:lnTo>
                  <a:lnTo>
                    <a:pt x="6523080" y="1229948"/>
                  </a:lnTo>
                  <a:lnTo>
                    <a:pt x="6524732" y="1190385"/>
                  </a:lnTo>
                  <a:lnTo>
                    <a:pt x="6526383" y="1151452"/>
                  </a:lnTo>
                  <a:lnTo>
                    <a:pt x="6528035" y="1124403"/>
                  </a:lnTo>
                  <a:lnTo>
                    <a:pt x="6529686" y="1085779"/>
                  </a:lnTo>
                  <a:lnTo>
                    <a:pt x="6531337" y="1053673"/>
                  </a:lnTo>
                  <a:lnTo>
                    <a:pt x="6532989" y="1042990"/>
                  </a:lnTo>
                  <a:lnTo>
                    <a:pt x="6534640" y="1042990"/>
                  </a:lnTo>
                  <a:lnTo>
                    <a:pt x="6536292" y="1062544"/>
                  </a:lnTo>
                  <a:lnTo>
                    <a:pt x="6537943" y="1095828"/>
                  </a:lnTo>
                  <a:lnTo>
                    <a:pt x="6539594" y="1151452"/>
                  </a:lnTo>
                  <a:lnTo>
                    <a:pt x="6541246" y="1233016"/>
                  </a:lnTo>
                  <a:lnTo>
                    <a:pt x="6542897" y="1337837"/>
                  </a:lnTo>
                  <a:lnTo>
                    <a:pt x="6544549" y="1399846"/>
                  </a:lnTo>
                  <a:lnTo>
                    <a:pt x="6546200" y="1430742"/>
                  </a:lnTo>
                  <a:lnTo>
                    <a:pt x="6547851" y="1430742"/>
                  </a:lnTo>
                  <a:lnTo>
                    <a:pt x="6549503" y="1405741"/>
                  </a:lnTo>
                  <a:lnTo>
                    <a:pt x="6551154" y="1382916"/>
                  </a:lnTo>
                  <a:lnTo>
                    <a:pt x="6552806" y="1361920"/>
                  </a:lnTo>
                  <a:lnTo>
                    <a:pt x="6554457" y="1307453"/>
                  </a:lnTo>
                  <a:lnTo>
                    <a:pt x="6556109" y="1223917"/>
                  </a:lnTo>
                  <a:lnTo>
                    <a:pt x="6557760" y="1201093"/>
                  </a:lnTo>
                  <a:lnTo>
                    <a:pt x="6559411" y="1190385"/>
                  </a:lnTo>
                  <a:lnTo>
                    <a:pt x="6561063" y="1170196"/>
                  </a:lnTo>
                  <a:lnTo>
                    <a:pt x="6562714" y="1170196"/>
                  </a:lnTo>
                  <a:lnTo>
                    <a:pt x="6564366" y="1201093"/>
                  </a:lnTo>
                  <a:lnTo>
                    <a:pt x="6566017" y="1212257"/>
                  </a:lnTo>
                  <a:lnTo>
                    <a:pt x="6567668" y="1223917"/>
                  </a:lnTo>
                  <a:lnTo>
                    <a:pt x="6569320" y="1248919"/>
                  </a:lnTo>
                  <a:lnTo>
                    <a:pt x="6570971" y="1262374"/>
                  </a:lnTo>
                  <a:lnTo>
                    <a:pt x="6572623" y="1291550"/>
                  </a:lnTo>
                  <a:lnTo>
                    <a:pt x="6574274" y="1320908"/>
                  </a:lnTo>
                  <a:lnTo>
                    <a:pt x="6575925" y="1338759"/>
                  </a:lnTo>
                  <a:lnTo>
                    <a:pt x="6577577" y="1357915"/>
                  </a:lnTo>
                  <a:lnTo>
                    <a:pt x="6579228" y="1401014"/>
                  </a:lnTo>
                  <a:lnTo>
                    <a:pt x="6580880" y="1425548"/>
                  </a:lnTo>
                  <a:lnTo>
                    <a:pt x="6582531" y="1430742"/>
                  </a:lnTo>
                  <a:lnTo>
                    <a:pt x="6584183" y="1405741"/>
                  </a:lnTo>
                  <a:lnTo>
                    <a:pt x="6585834" y="1361920"/>
                  </a:lnTo>
                  <a:lnTo>
                    <a:pt x="6587485" y="1324382"/>
                  </a:lnTo>
                  <a:lnTo>
                    <a:pt x="6589137" y="1276556"/>
                  </a:lnTo>
                  <a:lnTo>
                    <a:pt x="6590788" y="1223917"/>
                  </a:lnTo>
                  <a:lnTo>
                    <a:pt x="6592440" y="1151452"/>
                  </a:lnTo>
                  <a:lnTo>
                    <a:pt x="6594091" y="1109726"/>
                  </a:lnTo>
                  <a:lnTo>
                    <a:pt x="6595742" y="1102123"/>
                  </a:lnTo>
                  <a:lnTo>
                    <a:pt x="6597394" y="1109726"/>
                  </a:lnTo>
                  <a:lnTo>
                    <a:pt x="6599045" y="1133957"/>
                  </a:lnTo>
                  <a:lnTo>
                    <a:pt x="6600697" y="1212257"/>
                  </a:lnTo>
                  <a:lnTo>
                    <a:pt x="6602348" y="1276556"/>
                  </a:lnTo>
                  <a:lnTo>
                    <a:pt x="6603999" y="1291550"/>
                  </a:lnTo>
                  <a:lnTo>
                    <a:pt x="6603999" y="1430742"/>
                  </a:lnTo>
                  <a:lnTo>
                    <a:pt x="6602348" y="1430742"/>
                  </a:lnTo>
                  <a:lnTo>
                    <a:pt x="6600697" y="1430742"/>
                  </a:lnTo>
                  <a:lnTo>
                    <a:pt x="6599045" y="1430742"/>
                  </a:lnTo>
                  <a:lnTo>
                    <a:pt x="6597394" y="1430742"/>
                  </a:lnTo>
                  <a:lnTo>
                    <a:pt x="6595742" y="1430742"/>
                  </a:lnTo>
                  <a:lnTo>
                    <a:pt x="6594091" y="1430742"/>
                  </a:lnTo>
                  <a:lnTo>
                    <a:pt x="6592440" y="1430742"/>
                  </a:lnTo>
                  <a:lnTo>
                    <a:pt x="6590788" y="1430742"/>
                  </a:lnTo>
                  <a:lnTo>
                    <a:pt x="6589137" y="1430742"/>
                  </a:lnTo>
                  <a:lnTo>
                    <a:pt x="6587485" y="1430742"/>
                  </a:lnTo>
                  <a:lnTo>
                    <a:pt x="6585834" y="1430742"/>
                  </a:lnTo>
                  <a:lnTo>
                    <a:pt x="6584183" y="1430742"/>
                  </a:lnTo>
                  <a:lnTo>
                    <a:pt x="6582531" y="1430742"/>
                  </a:lnTo>
                  <a:lnTo>
                    <a:pt x="6580880" y="1430742"/>
                  </a:lnTo>
                  <a:lnTo>
                    <a:pt x="6579228" y="1430742"/>
                  </a:lnTo>
                  <a:lnTo>
                    <a:pt x="6577577" y="1430742"/>
                  </a:lnTo>
                  <a:lnTo>
                    <a:pt x="6575925" y="1430742"/>
                  </a:lnTo>
                  <a:lnTo>
                    <a:pt x="6574274" y="1430742"/>
                  </a:lnTo>
                  <a:lnTo>
                    <a:pt x="6572623" y="1430742"/>
                  </a:lnTo>
                  <a:lnTo>
                    <a:pt x="6570971" y="1430742"/>
                  </a:lnTo>
                  <a:lnTo>
                    <a:pt x="6569320" y="1430742"/>
                  </a:lnTo>
                  <a:lnTo>
                    <a:pt x="6567668" y="1430742"/>
                  </a:lnTo>
                  <a:lnTo>
                    <a:pt x="6566017" y="1430742"/>
                  </a:lnTo>
                  <a:lnTo>
                    <a:pt x="6564366" y="1430742"/>
                  </a:lnTo>
                  <a:lnTo>
                    <a:pt x="6562714" y="1430742"/>
                  </a:lnTo>
                  <a:lnTo>
                    <a:pt x="6561063" y="1430742"/>
                  </a:lnTo>
                  <a:lnTo>
                    <a:pt x="6559411" y="1430742"/>
                  </a:lnTo>
                  <a:lnTo>
                    <a:pt x="6557760" y="1430742"/>
                  </a:lnTo>
                  <a:lnTo>
                    <a:pt x="6556109" y="1430742"/>
                  </a:lnTo>
                  <a:lnTo>
                    <a:pt x="6554457" y="1430742"/>
                  </a:lnTo>
                  <a:lnTo>
                    <a:pt x="6552806" y="1430742"/>
                  </a:lnTo>
                  <a:lnTo>
                    <a:pt x="6551154" y="1430742"/>
                  </a:lnTo>
                  <a:lnTo>
                    <a:pt x="6549503" y="1430742"/>
                  </a:lnTo>
                  <a:lnTo>
                    <a:pt x="6547851" y="1430742"/>
                  </a:lnTo>
                  <a:lnTo>
                    <a:pt x="6546200" y="1430742"/>
                  </a:lnTo>
                  <a:lnTo>
                    <a:pt x="6544549" y="1430742"/>
                  </a:lnTo>
                  <a:lnTo>
                    <a:pt x="6542897" y="1430742"/>
                  </a:lnTo>
                  <a:lnTo>
                    <a:pt x="6541246" y="1430742"/>
                  </a:lnTo>
                  <a:lnTo>
                    <a:pt x="6539594" y="1430742"/>
                  </a:lnTo>
                  <a:lnTo>
                    <a:pt x="6537943" y="1430742"/>
                  </a:lnTo>
                  <a:lnTo>
                    <a:pt x="6536292" y="1430742"/>
                  </a:lnTo>
                  <a:lnTo>
                    <a:pt x="6534640" y="1430742"/>
                  </a:lnTo>
                  <a:lnTo>
                    <a:pt x="6532989" y="1430742"/>
                  </a:lnTo>
                  <a:lnTo>
                    <a:pt x="6531337" y="1430742"/>
                  </a:lnTo>
                  <a:lnTo>
                    <a:pt x="6529686" y="1430742"/>
                  </a:lnTo>
                  <a:lnTo>
                    <a:pt x="6528035" y="1430742"/>
                  </a:lnTo>
                  <a:lnTo>
                    <a:pt x="6526383" y="1430742"/>
                  </a:lnTo>
                  <a:lnTo>
                    <a:pt x="6524732" y="1430742"/>
                  </a:lnTo>
                  <a:lnTo>
                    <a:pt x="6523080" y="1430742"/>
                  </a:lnTo>
                  <a:lnTo>
                    <a:pt x="6521429" y="1430742"/>
                  </a:lnTo>
                  <a:lnTo>
                    <a:pt x="6519777" y="1430742"/>
                  </a:lnTo>
                  <a:lnTo>
                    <a:pt x="6518126" y="1430742"/>
                  </a:lnTo>
                  <a:lnTo>
                    <a:pt x="6516475" y="1430742"/>
                  </a:lnTo>
                  <a:lnTo>
                    <a:pt x="6514823" y="1430742"/>
                  </a:lnTo>
                  <a:lnTo>
                    <a:pt x="6513172" y="1430742"/>
                  </a:lnTo>
                  <a:lnTo>
                    <a:pt x="6511520" y="1430742"/>
                  </a:lnTo>
                  <a:lnTo>
                    <a:pt x="6509869" y="1430742"/>
                  </a:lnTo>
                  <a:lnTo>
                    <a:pt x="6508218" y="1430742"/>
                  </a:lnTo>
                  <a:lnTo>
                    <a:pt x="6506566" y="1430742"/>
                  </a:lnTo>
                  <a:lnTo>
                    <a:pt x="6504915" y="1430742"/>
                  </a:lnTo>
                  <a:lnTo>
                    <a:pt x="6503263" y="1430742"/>
                  </a:lnTo>
                  <a:lnTo>
                    <a:pt x="6501612" y="1430742"/>
                  </a:lnTo>
                  <a:lnTo>
                    <a:pt x="6499960" y="1430742"/>
                  </a:lnTo>
                  <a:lnTo>
                    <a:pt x="6498309" y="1430742"/>
                  </a:lnTo>
                  <a:lnTo>
                    <a:pt x="6496658" y="1430742"/>
                  </a:lnTo>
                  <a:lnTo>
                    <a:pt x="6495006" y="1430742"/>
                  </a:lnTo>
                  <a:lnTo>
                    <a:pt x="6493355" y="1430742"/>
                  </a:lnTo>
                  <a:lnTo>
                    <a:pt x="6491703" y="1430742"/>
                  </a:lnTo>
                  <a:lnTo>
                    <a:pt x="6490052" y="1430742"/>
                  </a:lnTo>
                  <a:lnTo>
                    <a:pt x="6488401" y="1430742"/>
                  </a:lnTo>
                  <a:lnTo>
                    <a:pt x="6486749" y="1430742"/>
                  </a:lnTo>
                  <a:lnTo>
                    <a:pt x="6485098" y="1430742"/>
                  </a:lnTo>
                  <a:lnTo>
                    <a:pt x="6483446" y="1430742"/>
                  </a:lnTo>
                  <a:lnTo>
                    <a:pt x="6481795" y="1430742"/>
                  </a:lnTo>
                  <a:lnTo>
                    <a:pt x="6480144" y="1430742"/>
                  </a:lnTo>
                  <a:lnTo>
                    <a:pt x="6478492" y="1430742"/>
                  </a:lnTo>
                  <a:lnTo>
                    <a:pt x="6476841" y="1430742"/>
                  </a:lnTo>
                  <a:lnTo>
                    <a:pt x="6475189" y="1430742"/>
                  </a:lnTo>
                  <a:lnTo>
                    <a:pt x="6473538" y="1430742"/>
                  </a:lnTo>
                  <a:lnTo>
                    <a:pt x="6471886" y="1430742"/>
                  </a:lnTo>
                  <a:lnTo>
                    <a:pt x="6470235" y="1430742"/>
                  </a:lnTo>
                  <a:lnTo>
                    <a:pt x="6468584" y="1430742"/>
                  </a:lnTo>
                  <a:lnTo>
                    <a:pt x="6466932" y="1430742"/>
                  </a:lnTo>
                  <a:lnTo>
                    <a:pt x="6465281" y="1430742"/>
                  </a:lnTo>
                  <a:lnTo>
                    <a:pt x="6463629" y="1430742"/>
                  </a:lnTo>
                  <a:lnTo>
                    <a:pt x="6461978" y="1430742"/>
                  </a:lnTo>
                  <a:lnTo>
                    <a:pt x="6460327" y="1430742"/>
                  </a:lnTo>
                  <a:lnTo>
                    <a:pt x="6458675" y="1430742"/>
                  </a:lnTo>
                  <a:lnTo>
                    <a:pt x="6457024" y="1430742"/>
                  </a:lnTo>
                  <a:lnTo>
                    <a:pt x="6455372" y="1430742"/>
                  </a:lnTo>
                  <a:lnTo>
                    <a:pt x="6453721" y="1430742"/>
                  </a:lnTo>
                  <a:lnTo>
                    <a:pt x="6452070" y="1430742"/>
                  </a:lnTo>
                  <a:lnTo>
                    <a:pt x="6450418" y="1430742"/>
                  </a:lnTo>
                  <a:lnTo>
                    <a:pt x="6448767" y="1430742"/>
                  </a:lnTo>
                  <a:lnTo>
                    <a:pt x="6447115" y="1430742"/>
                  </a:lnTo>
                  <a:lnTo>
                    <a:pt x="6445464" y="1430742"/>
                  </a:lnTo>
                  <a:lnTo>
                    <a:pt x="6443812" y="1430742"/>
                  </a:lnTo>
                  <a:lnTo>
                    <a:pt x="6442161" y="1430742"/>
                  </a:lnTo>
                  <a:lnTo>
                    <a:pt x="6440510" y="1430742"/>
                  </a:lnTo>
                  <a:lnTo>
                    <a:pt x="6438858" y="1430742"/>
                  </a:lnTo>
                  <a:lnTo>
                    <a:pt x="6437207" y="1430742"/>
                  </a:lnTo>
                  <a:lnTo>
                    <a:pt x="6435555" y="1430742"/>
                  </a:lnTo>
                  <a:lnTo>
                    <a:pt x="6433904" y="1430742"/>
                  </a:lnTo>
                  <a:lnTo>
                    <a:pt x="6432253" y="1430742"/>
                  </a:lnTo>
                  <a:lnTo>
                    <a:pt x="6430601" y="1430742"/>
                  </a:lnTo>
                  <a:lnTo>
                    <a:pt x="6428950" y="1430742"/>
                  </a:lnTo>
                  <a:lnTo>
                    <a:pt x="6427298" y="1430742"/>
                  </a:lnTo>
                  <a:lnTo>
                    <a:pt x="6425647" y="1430742"/>
                  </a:lnTo>
                  <a:lnTo>
                    <a:pt x="6423995" y="1430742"/>
                  </a:lnTo>
                  <a:lnTo>
                    <a:pt x="6422344" y="1430742"/>
                  </a:lnTo>
                  <a:lnTo>
                    <a:pt x="6420693" y="1430742"/>
                  </a:lnTo>
                  <a:lnTo>
                    <a:pt x="6419041" y="1430742"/>
                  </a:lnTo>
                  <a:lnTo>
                    <a:pt x="6417390" y="1430742"/>
                  </a:lnTo>
                  <a:lnTo>
                    <a:pt x="6415738" y="1430742"/>
                  </a:lnTo>
                  <a:lnTo>
                    <a:pt x="6414087" y="1430742"/>
                  </a:lnTo>
                  <a:lnTo>
                    <a:pt x="6412436" y="1430742"/>
                  </a:lnTo>
                  <a:lnTo>
                    <a:pt x="6410784" y="1430742"/>
                  </a:lnTo>
                  <a:lnTo>
                    <a:pt x="6409133" y="1430742"/>
                  </a:lnTo>
                  <a:lnTo>
                    <a:pt x="6407481" y="1430742"/>
                  </a:lnTo>
                  <a:lnTo>
                    <a:pt x="6405830" y="1430742"/>
                  </a:lnTo>
                  <a:lnTo>
                    <a:pt x="6404179" y="1430742"/>
                  </a:lnTo>
                  <a:lnTo>
                    <a:pt x="6402527" y="1430742"/>
                  </a:lnTo>
                  <a:lnTo>
                    <a:pt x="6400876" y="1430742"/>
                  </a:lnTo>
                  <a:lnTo>
                    <a:pt x="6399224" y="1430742"/>
                  </a:lnTo>
                  <a:lnTo>
                    <a:pt x="6397573" y="1430742"/>
                  </a:lnTo>
                  <a:lnTo>
                    <a:pt x="6395921" y="1430742"/>
                  </a:lnTo>
                  <a:lnTo>
                    <a:pt x="6394270" y="1430742"/>
                  </a:lnTo>
                  <a:lnTo>
                    <a:pt x="6392619" y="1430742"/>
                  </a:lnTo>
                  <a:lnTo>
                    <a:pt x="6390967" y="1430742"/>
                  </a:lnTo>
                  <a:lnTo>
                    <a:pt x="6389316" y="1430742"/>
                  </a:lnTo>
                  <a:lnTo>
                    <a:pt x="6387664" y="1430742"/>
                  </a:lnTo>
                  <a:lnTo>
                    <a:pt x="6386013" y="1430742"/>
                  </a:lnTo>
                  <a:lnTo>
                    <a:pt x="6384362" y="1430742"/>
                  </a:lnTo>
                  <a:lnTo>
                    <a:pt x="6382710" y="1430742"/>
                  </a:lnTo>
                  <a:lnTo>
                    <a:pt x="6381059" y="1430742"/>
                  </a:lnTo>
                  <a:lnTo>
                    <a:pt x="6379407" y="1430742"/>
                  </a:lnTo>
                  <a:lnTo>
                    <a:pt x="6377756" y="1430742"/>
                  </a:lnTo>
                  <a:lnTo>
                    <a:pt x="6376105" y="1430742"/>
                  </a:lnTo>
                  <a:lnTo>
                    <a:pt x="6374453" y="1430742"/>
                  </a:lnTo>
                  <a:lnTo>
                    <a:pt x="6372802" y="1430742"/>
                  </a:lnTo>
                  <a:lnTo>
                    <a:pt x="6371150" y="1430742"/>
                  </a:lnTo>
                  <a:lnTo>
                    <a:pt x="6369499" y="1430742"/>
                  </a:lnTo>
                  <a:lnTo>
                    <a:pt x="6367847" y="1430742"/>
                  </a:lnTo>
                  <a:lnTo>
                    <a:pt x="6366196" y="1430742"/>
                  </a:lnTo>
                  <a:lnTo>
                    <a:pt x="6364545" y="1430742"/>
                  </a:lnTo>
                  <a:lnTo>
                    <a:pt x="6362893" y="1430742"/>
                  </a:lnTo>
                  <a:lnTo>
                    <a:pt x="6361242" y="1430742"/>
                  </a:lnTo>
                  <a:lnTo>
                    <a:pt x="6359590" y="1430742"/>
                  </a:lnTo>
                  <a:lnTo>
                    <a:pt x="6357939" y="1430742"/>
                  </a:lnTo>
                  <a:lnTo>
                    <a:pt x="6356288" y="1430742"/>
                  </a:lnTo>
                  <a:lnTo>
                    <a:pt x="6354636" y="1430742"/>
                  </a:lnTo>
                  <a:lnTo>
                    <a:pt x="6352985" y="1430742"/>
                  </a:lnTo>
                  <a:lnTo>
                    <a:pt x="6351333" y="1430742"/>
                  </a:lnTo>
                  <a:lnTo>
                    <a:pt x="6349682" y="1430742"/>
                  </a:lnTo>
                  <a:lnTo>
                    <a:pt x="6348031" y="1430742"/>
                  </a:lnTo>
                  <a:lnTo>
                    <a:pt x="6346379" y="1430742"/>
                  </a:lnTo>
                  <a:lnTo>
                    <a:pt x="6344728" y="1430742"/>
                  </a:lnTo>
                  <a:lnTo>
                    <a:pt x="6343076" y="1430742"/>
                  </a:lnTo>
                  <a:lnTo>
                    <a:pt x="6341425" y="1430742"/>
                  </a:lnTo>
                  <a:lnTo>
                    <a:pt x="6339773" y="1430742"/>
                  </a:lnTo>
                  <a:lnTo>
                    <a:pt x="6338122" y="1430742"/>
                  </a:lnTo>
                  <a:lnTo>
                    <a:pt x="6336471" y="1430742"/>
                  </a:lnTo>
                  <a:lnTo>
                    <a:pt x="6334819" y="1430742"/>
                  </a:lnTo>
                  <a:lnTo>
                    <a:pt x="6333168" y="1430742"/>
                  </a:lnTo>
                  <a:lnTo>
                    <a:pt x="6331516" y="1430742"/>
                  </a:lnTo>
                  <a:lnTo>
                    <a:pt x="6329865" y="1430742"/>
                  </a:lnTo>
                  <a:lnTo>
                    <a:pt x="6328214" y="1430742"/>
                  </a:lnTo>
                  <a:lnTo>
                    <a:pt x="6326562" y="1430742"/>
                  </a:lnTo>
                  <a:lnTo>
                    <a:pt x="6324911" y="1430742"/>
                  </a:lnTo>
                  <a:lnTo>
                    <a:pt x="6323259" y="1430742"/>
                  </a:lnTo>
                  <a:lnTo>
                    <a:pt x="6321608" y="1430742"/>
                  </a:lnTo>
                  <a:lnTo>
                    <a:pt x="6319956" y="1430742"/>
                  </a:lnTo>
                  <a:lnTo>
                    <a:pt x="6318305" y="1430742"/>
                  </a:lnTo>
                  <a:lnTo>
                    <a:pt x="6316654" y="1430742"/>
                  </a:lnTo>
                  <a:lnTo>
                    <a:pt x="6315002" y="1430742"/>
                  </a:lnTo>
                  <a:lnTo>
                    <a:pt x="6313351" y="1430742"/>
                  </a:lnTo>
                  <a:lnTo>
                    <a:pt x="6311699" y="1430742"/>
                  </a:lnTo>
                  <a:lnTo>
                    <a:pt x="6310048" y="1430742"/>
                  </a:lnTo>
                  <a:lnTo>
                    <a:pt x="6308397" y="1430742"/>
                  </a:lnTo>
                  <a:lnTo>
                    <a:pt x="6306745" y="1430742"/>
                  </a:lnTo>
                  <a:lnTo>
                    <a:pt x="6305094" y="1430742"/>
                  </a:lnTo>
                  <a:lnTo>
                    <a:pt x="6303442" y="1430742"/>
                  </a:lnTo>
                  <a:lnTo>
                    <a:pt x="6301791" y="1430742"/>
                  </a:lnTo>
                  <a:lnTo>
                    <a:pt x="6300140" y="1430742"/>
                  </a:lnTo>
                  <a:lnTo>
                    <a:pt x="6298488" y="1430742"/>
                  </a:lnTo>
                  <a:lnTo>
                    <a:pt x="6296837" y="1430742"/>
                  </a:lnTo>
                  <a:lnTo>
                    <a:pt x="6295185" y="1430742"/>
                  </a:lnTo>
                  <a:lnTo>
                    <a:pt x="6293534" y="1430742"/>
                  </a:lnTo>
                  <a:lnTo>
                    <a:pt x="6291882" y="1430742"/>
                  </a:lnTo>
                  <a:lnTo>
                    <a:pt x="6290231" y="1430742"/>
                  </a:lnTo>
                  <a:lnTo>
                    <a:pt x="6288580" y="1430742"/>
                  </a:lnTo>
                  <a:lnTo>
                    <a:pt x="6286928" y="1430742"/>
                  </a:lnTo>
                  <a:lnTo>
                    <a:pt x="6285277" y="1430742"/>
                  </a:lnTo>
                  <a:lnTo>
                    <a:pt x="6283625" y="1430742"/>
                  </a:lnTo>
                  <a:lnTo>
                    <a:pt x="6281974" y="1430742"/>
                  </a:lnTo>
                  <a:lnTo>
                    <a:pt x="6280323" y="1430742"/>
                  </a:lnTo>
                  <a:lnTo>
                    <a:pt x="6278671" y="1430742"/>
                  </a:lnTo>
                  <a:lnTo>
                    <a:pt x="6277020" y="1430742"/>
                  </a:lnTo>
                  <a:lnTo>
                    <a:pt x="6275368" y="1430742"/>
                  </a:lnTo>
                  <a:lnTo>
                    <a:pt x="6273717" y="1430742"/>
                  </a:lnTo>
                  <a:lnTo>
                    <a:pt x="6272066" y="1430742"/>
                  </a:lnTo>
                  <a:lnTo>
                    <a:pt x="6270414" y="1430742"/>
                  </a:lnTo>
                  <a:lnTo>
                    <a:pt x="6268763" y="1430742"/>
                  </a:lnTo>
                  <a:lnTo>
                    <a:pt x="6267111" y="1430742"/>
                  </a:lnTo>
                  <a:lnTo>
                    <a:pt x="6265460" y="1430742"/>
                  </a:lnTo>
                  <a:lnTo>
                    <a:pt x="6263808" y="1430742"/>
                  </a:lnTo>
                  <a:lnTo>
                    <a:pt x="6262157" y="1430742"/>
                  </a:lnTo>
                  <a:lnTo>
                    <a:pt x="6260506" y="1430742"/>
                  </a:lnTo>
                  <a:lnTo>
                    <a:pt x="6258854" y="1430742"/>
                  </a:lnTo>
                  <a:lnTo>
                    <a:pt x="6257203" y="1430742"/>
                  </a:lnTo>
                  <a:lnTo>
                    <a:pt x="6255551" y="1430742"/>
                  </a:lnTo>
                  <a:lnTo>
                    <a:pt x="6253900" y="1430742"/>
                  </a:lnTo>
                  <a:lnTo>
                    <a:pt x="6252249" y="1430742"/>
                  </a:lnTo>
                  <a:lnTo>
                    <a:pt x="6250597" y="1430742"/>
                  </a:lnTo>
                  <a:lnTo>
                    <a:pt x="6248946" y="1430742"/>
                  </a:lnTo>
                  <a:lnTo>
                    <a:pt x="6247294" y="1430742"/>
                  </a:lnTo>
                  <a:lnTo>
                    <a:pt x="6245643" y="1430742"/>
                  </a:lnTo>
                  <a:lnTo>
                    <a:pt x="6243991" y="1430742"/>
                  </a:lnTo>
                  <a:lnTo>
                    <a:pt x="6242340" y="1430742"/>
                  </a:lnTo>
                  <a:lnTo>
                    <a:pt x="6240689" y="1430742"/>
                  </a:lnTo>
                  <a:lnTo>
                    <a:pt x="6239037" y="1430742"/>
                  </a:lnTo>
                  <a:lnTo>
                    <a:pt x="6237386" y="1430742"/>
                  </a:lnTo>
                  <a:lnTo>
                    <a:pt x="6235734" y="1430742"/>
                  </a:lnTo>
                  <a:lnTo>
                    <a:pt x="6234083" y="1430742"/>
                  </a:lnTo>
                  <a:lnTo>
                    <a:pt x="6232432" y="1430742"/>
                  </a:lnTo>
                  <a:lnTo>
                    <a:pt x="6230780" y="1430742"/>
                  </a:lnTo>
                  <a:lnTo>
                    <a:pt x="6229129" y="1430742"/>
                  </a:lnTo>
                  <a:lnTo>
                    <a:pt x="6227477" y="1430742"/>
                  </a:lnTo>
                  <a:lnTo>
                    <a:pt x="6225826" y="1430742"/>
                  </a:lnTo>
                  <a:lnTo>
                    <a:pt x="6224175" y="1430742"/>
                  </a:lnTo>
                  <a:lnTo>
                    <a:pt x="6222523" y="1430742"/>
                  </a:lnTo>
                  <a:lnTo>
                    <a:pt x="6220872" y="1430742"/>
                  </a:lnTo>
                  <a:lnTo>
                    <a:pt x="6219220" y="1430742"/>
                  </a:lnTo>
                  <a:lnTo>
                    <a:pt x="6217569" y="1430742"/>
                  </a:lnTo>
                  <a:lnTo>
                    <a:pt x="6215917" y="1430742"/>
                  </a:lnTo>
                  <a:lnTo>
                    <a:pt x="6214266" y="1430742"/>
                  </a:lnTo>
                  <a:lnTo>
                    <a:pt x="6212615" y="1430742"/>
                  </a:lnTo>
                  <a:lnTo>
                    <a:pt x="6210963" y="1430742"/>
                  </a:lnTo>
                  <a:lnTo>
                    <a:pt x="6209312" y="1430742"/>
                  </a:lnTo>
                  <a:lnTo>
                    <a:pt x="6207660" y="1430742"/>
                  </a:lnTo>
                  <a:lnTo>
                    <a:pt x="6206009" y="1430742"/>
                  </a:lnTo>
                  <a:lnTo>
                    <a:pt x="6204358" y="1430742"/>
                  </a:lnTo>
                  <a:lnTo>
                    <a:pt x="6202706" y="1430742"/>
                  </a:lnTo>
                  <a:lnTo>
                    <a:pt x="6201055" y="1430742"/>
                  </a:lnTo>
                  <a:lnTo>
                    <a:pt x="6199403" y="1430742"/>
                  </a:lnTo>
                  <a:lnTo>
                    <a:pt x="6197752" y="1430742"/>
                  </a:lnTo>
                  <a:lnTo>
                    <a:pt x="6196101" y="1430742"/>
                  </a:lnTo>
                  <a:lnTo>
                    <a:pt x="6194449" y="1430742"/>
                  </a:lnTo>
                  <a:lnTo>
                    <a:pt x="6192798" y="1430742"/>
                  </a:lnTo>
                  <a:lnTo>
                    <a:pt x="6191146" y="1430742"/>
                  </a:lnTo>
                  <a:lnTo>
                    <a:pt x="6189495" y="1430742"/>
                  </a:lnTo>
                  <a:lnTo>
                    <a:pt x="6187843" y="1430742"/>
                  </a:lnTo>
                  <a:lnTo>
                    <a:pt x="6186192" y="1430742"/>
                  </a:lnTo>
                  <a:lnTo>
                    <a:pt x="6184541" y="1430742"/>
                  </a:lnTo>
                  <a:lnTo>
                    <a:pt x="6182889" y="1430742"/>
                  </a:lnTo>
                  <a:lnTo>
                    <a:pt x="6181238" y="1430742"/>
                  </a:lnTo>
                  <a:lnTo>
                    <a:pt x="6179586" y="1430742"/>
                  </a:lnTo>
                  <a:lnTo>
                    <a:pt x="6177935" y="1430742"/>
                  </a:lnTo>
                  <a:lnTo>
                    <a:pt x="6176284" y="1430742"/>
                  </a:lnTo>
                  <a:lnTo>
                    <a:pt x="6174632" y="1430742"/>
                  </a:lnTo>
                  <a:lnTo>
                    <a:pt x="6172981" y="1430742"/>
                  </a:lnTo>
                  <a:lnTo>
                    <a:pt x="6171329" y="1430742"/>
                  </a:lnTo>
                  <a:lnTo>
                    <a:pt x="6169678" y="1430742"/>
                  </a:lnTo>
                  <a:lnTo>
                    <a:pt x="6168027" y="1430742"/>
                  </a:lnTo>
                  <a:lnTo>
                    <a:pt x="6166375" y="1430742"/>
                  </a:lnTo>
                  <a:lnTo>
                    <a:pt x="6164724" y="1430742"/>
                  </a:lnTo>
                  <a:lnTo>
                    <a:pt x="6163072" y="1430742"/>
                  </a:lnTo>
                  <a:lnTo>
                    <a:pt x="6161421" y="1430742"/>
                  </a:lnTo>
                  <a:lnTo>
                    <a:pt x="6159769" y="1430742"/>
                  </a:lnTo>
                  <a:lnTo>
                    <a:pt x="6158118" y="1430742"/>
                  </a:lnTo>
                  <a:lnTo>
                    <a:pt x="6156467" y="1430742"/>
                  </a:lnTo>
                  <a:lnTo>
                    <a:pt x="6154815" y="1430742"/>
                  </a:lnTo>
                  <a:lnTo>
                    <a:pt x="6153164" y="1430742"/>
                  </a:lnTo>
                  <a:lnTo>
                    <a:pt x="6151512" y="1430742"/>
                  </a:lnTo>
                  <a:lnTo>
                    <a:pt x="6149861" y="1430742"/>
                  </a:lnTo>
                  <a:lnTo>
                    <a:pt x="6148210" y="1430742"/>
                  </a:lnTo>
                  <a:lnTo>
                    <a:pt x="6146558" y="1430742"/>
                  </a:lnTo>
                  <a:lnTo>
                    <a:pt x="6144907" y="1430742"/>
                  </a:lnTo>
                  <a:lnTo>
                    <a:pt x="6143255" y="1430742"/>
                  </a:lnTo>
                  <a:lnTo>
                    <a:pt x="6141604" y="1430742"/>
                  </a:lnTo>
                  <a:lnTo>
                    <a:pt x="6139952" y="1430742"/>
                  </a:lnTo>
                  <a:lnTo>
                    <a:pt x="6138301" y="1430742"/>
                  </a:lnTo>
                  <a:lnTo>
                    <a:pt x="6136650" y="1430742"/>
                  </a:lnTo>
                  <a:lnTo>
                    <a:pt x="6134998" y="1430742"/>
                  </a:lnTo>
                  <a:lnTo>
                    <a:pt x="6133347" y="1430742"/>
                  </a:lnTo>
                  <a:lnTo>
                    <a:pt x="6131695" y="1430742"/>
                  </a:lnTo>
                  <a:lnTo>
                    <a:pt x="6130044" y="1430742"/>
                  </a:lnTo>
                  <a:lnTo>
                    <a:pt x="6128393" y="1430742"/>
                  </a:lnTo>
                  <a:lnTo>
                    <a:pt x="6126741" y="1430742"/>
                  </a:lnTo>
                  <a:lnTo>
                    <a:pt x="6125090" y="1430742"/>
                  </a:lnTo>
                  <a:lnTo>
                    <a:pt x="6123438" y="1430742"/>
                  </a:lnTo>
                  <a:lnTo>
                    <a:pt x="6121787" y="1430742"/>
                  </a:lnTo>
                  <a:lnTo>
                    <a:pt x="6120136" y="1430742"/>
                  </a:lnTo>
                  <a:lnTo>
                    <a:pt x="6118484" y="1430742"/>
                  </a:lnTo>
                  <a:lnTo>
                    <a:pt x="6116833" y="1430742"/>
                  </a:lnTo>
                  <a:lnTo>
                    <a:pt x="6115181" y="1430742"/>
                  </a:lnTo>
                  <a:lnTo>
                    <a:pt x="6113530" y="1430742"/>
                  </a:lnTo>
                  <a:lnTo>
                    <a:pt x="6111878" y="1430742"/>
                  </a:lnTo>
                  <a:lnTo>
                    <a:pt x="6110227" y="1430742"/>
                  </a:lnTo>
                  <a:lnTo>
                    <a:pt x="6108576" y="1430742"/>
                  </a:lnTo>
                  <a:lnTo>
                    <a:pt x="6106924" y="1430742"/>
                  </a:lnTo>
                  <a:lnTo>
                    <a:pt x="6105273" y="1430742"/>
                  </a:lnTo>
                  <a:lnTo>
                    <a:pt x="6103621" y="1430742"/>
                  </a:lnTo>
                  <a:lnTo>
                    <a:pt x="6101970" y="1430742"/>
                  </a:lnTo>
                  <a:lnTo>
                    <a:pt x="6100319" y="1430742"/>
                  </a:lnTo>
                  <a:lnTo>
                    <a:pt x="6098667" y="1430742"/>
                  </a:lnTo>
                  <a:lnTo>
                    <a:pt x="6097016" y="1430742"/>
                  </a:lnTo>
                  <a:lnTo>
                    <a:pt x="6095364" y="1430742"/>
                  </a:lnTo>
                  <a:lnTo>
                    <a:pt x="6093713" y="1430742"/>
                  </a:lnTo>
                  <a:lnTo>
                    <a:pt x="6092062" y="1430742"/>
                  </a:lnTo>
                  <a:lnTo>
                    <a:pt x="6090410" y="1430742"/>
                  </a:lnTo>
                  <a:lnTo>
                    <a:pt x="6088759" y="1430742"/>
                  </a:lnTo>
                  <a:lnTo>
                    <a:pt x="6087107" y="1430742"/>
                  </a:lnTo>
                  <a:lnTo>
                    <a:pt x="6085456" y="1430742"/>
                  </a:lnTo>
                  <a:lnTo>
                    <a:pt x="6083804" y="1430742"/>
                  </a:lnTo>
                  <a:lnTo>
                    <a:pt x="6082153" y="1430742"/>
                  </a:lnTo>
                  <a:lnTo>
                    <a:pt x="6080502" y="1430742"/>
                  </a:lnTo>
                  <a:lnTo>
                    <a:pt x="6078850" y="1430742"/>
                  </a:lnTo>
                  <a:lnTo>
                    <a:pt x="6077199" y="1430742"/>
                  </a:lnTo>
                  <a:lnTo>
                    <a:pt x="6075547" y="1430742"/>
                  </a:lnTo>
                  <a:lnTo>
                    <a:pt x="6073896" y="1430742"/>
                  </a:lnTo>
                  <a:lnTo>
                    <a:pt x="6072245" y="1430742"/>
                  </a:lnTo>
                  <a:lnTo>
                    <a:pt x="6070593" y="1430742"/>
                  </a:lnTo>
                  <a:lnTo>
                    <a:pt x="6068942" y="1430742"/>
                  </a:lnTo>
                  <a:lnTo>
                    <a:pt x="6067290" y="1430742"/>
                  </a:lnTo>
                  <a:lnTo>
                    <a:pt x="6065639" y="1430742"/>
                  </a:lnTo>
                  <a:lnTo>
                    <a:pt x="6063987" y="1430742"/>
                  </a:lnTo>
                  <a:lnTo>
                    <a:pt x="6062336" y="1430742"/>
                  </a:lnTo>
                  <a:lnTo>
                    <a:pt x="6060685" y="1430742"/>
                  </a:lnTo>
                  <a:lnTo>
                    <a:pt x="6059033" y="1430742"/>
                  </a:lnTo>
                  <a:lnTo>
                    <a:pt x="6057382" y="1430742"/>
                  </a:lnTo>
                  <a:lnTo>
                    <a:pt x="6055730" y="1430742"/>
                  </a:lnTo>
                  <a:lnTo>
                    <a:pt x="6054079" y="1430742"/>
                  </a:lnTo>
                  <a:lnTo>
                    <a:pt x="6052428" y="1430742"/>
                  </a:lnTo>
                  <a:lnTo>
                    <a:pt x="6050776" y="1430742"/>
                  </a:lnTo>
                  <a:lnTo>
                    <a:pt x="6049125" y="1430742"/>
                  </a:lnTo>
                  <a:lnTo>
                    <a:pt x="6047473" y="1430742"/>
                  </a:lnTo>
                  <a:lnTo>
                    <a:pt x="6045822" y="1430742"/>
                  </a:lnTo>
                  <a:lnTo>
                    <a:pt x="6044171" y="1430742"/>
                  </a:lnTo>
                  <a:lnTo>
                    <a:pt x="6042519" y="1430742"/>
                  </a:lnTo>
                  <a:lnTo>
                    <a:pt x="6040868" y="1430742"/>
                  </a:lnTo>
                  <a:lnTo>
                    <a:pt x="6039216" y="1430742"/>
                  </a:lnTo>
                  <a:lnTo>
                    <a:pt x="6037565" y="1430742"/>
                  </a:lnTo>
                  <a:lnTo>
                    <a:pt x="6035913" y="1430742"/>
                  </a:lnTo>
                  <a:lnTo>
                    <a:pt x="6034262" y="1430742"/>
                  </a:lnTo>
                  <a:lnTo>
                    <a:pt x="6032611" y="1430742"/>
                  </a:lnTo>
                  <a:lnTo>
                    <a:pt x="6030959" y="1430742"/>
                  </a:lnTo>
                  <a:lnTo>
                    <a:pt x="6029308" y="1430742"/>
                  </a:lnTo>
                  <a:lnTo>
                    <a:pt x="6027656" y="1430742"/>
                  </a:lnTo>
                  <a:lnTo>
                    <a:pt x="6026005" y="1430742"/>
                  </a:lnTo>
                  <a:lnTo>
                    <a:pt x="6024354" y="1430742"/>
                  </a:lnTo>
                  <a:lnTo>
                    <a:pt x="6022702" y="1430742"/>
                  </a:lnTo>
                  <a:lnTo>
                    <a:pt x="6021051" y="1430742"/>
                  </a:lnTo>
                  <a:lnTo>
                    <a:pt x="6019399" y="1430742"/>
                  </a:lnTo>
                  <a:lnTo>
                    <a:pt x="6017748" y="1430742"/>
                  </a:lnTo>
                  <a:lnTo>
                    <a:pt x="6016097" y="1430742"/>
                  </a:lnTo>
                  <a:lnTo>
                    <a:pt x="6014445" y="1430742"/>
                  </a:lnTo>
                  <a:lnTo>
                    <a:pt x="6012794" y="1430742"/>
                  </a:lnTo>
                  <a:lnTo>
                    <a:pt x="6011142" y="1430742"/>
                  </a:lnTo>
                  <a:lnTo>
                    <a:pt x="6009491" y="1430742"/>
                  </a:lnTo>
                  <a:lnTo>
                    <a:pt x="6007839" y="1430742"/>
                  </a:lnTo>
                  <a:lnTo>
                    <a:pt x="6006188" y="1430742"/>
                  </a:lnTo>
                  <a:lnTo>
                    <a:pt x="6004537" y="1430742"/>
                  </a:lnTo>
                  <a:lnTo>
                    <a:pt x="6002885" y="1430742"/>
                  </a:lnTo>
                  <a:lnTo>
                    <a:pt x="6001234" y="1430742"/>
                  </a:lnTo>
                  <a:lnTo>
                    <a:pt x="5999582" y="1430742"/>
                  </a:lnTo>
                  <a:lnTo>
                    <a:pt x="5997931" y="1430742"/>
                  </a:lnTo>
                  <a:lnTo>
                    <a:pt x="5996280" y="1430742"/>
                  </a:lnTo>
                  <a:lnTo>
                    <a:pt x="5994628" y="1430742"/>
                  </a:lnTo>
                  <a:lnTo>
                    <a:pt x="5992977" y="1430742"/>
                  </a:lnTo>
                  <a:lnTo>
                    <a:pt x="5991325" y="1430742"/>
                  </a:lnTo>
                  <a:lnTo>
                    <a:pt x="5989674" y="1430742"/>
                  </a:lnTo>
                  <a:lnTo>
                    <a:pt x="5988023" y="1430742"/>
                  </a:lnTo>
                  <a:lnTo>
                    <a:pt x="5986371" y="1430742"/>
                  </a:lnTo>
                  <a:lnTo>
                    <a:pt x="5984720" y="1430742"/>
                  </a:lnTo>
                  <a:lnTo>
                    <a:pt x="5983068" y="1430742"/>
                  </a:lnTo>
                  <a:lnTo>
                    <a:pt x="5981417" y="1430742"/>
                  </a:lnTo>
                  <a:lnTo>
                    <a:pt x="5979765" y="1430742"/>
                  </a:lnTo>
                  <a:lnTo>
                    <a:pt x="5978114" y="1430742"/>
                  </a:lnTo>
                  <a:lnTo>
                    <a:pt x="5976463" y="1430742"/>
                  </a:lnTo>
                  <a:lnTo>
                    <a:pt x="5974811" y="1430742"/>
                  </a:lnTo>
                  <a:lnTo>
                    <a:pt x="5973160" y="1430742"/>
                  </a:lnTo>
                  <a:lnTo>
                    <a:pt x="5971508" y="1430742"/>
                  </a:lnTo>
                  <a:lnTo>
                    <a:pt x="5969857" y="1430742"/>
                  </a:lnTo>
                  <a:lnTo>
                    <a:pt x="5968206" y="1430742"/>
                  </a:lnTo>
                  <a:lnTo>
                    <a:pt x="5966554" y="1430742"/>
                  </a:lnTo>
                  <a:lnTo>
                    <a:pt x="5964903" y="1430742"/>
                  </a:lnTo>
                  <a:lnTo>
                    <a:pt x="5963251" y="1430742"/>
                  </a:lnTo>
                  <a:lnTo>
                    <a:pt x="5961600" y="1430742"/>
                  </a:lnTo>
                  <a:lnTo>
                    <a:pt x="5959948" y="1430742"/>
                  </a:lnTo>
                  <a:lnTo>
                    <a:pt x="5958297" y="1430742"/>
                  </a:lnTo>
                  <a:lnTo>
                    <a:pt x="5956646" y="1430742"/>
                  </a:lnTo>
                  <a:lnTo>
                    <a:pt x="5954994" y="1430742"/>
                  </a:lnTo>
                  <a:lnTo>
                    <a:pt x="5953343" y="1430742"/>
                  </a:lnTo>
                  <a:lnTo>
                    <a:pt x="5951691" y="1430742"/>
                  </a:lnTo>
                  <a:lnTo>
                    <a:pt x="5950040" y="1430742"/>
                  </a:lnTo>
                  <a:lnTo>
                    <a:pt x="5948389" y="1430742"/>
                  </a:lnTo>
                  <a:lnTo>
                    <a:pt x="5946737" y="1430742"/>
                  </a:lnTo>
                  <a:lnTo>
                    <a:pt x="5945086" y="1430742"/>
                  </a:lnTo>
                  <a:lnTo>
                    <a:pt x="5943434" y="1430742"/>
                  </a:lnTo>
                  <a:lnTo>
                    <a:pt x="5941783" y="1430742"/>
                  </a:lnTo>
                  <a:lnTo>
                    <a:pt x="5940132" y="1430742"/>
                  </a:lnTo>
                  <a:lnTo>
                    <a:pt x="5938480" y="1430742"/>
                  </a:lnTo>
                  <a:lnTo>
                    <a:pt x="5936829" y="1430742"/>
                  </a:lnTo>
                  <a:lnTo>
                    <a:pt x="5935177" y="1430742"/>
                  </a:lnTo>
                  <a:lnTo>
                    <a:pt x="5933526" y="1430742"/>
                  </a:lnTo>
                  <a:lnTo>
                    <a:pt x="5931874" y="1430742"/>
                  </a:lnTo>
                  <a:lnTo>
                    <a:pt x="5930223" y="1430742"/>
                  </a:lnTo>
                  <a:lnTo>
                    <a:pt x="5928572" y="1430742"/>
                  </a:lnTo>
                  <a:lnTo>
                    <a:pt x="5926920" y="1430742"/>
                  </a:lnTo>
                  <a:lnTo>
                    <a:pt x="5925269" y="1430742"/>
                  </a:lnTo>
                  <a:lnTo>
                    <a:pt x="5923617" y="1430742"/>
                  </a:lnTo>
                  <a:lnTo>
                    <a:pt x="5921966" y="1430742"/>
                  </a:lnTo>
                  <a:lnTo>
                    <a:pt x="5920315" y="1430742"/>
                  </a:lnTo>
                  <a:lnTo>
                    <a:pt x="5918663" y="1430742"/>
                  </a:lnTo>
                  <a:lnTo>
                    <a:pt x="5917012" y="1430742"/>
                  </a:lnTo>
                  <a:lnTo>
                    <a:pt x="5915360" y="1430742"/>
                  </a:lnTo>
                  <a:lnTo>
                    <a:pt x="5913709" y="1430742"/>
                  </a:lnTo>
                  <a:lnTo>
                    <a:pt x="5912058" y="1430742"/>
                  </a:lnTo>
                  <a:lnTo>
                    <a:pt x="5910406" y="1430742"/>
                  </a:lnTo>
                  <a:lnTo>
                    <a:pt x="5908755" y="1430742"/>
                  </a:lnTo>
                  <a:lnTo>
                    <a:pt x="5907103" y="1430742"/>
                  </a:lnTo>
                  <a:lnTo>
                    <a:pt x="5905452" y="1430742"/>
                  </a:lnTo>
                  <a:lnTo>
                    <a:pt x="5903800" y="1430742"/>
                  </a:lnTo>
                  <a:lnTo>
                    <a:pt x="5902149" y="1430742"/>
                  </a:lnTo>
                  <a:lnTo>
                    <a:pt x="5900498" y="1430742"/>
                  </a:lnTo>
                  <a:lnTo>
                    <a:pt x="5898846" y="1430742"/>
                  </a:lnTo>
                  <a:lnTo>
                    <a:pt x="5897195" y="1430742"/>
                  </a:lnTo>
                  <a:lnTo>
                    <a:pt x="5895543" y="1430742"/>
                  </a:lnTo>
                  <a:lnTo>
                    <a:pt x="5893892" y="1430742"/>
                  </a:lnTo>
                  <a:lnTo>
                    <a:pt x="5892241" y="1430742"/>
                  </a:lnTo>
                  <a:lnTo>
                    <a:pt x="5890589" y="1430742"/>
                  </a:lnTo>
                  <a:lnTo>
                    <a:pt x="5888938" y="1430742"/>
                  </a:lnTo>
                  <a:lnTo>
                    <a:pt x="5887286" y="1430742"/>
                  </a:lnTo>
                  <a:lnTo>
                    <a:pt x="5885635" y="1430742"/>
                  </a:lnTo>
                  <a:lnTo>
                    <a:pt x="5883983" y="1430742"/>
                  </a:lnTo>
                  <a:lnTo>
                    <a:pt x="5882332" y="1430742"/>
                  </a:lnTo>
                  <a:lnTo>
                    <a:pt x="5880681" y="1430742"/>
                  </a:lnTo>
                  <a:lnTo>
                    <a:pt x="5879029" y="1430742"/>
                  </a:lnTo>
                  <a:lnTo>
                    <a:pt x="5877378" y="1430742"/>
                  </a:lnTo>
                  <a:lnTo>
                    <a:pt x="5875726" y="1430742"/>
                  </a:lnTo>
                  <a:lnTo>
                    <a:pt x="5874075" y="1430742"/>
                  </a:lnTo>
                  <a:lnTo>
                    <a:pt x="5872424" y="1430742"/>
                  </a:lnTo>
                  <a:lnTo>
                    <a:pt x="5870772" y="1430742"/>
                  </a:lnTo>
                  <a:lnTo>
                    <a:pt x="5869121" y="1430742"/>
                  </a:lnTo>
                  <a:lnTo>
                    <a:pt x="5867469" y="1430742"/>
                  </a:lnTo>
                  <a:lnTo>
                    <a:pt x="5865818" y="1430742"/>
                  </a:lnTo>
                  <a:lnTo>
                    <a:pt x="5864167" y="1430742"/>
                  </a:lnTo>
                  <a:lnTo>
                    <a:pt x="5862515" y="1430742"/>
                  </a:lnTo>
                  <a:lnTo>
                    <a:pt x="5860864" y="1430742"/>
                  </a:lnTo>
                  <a:lnTo>
                    <a:pt x="5859212" y="1430742"/>
                  </a:lnTo>
                  <a:lnTo>
                    <a:pt x="5857561" y="1430742"/>
                  </a:lnTo>
                  <a:lnTo>
                    <a:pt x="5855909" y="1430742"/>
                  </a:lnTo>
                  <a:lnTo>
                    <a:pt x="5854258" y="1430742"/>
                  </a:lnTo>
                  <a:lnTo>
                    <a:pt x="5852607" y="1430742"/>
                  </a:lnTo>
                  <a:lnTo>
                    <a:pt x="5850955" y="1430742"/>
                  </a:lnTo>
                  <a:lnTo>
                    <a:pt x="5849304" y="1430742"/>
                  </a:lnTo>
                  <a:lnTo>
                    <a:pt x="5847652" y="1430742"/>
                  </a:lnTo>
                  <a:lnTo>
                    <a:pt x="5846001" y="1430742"/>
                  </a:lnTo>
                  <a:lnTo>
                    <a:pt x="5844350" y="1430742"/>
                  </a:lnTo>
                  <a:lnTo>
                    <a:pt x="5842698" y="1430742"/>
                  </a:lnTo>
                  <a:lnTo>
                    <a:pt x="5841047" y="1430742"/>
                  </a:lnTo>
                  <a:lnTo>
                    <a:pt x="5839395" y="1430742"/>
                  </a:lnTo>
                  <a:lnTo>
                    <a:pt x="5837744" y="1430742"/>
                  </a:lnTo>
                  <a:lnTo>
                    <a:pt x="5836093" y="1430742"/>
                  </a:lnTo>
                  <a:lnTo>
                    <a:pt x="5834441" y="1430742"/>
                  </a:lnTo>
                  <a:lnTo>
                    <a:pt x="5832790" y="1430742"/>
                  </a:lnTo>
                  <a:lnTo>
                    <a:pt x="5831138" y="1430742"/>
                  </a:lnTo>
                  <a:lnTo>
                    <a:pt x="5829487" y="1430742"/>
                  </a:lnTo>
                  <a:lnTo>
                    <a:pt x="5827835" y="1430742"/>
                  </a:lnTo>
                  <a:lnTo>
                    <a:pt x="5826184" y="1430742"/>
                  </a:lnTo>
                  <a:lnTo>
                    <a:pt x="5824533" y="1430742"/>
                  </a:lnTo>
                  <a:lnTo>
                    <a:pt x="5822881" y="1430742"/>
                  </a:lnTo>
                  <a:lnTo>
                    <a:pt x="5821230" y="1430742"/>
                  </a:lnTo>
                  <a:lnTo>
                    <a:pt x="5819578" y="1430742"/>
                  </a:lnTo>
                  <a:lnTo>
                    <a:pt x="5817927" y="1430742"/>
                  </a:lnTo>
                  <a:lnTo>
                    <a:pt x="5816276" y="1430742"/>
                  </a:lnTo>
                  <a:lnTo>
                    <a:pt x="5814624" y="1430742"/>
                  </a:lnTo>
                  <a:lnTo>
                    <a:pt x="5812973" y="1430742"/>
                  </a:lnTo>
                  <a:lnTo>
                    <a:pt x="5811321" y="1430742"/>
                  </a:lnTo>
                  <a:lnTo>
                    <a:pt x="5809670" y="1430742"/>
                  </a:lnTo>
                  <a:lnTo>
                    <a:pt x="5808019" y="1430742"/>
                  </a:lnTo>
                  <a:lnTo>
                    <a:pt x="5806367" y="1430742"/>
                  </a:lnTo>
                  <a:lnTo>
                    <a:pt x="5804716" y="1430742"/>
                  </a:lnTo>
                  <a:lnTo>
                    <a:pt x="5803064" y="1430742"/>
                  </a:lnTo>
                  <a:lnTo>
                    <a:pt x="5801413" y="1430742"/>
                  </a:lnTo>
                  <a:lnTo>
                    <a:pt x="5799761" y="1430742"/>
                  </a:lnTo>
                  <a:lnTo>
                    <a:pt x="5798110" y="1430742"/>
                  </a:lnTo>
                  <a:lnTo>
                    <a:pt x="5796459" y="1430742"/>
                  </a:lnTo>
                  <a:lnTo>
                    <a:pt x="5794807" y="1430742"/>
                  </a:lnTo>
                  <a:lnTo>
                    <a:pt x="5793156" y="1430742"/>
                  </a:lnTo>
                  <a:lnTo>
                    <a:pt x="5791504" y="1430742"/>
                  </a:lnTo>
                  <a:lnTo>
                    <a:pt x="5789853" y="1430742"/>
                  </a:lnTo>
                  <a:lnTo>
                    <a:pt x="5788202" y="1430742"/>
                  </a:lnTo>
                  <a:lnTo>
                    <a:pt x="5786550" y="1430742"/>
                  </a:lnTo>
                  <a:lnTo>
                    <a:pt x="5784899" y="1430742"/>
                  </a:lnTo>
                  <a:lnTo>
                    <a:pt x="5783247" y="1430742"/>
                  </a:lnTo>
                  <a:lnTo>
                    <a:pt x="5781596" y="1430742"/>
                  </a:lnTo>
                  <a:lnTo>
                    <a:pt x="5779944" y="1430742"/>
                  </a:lnTo>
                  <a:lnTo>
                    <a:pt x="5778293" y="1430742"/>
                  </a:lnTo>
                  <a:lnTo>
                    <a:pt x="5776642" y="1430742"/>
                  </a:lnTo>
                  <a:lnTo>
                    <a:pt x="5774990" y="1430742"/>
                  </a:lnTo>
                  <a:lnTo>
                    <a:pt x="5773339" y="1430742"/>
                  </a:lnTo>
                  <a:lnTo>
                    <a:pt x="5771687" y="1430742"/>
                  </a:lnTo>
                  <a:lnTo>
                    <a:pt x="5770036" y="1430742"/>
                  </a:lnTo>
                  <a:lnTo>
                    <a:pt x="5768385" y="1430742"/>
                  </a:lnTo>
                  <a:lnTo>
                    <a:pt x="5766733" y="1430742"/>
                  </a:lnTo>
                  <a:lnTo>
                    <a:pt x="5765082" y="1430742"/>
                  </a:lnTo>
                  <a:lnTo>
                    <a:pt x="5763430" y="1430742"/>
                  </a:lnTo>
                  <a:lnTo>
                    <a:pt x="5761779" y="1430742"/>
                  </a:lnTo>
                  <a:lnTo>
                    <a:pt x="5760128" y="1430742"/>
                  </a:lnTo>
                  <a:lnTo>
                    <a:pt x="5758476" y="1430742"/>
                  </a:lnTo>
                  <a:lnTo>
                    <a:pt x="5756825" y="1430742"/>
                  </a:lnTo>
                  <a:lnTo>
                    <a:pt x="5755173" y="1430742"/>
                  </a:lnTo>
                  <a:lnTo>
                    <a:pt x="5753522" y="1430742"/>
                  </a:lnTo>
                  <a:lnTo>
                    <a:pt x="5751870" y="1430742"/>
                  </a:lnTo>
                  <a:lnTo>
                    <a:pt x="5750219" y="1430742"/>
                  </a:lnTo>
                  <a:lnTo>
                    <a:pt x="5748568" y="1430742"/>
                  </a:lnTo>
                  <a:lnTo>
                    <a:pt x="5746916" y="1430742"/>
                  </a:lnTo>
                  <a:lnTo>
                    <a:pt x="5745265" y="1430742"/>
                  </a:lnTo>
                  <a:lnTo>
                    <a:pt x="5743613" y="1430742"/>
                  </a:lnTo>
                  <a:lnTo>
                    <a:pt x="5741962" y="1430742"/>
                  </a:lnTo>
                  <a:lnTo>
                    <a:pt x="5740311" y="1430742"/>
                  </a:lnTo>
                  <a:lnTo>
                    <a:pt x="5738659" y="1430742"/>
                  </a:lnTo>
                  <a:lnTo>
                    <a:pt x="5737008" y="1430742"/>
                  </a:lnTo>
                  <a:lnTo>
                    <a:pt x="5735356" y="1430742"/>
                  </a:lnTo>
                  <a:lnTo>
                    <a:pt x="5733705" y="1430742"/>
                  </a:lnTo>
                  <a:lnTo>
                    <a:pt x="5732054" y="1430742"/>
                  </a:lnTo>
                  <a:lnTo>
                    <a:pt x="5730402" y="1430742"/>
                  </a:lnTo>
                  <a:lnTo>
                    <a:pt x="5728751" y="1430742"/>
                  </a:lnTo>
                  <a:lnTo>
                    <a:pt x="5727099" y="1430742"/>
                  </a:lnTo>
                  <a:lnTo>
                    <a:pt x="5725448" y="1430742"/>
                  </a:lnTo>
                  <a:lnTo>
                    <a:pt x="5723796" y="1430742"/>
                  </a:lnTo>
                  <a:lnTo>
                    <a:pt x="5722145" y="1430742"/>
                  </a:lnTo>
                  <a:lnTo>
                    <a:pt x="5720494" y="1430742"/>
                  </a:lnTo>
                  <a:lnTo>
                    <a:pt x="5718842" y="1430742"/>
                  </a:lnTo>
                  <a:lnTo>
                    <a:pt x="5717191" y="1430742"/>
                  </a:lnTo>
                  <a:lnTo>
                    <a:pt x="5715539" y="1430742"/>
                  </a:lnTo>
                  <a:lnTo>
                    <a:pt x="5713888" y="1430742"/>
                  </a:lnTo>
                  <a:lnTo>
                    <a:pt x="5712237" y="1430742"/>
                  </a:lnTo>
                  <a:lnTo>
                    <a:pt x="5710585" y="1430742"/>
                  </a:lnTo>
                  <a:lnTo>
                    <a:pt x="5708934" y="1430742"/>
                  </a:lnTo>
                  <a:lnTo>
                    <a:pt x="5707282" y="1430742"/>
                  </a:lnTo>
                  <a:lnTo>
                    <a:pt x="5705631" y="1430742"/>
                  </a:lnTo>
                  <a:lnTo>
                    <a:pt x="5703979" y="1430742"/>
                  </a:lnTo>
                  <a:lnTo>
                    <a:pt x="5702328" y="1430742"/>
                  </a:lnTo>
                  <a:lnTo>
                    <a:pt x="5700677" y="1430742"/>
                  </a:lnTo>
                  <a:lnTo>
                    <a:pt x="5699025" y="1430742"/>
                  </a:lnTo>
                  <a:lnTo>
                    <a:pt x="5697374" y="1430742"/>
                  </a:lnTo>
                  <a:lnTo>
                    <a:pt x="5695722" y="1430742"/>
                  </a:lnTo>
                  <a:lnTo>
                    <a:pt x="5694071" y="1430742"/>
                  </a:lnTo>
                  <a:lnTo>
                    <a:pt x="5692420" y="1430742"/>
                  </a:lnTo>
                  <a:lnTo>
                    <a:pt x="5690768" y="1430742"/>
                  </a:lnTo>
                  <a:lnTo>
                    <a:pt x="5689117" y="1430742"/>
                  </a:lnTo>
                  <a:lnTo>
                    <a:pt x="5687465" y="1430742"/>
                  </a:lnTo>
                  <a:lnTo>
                    <a:pt x="5685814" y="1430742"/>
                  </a:lnTo>
                  <a:lnTo>
                    <a:pt x="5684163" y="1430742"/>
                  </a:lnTo>
                  <a:lnTo>
                    <a:pt x="5682511" y="1430742"/>
                  </a:lnTo>
                  <a:lnTo>
                    <a:pt x="5680860" y="1430742"/>
                  </a:lnTo>
                  <a:lnTo>
                    <a:pt x="5679208" y="1430742"/>
                  </a:lnTo>
                  <a:lnTo>
                    <a:pt x="5677557" y="1430742"/>
                  </a:lnTo>
                  <a:lnTo>
                    <a:pt x="5675905" y="1430742"/>
                  </a:lnTo>
                  <a:lnTo>
                    <a:pt x="5674254" y="1430742"/>
                  </a:lnTo>
                  <a:lnTo>
                    <a:pt x="5672603" y="1430742"/>
                  </a:lnTo>
                  <a:lnTo>
                    <a:pt x="5670951" y="1430742"/>
                  </a:lnTo>
                  <a:lnTo>
                    <a:pt x="5669300" y="1430742"/>
                  </a:lnTo>
                  <a:lnTo>
                    <a:pt x="5667648" y="1430742"/>
                  </a:lnTo>
                  <a:lnTo>
                    <a:pt x="5665997" y="1430742"/>
                  </a:lnTo>
                  <a:lnTo>
                    <a:pt x="5664346" y="1430742"/>
                  </a:lnTo>
                  <a:lnTo>
                    <a:pt x="5662694" y="1430742"/>
                  </a:lnTo>
                  <a:lnTo>
                    <a:pt x="5661043" y="1430742"/>
                  </a:lnTo>
                  <a:lnTo>
                    <a:pt x="5659391" y="1430742"/>
                  </a:lnTo>
                  <a:lnTo>
                    <a:pt x="5657740" y="1430742"/>
                  </a:lnTo>
                  <a:lnTo>
                    <a:pt x="5656089" y="1430742"/>
                  </a:lnTo>
                  <a:lnTo>
                    <a:pt x="5654437" y="1430742"/>
                  </a:lnTo>
                  <a:lnTo>
                    <a:pt x="5652786" y="1430742"/>
                  </a:lnTo>
                  <a:lnTo>
                    <a:pt x="5651134" y="1430742"/>
                  </a:lnTo>
                  <a:lnTo>
                    <a:pt x="5649483" y="1430742"/>
                  </a:lnTo>
                  <a:lnTo>
                    <a:pt x="5647831" y="1430742"/>
                  </a:lnTo>
                  <a:lnTo>
                    <a:pt x="5646180" y="1430742"/>
                  </a:lnTo>
                  <a:lnTo>
                    <a:pt x="5644529" y="1430742"/>
                  </a:lnTo>
                  <a:lnTo>
                    <a:pt x="5642877" y="1430742"/>
                  </a:lnTo>
                  <a:lnTo>
                    <a:pt x="5641226" y="1430742"/>
                  </a:lnTo>
                  <a:lnTo>
                    <a:pt x="5639574" y="1430742"/>
                  </a:lnTo>
                  <a:lnTo>
                    <a:pt x="5637923" y="1430742"/>
                  </a:lnTo>
                  <a:lnTo>
                    <a:pt x="5636272" y="1430742"/>
                  </a:lnTo>
                  <a:lnTo>
                    <a:pt x="5634620" y="1430742"/>
                  </a:lnTo>
                  <a:lnTo>
                    <a:pt x="5632969" y="1430742"/>
                  </a:lnTo>
                  <a:lnTo>
                    <a:pt x="5631317" y="1430742"/>
                  </a:lnTo>
                  <a:lnTo>
                    <a:pt x="5629666" y="1430742"/>
                  </a:lnTo>
                  <a:lnTo>
                    <a:pt x="5628015" y="1430742"/>
                  </a:lnTo>
                  <a:lnTo>
                    <a:pt x="5626363" y="1430742"/>
                  </a:lnTo>
                  <a:lnTo>
                    <a:pt x="5624712" y="1430742"/>
                  </a:lnTo>
                  <a:lnTo>
                    <a:pt x="5623060" y="1430742"/>
                  </a:lnTo>
                  <a:lnTo>
                    <a:pt x="5621409" y="1430742"/>
                  </a:lnTo>
                  <a:lnTo>
                    <a:pt x="5619757" y="1430742"/>
                  </a:lnTo>
                  <a:lnTo>
                    <a:pt x="5618106" y="1430742"/>
                  </a:lnTo>
                  <a:lnTo>
                    <a:pt x="5616455" y="1430742"/>
                  </a:lnTo>
                  <a:lnTo>
                    <a:pt x="5614803" y="1430742"/>
                  </a:lnTo>
                  <a:lnTo>
                    <a:pt x="5613152" y="1430742"/>
                  </a:lnTo>
                  <a:lnTo>
                    <a:pt x="5611500" y="1430742"/>
                  </a:lnTo>
                  <a:lnTo>
                    <a:pt x="5609849" y="1430742"/>
                  </a:lnTo>
                  <a:lnTo>
                    <a:pt x="5608198" y="1430742"/>
                  </a:lnTo>
                  <a:lnTo>
                    <a:pt x="5606546" y="1430742"/>
                  </a:lnTo>
                  <a:lnTo>
                    <a:pt x="5604895" y="1430742"/>
                  </a:lnTo>
                  <a:lnTo>
                    <a:pt x="5603243" y="1430742"/>
                  </a:lnTo>
                  <a:lnTo>
                    <a:pt x="5601592" y="1430742"/>
                  </a:lnTo>
                  <a:lnTo>
                    <a:pt x="5599940" y="1430742"/>
                  </a:lnTo>
                  <a:lnTo>
                    <a:pt x="5598289" y="1430742"/>
                  </a:lnTo>
                  <a:lnTo>
                    <a:pt x="5596638" y="1430742"/>
                  </a:lnTo>
                  <a:lnTo>
                    <a:pt x="5594986" y="1430742"/>
                  </a:lnTo>
                  <a:lnTo>
                    <a:pt x="5593335" y="1430742"/>
                  </a:lnTo>
                  <a:lnTo>
                    <a:pt x="5591683" y="1430742"/>
                  </a:lnTo>
                  <a:lnTo>
                    <a:pt x="5590032" y="1430742"/>
                  </a:lnTo>
                  <a:lnTo>
                    <a:pt x="5588381" y="1430742"/>
                  </a:lnTo>
                  <a:lnTo>
                    <a:pt x="5586729" y="1430742"/>
                  </a:lnTo>
                  <a:lnTo>
                    <a:pt x="5585078" y="1430742"/>
                  </a:lnTo>
                  <a:lnTo>
                    <a:pt x="5583426" y="1430742"/>
                  </a:lnTo>
                  <a:lnTo>
                    <a:pt x="5581775" y="1430742"/>
                  </a:lnTo>
                  <a:lnTo>
                    <a:pt x="5580124" y="1430742"/>
                  </a:lnTo>
                  <a:lnTo>
                    <a:pt x="5578472" y="1430742"/>
                  </a:lnTo>
                  <a:lnTo>
                    <a:pt x="5576821" y="1430742"/>
                  </a:lnTo>
                  <a:lnTo>
                    <a:pt x="5575169" y="1430742"/>
                  </a:lnTo>
                  <a:lnTo>
                    <a:pt x="5573518" y="1430742"/>
                  </a:lnTo>
                  <a:lnTo>
                    <a:pt x="5571866" y="1430742"/>
                  </a:lnTo>
                  <a:lnTo>
                    <a:pt x="5570215" y="1430742"/>
                  </a:lnTo>
                  <a:lnTo>
                    <a:pt x="5568564" y="1430742"/>
                  </a:lnTo>
                  <a:lnTo>
                    <a:pt x="5566912" y="1430742"/>
                  </a:lnTo>
                  <a:lnTo>
                    <a:pt x="5565261" y="1430742"/>
                  </a:lnTo>
                  <a:lnTo>
                    <a:pt x="5563609" y="1430742"/>
                  </a:lnTo>
                  <a:lnTo>
                    <a:pt x="5561958" y="1430742"/>
                  </a:lnTo>
                  <a:lnTo>
                    <a:pt x="5560307" y="1430742"/>
                  </a:lnTo>
                  <a:lnTo>
                    <a:pt x="5558655" y="1430742"/>
                  </a:lnTo>
                  <a:lnTo>
                    <a:pt x="5557004" y="1430742"/>
                  </a:lnTo>
                  <a:lnTo>
                    <a:pt x="5555352" y="1430742"/>
                  </a:lnTo>
                  <a:lnTo>
                    <a:pt x="5553701" y="1430742"/>
                  </a:lnTo>
                  <a:lnTo>
                    <a:pt x="5552050" y="1430742"/>
                  </a:lnTo>
                  <a:lnTo>
                    <a:pt x="5550398" y="1430742"/>
                  </a:lnTo>
                  <a:lnTo>
                    <a:pt x="5548747" y="1430742"/>
                  </a:lnTo>
                  <a:lnTo>
                    <a:pt x="5547095" y="1430742"/>
                  </a:lnTo>
                  <a:lnTo>
                    <a:pt x="5545444" y="1430742"/>
                  </a:lnTo>
                  <a:lnTo>
                    <a:pt x="5543792" y="1430742"/>
                  </a:lnTo>
                  <a:lnTo>
                    <a:pt x="5542141" y="1430742"/>
                  </a:lnTo>
                  <a:lnTo>
                    <a:pt x="5540490" y="1430742"/>
                  </a:lnTo>
                  <a:lnTo>
                    <a:pt x="5538838" y="1430742"/>
                  </a:lnTo>
                  <a:lnTo>
                    <a:pt x="5537187" y="1430742"/>
                  </a:lnTo>
                  <a:lnTo>
                    <a:pt x="5535535" y="1430742"/>
                  </a:lnTo>
                  <a:lnTo>
                    <a:pt x="5533884" y="1430742"/>
                  </a:lnTo>
                  <a:lnTo>
                    <a:pt x="5532233" y="1430742"/>
                  </a:lnTo>
                  <a:lnTo>
                    <a:pt x="5530581" y="1430742"/>
                  </a:lnTo>
                  <a:lnTo>
                    <a:pt x="5528930" y="1430742"/>
                  </a:lnTo>
                  <a:lnTo>
                    <a:pt x="5527278" y="1430742"/>
                  </a:lnTo>
                  <a:lnTo>
                    <a:pt x="5525627" y="1430742"/>
                  </a:lnTo>
                  <a:lnTo>
                    <a:pt x="5523975" y="1430742"/>
                  </a:lnTo>
                  <a:lnTo>
                    <a:pt x="5522324" y="1430742"/>
                  </a:lnTo>
                  <a:lnTo>
                    <a:pt x="5520673" y="1430742"/>
                  </a:lnTo>
                  <a:lnTo>
                    <a:pt x="5519021" y="1430742"/>
                  </a:lnTo>
                  <a:lnTo>
                    <a:pt x="5517370" y="1430742"/>
                  </a:lnTo>
                  <a:lnTo>
                    <a:pt x="5515718" y="1430742"/>
                  </a:lnTo>
                  <a:lnTo>
                    <a:pt x="5514067" y="1430742"/>
                  </a:lnTo>
                  <a:lnTo>
                    <a:pt x="5512416" y="1430742"/>
                  </a:lnTo>
                  <a:lnTo>
                    <a:pt x="5510764" y="1430742"/>
                  </a:lnTo>
                  <a:lnTo>
                    <a:pt x="5509113" y="1430742"/>
                  </a:lnTo>
                  <a:lnTo>
                    <a:pt x="5507461" y="1430742"/>
                  </a:lnTo>
                  <a:lnTo>
                    <a:pt x="5505810" y="1430742"/>
                  </a:lnTo>
                  <a:lnTo>
                    <a:pt x="5504159" y="1430742"/>
                  </a:lnTo>
                  <a:lnTo>
                    <a:pt x="5502507" y="1430742"/>
                  </a:lnTo>
                  <a:lnTo>
                    <a:pt x="5500856" y="1430742"/>
                  </a:lnTo>
                  <a:lnTo>
                    <a:pt x="5499204" y="1430742"/>
                  </a:lnTo>
                  <a:lnTo>
                    <a:pt x="5497553" y="1430742"/>
                  </a:lnTo>
                  <a:lnTo>
                    <a:pt x="5495901" y="1430742"/>
                  </a:lnTo>
                  <a:lnTo>
                    <a:pt x="5494250" y="1430742"/>
                  </a:lnTo>
                  <a:lnTo>
                    <a:pt x="5492599" y="1430742"/>
                  </a:lnTo>
                  <a:lnTo>
                    <a:pt x="5490947" y="1430742"/>
                  </a:lnTo>
                  <a:lnTo>
                    <a:pt x="5489296" y="1430742"/>
                  </a:lnTo>
                  <a:lnTo>
                    <a:pt x="5487644" y="1430742"/>
                  </a:lnTo>
                  <a:lnTo>
                    <a:pt x="5485993" y="1430742"/>
                  </a:lnTo>
                  <a:lnTo>
                    <a:pt x="5484342" y="1430742"/>
                  </a:lnTo>
                  <a:lnTo>
                    <a:pt x="5482690" y="1430742"/>
                  </a:lnTo>
                  <a:lnTo>
                    <a:pt x="5481039" y="1430742"/>
                  </a:lnTo>
                  <a:lnTo>
                    <a:pt x="5479387" y="1430742"/>
                  </a:lnTo>
                  <a:lnTo>
                    <a:pt x="5477736" y="1430742"/>
                  </a:lnTo>
                  <a:lnTo>
                    <a:pt x="5476085" y="1430742"/>
                  </a:lnTo>
                  <a:lnTo>
                    <a:pt x="5474433" y="1430742"/>
                  </a:lnTo>
                  <a:lnTo>
                    <a:pt x="5472782" y="1430742"/>
                  </a:lnTo>
                  <a:lnTo>
                    <a:pt x="5471130" y="1430742"/>
                  </a:lnTo>
                  <a:lnTo>
                    <a:pt x="5469479" y="1430742"/>
                  </a:lnTo>
                  <a:lnTo>
                    <a:pt x="5467827" y="1430742"/>
                  </a:lnTo>
                  <a:lnTo>
                    <a:pt x="5466176" y="1430742"/>
                  </a:lnTo>
                  <a:lnTo>
                    <a:pt x="5464525" y="1430742"/>
                  </a:lnTo>
                  <a:lnTo>
                    <a:pt x="5462873" y="1430742"/>
                  </a:lnTo>
                  <a:lnTo>
                    <a:pt x="5461222" y="1430742"/>
                  </a:lnTo>
                  <a:lnTo>
                    <a:pt x="5459570" y="1430742"/>
                  </a:lnTo>
                  <a:lnTo>
                    <a:pt x="5457919" y="1430742"/>
                  </a:lnTo>
                  <a:lnTo>
                    <a:pt x="5456268" y="1430742"/>
                  </a:lnTo>
                  <a:lnTo>
                    <a:pt x="5454616" y="1430742"/>
                  </a:lnTo>
                  <a:lnTo>
                    <a:pt x="5452965" y="1430742"/>
                  </a:lnTo>
                  <a:lnTo>
                    <a:pt x="5451313" y="1430742"/>
                  </a:lnTo>
                  <a:lnTo>
                    <a:pt x="5449662" y="1430742"/>
                  </a:lnTo>
                  <a:lnTo>
                    <a:pt x="5448011" y="1430742"/>
                  </a:lnTo>
                  <a:lnTo>
                    <a:pt x="5446359" y="1430742"/>
                  </a:lnTo>
                  <a:lnTo>
                    <a:pt x="5444708" y="1430742"/>
                  </a:lnTo>
                  <a:lnTo>
                    <a:pt x="5443056" y="1430742"/>
                  </a:lnTo>
                  <a:lnTo>
                    <a:pt x="5441405" y="1430742"/>
                  </a:lnTo>
                  <a:lnTo>
                    <a:pt x="5439753" y="1430742"/>
                  </a:lnTo>
                  <a:lnTo>
                    <a:pt x="5438102" y="1430742"/>
                  </a:lnTo>
                  <a:lnTo>
                    <a:pt x="5436451" y="1430742"/>
                  </a:lnTo>
                  <a:lnTo>
                    <a:pt x="5434799" y="1430742"/>
                  </a:lnTo>
                  <a:lnTo>
                    <a:pt x="5433148" y="1430742"/>
                  </a:lnTo>
                  <a:lnTo>
                    <a:pt x="5431496" y="1430742"/>
                  </a:lnTo>
                  <a:lnTo>
                    <a:pt x="5429845" y="1430742"/>
                  </a:lnTo>
                  <a:lnTo>
                    <a:pt x="5428194" y="1430742"/>
                  </a:lnTo>
                  <a:lnTo>
                    <a:pt x="5426542" y="1430742"/>
                  </a:lnTo>
                  <a:lnTo>
                    <a:pt x="5424891" y="1430742"/>
                  </a:lnTo>
                  <a:lnTo>
                    <a:pt x="5423239" y="1430742"/>
                  </a:lnTo>
                  <a:lnTo>
                    <a:pt x="5421588" y="1430742"/>
                  </a:lnTo>
                  <a:lnTo>
                    <a:pt x="5419936" y="1430742"/>
                  </a:lnTo>
                  <a:lnTo>
                    <a:pt x="5418285" y="1430742"/>
                  </a:lnTo>
                  <a:lnTo>
                    <a:pt x="5416634" y="1430742"/>
                  </a:lnTo>
                  <a:lnTo>
                    <a:pt x="5414982" y="1430742"/>
                  </a:lnTo>
                  <a:lnTo>
                    <a:pt x="5413331" y="1430742"/>
                  </a:lnTo>
                  <a:lnTo>
                    <a:pt x="5411679" y="1430742"/>
                  </a:lnTo>
                  <a:lnTo>
                    <a:pt x="5410028" y="1430742"/>
                  </a:lnTo>
                  <a:lnTo>
                    <a:pt x="5408377" y="1430742"/>
                  </a:lnTo>
                  <a:lnTo>
                    <a:pt x="5406725" y="1430742"/>
                  </a:lnTo>
                  <a:lnTo>
                    <a:pt x="5405074" y="1430742"/>
                  </a:lnTo>
                  <a:lnTo>
                    <a:pt x="5403422" y="1430742"/>
                  </a:lnTo>
                  <a:lnTo>
                    <a:pt x="5401771" y="1430742"/>
                  </a:lnTo>
                  <a:lnTo>
                    <a:pt x="5400120" y="1430742"/>
                  </a:lnTo>
                  <a:lnTo>
                    <a:pt x="5398468" y="1430742"/>
                  </a:lnTo>
                  <a:lnTo>
                    <a:pt x="5396817" y="1430742"/>
                  </a:lnTo>
                  <a:lnTo>
                    <a:pt x="5395165" y="1430742"/>
                  </a:lnTo>
                  <a:lnTo>
                    <a:pt x="5393514" y="1430742"/>
                  </a:lnTo>
                  <a:lnTo>
                    <a:pt x="5391862" y="1430742"/>
                  </a:lnTo>
                  <a:lnTo>
                    <a:pt x="5390211" y="1430742"/>
                  </a:lnTo>
                  <a:lnTo>
                    <a:pt x="5388560" y="1430742"/>
                  </a:lnTo>
                  <a:lnTo>
                    <a:pt x="5386908" y="1430742"/>
                  </a:lnTo>
                  <a:lnTo>
                    <a:pt x="5385257" y="1430742"/>
                  </a:lnTo>
                  <a:lnTo>
                    <a:pt x="5383605" y="1430742"/>
                  </a:lnTo>
                  <a:lnTo>
                    <a:pt x="5381954" y="1430742"/>
                  </a:lnTo>
                  <a:lnTo>
                    <a:pt x="5380303" y="1430742"/>
                  </a:lnTo>
                  <a:lnTo>
                    <a:pt x="5378651" y="1430742"/>
                  </a:lnTo>
                  <a:lnTo>
                    <a:pt x="5377000" y="1430742"/>
                  </a:lnTo>
                  <a:lnTo>
                    <a:pt x="5375348" y="1430742"/>
                  </a:lnTo>
                  <a:lnTo>
                    <a:pt x="5373697" y="1430742"/>
                  </a:lnTo>
                  <a:lnTo>
                    <a:pt x="5372046" y="1430742"/>
                  </a:lnTo>
                  <a:lnTo>
                    <a:pt x="5370394" y="1430742"/>
                  </a:lnTo>
                  <a:lnTo>
                    <a:pt x="5368743" y="1430742"/>
                  </a:lnTo>
                  <a:lnTo>
                    <a:pt x="5367091" y="1430742"/>
                  </a:lnTo>
                  <a:lnTo>
                    <a:pt x="5365440" y="1430742"/>
                  </a:lnTo>
                  <a:lnTo>
                    <a:pt x="5363788" y="1430742"/>
                  </a:lnTo>
                  <a:lnTo>
                    <a:pt x="5362137" y="1430742"/>
                  </a:lnTo>
                  <a:lnTo>
                    <a:pt x="5360486" y="1430742"/>
                  </a:lnTo>
                  <a:lnTo>
                    <a:pt x="5358834" y="1430742"/>
                  </a:lnTo>
                  <a:lnTo>
                    <a:pt x="5357183" y="1430742"/>
                  </a:lnTo>
                  <a:lnTo>
                    <a:pt x="5355531" y="1430742"/>
                  </a:lnTo>
                  <a:lnTo>
                    <a:pt x="5353880" y="1430742"/>
                  </a:lnTo>
                  <a:lnTo>
                    <a:pt x="5352229" y="1430742"/>
                  </a:lnTo>
                  <a:lnTo>
                    <a:pt x="5350577" y="1430742"/>
                  </a:lnTo>
                  <a:lnTo>
                    <a:pt x="5348926" y="1430742"/>
                  </a:lnTo>
                  <a:lnTo>
                    <a:pt x="5347274" y="1430742"/>
                  </a:lnTo>
                  <a:lnTo>
                    <a:pt x="5345623" y="1430742"/>
                  </a:lnTo>
                  <a:lnTo>
                    <a:pt x="5343971" y="1430742"/>
                  </a:lnTo>
                  <a:lnTo>
                    <a:pt x="5342320" y="1430742"/>
                  </a:lnTo>
                  <a:lnTo>
                    <a:pt x="5340669" y="1430742"/>
                  </a:lnTo>
                  <a:lnTo>
                    <a:pt x="5339017" y="1430742"/>
                  </a:lnTo>
                  <a:lnTo>
                    <a:pt x="5337366" y="1430742"/>
                  </a:lnTo>
                  <a:lnTo>
                    <a:pt x="5335714" y="1430742"/>
                  </a:lnTo>
                  <a:lnTo>
                    <a:pt x="5334063" y="1430742"/>
                  </a:lnTo>
                  <a:lnTo>
                    <a:pt x="5332412" y="1430742"/>
                  </a:lnTo>
                  <a:lnTo>
                    <a:pt x="5330760" y="1430742"/>
                  </a:lnTo>
                  <a:lnTo>
                    <a:pt x="5329109" y="1430742"/>
                  </a:lnTo>
                  <a:lnTo>
                    <a:pt x="5327457" y="1430742"/>
                  </a:lnTo>
                  <a:lnTo>
                    <a:pt x="5325806" y="1430742"/>
                  </a:lnTo>
                  <a:lnTo>
                    <a:pt x="5324155" y="1430742"/>
                  </a:lnTo>
                  <a:lnTo>
                    <a:pt x="5322503" y="1430742"/>
                  </a:lnTo>
                  <a:lnTo>
                    <a:pt x="5320852" y="1430742"/>
                  </a:lnTo>
                  <a:lnTo>
                    <a:pt x="5319200" y="1430742"/>
                  </a:lnTo>
                  <a:lnTo>
                    <a:pt x="5317549" y="1430742"/>
                  </a:lnTo>
                  <a:lnTo>
                    <a:pt x="5315897" y="1430742"/>
                  </a:lnTo>
                  <a:lnTo>
                    <a:pt x="5314246" y="1430742"/>
                  </a:lnTo>
                  <a:lnTo>
                    <a:pt x="5312595" y="1430742"/>
                  </a:lnTo>
                  <a:lnTo>
                    <a:pt x="5310943" y="1430742"/>
                  </a:lnTo>
                  <a:lnTo>
                    <a:pt x="5309292" y="1430742"/>
                  </a:lnTo>
                  <a:lnTo>
                    <a:pt x="5307640" y="1430742"/>
                  </a:lnTo>
                  <a:lnTo>
                    <a:pt x="5305989" y="1430742"/>
                  </a:lnTo>
                  <a:lnTo>
                    <a:pt x="5304338" y="1430742"/>
                  </a:lnTo>
                  <a:lnTo>
                    <a:pt x="5302686" y="1430742"/>
                  </a:lnTo>
                  <a:lnTo>
                    <a:pt x="5301035" y="1430742"/>
                  </a:lnTo>
                  <a:lnTo>
                    <a:pt x="5299383" y="1430742"/>
                  </a:lnTo>
                  <a:lnTo>
                    <a:pt x="5297732" y="1430742"/>
                  </a:lnTo>
                  <a:lnTo>
                    <a:pt x="5296081" y="1430742"/>
                  </a:lnTo>
                  <a:lnTo>
                    <a:pt x="5294429" y="1430742"/>
                  </a:lnTo>
                  <a:lnTo>
                    <a:pt x="5292778" y="1430742"/>
                  </a:lnTo>
                  <a:lnTo>
                    <a:pt x="5291126" y="1430742"/>
                  </a:lnTo>
                  <a:lnTo>
                    <a:pt x="5289475" y="1430742"/>
                  </a:lnTo>
                  <a:lnTo>
                    <a:pt x="5287823" y="1430742"/>
                  </a:lnTo>
                  <a:lnTo>
                    <a:pt x="5286172" y="1430742"/>
                  </a:lnTo>
                  <a:lnTo>
                    <a:pt x="5284521" y="1430742"/>
                  </a:lnTo>
                  <a:lnTo>
                    <a:pt x="5282869" y="1430742"/>
                  </a:lnTo>
                  <a:lnTo>
                    <a:pt x="5281218" y="1430742"/>
                  </a:lnTo>
                  <a:lnTo>
                    <a:pt x="5279566" y="1430742"/>
                  </a:lnTo>
                  <a:lnTo>
                    <a:pt x="5277915" y="1430742"/>
                  </a:lnTo>
                  <a:lnTo>
                    <a:pt x="5276264" y="1430742"/>
                  </a:lnTo>
                  <a:lnTo>
                    <a:pt x="5274612" y="1430742"/>
                  </a:lnTo>
                  <a:lnTo>
                    <a:pt x="5272961" y="1430742"/>
                  </a:lnTo>
                  <a:lnTo>
                    <a:pt x="5271309" y="1430742"/>
                  </a:lnTo>
                  <a:lnTo>
                    <a:pt x="5269658" y="1430742"/>
                  </a:lnTo>
                  <a:lnTo>
                    <a:pt x="5268007" y="1430742"/>
                  </a:lnTo>
                  <a:lnTo>
                    <a:pt x="5266355" y="1430742"/>
                  </a:lnTo>
                  <a:lnTo>
                    <a:pt x="5264704" y="1430742"/>
                  </a:lnTo>
                  <a:lnTo>
                    <a:pt x="5263052" y="1430742"/>
                  </a:lnTo>
                  <a:lnTo>
                    <a:pt x="5261401" y="1430742"/>
                  </a:lnTo>
                  <a:lnTo>
                    <a:pt x="5259749" y="1430742"/>
                  </a:lnTo>
                  <a:lnTo>
                    <a:pt x="5258098" y="1430742"/>
                  </a:lnTo>
                  <a:lnTo>
                    <a:pt x="5256447" y="1430742"/>
                  </a:lnTo>
                  <a:lnTo>
                    <a:pt x="5254795" y="1430742"/>
                  </a:lnTo>
                  <a:lnTo>
                    <a:pt x="5253144" y="1430742"/>
                  </a:lnTo>
                  <a:lnTo>
                    <a:pt x="5251492" y="1430742"/>
                  </a:lnTo>
                  <a:lnTo>
                    <a:pt x="5249841" y="1430742"/>
                  </a:lnTo>
                  <a:lnTo>
                    <a:pt x="5248190" y="1430742"/>
                  </a:lnTo>
                  <a:lnTo>
                    <a:pt x="5246538" y="1430742"/>
                  </a:lnTo>
                  <a:lnTo>
                    <a:pt x="5244887" y="1430742"/>
                  </a:lnTo>
                  <a:lnTo>
                    <a:pt x="5243235" y="1430742"/>
                  </a:lnTo>
                  <a:lnTo>
                    <a:pt x="5241584" y="1430742"/>
                  </a:lnTo>
                  <a:lnTo>
                    <a:pt x="5239932" y="1430742"/>
                  </a:lnTo>
                  <a:lnTo>
                    <a:pt x="5238281" y="1430742"/>
                  </a:lnTo>
                  <a:lnTo>
                    <a:pt x="5236630" y="1430742"/>
                  </a:lnTo>
                  <a:lnTo>
                    <a:pt x="5234978" y="1430742"/>
                  </a:lnTo>
                  <a:lnTo>
                    <a:pt x="5233327" y="1430742"/>
                  </a:lnTo>
                  <a:lnTo>
                    <a:pt x="5231675" y="1430742"/>
                  </a:lnTo>
                  <a:lnTo>
                    <a:pt x="5230024" y="1430742"/>
                  </a:lnTo>
                  <a:lnTo>
                    <a:pt x="5228373" y="1430742"/>
                  </a:lnTo>
                  <a:lnTo>
                    <a:pt x="5226721" y="1430742"/>
                  </a:lnTo>
                  <a:lnTo>
                    <a:pt x="5225070" y="1430742"/>
                  </a:lnTo>
                  <a:lnTo>
                    <a:pt x="5223418" y="1430742"/>
                  </a:lnTo>
                  <a:lnTo>
                    <a:pt x="5221767" y="1430742"/>
                  </a:lnTo>
                  <a:lnTo>
                    <a:pt x="5220116" y="1430742"/>
                  </a:lnTo>
                  <a:lnTo>
                    <a:pt x="5218464" y="1430742"/>
                  </a:lnTo>
                  <a:lnTo>
                    <a:pt x="5216813" y="1430742"/>
                  </a:lnTo>
                  <a:lnTo>
                    <a:pt x="5215161" y="1430742"/>
                  </a:lnTo>
                  <a:lnTo>
                    <a:pt x="5213510" y="1430742"/>
                  </a:lnTo>
                  <a:lnTo>
                    <a:pt x="5211858" y="1430742"/>
                  </a:lnTo>
                  <a:lnTo>
                    <a:pt x="5210207" y="1430742"/>
                  </a:lnTo>
                  <a:lnTo>
                    <a:pt x="5208556" y="1430742"/>
                  </a:lnTo>
                  <a:lnTo>
                    <a:pt x="5206904" y="1430742"/>
                  </a:lnTo>
                  <a:lnTo>
                    <a:pt x="5205253" y="1430742"/>
                  </a:lnTo>
                  <a:lnTo>
                    <a:pt x="5203601" y="1430742"/>
                  </a:lnTo>
                  <a:lnTo>
                    <a:pt x="5201950" y="1430742"/>
                  </a:lnTo>
                  <a:lnTo>
                    <a:pt x="5200299" y="1430742"/>
                  </a:lnTo>
                  <a:lnTo>
                    <a:pt x="5198647" y="1430742"/>
                  </a:lnTo>
                  <a:lnTo>
                    <a:pt x="5196996" y="1430742"/>
                  </a:lnTo>
                  <a:lnTo>
                    <a:pt x="5195344" y="1430742"/>
                  </a:lnTo>
                  <a:lnTo>
                    <a:pt x="5193693" y="1430742"/>
                  </a:lnTo>
                  <a:lnTo>
                    <a:pt x="5192042" y="1430742"/>
                  </a:lnTo>
                  <a:lnTo>
                    <a:pt x="5190390" y="1430742"/>
                  </a:lnTo>
                  <a:lnTo>
                    <a:pt x="5188739" y="1430742"/>
                  </a:lnTo>
                  <a:lnTo>
                    <a:pt x="5187087" y="1430742"/>
                  </a:lnTo>
                  <a:lnTo>
                    <a:pt x="5185436" y="1430742"/>
                  </a:lnTo>
                  <a:lnTo>
                    <a:pt x="5183784" y="1430742"/>
                  </a:lnTo>
                  <a:lnTo>
                    <a:pt x="5182133" y="1430742"/>
                  </a:lnTo>
                  <a:lnTo>
                    <a:pt x="5180482" y="1430742"/>
                  </a:lnTo>
                  <a:lnTo>
                    <a:pt x="5178830" y="1430742"/>
                  </a:lnTo>
                  <a:lnTo>
                    <a:pt x="5177179" y="1430742"/>
                  </a:lnTo>
                  <a:lnTo>
                    <a:pt x="5175527" y="1430742"/>
                  </a:lnTo>
                  <a:lnTo>
                    <a:pt x="5173876" y="1430742"/>
                  </a:lnTo>
                  <a:lnTo>
                    <a:pt x="5172225" y="1430742"/>
                  </a:lnTo>
                  <a:lnTo>
                    <a:pt x="5170573" y="1430742"/>
                  </a:lnTo>
                  <a:lnTo>
                    <a:pt x="5168922" y="1430742"/>
                  </a:lnTo>
                  <a:lnTo>
                    <a:pt x="5167270" y="1430742"/>
                  </a:lnTo>
                  <a:lnTo>
                    <a:pt x="5165619" y="1430742"/>
                  </a:lnTo>
                  <a:lnTo>
                    <a:pt x="5163967" y="1430742"/>
                  </a:lnTo>
                  <a:lnTo>
                    <a:pt x="5162316" y="1430742"/>
                  </a:lnTo>
                  <a:lnTo>
                    <a:pt x="5160665" y="1430742"/>
                  </a:lnTo>
                  <a:lnTo>
                    <a:pt x="5159013" y="1430742"/>
                  </a:lnTo>
                  <a:lnTo>
                    <a:pt x="5157362" y="1430742"/>
                  </a:lnTo>
                  <a:lnTo>
                    <a:pt x="5155710" y="1430742"/>
                  </a:lnTo>
                  <a:lnTo>
                    <a:pt x="5154059" y="1430742"/>
                  </a:lnTo>
                  <a:lnTo>
                    <a:pt x="5152408" y="1430742"/>
                  </a:lnTo>
                  <a:lnTo>
                    <a:pt x="5150756" y="1430742"/>
                  </a:lnTo>
                  <a:lnTo>
                    <a:pt x="5149105" y="1430742"/>
                  </a:lnTo>
                  <a:lnTo>
                    <a:pt x="5147453" y="1430742"/>
                  </a:lnTo>
                  <a:lnTo>
                    <a:pt x="5145802" y="1430742"/>
                  </a:lnTo>
                  <a:lnTo>
                    <a:pt x="5144151" y="1430742"/>
                  </a:lnTo>
                  <a:lnTo>
                    <a:pt x="5142499" y="1430742"/>
                  </a:lnTo>
                  <a:lnTo>
                    <a:pt x="5140848" y="1430742"/>
                  </a:lnTo>
                  <a:lnTo>
                    <a:pt x="5139196" y="1430742"/>
                  </a:lnTo>
                  <a:lnTo>
                    <a:pt x="5137545" y="1430742"/>
                  </a:lnTo>
                  <a:lnTo>
                    <a:pt x="5135893" y="1430742"/>
                  </a:lnTo>
                  <a:lnTo>
                    <a:pt x="5134242" y="1430742"/>
                  </a:lnTo>
                  <a:lnTo>
                    <a:pt x="5132591" y="1430742"/>
                  </a:lnTo>
                  <a:lnTo>
                    <a:pt x="5130939" y="1430742"/>
                  </a:lnTo>
                  <a:lnTo>
                    <a:pt x="5129288" y="1430742"/>
                  </a:lnTo>
                  <a:lnTo>
                    <a:pt x="5127636" y="1430742"/>
                  </a:lnTo>
                  <a:lnTo>
                    <a:pt x="5125985" y="1430742"/>
                  </a:lnTo>
                  <a:lnTo>
                    <a:pt x="5124334" y="1430742"/>
                  </a:lnTo>
                  <a:lnTo>
                    <a:pt x="5122682" y="1430742"/>
                  </a:lnTo>
                  <a:lnTo>
                    <a:pt x="5121031" y="1430742"/>
                  </a:lnTo>
                  <a:lnTo>
                    <a:pt x="5119379" y="1430742"/>
                  </a:lnTo>
                  <a:lnTo>
                    <a:pt x="5117728" y="1430742"/>
                  </a:lnTo>
                  <a:lnTo>
                    <a:pt x="5116077" y="1430742"/>
                  </a:lnTo>
                  <a:lnTo>
                    <a:pt x="5114425" y="1430742"/>
                  </a:lnTo>
                  <a:lnTo>
                    <a:pt x="5112774" y="1430742"/>
                  </a:lnTo>
                  <a:lnTo>
                    <a:pt x="5111122" y="1430742"/>
                  </a:lnTo>
                  <a:lnTo>
                    <a:pt x="5109471" y="1430742"/>
                  </a:lnTo>
                  <a:lnTo>
                    <a:pt x="5107819" y="1430742"/>
                  </a:lnTo>
                  <a:lnTo>
                    <a:pt x="5106168" y="1430742"/>
                  </a:lnTo>
                  <a:lnTo>
                    <a:pt x="5104517" y="1430742"/>
                  </a:lnTo>
                  <a:lnTo>
                    <a:pt x="5102865" y="1430742"/>
                  </a:lnTo>
                  <a:lnTo>
                    <a:pt x="5101214" y="1430742"/>
                  </a:lnTo>
                  <a:lnTo>
                    <a:pt x="5099562" y="1430742"/>
                  </a:lnTo>
                  <a:lnTo>
                    <a:pt x="5097911" y="1430742"/>
                  </a:lnTo>
                  <a:lnTo>
                    <a:pt x="5096260" y="1430742"/>
                  </a:lnTo>
                  <a:lnTo>
                    <a:pt x="5094608" y="1430742"/>
                  </a:lnTo>
                  <a:lnTo>
                    <a:pt x="5092957" y="1430742"/>
                  </a:lnTo>
                  <a:lnTo>
                    <a:pt x="5091305" y="1430742"/>
                  </a:lnTo>
                  <a:lnTo>
                    <a:pt x="5089654" y="1430742"/>
                  </a:lnTo>
                  <a:lnTo>
                    <a:pt x="5088003" y="1430742"/>
                  </a:lnTo>
                  <a:lnTo>
                    <a:pt x="5086351" y="1430742"/>
                  </a:lnTo>
                  <a:lnTo>
                    <a:pt x="5084700" y="1430742"/>
                  </a:lnTo>
                  <a:lnTo>
                    <a:pt x="5083048" y="1430742"/>
                  </a:lnTo>
                  <a:lnTo>
                    <a:pt x="5081397" y="1430742"/>
                  </a:lnTo>
                  <a:lnTo>
                    <a:pt x="5079745" y="1430742"/>
                  </a:lnTo>
                  <a:lnTo>
                    <a:pt x="5078094" y="1430742"/>
                  </a:lnTo>
                  <a:lnTo>
                    <a:pt x="5076443" y="1430742"/>
                  </a:lnTo>
                  <a:lnTo>
                    <a:pt x="5074791" y="1430742"/>
                  </a:lnTo>
                  <a:lnTo>
                    <a:pt x="5073140" y="1430742"/>
                  </a:lnTo>
                  <a:lnTo>
                    <a:pt x="5071488" y="1430742"/>
                  </a:lnTo>
                  <a:lnTo>
                    <a:pt x="5069837" y="1430742"/>
                  </a:lnTo>
                  <a:lnTo>
                    <a:pt x="5068186" y="1430742"/>
                  </a:lnTo>
                  <a:lnTo>
                    <a:pt x="5066534" y="1430742"/>
                  </a:lnTo>
                  <a:lnTo>
                    <a:pt x="5064883" y="1430742"/>
                  </a:lnTo>
                  <a:lnTo>
                    <a:pt x="5063231" y="1430742"/>
                  </a:lnTo>
                  <a:lnTo>
                    <a:pt x="5061580" y="1430742"/>
                  </a:lnTo>
                  <a:lnTo>
                    <a:pt x="5059928" y="1430742"/>
                  </a:lnTo>
                  <a:lnTo>
                    <a:pt x="5058277" y="1430742"/>
                  </a:lnTo>
                  <a:lnTo>
                    <a:pt x="5056626" y="1430742"/>
                  </a:lnTo>
                  <a:lnTo>
                    <a:pt x="5054974" y="1430742"/>
                  </a:lnTo>
                  <a:lnTo>
                    <a:pt x="5053323" y="1430742"/>
                  </a:lnTo>
                  <a:lnTo>
                    <a:pt x="5051671" y="1430742"/>
                  </a:lnTo>
                  <a:lnTo>
                    <a:pt x="5050020" y="1430742"/>
                  </a:lnTo>
                  <a:lnTo>
                    <a:pt x="5048369" y="1430742"/>
                  </a:lnTo>
                  <a:lnTo>
                    <a:pt x="5046717" y="1430742"/>
                  </a:lnTo>
                  <a:lnTo>
                    <a:pt x="5045066" y="1430742"/>
                  </a:lnTo>
                  <a:lnTo>
                    <a:pt x="5043414" y="1430742"/>
                  </a:lnTo>
                  <a:lnTo>
                    <a:pt x="5041763" y="1430742"/>
                  </a:lnTo>
                  <a:lnTo>
                    <a:pt x="5040112" y="1430742"/>
                  </a:lnTo>
                  <a:lnTo>
                    <a:pt x="5038460" y="1430742"/>
                  </a:lnTo>
                  <a:lnTo>
                    <a:pt x="5036809" y="1430742"/>
                  </a:lnTo>
                  <a:lnTo>
                    <a:pt x="5035157" y="1430742"/>
                  </a:lnTo>
                  <a:lnTo>
                    <a:pt x="5033506" y="1430742"/>
                  </a:lnTo>
                  <a:lnTo>
                    <a:pt x="5031854" y="1430742"/>
                  </a:lnTo>
                  <a:lnTo>
                    <a:pt x="5030203" y="1430742"/>
                  </a:lnTo>
                  <a:lnTo>
                    <a:pt x="5028552" y="1430742"/>
                  </a:lnTo>
                  <a:lnTo>
                    <a:pt x="5026900" y="1430742"/>
                  </a:lnTo>
                  <a:lnTo>
                    <a:pt x="5025249" y="1430742"/>
                  </a:lnTo>
                  <a:lnTo>
                    <a:pt x="5023597" y="1430742"/>
                  </a:lnTo>
                  <a:lnTo>
                    <a:pt x="5021946" y="1430742"/>
                  </a:lnTo>
                  <a:lnTo>
                    <a:pt x="5020295" y="1430742"/>
                  </a:lnTo>
                  <a:lnTo>
                    <a:pt x="5018643" y="1430742"/>
                  </a:lnTo>
                  <a:lnTo>
                    <a:pt x="5016992" y="1430742"/>
                  </a:lnTo>
                  <a:lnTo>
                    <a:pt x="5015340" y="1430742"/>
                  </a:lnTo>
                  <a:lnTo>
                    <a:pt x="5013689" y="1430742"/>
                  </a:lnTo>
                  <a:lnTo>
                    <a:pt x="5012038" y="1430742"/>
                  </a:lnTo>
                  <a:lnTo>
                    <a:pt x="5010386" y="1430742"/>
                  </a:lnTo>
                  <a:lnTo>
                    <a:pt x="5008735" y="1430742"/>
                  </a:lnTo>
                  <a:lnTo>
                    <a:pt x="5007083" y="1430742"/>
                  </a:lnTo>
                  <a:lnTo>
                    <a:pt x="5005432" y="1430742"/>
                  </a:lnTo>
                  <a:lnTo>
                    <a:pt x="5003780" y="1430742"/>
                  </a:lnTo>
                  <a:lnTo>
                    <a:pt x="5002129" y="1430742"/>
                  </a:lnTo>
                  <a:lnTo>
                    <a:pt x="5000478" y="1430742"/>
                  </a:lnTo>
                  <a:lnTo>
                    <a:pt x="4998826" y="1430742"/>
                  </a:lnTo>
                  <a:lnTo>
                    <a:pt x="4997175" y="1430742"/>
                  </a:lnTo>
                  <a:lnTo>
                    <a:pt x="4995523" y="1430742"/>
                  </a:lnTo>
                  <a:lnTo>
                    <a:pt x="4993872" y="1430742"/>
                  </a:lnTo>
                  <a:lnTo>
                    <a:pt x="4992221" y="1430742"/>
                  </a:lnTo>
                  <a:lnTo>
                    <a:pt x="4990569" y="1430742"/>
                  </a:lnTo>
                  <a:lnTo>
                    <a:pt x="4988918" y="1430742"/>
                  </a:lnTo>
                  <a:lnTo>
                    <a:pt x="4987266" y="1430742"/>
                  </a:lnTo>
                  <a:lnTo>
                    <a:pt x="4985615" y="1430742"/>
                  </a:lnTo>
                  <a:lnTo>
                    <a:pt x="4983963" y="1430742"/>
                  </a:lnTo>
                  <a:lnTo>
                    <a:pt x="4982312" y="1430742"/>
                  </a:lnTo>
                  <a:lnTo>
                    <a:pt x="4980661" y="1430742"/>
                  </a:lnTo>
                  <a:lnTo>
                    <a:pt x="4979009" y="1430742"/>
                  </a:lnTo>
                  <a:lnTo>
                    <a:pt x="4977358" y="1430742"/>
                  </a:lnTo>
                  <a:lnTo>
                    <a:pt x="4975706" y="1430742"/>
                  </a:lnTo>
                  <a:lnTo>
                    <a:pt x="4974055" y="1430742"/>
                  </a:lnTo>
                  <a:lnTo>
                    <a:pt x="4972404" y="1430742"/>
                  </a:lnTo>
                  <a:lnTo>
                    <a:pt x="4970752" y="1430742"/>
                  </a:lnTo>
                  <a:lnTo>
                    <a:pt x="4969101" y="1430742"/>
                  </a:lnTo>
                  <a:lnTo>
                    <a:pt x="4967449" y="1430742"/>
                  </a:lnTo>
                  <a:lnTo>
                    <a:pt x="4965798" y="1430742"/>
                  </a:lnTo>
                  <a:lnTo>
                    <a:pt x="4964147" y="1430742"/>
                  </a:lnTo>
                  <a:lnTo>
                    <a:pt x="4962495" y="1430742"/>
                  </a:lnTo>
                  <a:lnTo>
                    <a:pt x="4960844" y="1430742"/>
                  </a:lnTo>
                  <a:lnTo>
                    <a:pt x="4959192" y="1430742"/>
                  </a:lnTo>
                  <a:lnTo>
                    <a:pt x="4957541" y="1430742"/>
                  </a:lnTo>
                  <a:lnTo>
                    <a:pt x="4955889" y="1430742"/>
                  </a:lnTo>
                  <a:lnTo>
                    <a:pt x="4954238" y="1430742"/>
                  </a:lnTo>
                  <a:lnTo>
                    <a:pt x="4952587" y="1430742"/>
                  </a:lnTo>
                  <a:lnTo>
                    <a:pt x="4950935" y="1430742"/>
                  </a:lnTo>
                  <a:lnTo>
                    <a:pt x="4949284" y="1430742"/>
                  </a:lnTo>
                  <a:lnTo>
                    <a:pt x="4947632" y="1430742"/>
                  </a:lnTo>
                  <a:lnTo>
                    <a:pt x="4945981" y="1430742"/>
                  </a:lnTo>
                  <a:lnTo>
                    <a:pt x="4944330" y="1430742"/>
                  </a:lnTo>
                  <a:lnTo>
                    <a:pt x="4942678" y="1430742"/>
                  </a:lnTo>
                  <a:lnTo>
                    <a:pt x="4941027" y="1430742"/>
                  </a:lnTo>
                  <a:lnTo>
                    <a:pt x="4939375" y="1430742"/>
                  </a:lnTo>
                  <a:lnTo>
                    <a:pt x="4937724" y="1430742"/>
                  </a:lnTo>
                  <a:lnTo>
                    <a:pt x="4936073" y="1430742"/>
                  </a:lnTo>
                  <a:lnTo>
                    <a:pt x="4934421" y="1430742"/>
                  </a:lnTo>
                  <a:lnTo>
                    <a:pt x="4932770" y="1430742"/>
                  </a:lnTo>
                  <a:lnTo>
                    <a:pt x="4931118" y="1430742"/>
                  </a:lnTo>
                  <a:lnTo>
                    <a:pt x="4929467" y="1430742"/>
                  </a:lnTo>
                  <a:lnTo>
                    <a:pt x="4927815" y="1430742"/>
                  </a:lnTo>
                  <a:lnTo>
                    <a:pt x="4926164" y="1430742"/>
                  </a:lnTo>
                  <a:lnTo>
                    <a:pt x="4924513" y="1430742"/>
                  </a:lnTo>
                  <a:lnTo>
                    <a:pt x="4922861" y="1430742"/>
                  </a:lnTo>
                  <a:lnTo>
                    <a:pt x="4921210" y="1430742"/>
                  </a:lnTo>
                  <a:lnTo>
                    <a:pt x="4919558" y="1430742"/>
                  </a:lnTo>
                  <a:lnTo>
                    <a:pt x="4917907" y="1430742"/>
                  </a:lnTo>
                  <a:lnTo>
                    <a:pt x="4916256" y="1430742"/>
                  </a:lnTo>
                  <a:lnTo>
                    <a:pt x="4914604" y="1430742"/>
                  </a:lnTo>
                  <a:lnTo>
                    <a:pt x="4912953" y="1430742"/>
                  </a:lnTo>
                  <a:lnTo>
                    <a:pt x="4911301" y="1430742"/>
                  </a:lnTo>
                  <a:lnTo>
                    <a:pt x="4909650" y="1430742"/>
                  </a:lnTo>
                  <a:lnTo>
                    <a:pt x="4907998" y="1430742"/>
                  </a:lnTo>
                  <a:lnTo>
                    <a:pt x="4906347" y="1430742"/>
                  </a:lnTo>
                  <a:lnTo>
                    <a:pt x="4904696" y="1430742"/>
                  </a:lnTo>
                  <a:lnTo>
                    <a:pt x="4903044" y="1430742"/>
                  </a:lnTo>
                  <a:lnTo>
                    <a:pt x="4901393" y="1430742"/>
                  </a:lnTo>
                  <a:lnTo>
                    <a:pt x="4899741" y="1430742"/>
                  </a:lnTo>
                  <a:lnTo>
                    <a:pt x="4898090" y="1430742"/>
                  </a:lnTo>
                  <a:lnTo>
                    <a:pt x="4896439" y="1430742"/>
                  </a:lnTo>
                  <a:lnTo>
                    <a:pt x="4894787" y="1430742"/>
                  </a:lnTo>
                  <a:lnTo>
                    <a:pt x="4893136" y="1430742"/>
                  </a:lnTo>
                  <a:lnTo>
                    <a:pt x="4891484" y="1430742"/>
                  </a:lnTo>
                  <a:lnTo>
                    <a:pt x="4889833" y="1430742"/>
                  </a:lnTo>
                  <a:lnTo>
                    <a:pt x="4888182" y="1430742"/>
                  </a:lnTo>
                  <a:lnTo>
                    <a:pt x="4886530" y="1430742"/>
                  </a:lnTo>
                  <a:lnTo>
                    <a:pt x="4884879" y="1430742"/>
                  </a:lnTo>
                  <a:lnTo>
                    <a:pt x="4883227" y="1430742"/>
                  </a:lnTo>
                  <a:lnTo>
                    <a:pt x="4881576" y="1430742"/>
                  </a:lnTo>
                  <a:lnTo>
                    <a:pt x="4879924" y="1430742"/>
                  </a:lnTo>
                  <a:lnTo>
                    <a:pt x="4878273" y="1430742"/>
                  </a:lnTo>
                  <a:lnTo>
                    <a:pt x="4876622" y="1430742"/>
                  </a:lnTo>
                  <a:lnTo>
                    <a:pt x="4874970" y="1430742"/>
                  </a:lnTo>
                  <a:lnTo>
                    <a:pt x="4873319" y="1430742"/>
                  </a:lnTo>
                  <a:lnTo>
                    <a:pt x="4871667" y="1430742"/>
                  </a:lnTo>
                  <a:lnTo>
                    <a:pt x="4870016" y="1430742"/>
                  </a:lnTo>
                  <a:lnTo>
                    <a:pt x="4868365" y="1430742"/>
                  </a:lnTo>
                  <a:lnTo>
                    <a:pt x="4866713" y="1430742"/>
                  </a:lnTo>
                  <a:lnTo>
                    <a:pt x="4865062" y="1430742"/>
                  </a:lnTo>
                  <a:lnTo>
                    <a:pt x="4863410" y="1430742"/>
                  </a:lnTo>
                  <a:lnTo>
                    <a:pt x="4861759" y="1430742"/>
                  </a:lnTo>
                  <a:lnTo>
                    <a:pt x="4860108" y="1430742"/>
                  </a:lnTo>
                  <a:lnTo>
                    <a:pt x="4858456" y="1430742"/>
                  </a:lnTo>
                  <a:lnTo>
                    <a:pt x="4856805" y="1430742"/>
                  </a:lnTo>
                  <a:lnTo>
                    <a:pt x="4855153" y="1430742"/>
                  </a:lnTo>
                  <a:lnTo>
                    <a:pt x="4853502" y="1430742"/>
                  </a:lnTo>
                  <a:lnTo>
                    <a:pt x="4851850" y="1430742"/>
                  </a:lnTo>
                  <a:lnTo>
                    <a:pt x="4850199" y="1430742"/>
                  </a:lnTo>
                  <a:lnTo>
                    <a:pt x="4848548" y="1430742"/>
                  </a:lnTo>
                  <a:lnTo>
                    <a:pt x="4846896" y="1430742"/>
                  </a:lnTo>
                  <a:lnTo>
                    <a:pt x="4845245" y="1430742"/>
                  </a:lnTo>
                  <a:lnTo>
                    <a:pt x="4843593" y="1430742"/>
                  </a:lnTo>
                  <a:lnTo>
                    <a:pt x="4841942" y="1430742"/>
                  </a:lnTo>
                  <a:lnTo>
                    <a:pt x="4840291" y="1430742"/>
                  </a:lnTo>
                  <a:lnTo>
                    <a:pt x="4838639" y="1430742"/>
                  </a:lnTo>
                  <a:lnTo>
                    <a:pt x="4836988" y="1430742"/>
                  </a:lnTo>
                  <a:lnTo>
                    <a:pt x="4835336" y="1430742"/>
                  </a:lnTo>
                  <a:lnTo>
                    <a:pt x="4833685" y="1430742"/>
                  </a:lnTo>
                  <a:lnTo>
                    <a:pt x="4832034" y="1430742"/>
                  </a:lnTo>
                  <a:lnTo>
                    <a:pt x="4830382" y="1430742"/>
                  </a:lnTo>
                  <a:lnTo>
                    <a:pt x="4828731" y="1430742"/>
                  </a:lnTo>
                  <a:lnTo>
                    <a:pt x="4827079" y="1430742"/>
                  </a:lnTo>
                  <a:lnTo>
                    <a:pt x="4825428" y="1430742"/>
                  </a:lnTo>
                  <a:lnTo>
                    <a:pt x="4823776" y="1430742"/>
                  </a:lnTo>
                  <a:lnTo>
                    <a:pt x="4822125" y="1430742"/>
                  </a:lnTo>
                  <a:lnTo>
                    <a:pt x="4820474" y="1430742"/>
                  </a:lnTo>
                  <a:lnTo>
                    <a:pt x="4818822" y="1430742"/>
                  </a:lnTo>
                  <a:lnTo>
                    <a:pt x="4817171" y="1430742"/>
                  </a:lnTo>
                  <a:lnTo>
                    <a:pt x="4815519" y="1430742"/>
                  </a:lnTo>
                  <a:lnTo>
                    <a:pt x="4813868" y="1430742"/>
                  </a:lnTo>
                  <a:lnTo>
                    <a:pt x="4812217" y="1430742"/>
                  </a:lnTo>
                  <a:lnTo>
                    <a:pt x="4810565" y="1430742"/>
                  </a:lnTo>
                  <a:lnTo>
                    <a:pt x="4808914" y="1430742"/>
                  </a:lnTo>
                  <a:lnTo>
                    <a:pt x="4807262" y="1430742"/>
                  </a:lnTo>
                  <a:lnTo>
                    <a:pt x="4805611" y="1430742"/>
                  </a:lnTo>
                  <a:lnTo>
                    <a:pt x="4803959" y="1430742"/>
                  </a:lnTo>
                  <a:lnTo>
                    <a:pt x="4802308" y="1430742"/>
                  </a:lnTo>
                  <a:lnTo>
                    <a:pt x="4800657" y="1430742"/>
                  </a:lnTo>
                  <a:lnTo>
                    <a:pt x="4799005" y="1430742"/>
                  </a:lnTo>
                  <a:lnTo>
                    <a:pt x="4797354" y="1430742"/>
                  </a:lnTo>
                  <a:lnTo>
                    <a:pt x="4795702" y="1430742"/>
                  </a:lnTo>
                  <a:lnTo>
                    <a:pt x="4794051" y="1430742"/>
                  </a:lnTo>
                  <a:lnTo>
                    <a:pt x="4792400" y="1430742"/>
                  </a:lnTo>
                  <a:lnTo>
                    <a:pt x="4790748" y="1430742"/>
                  </a:lnTo>
                  <a:lnTo>
                    <a:pt x="4789097" y="1430742"/>
                  </a:lnTo>
                  <a:lnTo>
                    <a:pt x="4787445" y="1430742"/>
                  </a:lnTo>
                  <a:lnTo>
                    <a:pt x="4785794" y="1430742"/>
                  </a:lnTo>
                  <a:lnTo>
                    <a:pt x="4784143" y="1430742"/>
                  </a:lnTo>
                  <a:lnTo>
                    <a:pt x="4782491" y="1430742"/>
                  </a:lnTo>
                  <a:lnTo>
                    <a:pt x="4780840" y="1430742"/>
                  </a:lnTo>
                  <a:lnTo>
                    <a:pt x="4779188" y="1430742"/>
                  </a:lnTo>
                  <a:lnTo>
                    <a:pt x="4777537" y="1430742"/>
                  </a:lnTo>
                  <a:lnTo>
                    <a:pt x="4775885" y="1430742"/>
                  </a:lnTo>
                  <a:lnTo>
                    <a:pt x="4774234" y="1430742"/>
                  </a:lnTo>
                  <a:lnTo>
                    <a:pt x="4772583" y="1430742"/>
                  </a:lnTo>
                  <a:lnTo>
                    <a:pt x="4770931" y="1430742"/>
                  </a:lnTo>
                  <a:lnTo>
                    <a:pt x="4769280" y="1430742"/>
                  </a:lnTo>
                  <a:lnTo>
                    <a:pt x="4767628" y="1430742"/>
                  </a:lnTo>
                  <a:lnTo>
                    <a:pt x="4765977" y="1430742"/>
                  </a:lnTo>
                  <a:lnTo>
                    <a:pt x="4764326" y="1430742"/>
                  </a:lnTo>
                  <a:lnTo>
                    <a:pt x="4762674" y="1430742"/>
                  </a:lnTo>
                  <a:lnTo>
                    <a:pt x="4761023" y="1430742"/>
                  </a:lnTo>
                  <a:lnTo>
                    <a:pt x="4759371" y="1430742"/>
                  </a:lnTo>
                  <a:lnTo>
                    <a:pt x="4757720" y="1430742"/>
                  </a:lnTo>
                  <a:lnTo>
                    <a:pt x="4756069" y="1430742"/>
                  </a:lnTo>
                  <a:lnTo>
                    <a:pt x="4754417" y="1430742"/>
                  </a:lnTo>
                  <a:lnTo>
                    <a:pt x="4752766" y="1430742"/>
                  </a:lnTo>
                  <a:lnTo>
                    <a:pt x="4751114" y="1430742"/>
                  </a:lnTo>
                  <a:lnTo>
                    <a:pt x="4749463" y="1430742"/>
                  </a:lnTo>
                  <a:lnTo>
                    <a:pt x="4747811" y="1430742"/>
                  </a:lnTo>
                  <a:lnTo>
                    <a:pt x="4746160" y="1430742"/>
                  </a:lnTo>
                  <a:lnTo>
                    <a:pt x="4744509" y="1430742"/>
                  </a:lnTo>
                  <a:lnTo>
                    <a:pt x="4742857" y="1430742"/>
                  </a:lnTo>
                  <a:lnTo>
                    <a:pt x="4741206" y="1430742"/>
                  </a:lnTo>
                  <a:lnTo>
                    <a:pt x="4739554" y="1430742"/>
                  </a:lnTo>
                  <a:lnTo>
                    <a:pt x="4737903" y="1430742"/>
                  </a:lnTo>
                  <a:lnTo>
                    <a:pt x="4736252" y="1430742"/>
                  </a:lnTo>
                  <a:lnTo>
                    <a:pt x="4734600" y="1430742"/>
                  </a:lnTo>
                  <a:lnTo>
                    <a:pt x="4732949" y="1430742"/>
                  </a:lnTo>
                  <a:lnTo>
                    <a:pt x="4731297" y="1430742"/>
                  </a:lnTo>
                  <a:lnTo>
                    <a:pt x="4729646" y="1430742"/>
                  </a:lnTo>
                  <a:lnTo>
                    <a:pt x="4727994" y="1430742"/>
                  </a:lnTo>
                  <a:lnTo>
                    <a:pt x="4726343" y="1430742"/>
                  </a:lnTo>
                  <a:lnTo>
                    <a:pt x="4724692" y="1430742"/>
                  </a:lnTo>
                  <a:lnTo>
                    <a:pt x="4723040" y="1430742"/>
                  </a:lnTo>
                  <a:lnTo>
                    <a:pt x="4721389" y="1430742"/>
                  </a:lnTo>
                  <a:lnTo>
                    <a:pt x="4719737" y="1430742"/>
                  </a:lnTo>
                  <a:lnTo>
                    <a:pt x="4718086" y="1430742"/>
                  </a:lnTo>
                  <a:lnTo>
                    <a:pt x="4716435" y="1430742"/>
                  </a:lnTo>
                  <a:lnTo>
                    <a:pt x="4714783" y="1430742"/>
                  </a:lnTo>
                  <a:lnTo>
                    <a:pt x="4713132" y="1430742"/>
                  </a:lnTo>
                  <a:lnTo>
                    <a:pt x="4711480" y="1430742"/>
                  </a:lnTo>
                  <a:lnTo>
                    <a:pt x="4709829" y="1430742"/>
                  </a:lnTo>
                  <a:lnTo>
                    <a:pt x="4708178" y="1430742"/>
                  </a:lnTo>
                  <a:lnTo>
                    <a:pt x="4706526" y="1430742"/>
                  </a:lnTo>
                  <a:lnTo>
                    <a:pt x="4704875" y="1430742"/>
                  </a:lnTo>
                  <a:lnTo>
                    <a:pt x="4703223" y="1430742"/>
                  </a:lnTo>
                  <a:lnTo>
                    <a:pt x="4701572" y="1430742"/>
                  </a:lnTo>
                  <a:lnTo>
                    <a:pt x="4699920" y="1430742"/>
                  </a:lnTo>
                  <a:lnTo>
                    <a:pt x="4698269" y="1430742"/>
                  </a:lnTo>
                  <a:lnTo>
                    <a:pt x="4696618" y="1430742"/>
                  </a:lnTo>
                  <a:lnTo>
                    <a:pt x="4694966" y="1430742"/>
                  </a:lnTo>
                  <a:lnTo>
                    <a:pt x="4693315" y="1430742"/>
                  </a:lnTo>
                  <a:lnTo>
                    <a:pt x="4691663" y="1430742"/>
                  </a:lnTo>
                  <a:lnTo>
                    <a:pt x="4690012" y="1430742"/>
                  </a:lnTo>
                  <a:lnTo>
                    <a:pt x="4688361" y="1430742"/>
                  </a:lnTo>
                  <a:lnTo>
                    <a:pt x="4686709" y="1430742"/>
                  </a:lnTo>
                  <a:lnTo>
                    <a:pt x="4685058" y="1430742"/>
                  </a:lnTo>
                  <a:lnTo>
                    <a:pt x="4683406" y="1430742"/>
                  </a:lnTo>
                  <a:lnTo>
                    <a:pt x="4681755" y="1430742"/>
                  </a:lnTo>
                  <a:lnTo>
                    <a:pt x="4680104" y="1430742"/>
                  </a:lnTo>
                  <a:lnTo>
                    <a:pt x="4678452" y="1430742"/>
                  </a:lnTo>
                  <a:lnTo>
                    <a:pt x="4676801" y="1430742"/>
                  </a:lnTo>
                  <a:lnTo>
                    <a:pt x="4675149" y="1430742"/>
                  </a:lnTo>
                  <a:lnTo>
                    <a:pt x="4673498" y="1430742"/>
                  </a:lnTo>
                  <a:lnTo>
                    <a:pt x="4671846" y="1430742"/>
                  </a:lnTo>
                  <a:lnTo>
                    <a:pt x="4670195" y="1430742"/>
                  </a:lnTo>
                  <a:lnTo>
                    <a:pt x="4668544" y="1430742"/>
                  </a:lnTo>
                  <a:lnTo>
                    <a:pt x="4666892" y="1430742"/>
                  </a:lnTo>
                  <a:lnTo>
                    <a:pt x="4665241" y="1430742"/>
                  </a:lnTo>
                  <a:lnTo>
                    <a:pt x="4663589" y="1430742"/>
                  </a:lnTo>
                  <a:lnTo>
                    <a:pt x="4661938" y="1430742"/>
                  </a:lnTo>
                  <a:lnTo>
                    <a:pt x="4660287" y="1430742"/>
                  </a:lnTo>
                  <a:lnTo>
                    <a:pt x="4658635" y="1430742"/>
                  </a:lnTo>
                  <a:lnTo>
                    <a:pt x="4656984" y="1430742"/>
                  </a:lnTo>
                  <a:lnTo>
                    <a:pt x="4655332" y="1430742"/>
                  </a:lnTo>
                  <a:lnTo>
                    <a:pt x="4653681" y="1430742"/>
                  </a:lnTo>
                  <a:lnTo>
                    <a:pt x="4652030" y="1430742"/>
                  </a:lnTo>
                  <a:lnTo>
                    <a:pt x="4650378" y="1430742"/>
                  </a:lnTo>
                  <a:lnTo>
                    <a:pt x="4648727" y="1430742"/>
                  </a:lnTo>
                  <a:lnTo>
                    <a:pt x="4647075" y="1430742"/>
                  </a:lnTo>
                  <a:lnTo>
                    <a:pt x="4645424" y="1430742"/>
                  </a:lnTo>
                  <a:lnTo>
                    <a:pt x="4643772" y="1430742"/>
                  </a:lnTo>
                  <a:lnTo>
                    <a:pt x="4642121" y="1430742"/>
                  </a:lnTo>
                  <a:lnTo>
                    <a:pt x="4640470" y="1430742"/>
                  </a:lnTo>
                  <a:lnTo>
                    <a:pt x="4638818" y="1430742"/>
                  </a:lnTo>
                  <a:lnTo>
                    <a:pt x="4637167" y="1430742"/>
                  </a:lnTo>
                  <a:lnTo>
                    <a:pt x="4635515" y="1430742"/>
                  </a:lnTo>
                  <a:lnTo>
                    <a:pt x="4633864" y="1430742"/>
                  </a:lnTo>
                  <a:lnTo>
                    <a:pt x="4632213" y="1430742"/>
                  </a:lnTo>
                  <a:lnTo>
                    <a:pt x="4630561" y="1430742"/>
                  </a:lnTo>
                  <a:lnTo>
                    <a:pt x="4628910" y="1430742"/>
                  </a:lnTo>
                  <a:lnTo>
                    <a:pt x="4627258" y="1430742"/>
                  </a:lnTo>
                  <a:lnTo>
                    <a:pt x="4625607" y="1430742"/>
                  </a:lnTo>
                  <a:lnTo>
                    <a:pt x="4623955" y="1430742"/>
                  </a:lnTo>
                  <a:lnTo>
                    <a:pt x="4622304" y="1430742"/>
                  </a:lnTo>
                  <a:lnTo>
                    <a:pt x="4620653" y="1430742"/>
                  </a:lnTo>
                  <a:lnTo>
                    <a:pt x="4619001" y="1430742"/>
                  </a:lnTo>
                  <a:lnTo>
                    <a:pt x="4617350" y="1430742"/>
                  </a:lnTo>
                  <a:lnTo>
                    <a:pt x="4615698" y="1430742"/>
                  </a:lnTo>
                  <a:lnTo>
                    <a:pt x="4614047" y="1430742"/>
                  </a:lnTo>
                  <a:lnTo>
                    <a:pt x="4612396" y="1430742"/>
                  </a:lnTo>
                  <a:lnTo>
                    <a:pt x="4610744" y="1430742"/>
                  </a:lnTo>
                  <a:lnTo>
                    <a:pt x="4609093" y="1430742"/>
                  </a:lnTo>
                  <a:lnTo>
                    <a:pt x="4607441" y="1430742"/>
                  </a:lnTo>
                  <a:lnTo>
                    <a:pt x="4605790" y="1430742"/>
                  </a:lnTo>
                  <a:lnTo>
                    <a:pt x="4604139" y="1430742"/>
                  </a:lnTo>
                  <a:lnTo>
                    <a:pt x="4602487" y="1430742"/>
                  </a:lnTo>
                  <a:lnTo>
                    <a:pt x="4600836" y="1430742"/>
                  </a:lnTo>
                  <a:lnTo>
                    <a:pt x="4599184" y="1430742"/>
                  </a:lnTo>
                  <a:lnTo>
                    <a:pt x="4597533" y="1430742"/>
                  </a:lnTo>
                  <a:lnTo>
                    <a:pt x="4595881" y="1430742"/>
                  </a:lnTo>
                  <a:lnTo>
                    <a:pt x="4594230" y="1430742"/>
                  </a:lnTo>
                  <a:lnTo>
                    <a:pt x="4592579" y="1430742"/>
                  </a:lnTo>
                  <a:lnTo>
                    <a:pt x="4590927" y="1430742"/>
                  </a:lnTo>
                  <a:lnTo>
                    <a:pt x="4589276" y="1430742"/>
                  </a:lnTo>
                  <a:lnTo>
                    <a:pt x="4587624" y="1430742"/>
                  </a:lnTo>
                  <a:lnTo>
                    <a:pt x="4585973" y="1430742"/>
                  </a:lnTo>
                  <a:lnTo>
                    <a:pt x="4584322" y="1430742"/>
                  </a:lnTo>
                  <a:lnTo>
                    <a:pt x="4582670" y="1430742"/>
                  </a:lnTo>
                  <a:lnTo>
                    <a:pt x="4581019" y="1430742"/>
                  </a:lnTo>
                  <a:lnTo>
                    <a:pt x="4579367" y="1430742"/>
                  </a:lnTo>
                  <a:lnTo>
                    <a:pt x="4577716" y="1430742"/>
                  </a:lnTo>
                  <a:lnTo>
                    <a:pt x="4576065" y="1430742"/>
                  </a:lnTo>
                  <a:lnTo>
                    <a:pt x="4574413" y="1430742"/>
                  </a:lnTo>
                  <a:lnTo>
                    <a:pt x="4572762" y="1430742"/>
                  </a:lnTo>
                  <a:lnTo>
                    <a:pt x="4571110" y="1430742"/>
                  </a:lnTo>
                  <a:lnTo>
                    <a:pt x="4569459" y="1430742"/>
                  </a:lnTo>
                  <a:lnTo>
                    <a:pt x="4567807" y="1430742"/>
                  </a:lnTo>
                  <a:lnTo>
                    <a:pt x="4566156" y="1430742"/>
                  </a:lnTo>
                  <a:lnTo>
                    <a:pt x="4564505" y="1430742"/>
                  </a:lnTo>
                  <a:lnTo>
                    <a:pt x="4562853" y="1430742"/>
                  </a:lnTo>
                  <a:lnTo>
                    <a:pt x="4561202" y="1430742"/>
                  </a:lnTo>
                  <a:lnTo>
                    <a:pt x="4559550" y="1430742"/>
                  </a:lnTo>
                  <a:lnTo>
                    <a:pt x="4557899" y="1430742"/>
                  </a:lnTo>
                  <a:lnTo>
                    <a:pt x="4556248" y="1430742"/>
                  </a:lnTo>
                  <a:lnTo>
                    <a:pt x="4554596" y="1430742"/>
                  </a:lnTo>
                  <a:lnTo>
                    <a:pt x="4552945" y="1430742"/>
                  </a:lnTo>
                  <a:lnTo>
                    <a:pt x="4551293" y="1430742"/>
                  </a:lnTo>
                  <a:lnTo>
                    <a:pt x="4549642" y="1430742"/>
                  </a:lnTo>
                  <a:lnTo>
                    <a:pt x="4547990" y="1430742"/>
                  </a:lnTo>
                  <a:lnTo>
                    <a:pt x="4546339" y="1430742"/>
                  </a:lnTo>
                  <a:lnTo>
                    <a:pt x="4544688" y="1430742"/>
                  </a:lnTo>
                  <a:lnTo>
                    <a:pt x="4543036" y="1430742"/>
                  </a:lnTo>
                  <a:lnTo>
                    <a:pt x="4541385" y="1430742"/>
                  </a:lnTo>
                  <a:lnTo>
                    <a:pt x="4539733" y="1430742"/>
                  </a:lnTo>
                  <a:lnTo>
                    <a:pt x="4538082" y="1430742"/>
                  </a:lnTo>
                  <a:lnTo>
                    <a:pt x="4536431" y="1430742"/>
                  </a:lnTo>
                  <a:lnTo>
                    <a:pt x="4534779" y="1430742"/>
                  </a:lnTo>
                  <a:lnTo>
                    <a:pt x="4533128" y="1430742"/>
                  </a:lnTo>
                  <a:lnTo>
                    <a:pt x="4531476" y="1430742"/>
                  </a:lnTo>
                  <a:lnTo>
                    <a:pt x="4529825" y="1430742"/>
                  </a:lnTo>
                  <a:lnTo>
                    <a:pt x="4528174" y="1430742"/>
                  </a:lnTo>
                  <a:lnTo>
                    <a:pt x="4526522" y="1430742"/>
                  </a:lnTo>
                  <a:lnTo>
                    <a:pt x="4524871" y="1430742"/>
                  </a:lnTo>
                  <a:lnTo>
                    <a:pt x="4523219" y="1430742"/>
                  </a:lnTo>
                  <a:lnTo>
                    <a:pt x="4521568" y="1430742"/>
                  </a:lnTo>
                  <a:lnTo>
                    <a:pt x="4519916" y="1430742"/>
                  </a:lnTo>
                  <a:lnTo>
                    <a:pt x="4518265" y="1430742"/>
                  </a:lnTo>
                  <a:lnTo>
                    <a:pt x="4516614" y="1430742"/>
                  </a:lnTo>
                  <a:lnTo>
                    <a:pt x="4514962" y="1430742"/>
                  </a:lnTo>
                  <a:lnTo>
                    <a:pt x="4513311" y="1430742"/>
                  </a:lnTo>
                  <a:lnTo>
                    <a:pt x="4511659" y="1430742"/>
                  </a:lnTo>
                  <a:lnTo>
                    <a:pt x="4510008" y="1430742"/>
                  </a:lnTo>
                  <a:lnTo>
                    <a:pt x="4508357" y="1430742"/>
                  </a:lnTo>
                  <a:lnTo>
                    <a:pt x="4506705" y="1430742"/>
                  </a:lnTo>
                  <a:lnTo>
                    <a:pt x="4505054" y="1430742"/>
                  </a:lnTo>
                  <a:lnTo>
                    <a:pt x="4503402" y="1430742"/>
                  </a:lnTo>
                  <a:lnTo>
                    <a:pt x="4501751" y="1430742"/>
                  </a:lnTo>
                  <a:lnTo>
                    <a:pt x="4500100" y="1430742"/>
                  </a:lnTo>
                  <a:lnTo>
                    <a:pt x="4498448" y="1430742"/>
                  </a:lnTo>
                  <a:lnTo>
                    <a:pt x="4496797" y="1430742"/>
                  </a:lnTo>
                  <a:lnTo>
                    <a:pt x="4495145" y="1430742"/>
                  </a:lnTo>
                  <a:lnTo>
                    <a:pt x="4493494" y="1430742"/>
                  </a:lnTo>
                  <a:lnTo>
                    <a:pt x="4491842" y="1430742"/>
                  </a:lnTo>
                  <a:lnTo>
                    <a:pt x="4490191" y="1430742"/>
                  </a:lnTo>
                  <a:lnTo>
                    <a:pt x="4488540" y="1430742"/>
                  </a:lnTo>
                  <a:lnTo>
                    <a:pt x="4486888" y="1430742"/>
                  </a:lnTo>
                  <a:lnTo>
                    <a:pt x="4485237" y="1430742"/>
                  </a:lnTo>
                  <a:lnTo>
                    <a:pt x="4483585" y="1430742"/>
                  </a:lnTo>
                  <a:lnTo>
                    <a:pt x="4481934" y="1430742"/>
                  </a:lnTo>
                  <a:lnTo>
                    <a:pt x="4480283" y="1430742"/>
                  </a:lnTo>
                  <a:lnTo>
                    <a:pt x="4478631" y="1430742"/>
                  </a:lnTo>
                  <a:lnTo>
                    <a:pt x="4476980" y="1430742"/>
                  </a:lnTo>
                  <a:lnTo>
                    <a:pt x="4475328" y="1430742"/>
                  </a:lnTo>
                  <a:lnTo>
                    <a:pt x="4473677" y="1430742"/>
                  </a:lnTo>
                  <a:lnTo>
                    <a:pt x="4472026" y="1430742"/>
                  </a:lnTo>
                  <a:lnTo>
                    <a:pt x="4470374" y="1430742"/>
                  </a:lnTo>
                  <a:lnTo>
                    <a:pt x="4468723" y="1430742"/>
                  </a:lnTo>
                  <a:lnTo>
                    <a:pt x="4467071" y="1430742"/>
                  </a:lnTo>
                  <a:lnTo>
                    <a:pt x="4465420" y="1430742"/>
                  </a:lnTo>
                  <a:lnTo>
                    <a:pt x="4463768" y="1430742"/>
                  </a:lnTo>
                  <a:lnTo>
                    <a:pt x="4462117" y="1430742"/>
                  </a:lnTo>
                  <a:lnTo>
                    <a:pt x="4460466" y="1430742"/>
                  </a:lnTo>
                  <a:lnTo>
                    <a:pt x="4458814" y="1430742"/>
                  </a:lnTo>
                  <a:lnTo>
                    <a:pt x="4457163" y="1430742"/>
                  </a:lnTo>
                  <a:lnTo>
                    <a:pt x="4455511" y="1430742"/>
                  </a:lnTo>
                  <a:lnTo>
                    <a:pt x="4453860" y="1430742"/>
                  </a:lnTo>
                  <a:lnTo>
                    <a:pt x="4452209" y="1430742"/>
                  </a:lnTo>
                  <a:lnTo>
                    <a:pt x="4450557" y="1430742"/>
                  </a:lnTo>
                  <a:lnTo>
                    <a:pt x="4448906" y="1430742"/>
                  </a:lnTo>
                  <a:lnTo>
                    <a:pt x="4447254" y="1430742"/>
                  </a:lnTo>
                  <a:lnTo>
                    <a:pt x="4445603" y="1430742"/>
                  </a:lnTo>
                  <a:lnTo>
                    <a:pt x="4443951" y="1430742"/>
                  </a:lnTo>
                  <a:lnTo>
                    <a:pt x="4442300" y="1430742"/>
                  </a:lnTo>
                  <a:lnTo>
                    <a:pt x="4440649" y="1430742"/>
                  </a:lnTo>
                  <a:lnTo>
                    <a:pt x="4438997" y="1430742"/>
                  </a:lnTo>
                  <a:lnTo>
                    <a:pt x="4437346" y="1430742"/>
                  </a:lnTo>
                  <a:lnTo>
                    <a:pt x="4435694" y="1430742"/>
                  </a:lnTo>
                  <a:lnTo>
                    <a:pt x="4434043" y="1430742"/>
                  </a:lnTo>
                  <a:lnTo>
                    <a:pt x="4432392" y="1430742"/>
                  </a:lnTo>
                  <a:lnTo>
                    <a:pt x="4430740" y="1430742"/>
                  </a:lnTo>
                  <a:lnTo>
                    <a:pt x="4429089" y="1430742"/>
                  </a:lnTo>
                  <a:lnTo>
                    <a:pt x="4427437" y="1430742"/>
                  </a:lnTo>
                  <a:lnTo>
                    <a:pt x="4425786" y="1430742"/>
                  </a:lnTo>
                  <a:lnTo>
                    <a:pt x="4424135" y="1430742"/>
                  </a:lnTo>
                  <a:lnTo>
                    <a:pt x="4422483" y="1430742"/>
                  </a:lnTo>
                  <a:lnTo>
                    <a:pt x="4420832" y="1430742"/>
                  </a:lnTo>
                  <a:lnTo>
                    <a:pt x="4419180" y="1430742"/>
                  </a:lnTo>
                  <a:lnTo>
                    <a:pt x="4417529" y="1430742"/>
                  </a:lnTo>
                  <a:lnTo>
                    <a:pt x="4415877" y="1430742"/>
                  </a:lnTo>
                  <a:lnTo>
                    <a:pt x="4414226" y="1430742"/>
                  </a:lnTo>
                  <a:lnTo>
                    <a:pt x="4412575" y="1430742"/>
                  </a:lnTo>
                  <a:lnTo>
                    <a:pt x="4410923" y="1430742"/>
                  </a:lnTo>
                  <a:lnTo>
                    <a:pt x="4409272" y="1430742"/>
                  </a:lnTo>
                  <a:lnTo>
                    <a:pt x="4407620" y="1430742"/>
                  </a:lnTo>
                  <a:lnTo>
                    <a:pt x="4405969" y="1430742"/>
                  </a:lnTo>
                  <a:lnTo>
                    <a:pt x="4404318" y="1430742"/>
                  </a:lnTo>
                  <a:lnTo>
                    <a:pt x="4402666" y="1430742"/>
                  </a:lnTo>
                  <a:lnTo>
                    <a:pt x="4401015" y="1430742"/>
                  </a:lnTo>
                  <a:lnTo>
                    <a:pt x="4399363" y="1430742"/>
                  </a:lnTo>
                  <a:lnTo>
                    <a:pt x="4397712" y="1430742"/>
                  </a:lnTo>
                  <a:lnTo>
                    <a:pt x="4396061" y="1430742"/>
                  </a:lnTo>
                  <a:lnTo>
                    <a:pt x="4394409" y="1430742"/>
                  </a:lnTo>
                  <a:lnTo>
                    <a:pt x="4392758" y="1430742"/>
                  </a:lnTo>
                  <a:lnTo>
                    <a:pt x="4391106" y="1430742"/>
                  </a:lnTo>
                  <a:lnTo>
                    <a:pt x="4389455" y="1430742"/>
                  </a:lnTo>
                  <a:lnTo>
                    <a:pt x="4387803" y="1430742"/>
                  </a:lnTo>
                  <a:lnTo>
                    <a:pt x="4386152" y="1430742"/>
                  </a:lnTo>
                  <a:lnTo>
                    <a:pt x="4384501" y="1430742"/>
                  </a:lnTo>
                  <a:lnTo>
                    <a:pt x="4382849" y="1430742"/>
                  </a:lnTo>
                  <a:lnTo>
                    <a:pt x="4381198" y="1430742"/>
                  </a:lnTo>
                  <a:lnTo>
                    <a:pt x="4379546" y="1430742"/>
                  </a:lnTo>
                  <a:lnTo>
                    <a:pt x="4377895" y="1430742"/>
                  </a:lnTo>
                  <a:lnTo>
                    <a:pt x="4376244" y="1430742"/>
                  </a:lnTo>
                  <a:lnTo>
                    <a:pt x="4374592" y="1430742"/>
                  </a:lnTo>
                  <a:lnTo>
                    <a:pt x="4372941" y="1430742"/>
                  </a:lnTo>
                  <a:lnTo>
                    <a:pt x="4371289" y="1430742"/>
                  </a:lnTo>
                  <a:lnTo>
                    <a:pt x="4369638" y="1430742"/>
                  </a:lnTo>
                  <a:lnTo>
                    <a:pt x="4367986" y="1430742"/>
                  </a:lnTo>
                  <a:lnTo>
                    <a:pt x="4366335" y="1430742"/>
                  </a:lnTo>
                  <a:lnTo>
                    <a:pt x="4364684" y="1430742"/>
                  </a:lnTo>
                  <a:lnTo>
                    <a:pt x="4363032" y="1430742"/>
                  </a:lnTo>
                  <a:lnTo>
                    <a:pt x="4361381" y="1430742"/>
                  </a:lnTo>
                  <a:lnTo>
                    <a:pt x="4359729" y="1430742"/>
                  </a:lnTo>
                  <a:lnTo>
                    <a:pt x="4358078" y="1430742"/>
                  </a:lnTo>
                  <a:lnTo>
                    <a:pt x="4356427" y="1430742"/>
                  </a:lnTo>
                  <a:lnTo>
                    <a:pt x="4354775" y="1430742"/>
                  </a:lnTo>
                  <a:lnTo>
                    <a:pt x="4353124" y="1430742"/>
                  </a:lnTo>
                  <a:lnTo>
                    <a:pt x="4351472" y="1430742"/>
                  </a:lnTo>
                  <a:lnTo>
                    <a:pt x="4349821" y="1430742"/>
                  </a:lnTo>
                  <a:lnTo>
                    <a:pt x="4348170" y="1430742"/>
                  </a:lnTo>
                  <a:lnTo>
                    <a:pt x="4346518" y="1430742"/>
                  </a:lnTo>
                  <a:lnTo>
                    <a:pt x="4344867" y="1430742"/>
                  </a:lnTo>
                  <a:lnTo>
                    <a:pt x="4343215" y="1430742"/>
                  </a:lnTo>
                  <a:lnTo>
                    <a:pt x="4341564" y="1430742"/>
                  </a:lnTo>
                  <a:lnTo>
                    <a:pt x="4339912" y="1430742"/>
                  </a:lnTo>
                  <a:lnTo>
                    <a:pt x="4338261" y="1430742"/>
                  </a:lnTo>
                  <a:lnTo>
                    <a:pt x="4336610" y="1430742"/>
                  </a:lnTo>
                  <a:lnTo>
                    <a:pt x="4334958" y="1430742"/>
                  </a:lnTo>
                  <a:lnTo>
                    <a:pt x="4333307" y="1430742"/>
                  </a:lnTo>
                  <a:lnTo>
                    <a:pt x="4331655" y="1430742"/>
                  </a:lnTo>
                  <a:lnTo>
                    <a:pt x="4330004" y="1430742"/>
                  </a:lnTo>
                  <a:lnTo>
                    <a:pt x="4328353" y="1430742"/>
                  </a:lnTo>
                  <a:lnTo>
                    <a:pt x="4326701" y="1430742"/>
                  </a:lnTo>
                  <a:lnTo>
                    <a:pt x="4325050" y="1430742"/>
                  </a:lnTo>
                  <a:lnTo>
                    <a:pt x="4323398" y="1430742"/>
                  </a:lnTo>
                  <a:lnTo>
                    <a:pt x="4321747" y="1430742"/>
                  </a:lnTo>
                  <a:lnTo>
                    <a:pt x="4320096" y="1430742"/>
                  </a:lnTo>
                  <a:lnTo>
                    <a:pt x="4318444" y="1430742"/>
                  </a:lnTo>
                  <a:lnTo>
                    <a:pt x="4316793" y="1430742"/>
                  </a:lnTo>
                  <a:lnTo>
                    <a:pt x="4315141" y="1430742"/>
                  </a:lnTo>
                  <a:lnTo>
                    <a:pt x="4313490" y="1430742"/>
                  </a:lnTo>
                  <a:lnTo>
                    <a:pt x="4311838" y="1430742"/>
                  </a:lnTo>
                  <a:lnTo>
                    <a:pt x="4310187" y="1430742"/>
                  </a:lnTo>
                  <a:lnTo>
                    <a:pt x="4308536" y="1430742"/>
                  </a:lnTo>
                  <a:lnTo>
                    <a:pt x="4306884" y="1430742"/>
                  </a:lnTo>
                  <a:lnTo>
                    <a:pt x="4305233" y="1430742"/>
                  </a:lnTo>
                  <a:lnTo>
                    <a:pt x="4303581" y="1430742"/>
                  </a:lnTo>
                  <a:lnTo>
                    <a:pt x="4301930" y="1430742"/>
                  </a:lnTo>
                  <a:lnTo>
                    <a:pt x="4300279" y="1430742"/>
                  </a:lnTo>
                  <a:lnTo>
                    <a:pt x="4298627" y="1430742"/>
                  </a:lnTo>
                  <a:lnTo>
                    <a:pt x="4296976" y="1430742"/>
                  </a:lnTo>
                  <a:lnTo>
                    <a:pt x="4295324" y="1430742"/>
                  </a:lnTo>
                  <a:lnTo>
                    <a:pt x="4293673" y="1430742"/>
                  </a:lnTo>
                  <a:lnTo>
                    <a:pt x="4292022" y="1430742"/>
                  </a:lnTo>
                  <a:lnTo>
                    <a:pt x="4290370" y="1430742"/>
                  </a:lnTo>
                  <a:lnTo>
                    <a:pt x="4288719" y="1430742"/>
                  </a:lnTo>
                  <a:lnTo>
                    <a:pt x="4287067" y="1430742"/>
                  </a:lnTo>
                  <a:lnTo>
                    <a:pt x="4285416" y="1430742"/>
                  </a:lnTo>
                  <a:lnTo>
                    <a:pt x="4283764" y="1430742"/>
                  </a:lnTo>
                  <a:lnTo>
                    <a:pt x="4282113" y="1430742"/>
                  </a:lnTo>
                  <a:lnTo>
                    <a:pt x="4280462" y="1430742"/>
                  </a:lnTo>
                  <a:lnTo>
                    <a:pt x="4278810" y="1430742"/>
                  </a:lnTo>
                  <a:lnTo>
                    <a:pt x="4277159" y="1430742"/>
                  </a:lnTo>
                  <a:lnTo>
                    <a:pt x="4275507" y="1430742"/>
                  </a:lnTo>
                  <a:lnTo>
                    <a:pt x="4273856" y="1430742"/>
                  </a:lnTo>
                  <a:lnTo>
                    <a:pt x="4272205" y="1430742"/>
                  </a:lnTo>
                  <a:lnTo>
                    <a:pt x="4270553" y="1430742"/>
                  </a:lnTo>
                  <a:lnTo>
                    <a:pt x="4268902" y="1430742"/>
                  </a:lnTo>
                  <a:lnTo>
                    <a:pt x="4267250" y="1430742"/>
                  </a:lnTo>
                  <a:lnTo>
                    <a:pt x="4265599" y="1430742"/>
                  </a:lnTo>
                  <a:lnTo>
                    <a:pt x="4263947" y="1430742"/>
                  </a:lnTo>
                  <a:lnTo>
                    <a:pt x="4262296" y="1430742"/>
                  </a:lnTo>
                  <a:lnTo>
                    <a:pt x="4260645" y="1430742"/>
                  </a:lnTo>
                  <a:lnTo>
                    <a:pt x="4258993" y="1430742"/>
                  </a:lnTo>
                  <a:lnTo>
                    <a:pt x="4257342" y="1430742"/>
                  </a:lnTo>
                  <a:lnTo>
                    <a:pt x="4255690" y="1430742"/>
                  </a:lnTo>
                  <a:lnTo>
                    <a:pt x="4254039" y="1430742"/>
                  </a:lnTo>
                  <a:lnTo>
                    <a:pt x="4252388" y="1430742"/>
                  </a:lnTo>
                  <a:lnTo>
                    <a:pt x="4250736" y="1430742"/>
                  </a:lnTo>
                  <a:lnTo>
                    <a:pt x="4249085" y="1430742"/>
                  </a:lnTo>
                  <a:lnTo>
                    <a:pt x="4247433" y="1430742"/>
                  </a:lnTo>
                  <a:lnTo>
                    <a:pt x="4245782" y="1430742"/>
                  </a:lnTo>
                  <a:lnTo>
                    <a:pt x="4244131" y="1430742"/>
                  </a:lnTo>
                  <a:lnTo>
                    <a:pt x="4242479" y="1430742"/>
                  </a:lnTo>
                  <a:lnTo>
                    <a:pt x="4240828" y="1430742"/>
                  </a:lnTo>
                  <a:lnTo>
                    <a:pt x="4239176" y="1430742"/>
                  </a:lnTo>
                  <a:lnTo>
                    <a:pt x="4237525" y="1430742"/>
                  </a:lnTo>
                  <a:lnTo>
                    <a:pt x="4235873" y="1430742"/>
                  </a:lnTo>
                  <a:lnTo>
                    <a:pt x="4234222" y="1430742"/>
                  </a:lnTo>
                  <a:lnTo>
                    <a:pt x="4232571" y="1430742"/>
                  </a:lnTo>
                  <a:lnTo>
                    <a:pt x="4230919" y="1430742"/>
                  </a:lnTo>
                  <a:lnTo>
                    <a:pt x="4229268" y="1430742"/>
                  </a:lnTo>
                  <a:lnTo>
                    <a:pt x="4227616" y="1430742"/>
                  </a:lnTo>
                  <a:lnTo>
                    <a:pt x="4225965" y="1430742"/>
                  </a:lnTo>
                  <a:lnTo>
                    <a:pt x="4224314" y="1430742"/>
                  </a:lnTo>
                  <a:lnTo>
                    <a:pt x="4222662" y="1430742"/>
                  </a:lnTo>
                  <a:lnTo>
                    <a:pt x="4221011" y="1430742"/>
                  </a:lnTo>
                  <a:lnTo>
                    <a:pt x="4219359" y="1430742"/>
                  </a:lnTo>
                  <a:lnTo>
                    <a:pt x="4217708" y="1430742"/>
                  </a:lnTo>
                  <a:lnTo>
                    <a:pt x="4216057" y="1430742"/>
                  </a:lnTo>
                  <a:lnTo>
                    <a:pt x="4214405" y="1430742"/>
                  </a:lnTo>
                  <a:lnTo>
                    <a:pt x="4212754" y="1430742"/>
                  </a:lnTo>
                  <a:lnTo>
                    <a:pt x="4211102" y="1430742"/>
                  </a:lnTo>
                  <a:lnTo>
                    <a:pt x="4209451" y="1430742"/>
                  </a:lnTo>
                  <a:lnTo>
                    <a:pt x="4207799" y="1430742"/>
                  </a:lnTo>
                  <a:lnTo>
                    <a:pt x="4206148" y="1430742"/>
                  </a:lnTo>
                  <a:lnTo>
                    <a:pt x="4204497" y="1430742"/>
                  </a:lnTo>
                  <a:lnTo>
                    <a:pt x="4202845" y="1430742"/>
                  </a:lnTo>
                  <a:lnTo>
                    <a:pt x="4201194" y="1430742"/>
                  </a:lnTo>
                  <a:lnTo>
                    <a:pt x="4199542" y="1430742"/>
                  </a:lnTo>
                  <a:lnTo>
                    <a:pt x="4197891" y="1430742"/>
                  </a:lnTo>
                  <a:lnTo>
                    <a:pt x="4196240" y="1430742"/>
                  </a:lnTo>
                  <a:lnTo>
                    <a:pt x="4194588" y="1430742"/>
                  </a:lnTo>
                  <a:lnTo>
                    <a:pt x="4192937" y="1430742"/>
                  </a:lnTo>
                  <a:lnTo>
                    <a:pt x="4191285" y="1430742"/>
                  </a:lnTo>
                  <a:lnTo>
                    <a:pt x="4189634" y="1430742"/>
                  </a:lnTo>
                  <a:lnTo>
                    <a:pt x="4187982" y="1430742"/>
                  </a:lnTo>
                  <a:lnTo>
                    <a:pt x="4186331" y="1430742"/>
                  </a:lnTo>
                  <a:lnTo>
                    <a:pt x="4184680" y="1430742"/>
                  </a:lnTo>
                  <a:lnTo>
                    <a:pt x="4183028" y="1430742"/>
                  </a:lnTo>
                  <a:lnTo>
                    <a:pt x="4181377" y="1430742"/>
                  </a:lnTo>
                  <a:lnTo>
                    <a:pt x="4179725" y="1430742"/>
                  </a:lnTo>
                  <a:lnTo>
                    <a:pt x="4178074" y="1430742"/>
                  </a:lnTo>
                  <a:lnTo>
                    <a:pt x="4176423" y="1430742"/>
                  </a:lnTo>
                  <a:lnTo>
                    <a:pt x="4174771" y="1430742"/>
                  </a:lnTo>
                  <a:lnTo>
                    <a:pt x="4173120" y="1430742"/>
                  </a:lnTo>
                  <a:lnTo>
                    <a:pt x="4171468" y="1430742"/>
                  </a:lnTo>
                  <a:lnTo>
                    <a:pt x="4169817" y="1430742"/>
                  </a:lnTo>
                  <a:lnTo>
                    <a:pt x="4168166" y="1430742"/>
                  </a:lnTo>
                  <a:lnTo>
                    <a:pt x="4166514" y="1430742"/>
                  </a:lnTo>
                  <a:lnTo>
                    <a:pt x="4164863" y="1430742"/>
                  </a:lnTo>
                  <a:lnTo>
                    <a:pt x="4163211" y="1430742"/>
                  </a:lnTo>
                  <a:lnTo>
                    <a:pt x="4161560" y="1430742"/>
                  </a:lnTo>
                  <a:lnTo>
                    <a:pt x="4159908" y="1430742"/>
                  </a:lnTo>
                  <a:lnTo>
                    <a:pt x="4158257" y="1430742"/>
                  </a:lnTo>
                  <a:lnTo>
                    <a:pt x="4156606" y="1430742"/>
                  </a:lnTo>
                  <a:lnTo>
                    <a:pt x="4154954" y="1430742"/>
                  </a:lnTo>
                  <a:lnTo>
                    <a:pt x="4153303" y="1430742"/>
                  </a:lnTo>
                  <a:lnTo>
                    <a:pt x="4151651" y="1430742"/>
                  </a:lnTo>
                  <a:lnTo>
                    <a:pt x="4150000" y="1430742"/>
                  </a:lnTo>
                  <a:lnTo>
                    <a:pt x="4148349" y="1430742"/>
                  </a:lnTo>
                  <a:lnTo>
                    <a:pt x="4146697" y="1430742"/>
                  </a:lnTo>
                  <a:lnTo>
                    <a:pt x="4145046" y="1430742"/>
                  </a:lnTo>
                  <a:lnTo>
                    <a:pt x="4143394" y="1430742"/>
                  </a:lnTo>
                  <a:lnTo>
                    <a:pt x="4141743" y="1430742"/>
                  </a:lnTo>
                  <a:lnTo>
                    <a:pt x="4140092" y="1430742"/>
                  </a:lnTo>
                  <a:lnTo>
                    <a:pt x="4138440" y="1430742"/>
                  </a:lnTo>
                  <a:lnTo>
                    <a:pt x="4136789" y="1430742"/>
                  </a:lnTo>
                  <a:lnTo>
                    <a:pt x="4135137" y="1430742"/>
                  </a:lnTo>
                  <a:lnTo>
                    <a:pt x="4133486" y="1430742"/>
                  </a:lnTo>
                  <a:lnTo>
                    <a:pt x="4131834" y="1430742"/>
                  </a:lnTo>
                  <a:lnTo>
                    <a:pt x="4130183" y="1430742"/>
                  </a:lnTo>
                  <a:lnTo>
                    <a:pt x="4128532" y="1430742"/>
                  </a:lnTo>
                  <a:lnTo>
                    <a:pt x="4126880" y="1430742"/>
                  </a:lnTo>
                  <a:lnTo>
                    <a:pt x="4125229" y="1430742"/>
                  </a:lnTo>
                  <a:lnTo>
                    <a:pt x="4123577" y="1430742"/>
                  </a:lnTo>
                  <a:lnTo>
                    <a:pt x="4121926" y="1430742"/>
                  </a:lnTo>
                  <a:lnTo>
                    <a:pt x="4120275" y="1430742"/>
                  </a:lnTo>
                  <a:lnTo>
                    <a:pt x="4118623" y="1430742"/>
                  </a:lnTo>
                  <a:lnTo>
                    <a:pt x="4116972" y="1430742"/>
                  </a:lnTo>
                  <a:lnTo>
                    <a:pt x="4115320" y="1430742"/>
                  </a:lnTo>
                  <a:lnTo>
                    <a:pt x="4113669" y="1430742"/>
                  </a:lnTo>
                  <a:lnTo>
                    <a:pt x="4112018" y="1430742"/>
                  </a:lnTo>
                  <a:lnTo>
                    <a:pt x="4110366" y="1430742"/>
                  </a:lnTo>
                  <a:lnTo>
                    <a:pt x="4108715" y="1430742"/>
                  </a:lnTo>
                  <a:lnTo>
                    <a:pt x="4107063" y="1430742"/>
                  </a:lnTo>
                  <a:lnTo>
                    <a:pt x="4105412" y="1430742"/>
                  </a:lnTo>
                  <a:lnTo>
                    <a:pt x="4103760" y="1430742"/>
                  </a:lnTo>
                  <a:lnTo>
                    <a:pt x="4102109" y="1430742"/>
                  </a:lnTo>
                  <a:lnTo>
                    <a:pt x="4100458" y="1430742"/>
                  </a:lnTo>
                  <a:lnTo>
                    <a:pt x="4098806" y="1430742"/>
                  </a:lnTo>
                  <a:lnTo>
                    <a:pt x="4097155" y="1430742"/>
                  </a:lnTo>
                  <a:lnTo>
                    <a:pt x="4095503" y="1430742"/>
                  </a:lnTo>
                  <a:lnTo>
                    <a:pt x="4093852" y="1430742"/>
                  </a:lnTo>
                  <a:lnTo>
                    <a:pt x="4092201" y="1430742"/>
                  </a:lnTo>
                  <a:lnTo>
                    <a:pt x="4090549" y="1430742"/>
                  </a:lnTo>
                  <a:lnTo>
                    <a:pt x="4088898" y="1430742"/>
                  </a:lnTo>
                  <a:lnTo>
                    <a:pt x="4087246" y="1430742"/>
                  </a:lnTo>
                  <a:lnTo>
                    <a:pt x="4085595" y="1430742"/>
                  </a:lnTo>
                  <a:lnTo>
                    <a:pt x="4083943" y="1430742"/>
                  </a:lnTo>
                  <a:lnTo>
                    <a:pt x="4082292" y="1430742"/>
                  </a:lnTo>
                  <a:lnTo>
                    <a:pt x="4080641" y="1430742"/>
                  </a:lnTo>
                  <a:lnTo>
                    <a:pt x="4078989" y="1430742"/>
                  </a:lnTo>
                  <a:lnTo>
                    <a:pt x="4077338" y="1430742"/>
                  </a:lnTo>
                  <a:lnTo>
                    <a:pt x="4075686" y="1430742"/>
                  </a:lnTo>
                  <a:lnTo>
                    <a:pt x="4074035" y="1430742"/>
                  </a:lnTo>
                  <a:lnTo>
                    <a:pt x="4072384" y="1430742"/>
                  </a:lnTo>
                  <a:lnTo>
                    <a:pt x="4070732" y="1430742"/>
                  </a:lnTo>
                  <a:lnTo>
                    <a:pt x="4069081" y="1430742"/>
                  </a:lnTo>
                  <a:lnTo>
                    <a:pt x="4067429" y="1430742"/>
                  </a:lnTo>
                  <a:lnTo>
                    <a:pt x="4065778" y="1430742"/>
                  </a:lnTo>
                  <a:lnTo>
                    <a:pt x="4064127" y="1430742"/>
                  </a:lnTo>
                  <a:lnTo>
                    <a:pt x="4062475" y="1430742"/>
                  </a:lnTo>
                  <a:lnTo>
                    <a:pt x="4060824" y="1430742"/>
                  </a:lnTo>
                  <a:lnTo>
                    <a:pt x="4059172" y="1430742"/>
                  </a:lnTo>
                  <a:lnTo>
                    <a:pt x="4057521" y="1430742"/>
                  </a:lnTo>
                  <a:lnTo>
                    <a:pt x="4055869" y="1430742"/>
                  </a:lnTo>
                  <a:lnTo>
                    <a:pt x="4054218" y="1430742"/>
                  </a:lnTo>
                  <a:lnTo>
                    <a:pt x="4052567" y="1430742"/>
                  </a:lnTo>
                  <a:lnTo>
                    <a:pt x="4050915" y="1430742"/>
                  </a:lnTo>
                  <a:lnTo>
                    <a:pt x="4049264" y="1430742"/>
                  </a:lnTo>
                  <a:lnTo>
                    <a:pt x="4047612" y="1430742"/>
                  </a:lnTo>
                  <a:lnTo>
                    <a:pt x="4045961" y="1430742"/>
                  </a:lnTo>
                  <a:lnTo>
                    <a:pt x="4044310" y="1430742"/>
                  </a:lnTo>
                  <a:lnTo>
                    <a:pt x="4042658" y="1430742"/>
                  </a:lnTo>
                  <a:lnTo>
                    <a:pt x="4041007" y="1430742"/>
                  </a:lnTo>
                  <a:lnTo>
                    <a:pt x="4039355" y="1430742"/>
                  </a:lnTo>
                  <a:lnTo>
                    <a:pt x="4037704" y="1430742"/>
                  </a:lnTo>
                  <a:lnTo>
                    <a:pt x="4036053" y="1430742"/>
                  </a:lnTo>
                  <a:lnTo>
                    <a:pt x="4034401" y="1430742"/>
                  </a:lnTo>
                  <a:lnTo>
                    <a:pt x="4032750" y="1430742"/>
                  </a:lnTo>
                  <a:lnTo>
                    <a:pt x="4031098" y="1430742"/>
                  </a:lnTo>
                  <a:lnTo>
                    <a:pt x="4029447" y="1430742"/>
                  </a:lnTo>
                  <a:lnTo>
                    <a:pt x="4027795" y="1430742"/>
                  </a:lnTo>
                  <a:lnTo>
                    <a:pt x="4026144" y="1430742"/>
                  </a:lnTo>
                  <a:lnTo>
                    <a:pt x="4024493" y="1430742"/>
                  </a:lnTo>
                  <a:lnTo>
                    <a:pt x="4022841" y="1430742"/>
                  </a:lnTo>
                  <a:lnTo>
                    <a:pt x="4021190" y="1430742"/>
                  </a:lnTo>
                  <a:lnTo>
                    <a:pt x="4019538" y="1430742"/>
                  </a:lnTo>
                  <a:lnTo>
                    <a:pt x="4017887" y="1430742"/>
                  </a:lnTo>
                  <a:lnTo>
                    <a:pt x="4016236" y="1430742"/>
                  </a:lnTo>
                  <a:lnTo>
                    <a:pt x="4014584" y="1430742"/>
                  </a:lnTo>
                  <a:lnTo>
                    <a:pt x="4012933" y="1430742"/>
                  </a:lnTo>
                  <a:lnTo>
                    <a:pt x="4011281" y="1430742"/>
                  </a:lnTo>
                  <a:lnTo>
                    <a:pt x="4009630" y="1430742"/>
                  </a:lnTo>
                  <a:lnTo>
                    <a:pt x="4007978" y="1430742"/>
                  </a:lnTo>
                  <a:lnTo>
                    <a:pt x="4006327" y="1430742"/>
                  </a:lnTo>
                  <a:lnTo>
                    <a:pt x="4004676" y="1430742"/>
                  </a:lnTo>
                  <a:lnTo>
                    <a:pt x="4003024" y="1430742"/>
                  </a:lnTo>
                  <a:lnTo>
                    <a:pt x="4001373" y="1430742"/>
                  </a:lnTo>
                  <a:lnTo>
                    <a:pt x="3999721" y="1430742"/>
                  </a:lnTo>
                  <a:lnTo>
                    <a:pt x="3998070" y="1430742"/>
                  </a:lnTo>
                  <a:lnTo>
                    <a:pt x="3996419" y="1430742"/>
                  </a:lnTo>
                  <a:lnTo>
                    <a:pt x="3994767" y="1430742"/>
                  </a:lnTo>
                  <a:lnTo>
                    <a:pt x="3993116" y="1430742"/>
                  </a:lnTo>
                  <a:lnTo>
                    <a:pt x="3991464" y="1430742"/>
                  </a:lnTo>
                  <a:lnTo>
                    <a:pt x="3989813" y="1430742"/>
                  </a:lnTo>
                  <a:lnTo>
                    <a:pt x="3988162" y="1430742"/>
                  </a:lnTo>
                  <a:lnTo>
                    <a:pt x="3986510" y="1430742"/>
                  </a:lnTo>
                  <a:lnTo>
                    <a:pt x="3984859" y="1430742"/>
                  </a:lnTo>
                  <a:lnTo>
                    <a:pt x="3983207" y="1430742"/>
                  </a:lnTo>
                  <a:lnTo>
                    <a:pt x="3981556" y="1430742"/>
                  </a:lnTo>
                  <a:lnTo>
                    <a:pt x="3979904" y="1430742"/>
                  </a:lnTo>
                  <a:lnTo>
                    <a:pt x="3978253" y="1430742"/>
                  </a:lnTo>
                  <a:lnTo>
                    <a:pt x="3976602" y="1430742"/>
                  </a:lnTo>
                  <a:lnTo>
                    <a:pt x="3974950" y="1430742"/>
                  </a:lnTo>
                  <a:lnTo>
                    <a:pt x="3973299" y="1430742"/>
                  </a:lnTo>
                  <a:lnTo>
                    <a:pt x="3971647" y="1430742"/>
                  </a:lnTo>
                  <a:lnTo>
                    <a:pt x="3969996" y="1430742"/>
                  </a:lnTo>
                  <a:lnTo>
                    <a:pt x="3968345" y="1430742"/>
                  </a:lnTo>
                  <a:lnTo>
                    <a:pt x="3966693" y="1430742"/>
                  </a:lnTo>
                  <a:lnTo>
                    <a:pt x="3965042" y="1430742"/>
                  </a:lnTo>
                  <a:lnTo>
                    <a:pt x="3963390" y="1430742"/>
                  </a:lnTo>
                  <a:lnTo>
                    <a:pt x="3961739" y="1430742"/>
                  </a:lnTo>
                  <a:lnTo>
                    <a:pt x="3960088" y="1430742"/>
                  </a:lnTo>
                  <a:lnTo>
                    <a:pt x="3958436" y="1430742"/>
                  </a:lnTo>
                  <a:lnTo>
                    <a:pt x="3956785" y="1430742"/>
                  </a:lnTo>
                  <a:lnTo>
                    <a:pt x="3955133" y="1430742"/>
                  </a:lnTo>
                  <a:lnTo>
                    <a:pt x="3953482" y="1430742"/>
                  </a:lnTo>
                  <a:lnTo>
                    <a:pt x="3951830" y="1430742"/>
                  </a:lnTo>
                  <a:lnTo>
                    <a:pt x="3950179" y="1430742"/>
                  </a:lnTo>
                  <a:lnTo>
                    <a:pt x="3948528" y="1430742"/>
                  </a:lnTo>
                  <a:lnTo>
                    <a:pt x="3946876" y="1430742"/>
                  </a:lnTo>
                  <a:lnTo>
                    <a:pt x="3945225" y="1430742"/>
                  </a:lnTo>
                  <a:lnTo>
                    <a:pt x="3943573" y="1430742"/>
                  </a:lnTo>
                  <a:lnTo>
                    <a:pt x="3941922" y="1430742"/>
                  </a:lnTo>
                  <a:lnTo>
                    <a:pt x="3940271" y="1430742"/>
                  </a:lnTo>
                  <a:lnTo>
                    <a:pt x="3938619" y="1430742"/>
                  </a:lnTo>
                  <a:lnTo>
                    <a:pt x="3936968" y="1430742"/>
                  </a:lnTo>
                  <a:lnTo>
                    <a:pt x="3935316" y="1430742"/>
                  </a:lnTo>
                  <a:lnTo>
                    <a:pt x="3933665" y="1430742"/>
                  </a:lnTo>
                  <a:lnTo>
                    <a:pt x="3932014" y="1430742"/>
                  </a:lnTo>
                  <a:lnTo>
                    <a:pt x="3930362" y="1430742"/>
                  </a:lnTo>
                  <a:lnTo>
                    <a:pt x="3928711" y="1430742"/>
                  </a:lnTo>
                  <a:lnTo>
                    <a:pt x="3927059" y="1430742"/>
                  </a:lnTo>
                  <a:lnTo>
                    <a:pt x="3925408" y="1430742"/>
                  </a:lnTo>
                  <a:lnTo>
                    <a:pt x="3923756" y="1430742"/>
                  </a:lnTo>
                  <a:lnTo>
                    <a:pt x="3922105" y="1430742"/>
                  </a:lnTo>
                  <a:lnTo>
                    <a:pt x="3920454" y="1430742"/>
                  </a:lnTo>
                  <a:lnTo>
                    <a:pt x="3918802" y="1430742"/>
                  </a:lnTo>
                  <a:lnTo>
                    <a:pt x="3917151" y="1430742"/>
                  </a:lnTo>
                  <a:lnTo>
                    <a:pt x="3915499" y="1430742"/>
                  </a:lnTo>
                  <a:lnTo>
                    <a:pt x="3913848" y="1430742"/>
                  </a:lnTo>
                  <a:lnTo>
                    <a:pt x="3912197" y="1430742"/>
                  </a:lnTo>
                  <a:lnTo>
                    <a:pt x="3910545" y="1430742"/>
                  </a:lnTo>
                  <a:lnTo>
                    <a:pt x="3908894" y="1430742"/>
                  </a:lnTo>
                  <a:lnTo>
                    <a:pt x="3907242" y="1430742"/>
                  </a:lnTo>
                  <a:lnTo>
                    <a:pt x="3905591" y="1430742"/>
                  </a:lnTo>
                  <a:lnTo>
                    <a:pt x="3903939" y="1430742"/>
                  </a:lnTo>
                  <a:lnTo>
                    <a:pt x="3902288" y="1430742"/>
                  </a:lnTo>
                  <a:lnTo>
                    <a:pt x="3900637" y="1430742"/>
                  </a:lnTo>
                  <a:lnTo>
                    <a:pt x="3898985" y="1430742"/>
                  </a:lnTo>
                  <a:lnTo>
                    <a:pt x="3897334" y="1430742"/>
                  </a:lnTo>
                  <a:lnTo>
                    <a:pt x="3895682" y="1430742"/>
                  </a:lnTo>
                  <a:lnTo>
                    <a:pt x="3894031" y="1430742"/>
                  </a:lnTo>
                  <a:lnTo>
                    <a:pt x="3892380" y="1430742"/>
                  </a:lnTo>
                  <a:lnTo>
                    <a:pt x="3890728" y="1430742"/>
                  </a:lnTo>
                  <a:lnTo>
                    <a:pt x="3889077" y="1430742"/>
                  </a:lnTo>
                  <a:lnTo>
                    <a:pt x="3887425" y="1430742"/>
                  </a:lnTo>
                  <a:lnTo>
                    <a:pt x="3885774" y="1430742"/>
                  </a:lnTo>
                  <a:lnTo>
                    <a:pt x="3884123" y="1430742"/>
                  </a:lnTo>
                  <a:lnTo>
                    <a:pt x="3882471" y="1430742"/>
                  </a:lnTo>
                  <a:lnTo>
                    <a:pt x="3880820" y="1430742"/>
                  </a:lnTo>
                  <a:lnTo>
                    <a:pt x="3879168" y="1430742"/>
                  </a:lnTo>
                  <a:lnTo>
                    <a:pt x="3877517" y="1430742"/>
                  </a:lnTo>
                  <a:lnTo>
                    <a:pt x="3875865" y="1430742"/>
                  </a:lnTo>
                  <a:lnTo>
                    <a:pt x="3874214" y="1430742"/>
                  </a:lnTo>
                  <a:lnTo>
                    <a:pt x="3872563" y="1430742"/>
                  </a:lnTo>
                  <a:lnTo>
                    <a:pt x="3870911" y="1430742"/>
                  </a:lnTo>
                  <a:lnTo>
                    <a:pt x="3869260" y="1430742"/>
                  </a:lnTo>
                  <a:lnTo>
                    <a:pt x="3867608" y="1430742"/>
                  </a:lnTo>
                  <a:lnTo>
                    <a:pt x="3865957" y="1430742"/>
                  </a:lnTo>
                  <a:lnTo>
                    <a:pt x="3864306" y="1430742"/>
                  </a:lnTo>
                  <a:lnTo>
                    <a:pt x="3862654" y="1430742"/>
                  </a:lnTo>
                  <a:lnTo>
                    <a:pt x="3861003" y="1430742"/>
                  </a:lnTo>
                  <a:lnTo>
                    <a:pt x="3859351" y="1430742"/>
                  </a:lnTo>
                  <a:lnTo>
                    <a:pt x="3857700" y="1430742"/>
                  </a:lnTo>
                  <a:lnTo>
                    <a:pt x="3856049" y="1430742"/>
                  </a:lnTo>
                  <a:lnTo>
                    <a:pt x="3854397" y="1430742"/>
                  </a:lnTo>
                  <a:lnTo>
                    <a:pt x="3852746" y="1430742"/>
                  </a:lnTo>
                  <a:lnTo>
                    <a:pt x="3851094" y="1430742"/>
                  </a:lnTo>
                  <a:lnTo>
                    <a:pt x="3849443" y="1430742"/>
                  </a:lnTo>
                  <a:lnTo>
                    <a:pt x="3847791" y="1430742"/>
                  </a:lnTo>
                  <a:lnTo>
                    <a:pt x="3846140" y="1430742"/>
                  </a:lnTo>
                  <a:lnTo>
                    <a:pt x="3844489" y="1430742"/>
                  </a:lnTo>
                  <a:lnTo>
                    <a:pt x="3842837" y="1430742"/>
                  </a:lnTo>
                  <a:lnTo>
                    <a:pt x="3841186" y="1430742"/>
                  </a:lnTo>
                  <a:lnTo>
                    <a:pt x="3839534" y="1430742"/>
                  </a:lnTo>
                  <a:lnTo>
                    <a:pt x="3837883" y="1430742"/>
                  </a:lnTo>
                  <a:lnTo>
                    <a:pt x="3836232" y="1430742"/>
                  </a:lnTo>
                  <a:lnTo>
                    <a:pt x="3834580" y="1430742"/>
                  </a:lnTo>
                  <a:lnTo>
                    <a:pt x="3832929" y="1430742"/>
                  </a:lnTo>
                  <a:lnTo>
                    <a:pt x="3831277" y="1430742"/>
                  </a:lnTo>
                  <a:lnTo>
                    <a:pt x="3829626" y="1430742"/>
                  </a:lnTo>
                  <a:lnTo>
                    <a:pt x="3827974" y="1430742"/>
                  </a:lnTo>
                  <a:lnTo>
                    <a:pt x="3826323" y="1430742"/>
                  </a:lnTo>
                  <a:lnTo>
                    <a:pt x="3824672" y="1430742"/>
                  </a:lnTo>
                  <a:lnTo>
                    <a:pt x="3823020" y="1430742"/>
                  </a:lnTo>
                  <a:lnTo>
                    <a:pt x="3821369" y="1430742"/>
                  </a:lnTo>
                  <a:lnTo>
                    <a:pt x="3819717" y="1430742"/>
                  </a:lnTo>
                  <a:lnTo>
                    <a:pt x="3818066" y="1430742"/>
                  </a:lnTo>
                  <a:lnTo>
                    <a:pt x="3816415" y="1430742"/>
                  </a:lnTo>
                  <a:lnTo>
                    <a:pt x="3814763" y="1430742"/>
                  </a:lnTo>
                  <a:lnTo>
                    <a:pt x="3813112" y="1430742"/>
                  </a:lnTo>
                  <a:lnTo>
                    <a:pt x="3811460" y="1430742"/>
                  </a:lnTo>
                  <a:lnTo>
                    <a:pt x="3809809" y="1430742"/>
                  </a:lnTo>
                  <a:lnTo>
                    <a:pt x="3808158" y="1430742"/>
                  </a:lnTo>
                  <a:lnTo>
                    <a:pt x="3806506" y="1430742"/>
                  </a:lnTo>
                  <a:lnTo>
                    <a:pt x="3804855" y="1430742"/>
                  </a:lnTo>
                  <a:lnTo>
                    <a:pt x="3803203" y="1430742"/>
                  </a:lnTo>
                  <a:lnTo>
                    <a:pt x="3801552" y="1430742"/>
                  </a:lnTo>
                  <a:lnTo>
                    <a:pt x="3799900" y="1430742"/>
                  </a:lnTo>
                  <a:lnTo>
                    <a:pt x="3798249" y="1430742"/>
                  </a:lnTo>
                  <a:lnTo>
                    <a:pt x="3796598" y="1430742"/>
                  </a:lnTo>
                  <a:lnTo>
                    <a:pt x="3794946" y="1430742"/>
                  </a:lnTo>
                  <a:lnTo>
                    <a:pt x="3793295" y="1430742"/>
                  </a:lnTo>
                  <a:lnTo>
                    <a:pt x="3791643" y="1430742"/>
                  </a:lnTo>
                  <a:lnTo>
                    <a:pt x="3789992" y="1430742"/>
                  </a:lnTo>
                  <a:lnTo>
                    <a:pt x="3788341" y="1430742"/>
                  </a:lnTo>
                  <a:lnTo>
                    <a:pt x="3786689" y="1430742"/>
                  </a:lnTo>
                  <a:lnTo>
                    <a:pt x="3785038" y="1430742"/>
                  </a:lnTo>
                  <a:lnTo>
                    <a:pt x="3783386" y="1430742"/>
                  </a:lnTo>
                  <a:lnTo>
                    <a:pt x="3781735" y="1430742"/>
                  </a:lnTo>
                  <a:lnTo>
                    <a:pt x="3780084" y="1430742"/>
                  </a:lnTo>
                  <a:lnTo>
                    <a:pt x="3778432" y="1430742"/>
                  </a:lnTo>
                  <a:lnTo>
                    <a:pt x="3776781" y="1430742"/>
                  </a:lnTo>
                  <a:lnTo>
                    <a:pt x="3775129" y="1430742"/>
                  </a:lnTo>
                  <a:lnTo>
                    <a:pt x="3773478" y="1430742"/>
                  </a:lnTo>
                  <a:lnTo>
                    <a:pt x="3771826" y="1430742"/>
                  </a:lnTo>
                  <a:lnTo>
                    <a:pt x="3770175" y="1430742"/>
                  </a:lnTo>
                  <a:lnTo>
                    <a:pt x="3768524" y="1430742"/>
                  </a:lnTo>
                  <a:lnTo>
                    <a:pt x="3766872" y="1430742"/>
                  </a:lnTo>
                  <a:lnTo>
                    <a:pt x="3765221" y="1430742"/>
                  </a:lnTo>
                  <a:lnTo>
                    <a:pt x="3763569" y="1430742"/>
                  </a:lnTo>
                  <a:lnTo>
                    <a:pt x="3761918" y="1430742"/>
                  </a:lnTo>
                  <a:lnTo>
                    <a:pt x="3760267" y="1430742"/>
                  </a:lnTo>
                  <a:lnTo>
                    <a:pt x="3758615" y="1430742"/>
                  </a:lnTo>
                  <a:lnTo>
                    <a:pt x="3756964" y="1430742"/>
                  </a:lnTo>
                  <a:lnTo>
                    <a:pt x="3755312" y="1430742"/>
                  </a:lnTo>
                  <a:lnTo>
                    <a:pt x="3753661" y="1430742"/>
                  </a:lnTo>
                  <a:lnTo>
                    <a:pt x="3752010" y="1430742"/>
                  </a:lnTo>
                  <a:lnTo>
                    <a:pt x="3750358" y="1430742"/>
                  </a:lnTo>
                  <a:lnTo>
                    <a:pt x="3748707" y="1430742"/>
                  </a:lnTo>
                  <a:lnTo>
                    <a:pt x="3747055" y="1430742"/>
                  </a:lnTo>
                  <a:lnTo>
                    <a:pt x="3745404" y="1430742"/>
                  </a:lnTo>
                  <a:lnTo>
                    <a:pt x="3743752" y="1430742"/>
                  </a:lnTo>
                  <a:lnTo>
                    <a:pt x="3742101" y="1430742"/>
                  </a:lnTo>
                  <a:lnTo>
                    <a:pt x="3740450" y="1430742"/>
                  </a:lnTo>
                  <a:lnTo>
                    <a:pt x="3738798" y="1430742"/>
                  </a:lnTo>
                  <a:lnTo>
                    <a:pt x="3737147" y="1430742"/>
                  </a:lnTo>
                  <a:lnTo>
                    <a:pt x="3735495" y="1430742"/>
                  </a:lnTo>
                  <a:lnTo>
                    <a:pt x="3733844" y="1430742"/>
                  </a:lnTo>
                  <a:lnTo>
                    <a:pt x="3732193" y="1430742"/>
                  </a:lnTo>
                  <a:lnTo>
                    <a:pt x="3730541" y="1430742"/>
                  </a:lnTo>
                  <a:lnTo>
                    <a:pt x="3728890" y="1430742"/>
                  </a:lnTo>
                  <a:lnTo>
                    <a:pt x="3727238" y="1430742"/>
                  </a:lnTo>
                  <a:lnTo>
                    <a:pt x="3725587" y="1430742"/>
                  </a:lnTo>
                  <a:lnTo>
                    <a:pt x="3723935" y="1430742"/>
                  </a:lnTo>
                  <a:lnTo>
                    <a:pt x="3722284" y="1430742"/>
                  </a:lnTo>
                  <a:lnTo>
                    <a:pt x="3720633" y="1430742"/>
                  </a:lnTo>
                  <a:lnTo>
                    <a:pt x="3718981" y="1430742"/>
                  </a:lnTo>
                  <a:lnTo>
                    <a:pt x="3717330" y="1430742"/>
                  </a:lnTo>
                  <a:lnTo>
                    <a:pt x="3715678" y="1430742"/>
                  </a:lnTo>
                  <a:lnTo>
                    <a:pt x="3714027" y="1430742"/>
                  </a:lnTo>
                  <a:lnTo>
                    <a:pt x="3712376" y="1430742"/>
                  </a:lnTo>
                  <a:lnTo>
                    <a:pt x="3710724" y="1430742"/>
                  </a:lnTo>
                  <a:lnTo>
                    <a:pt x="3709073" y="1430742"/>
                  </a:lnTo>
                  <a:lnTo>
                    <a:pt x="3707421" y="1430742"/>
                  </a:lnTo>
                  <a:lnTo>
                    <a:pt x="3705770" y="1430742"/>
                  </a:lnTo>
                  <a:lnTo>
                    <a:pt x="3704119" y="1430742"/>
                  </a:lnTo>
                  <a:lnTo>
                    <a:pt x="3702467" y="1430742"/>
                  </a:lnTo>
                  <a:lnTo>
                    <a:pt x="3700816" y="1430742"/>
                  </a:lnTo>
                  <a:lnTo>
                    <a:pt x="3699164" y="1430742"/>
                  </a:lnTo>
                  <a:lnTo>
                    <a:pt x="3697513" y="1430742"/>
                  </a:lnTo>
                  <a:lnTo>
                    <a:pt x="3695861" y="1430742"/>
                  </a:lnTo>
                  <a:lnTo>
                    <a:pt x="3694210" y="1430742"/>
                  </a:lnTo>
                  <a:lnTo>
                    <a:pt x="3692559" y="1430742"/>
                  </a:lnTo>
                  <a:lnTo>
                    <a:pt x="3690907" y="1430742"/>
                  </a:lnTo>
                  <a:lnTo>
                    <a:pt x="3689256" y="1430742"/>
                  </a:lnTo>
                  <a:lnTo>
                    <a:pt x="3687604" y="1430742"/>
                  </a:lnTo>
                  <a:lnTo>
                    <a:pt x="3685953" y="1430742"/>
                  </a:lnTo>
                  <a:lnTo>
                    <a:pt x="3684302" y="1430742"/>
                  </a:lnTo>
                  <a:lnTo>
                    <a:pt x="3682650" y="1430742"/>
                  </a:lnTo>
                  <a:lnTo>
                    <a:pt x="3680999" y="1430742"/>
                  </a:lnTo>
                  <a:lnTo>
                    <a:pt x="3679347" y="1430742"/>
                  </a:lnTo>
                  <a:lnTo>
                    <a:pt x="3677696" y="1430742"/>
                  </a:lnTo>
                  <a:lnTo>
                    <a:pt x="3676045" y="1430742"/>
                  </a:lnTo>
                  <a:lnTo>
                    <a:pt x="3674393" y="1430742"/>
                  </a:lnTo>
                  <a:lnTo>
                    <a:pt x="3672742" y="1430742"/>
                  </a:lnTo>
                  <a:lnTo>
                    <a:pt x="3671090" y="1430742"/>
                  </a:lnTo>
                  <a:lnTo>
                    <a:pt x="3669439" y="1430742"/>
                  </a:lnTo>
                  <a:lnTo>
                    <a:pt x="3667787" y="1430742"/>
                  </a:lnTo>
                  <a:lnTo>
                    <a:pt x="3666136" y="1430742"/>
                  </a:lnTo>
                  <a:lnTo>
                    <a:pt x="3664485" y="1430742"/>
                  </a:lnTo>
                  <a:lnTo>
                    <a:pt x="3662833" y="1430742"/>
                  </a:lnTo>
                  <a:lnTo>
                    <a:pt x="3661182" y="1430742"/>
                  </a:lnTo>
                  <a:lnTo>
                    <a:pt x="3659530" y="1430742"/>
                  </a:lnTo>
                  <a:lnTo>
                    <a:pt x="3657879" y="1430742"/>
                  </a:lnTo>
                  <a:lnTo>
                    <a:pt x="3656228" y="1430742"/>
                  </a:lnTo>
                  <a:lnTo>
                    <a:pt x="3654576" y="1430742"/>
                  </a:lnTo>
                  <a:lnTo>
                    <a:pt x="3652925" y="1430742"/>
                  </a:lnTo>
                  <a:lnTo>
                    <a:pt x="3651273" y="1430742"/>
                  </a:lnTo>
                  <a:lnTo>
                    <a:pt x="3649622" y="1430742"/>
                  </a:lnTo>
                  <a:lnTo>
                    <a:pt x="3647970" y="1430742"/>
                  </a:lnTo>
                  <a:lnTo>
                    <a:pt x="3646319" y="1430742"/>
                  </a:lnTo>
                  <a:lnTo>
                    <a:pt x="3644668" y="1430742"/>
                  </a:lnTo>
                  <a:lnTo>
                    <a:pt x="3643016" y="1430742"/>
                  </a:lnTo>
                  <a:lnTo>
                    <a:pt x="3641365" y="1430742"/>
                  </a:lnTo>
                  <a:lnTo>
                    <a:pt x="3639713" y="1430742"/>
                  </a:lnTo>
                  <a:lnTo>
                    <a:pt x="3638062" y="1430742"/>
                  </a:lnTo>
                  <a:lnTo>
                    <a:pt x="3636411" y="1430742"/>
                  </a:lnTo>
                  <a:lnTo>
                    <a:pt x="3634759" y="1430742"/>
                  </a:lnTo>
                  <a:lnTo>
                    <a:pt x="3633108" y="1430742"/>
                  </a:lnTo>
                  <a:lnTo>
                    <a:pt x="3631456" y="1430742"/>
                  </a:lnTo>
                  <a:lnTo>
                    <a:pt x="3629805" y="1430742"/>
                  </a:lnTo>
                  <a:lnTo>
                    <a:pt x="3628154" y="1430742"/>
                  </a:lnTo>
                  <a:lnTo>
                    <a:pt x="3626502" y="1430742"/>
                  </a:lnTo>
                  <a:lnTo>
                    <a:pt x="3624851" y="1430742"/>
                  </a:lnTo>
                  <a:lnTo>
                    <a:pt x="3623199" y="1430742"/>
                  </a:lnTo>
                  <a:lnTo>
                    <a:pt x="3621548" y="1430742"/>
                  </a:lnTo>
                  <a:lnTo>
                    <a:pt x="3619896" y="1430742"/>
                  </a:lnTo>
                  <a:lnTo>
                    <a:pt x="3618245" y="1430742"/>
                  </a:lnTo>
                  <a:lnTo>
                    <a:pt x="3616594" y="1430742"/>
                  </a:lnTo>
                  <a:lnTo>
                    <a:pt x="3614942" y="1430742"/>
                  </a:lnTo>
                  <a:lnTo>
                    <a:pt x="3613291" y="1430742"/>
                  </a:lnTo>
                  <a:lnTo>
                    <a:pt x="3611639" y="1430742"/>
                  </a:lnTo>
                  <a:lnTo>
                    <a:pt x="3609988" y="1430742"/>
                  </a:lnTo>
                  <a:lnTo>
                    <a:pt x="3608337" y="1430742"/>
                  </a:lnTo>
                  <a:lnTo>
                    <a:pt x="3606685" y="1430742"/>
                  </a:lnTo>
                  <a:lnTo>
                    <a:pt x="3605034" y="1430742"/>
                  </a:lnTo>
                  <a:lnTo>
                    <a:pt x="3603382" y="1430742"/>
                  </a:lnTo>
                  <a:lnTo>
                    <a:pt x="3601731" y="1430742"/>
                  </a:lnTo>
                  <a:lnTo>
                    <a:pt x="3600080" y="1430742"/>
                  </a:lnTo>
                  <a:lnTo>
                    <a:pt x="3598428" y="1430742"/>
                  </a:lnTo>
                  <a:lnTo>
                    <a:pt x="3596777" y="1430742"/>
                  </a:lnTo>
                  <a:lnTo>
                    <a:pt x="3595125" y="1430742"/>
                  </a:lnTo>
                  <a:lnTo>
                    <a:pt x="3593474" y="1430742"/>
                  </a:lnTo>
                  <a:lnTo>
                    <a:pt x="3591822" y="1430742"/>
                  </a:lnTo>
                  <a:lnTo>
                    <a:pt x="3590171" y="1430742"/>
                  </a:lnTo>
                  <a:lnTo>
                    <a:pt x="3588520" y="1430742"/>
                  </a:lnTo>
                  <a:lnTo>
                    <a:pt x="3586868" y="1430742"/>
                  </a:lnTo>
                  <a:lnTo>
                    <a:pt x="3585217" y="1430742"/>
                  </a:lnTo>
                  <a:lnTo>
                    <a:pt x="3583565" y="1430742"/>
                  </a:lnTo>
                  <a:lnTo>
                    <a:pt x="3581914" y="1430742"/>
                  </a:lnTo>
                  <a:lnTo>
                    <a:pt x="3580263" y="1430742"/>
                  </a:lnTo>
                  <a:lnTo>
                    <a:pt x="3578611" y="1430742"/>
                  </a:lnTo>
                  <a:lnTo>
                    <a:pt x="3576960" y="1430742"/>
                  </a:lnTo>
                  <a:lnTo>
                    <a:pt x="3575308" y="1430742"/>
                  </a:lnTo>
                  <a:lnTo>
                    <a:pt x="3573657" y="1430742"/>
                  </a:lnTo>
                  <a:lnTo>
                    <a:pt x="3572006" y="1430742"/>
                  </a:lnTo>
                  <a:lnTo>
                    <a:pt x="3570354" y="1430742"/>
                  </a:lnTo>
                  <a:lnTo>
                    <a:pt x="3568703" y="1430742"/>
                  </a:lnTo>
                  <a:lnTo>
                    <a:pt x="3567051" y="1430742"/>
                  </a:lnTo>
                  <a:lnTo>
                    <a:pt x="3565400" y="1430742"/>
                  </a:lnTo>
                  <a:lnTo>
                    <a:pt x="3563748" y="1430742"/>
                  </a:lnTo>
                  <a:lnTo>
                    <a:pt x="3562097" y="1430742"/>
                  </a:lnTo>
                  <a:lnTo>
                    <a:pt x="3560446" y="1430742"/>
                  </a:lnTo>
                  <a:lnTo>
                    <a:pt x="3558794" y="1430742"/>
                  </a:lnTo>
                  <a:lnTo>
                    <a:pt x="3557143" y="1430742"/>
                  </a:lnTo>
                  <a:lnTo>
                    <a:pt x="3555491" y="1430742"/>
                  </a:lnTo>
                  <a:lnTo>
                    <a:pt x="3553840" y="1430742"/>
                  </a:lnTo>
                  <a:lnTo>
                    <a:pt x="3552189" y="1430742"/>
                  </a:lnTo>
                  <a:lnTo>
                    <a:pt x="3550537" y="1430742"/>
                  </a:lnTo>
                  <a:lnTo>
                    <a:pt x="3548886" y="1430742"/>
                  </a:lnTo>
                  <a:lnTo>
                    <a:pt x="3547234" y="1430742"/>
                  </a:lnTo>
                  <a:lnTo>
                    <a:pt x="3545583" y="1430742"/>
                  </a:lnTo>
                  <a:lnTo>
                    <a:pt x="3543931" y="1430742"/>
                  </a:lnTo>
                  <a:lnTo>
                    <a:pt x="3542280" y="1430742"/>
                  </a:lnTo>
                  <a:lnTo>
                    <a:pt x="3540629" y="1430742"/>
                  </a:lnTo>
                  <a:lnTo>
                    <a:pt x="3538977" y="1430742"/>
                  </a:lnTo>
                  <a:lnTo>
                    <a:pt x="3537326" y="1430742"/>
                  </a:lnTo>
                  <a:lnTo>
                    <a:pt x="3535674" y="1430742"/>
                  </a:lnTo>
                  <a:lnTo>
                    <a:pt x="3534023" y="1430742"/>
                  </a:lnTo>
                  <a:lnTo>
                    <a:pt x="3532372" y="1430742"/>
                  </a:lnTo>
                  <a:lnTo>
                    <a:pt x="3530720" y="1430742"/>
                  </a:lnTo>
                  <a:lnTo>
                    <a:pt x="3529069" y="1430742"/>
                  </a:lnTo>
                  <a:lnTo>
                    <a:pt x="3527417" y="1430742"/>
                  </a:lnTo>
                  <a:lnTo>
                    <a:pt x="3525766" y="1430742"/>
                  </a:lnTo>
                  <a:lnTo>
                    <a:pt x="3524115" y="1430742"/>
                  </a:lnTo>
                  <a:lnTo>
                    <a:pt x="3522463" y="1430742"/>
                  </a:lnTo>
                  <a:lnTo>
                    <a:pt x="3520812" y="1430742"/>
                  </a:lnTo>
                  <a:lnTo>
                    <a:pt x="3519160" y="1430742"/>
                  </a:lnTo>
                  <a:lnTo>
                    <a:pt x="3517509" y="1430742"/>
                  </a:lnTo>
                  <a:lnTo>
                    <a:pt x="3515857" y="1430742"/>
                  </a:lnTo>
                  <a:lnTo>
                    <a:pt x="3514206" y="1430742"/>
                  </a:lnTo>
                  <a:lnTo>
                    <a:pt x="3512555" y="1430742"/>
                  </a:lnTo>
                  <a:lnTo>
                    <a:pt x="3510903" y="1430742"/>
                  </a:lnTo>
                  <a:lnTo>
                    <a:pt x="3509252" y="1430742"/>
                  </a:lnTo>
                  <a:lnTo>
                    <a:pt x="3507600" y="1430742"/>
                  </a:lnTo>
                  <a:lnTo>
                    <a:pt x="3505949" y="1430742"/>
                  </a:lnTo>
                  <a:lnTo>
                    <a:pt x="3504298" y="1430742"/>
                  </a:lnTo>
                  <a:lnTo>
                    <a:pt x="3502646" y="1430742"/>
                  </a:lnTo>
                  <a:lnTo>
                    <a:pt x="3500995" y="1430742"/>
                  </a:lnTo>
                  <a:lnTo>
                    <a:pt x="3499343" y="1430742"/>
                  </a:lnTo>
                  <a:lnTo>
                    <a:pt x="3497692" y="1430742"/>
                  </a:lnTo>
                  <a:lnTo>
                    <a:pt x="3496041" y="1430742"/>
                  </a:lnTo>
                  <a:lnTo>
                    <a:pt x="3494389" y="1430742"/>
                  </a:lnTo>
                  <a:lnTo>
                    <a:pt x="3492738" y="1430742"/>
                  </a:lnTo>
                  <a:lnTo>
                    <a:pt x="3491086" y="1430742"/>
                  </a:lnTo>
                  <a:lnTo>
                    <a:pt x="3489435" y="1430742"/>
                  </a:lnTo>
                  <a:lnTo>
                    <a:pt x="3487783" y="1430742"/>
                  </a:lnTo>
                  <a:lnTo>
                    <a:pt x="3486132" y="1430742"/>
                  </a:lnTo>
                  <a:lnTo>
                    <a:pt x="3484481" y="1430742"/>
                  </a:lnTo>
                  <a:lnTo>
                    <a:pt x="3482829" y="1430742"/>
                  </a:lnTo>
                  <a:lnTo>
                    <a:pt x="3481178" y="1430742"/>
                  </a:lnTo>
                  <a:lnTo>
                    <a:pt x="3479526" y="1430742"/>
                  </a:lnTo>
                  <a:lnTo>
                    <a:pt x="3477875" y="1430742"/>
                  </a:lnTo>
                  <a:lnTo>
                    <a:pt x="3476224" y="1430742"/>
                  </a:lnTo>
                  <a:lnTo>
                    <a:pt x="3474572" y="1430742"/>
                  </a:lnTo>
                  <a:lnTo>
                    <a:pt x="3472921" y="1430742"/>
                  </a:lnTo>
                  <a:lnTo>
                    <a:pt x="3471269" y="1430742"/>
                  </a:lnTo>
                  <a:lnTo>
                    <a:pt x="3469618" y="1430742"/>
                  </a:lnTo>
                  <a:lnTo>
                    <a:pt x="3467966" y="1430742"/>
                  </a:lnTo>
                  <a:lnTo>
                    <a:pt x="3466315" y="1430742"/>
                  </a:lnTo>
                  <a:lnTo>
                    <a:pt x="3464664" y="1430742"/>
                  </a:lnTo>
                  <a:lnTo>
                    <a:pt x="3463012" y="1430742"/>
                  </a:lnTo>
                  <a:lnTo>
                    <a:pt x="3461361" y="1430742"/>
                  </a:lnTo>
                  <a:lnTo>
                    <a:pt x="3459709" y="1430742"/>
                  </a:lnTo>
                  <a:lnTo>
                    <a:pt x="3458058" y="1430742"/>
                  </a:lnTo>
                  <a:lnTo>
                    <a:pt x="3456407" y="1430742"/>
                  </a:lnTo>
                  <a:lnTo>
                    <a:pt x="3454755" y="1430742"/>
                  </a:lnTo>
                  <a:lnTo>
                    <a:pt x="3453104" y="1430742"/>
                  </a:lnTo>
                  <a:lnTo>
                    <a:pt x="3451452" y="1430742"/>
                  </a:lnTo>
                  <a:lnTo>
                    <a:pt x="3449801" y="1430742"/>
                  </a:lnTo>
                  <a:lnTo>
                    <a:pt x="3448150" y="1430742"/>
                  </a:lnTo>
                  <a:lnTo>
                    <a:pt x="3446498" y="1430742"/>
                  </a:lnTo>
                  <a:lnTo>
                    <a:pt x="3444847" y="1430742"/>
                  </a:lnTo>
                  <a:lnTo>
                    <a:pt x="3443195" y="1430742"/>
                  </a:lnTo>
                  <a:lnTo>
                    <a:pt x="3441544" y="1430742"/>
                  </a:lnTo>
                  <a:lnTo>
                    <a:pt x="3439892" y="1430742"/>
                  </a:lnTo>
                  <a:lnTo>
                    <a:pt x="3438241" y="1430742"/>
                  </a:lnTo>
                  <a:lnTo>
                    <a:pt x="3436590" y="1430742"/>
                  </a:lnTo>
                  <a:lnTo>
                    <a:pt x="3434938" y="1430742"/>
                  </a:lnTo>
                  <a:lnTo>
                    <a:pt x="3433287" y="1430742"/>
                  </a:lnTo>
                  <a:lnTo>
                    <a:pt x="3431635" y="1430742"/>
                  </a:lnTo>
                  <a:lnTo>
                    <a:pt x="3429984" y="1430742"/>
                  </a:lnTo>
                  <a:lnTo>
                    <a:pt x="3428333" y="1430742"/>
                  </a:lnTo>
                  <a:lnTo>
                    <a:pt x="3426681" y="1430742"/>
                  </a:lnTo>
                  <a:lnTo>
                    <a:pt x="3425030" y="1430742"/>
                  </a:lnTo>
                  <a:lnTo>
                    <a:pt x="3423378" y="1430742"/>
                  </a:lnTo>
                  <a:lnTo>
                    <a:pt x="3421727" y="1430742"/>
                  </a:lnTo>
                  <a:lnTo>
                    <a:pt x="3420076" y="1430742"/>
                  </a:lnTo>
                  <a:lnTo>
                    <a:pt x="3418424" y="1430742"/>
                  </a:lnTo>
                  <a:lnTo>
                    <a:pt x="3416773" y="1430742"/>
                  </a:lnTo>
                  <a:lnTo>
                    <a:pt x="3415121" y="1430742"/>
                  </a:lnTo>
                  <a:lnTo>
                    <a:pt x="3413470" y="1430742"/>
                  </a:lnTo>
                  <a:lnTo>
                    <a:pt x="3411818" y="1430742"/>
                  </a:lnTo>
                  <a:lnTo>
                    <a:pt x="3410167" y="1430742"/>
                  </a:lnTo>
                  <a:lnTo>
                    <a:pt x="3408516" y="1430742"/>
                  </a:lnTo>
                  <a:lnTo>
                    <a:pt x="3406864" y="1430742"/>
                  </a:lnTo>
                  <a:lnTo>
                    <a:pt x="3405213" y="1430742"/>
                  </a:lnTo>
                  <a:lnTo>
                    <a:pt x="3403561" y="1430742"/>
                  </a:lnTo>
                  <a:lnTo>
                    <a:pt x="3401910" y="1430742"/>
                  </a:lnTo>
                  <a:lnTo>
                    <a:pt x="3400259" y="1430742"/>
                  </a:lnTo>
                  <a:lnTo>
                    <a:pt x="3398607" y="1430742"/>
                  </a:lnTo>
                  <a:lnTo>
                    <a:pt x="3396956" y="1430742"/>
                  </a:lnTo>
                  <a:lnTo>
                    <a:pt x="3395304" y="1430742"/>
                  </a:lnTo>
                  <a:lnTo>
                    <a:pt x="3393653" y="1430742"/>
                  </a:lnTo>
                  <a:lnTo>
                    <a:pt x="3392002" y="1430742"/>
                  </a:lnTo>
                  <a:lnTo>
                    <a:pt x="3390350" y="1430742"/>
                  </a:lnTo>
                  <a:lnTo>
                    <a:pt x="3388699" y="1430742"/>
                  </a:lnTo>
                  <a:lnTo>
                    <a:pt x="3387047" y="1430742"/>
                  </a:lnTo>
                  <a:lnTo>
                    <a:pt x="3385396" y="1430742"/>
                  </a:lnTo>
                  <a:lnTo>
                    <a:pt x="3383744" y="1430742"/>
                  </a:lnTo>
                  <a:lnTo>
                    <a:pt x="3382093" y="1430742"/>
                  </a:lnTo>
                  <a:lnTo>
                    <a:pt x="3380442" y="1430742"/>
                  </a:lnTo>
                  <a:lnTo>
                    <a:pt x="3378790" y="1430742"/>
                  </a:lnTo>
                  <a:lnTo>
                    <a:pt x="3377139" y="1430742"/>
                  </a:lnTo>
                  <a:lnTo>
                    <a:pt x="3375487" y="1430742"/>
                  </a:lnTo>
                  <a:lnTo>
                    <a:pt x="3373836" y="1430742"/>
                  </a:lnTo>
                  <a:lnTo>
                    <a:pt x="3372185" y="1430742"/>
                  </a:lnTo>
                  <a:lnTo>
                    <a:pt x="3370533" y="1430742"/>
                  </a:lnTo>
                  <a:lnTo>
                    <a:pt x="3368882" y="1430742"/>
                  </a:lnTo>
                  <a:lnTo>
                    <a:pt x="3367230" y="1430742"/>
                  </a:lnTo>
                  <a:lnTo>
                    <a:pt x="3365579" y="1430742"/>
                  </a:lnTo>
                  <a:lnTo>
                    <a:pt x="3363927" y="1430742"/>
                  </a:lnTo>
                  <a:lnTo>
                    <a:pt x="3362276" y="1430742"/>
                  </a:lnTo>
                  <a:lnTo>
                    <a:pt x="3360625" y="1430742"/>
                  </a:lnTo>
                  <a:lnTo>
                    <a:pt x="3358973" y="1430742"/>
                  </a:lnTo>
                  <a:lnTo>
                    <a:pt x="3357322" y="1430742"/>
                  </a:lnTo>
                  <a:lnTo>
                    <a:pt x="3355670" y="1430742"/>
                  </a:lnTo>
                  <a:lnTo>
                    <a:pt x="3354019" y="1430742"/>
                  </a:lnTo>
                  <a:lnTo>
                    <a:pt x="3352368" y="1430742"/>
                  </a:lnTo>
                  <a:lnTo>
                    <a:pt x="3350716" y="1430742"/>
                  </a:lnTo>
                  <a:lnTo>
                    <a:pt x="3349065" y="1430742"/>
                  </a:lnTo>
                  <a:lnTo>
                    <a:pt x="3347413" y="1430742"/>
                  </a:lnTo>
                  <a:lnTo>
                    <a:pt x="3345762" y="1430742"/>
                  </a:lnTo>
                  <a:lnTo>
                    <a:pt x="3344111" y="1430742"/>
                  </a:lnTo>
                  <a:lnTo>
                    <a:pt x="3342459" y="1430742"/>
                  </a:lnTo>
                  <a:lnTo>
                    <a:pt x="3340808" y="1430742"/>
                  </a:lnTo>
                  <a:lnTo>
                    <a:pt x="3339156" y="1430742"/>
                  </a:lnTo>
                  <a:lnTo>
                    <a:pt x="3337505" y="1430742"/>
                  </a:lnTo>
                  <a:lnTo>
                    <a:pt x="3335853" y="1430742"/>
                  </a:lnTo>
                  <a:lnTo>
                    <a:pt x="3334202" y="1430742"/>
                  </a:lnTo>
                  <a:lnTo>
                    <a:pt x="3332551" y="1430742"/>
                  </a:lnTo>
                  <a:lnTo>
                    <a:pt x="3330899" y="1430742"/>
                  </a:lnTo>
                  <a:lnTo>
                    <a:pt x="3329248" y="1430742"/>
                  </a:lnTo>
                  <a:lnTo>
                    <a:pt x="3327596" y="1430742"/>
                  </a:lnTo>
                  <a:lnTo>
                    <a:pt x="3325945" y="1430742"/>
                  </a:lnTo>
                  <a:lnTo>
                    <a:pt x="3324294" y="1430742"/>
                  </a:lnTo>
                  <a:lnTo>
                    <a:pt x="3322642" y="1430742"/>
                  </a:lnTo>
                  <a:lnTo>
                    <a:pt x="3320991" y="1430742"/>
                  </a:lnTo>
                  <a:lnTo>
                    <a:pt x="3319339" y="1430742"/>
                  </a:lnTo>
                  <a:lnTo>
                    <a:pt x="3317688" y="1430742"/>
                  </a:lnTo>
                  <a:lnTo>
                    <a:pt x="3316037" y="1430742"/>
                  </a:lnTo>
                  <a:lnTo>
                    <a:pt x="3314385" y="1430742"/>
                  </a:lnTo>
                  <a:lnTo>
                    <a:pt x="3312734" y="1430742"/>
                  </a:lnTo>
                  <a:lnTo>
                    <a:pt x="3311082" y="1430742"/>
                  </a:lnTo>
                  <a:lnTo>
                    <a:pt x="3309431" y="1430742"/>
                  </a:lnTo>
                  <a:lnTo>
                    <a:pt x="3307779" y="1430742"/>
                  </a:lnTo>
                  <a:lnTo>
                    <a:pt x="3306128" y="1430742"/>
                  </a:lnTo>
                  <a:lnTo>
                    <a:pt x="3304477" y="1430742"/>
                  </a:lnTo>
                  <a:lnTo>
                    <a:pt x="3302825" y="1430742"/>
                  </a:lnTo>
                  <a:lnTo>
                    <a:pt x="3301174" y="1430742"/>
                  </a:lnTo>
                  <a:lnTo>
                    <a:pt x="3299522" y="1430742"/>
                  </a:lnTo>
                  <a:lnTo>
                    <a:pt x="3297871" y="1430742"/>
                  </a:lnTo>
                  <a:lnTo>
                    <a:pt x="3296220" y="1430742"/>
                  </a:lnTo>
                  <a:lnTo>
                    <a:pt x="3294568" y="1430742"/>
                  </a:lnTo>
                  <a:lnTo>
                    <a:pt x="3292917" y="1430742"/>
                  </a:lnTo>
                  <a:lnTo>
                    <a:pt x="3291265" y="1430742"/>
                  </a:lnTo>
                  <a:lnTo>
                    <a:pt x="3289614" y="1430742"/>
                  </a:lnTo>
                  <a:lnTo>
                    <a:pt x="3287962" y="1430742"/>
                  </a:lnTo>
                  <a:lnTo>
                    <a:pt x="3286311" y="1430742"/>
                  </a:lnTo>
                  <a:lnTo>
                    <a:pt x="3284660" y="1430742"/>
                  </a:lnTo>
                  <a:lnTo>
                    <a:pt x="3283008" y="1430742"/>
                  </a:lnTo>
                  <a:lnTo>
                    <a:pt x="3281357" y="1430742"/>
                  </a:lnTo>
                  <a:lnTo>
                    <a:pt x="3279705" y="1430742"/>
                  </a:lnTo>
                  <a:lnTo>
                    <a:pt x="3278054" y="1430742"/>
                  </a:lnTo>
                  <a:lnTo>
                    <a:pt x="3276403" y="1430742"/>
                  </a:lnTo>
                  <a:lnTo>
                    <a:pt x="3274751" y="1430742"/>
                  </a:lnTo>
                  <a:lnTo>
                    <a:pt x="3273100" y="1430742"/>
                  </a:lnTo>
                  <a:lnTo>
                    <a:pt x="3271448" y="1430742"/>
                  </a:lnTo>
                  <a:lnTo>
                    <a:pt x="3269797" y="1430742"/>
                  </a:lnTo>
                  <a:lnTo>
                    <a:pt x="3268146" y="1430742"/>
                  </a:lnTo>
                  <a:lnTo>
                    <a:pt x="3266494" y="1430742"/>
                  </a:lnTo>
                  <a:lnTo>
                    <a:pt x="3264843" y="1430742"/>
                  </a:lnTo>
                  <a:lnTo>
                    <a:pt x="3263191" y="1430742"/>
                  </a:lnTo>
                  <a:lnTo>
                    <a:pt x="3261540" y="1430742"/>
                  </a:lnTo>
                  <a:lnTo>
                    <a:pt x="3259888" y="1430742"/>
                  </a:lnTo>
                  <a:lnTo>
                    <a:pt x="3258237" y="1430742"/>
                  </a:lnTo>
                  <a:lnTo>
                    <a:pt x="3256586" y="1430742"/>
                  </a:lnTo>
                  <a:lnTo>
                    <a:pt x="3254934" y="1430742"/>
                  </a:lnTo>
                  <a:lnTo>
                    <a:pt x="3253283" y="1430742"/>
                  </a:lnTo>
                  <a:lnTo>
                    <a:pt x="3251631" y="1430742"/>
                  </a:lnTo>
                  <a:lnTo>
                    <a:pt x="3249980" y="1430742"/>
                  </a:lnTo>
                  <a:lnTo>
                    <a:pt x="3248329" y="1430742"/>
                  </a:lnTo>
                  <a:lnTo>
                    <a:pt x="3246677" y="1430742"/>
                  </a:lnTo>
                  <a:lnTo>
                    <a:pt x="3245026" y="1430742"/>
                  </a:lnTo>
                  <a:lnTo>
                    <a:pt x="3243374" y="1430742"/>
                  </a:lnTo>
                  <a:lnTo>
                    <a:pt x="3241723" y="1430742"/>
                  </a:lnTo>
                  <a:lnTo>
                    <a:pt x="3240072" y="1430742"/>
                  </a:lnTo>
                  <a:lnTo>
                    <a:pt x="3238420" y="1430742"/>
                  </a:lnTo>
                  <a:lnTo>
                    <a:pt x="3236769" y="1430742"/>
                  </a:lnTo>
                  <a:lnTo>
                    <a:pt x="3235117" y="1430742"/>
                  </a:lnTo>
                  <a:lnTo>
                    <a:pt x="3233466" y="1430742"/>
                  </a:lnTo>
                  <a:lnTo>
                    <a:pt x="3231814" y="1430742"/>
                  </a:lnTo>
                  <a:lnTo>
                    <a:pt x="3230163" y="1430742"/>
                  </a:lnTo>
                  <a:lnTo>
                    <a:pt x="3228512" y="1430742"/>
                  </a:lnTo>
                  <a:lnTo>
                    <a:pt x="3226860" y="1430742"/>
                  </a:lnTo>
                  <a:lnTo>
                    <a:pt x="3225209" y="1430742"/>
                  </a:lnTo>
                  <a:lnTo>
                    <a:pt x="3223557" y="1430742"/>
                  </a:lnTo>
                  <a:lnTo>
                    <a:pt x="3221906" y="1430742"/>
                  </a:lnTo>
                  <a:lnTo>
                    <a:pt x="3220255" y="1430742"/>
                  </a:lnTo>
                  <a:lnTo>
                    <a:pt x="3218603" y="1430742"/>
                  </a:lnTo>
                  <a:lnTo>
                    <a:pt x="3216952" y="1430742"/>
                  </a:lnTo>
                  <a:lnTo>
                    <a:pt x="3215300" y="1430742"/>
                  </a:lnTo>
                  <a:lnTo>
                    <a:pt x="3213649" y="1430742"/>
                  </a:lnTo>
                  <a:lnTo>
                    <a:pt x="3211997" y="1430742"/>
                  </a:lnTo>
                  <a:lnTo>
                    <a:pt x="3210346" y="1430742"/>
                  </a:lnTo>
                  <a:lnTo>
                    <a:pt x="3208695" y="1430742"/>
                  </a:lnTo>
                  <a:lnTo>
                    <a:pt x="3207043" y="1430742"/>
                  </a:lnTo>
                  <a:lnTo>
                    <a:pt x="3205392" y="1430742"/>
                  </a:lnTo>
                  <a:lnTo>
                    <a:pt x="3203740" y="1430742"/>
                  </a:lnTo>
                  <a:lnTo>
                    <a:pt x="3202089" y="1430742"/>
                  </a:lnTo>
                  <a:lnTo>
                    <a:pt x="3200438" y="1430742"/>
                  </a:lnTo>
                  <a:lnTo>
                    <a:pt x="3198786" y="1430742"/>
                  </a:lnTo>
                  <a:lnTo>
                    <a:pt x="3197135" y="1430742"/>
                  </a:lnTo>
                  <a:lnTo>
                    <a:pt x="3195483" y="1430742"/>
                  </a:lnTo>
                  <a:lnTo>
                    <a:pt x="3193832" y="1430742"/>
                  </a:lnTo>
                  <a:lnTo>
                    <a:pt x="3192181" y="1430742"/>
                  </a:lnTo>
                  <a:lnTo>
                    <a:pt x="3190529" y="1430742"/>
                  </a:lnTo>
                  <a:lnTo>
                    <a:pt x="3188878" y="1430742"/>
                  </a:lnTo>
                  <a:lnTo>
                    <a:pt x="3187226" y="1430742"/>
                  </a:lnTo>
                  <a:lnTo>
                    <a:pt x="3185575" y="1430742"/>
                  </a:lnTo>
                  <a:lnTo>
                    <a:pt x="3183923" y="1430742"/>
                  </a:lnTo>
                  <a:lnTo>
                    <a:pt x="3182272" y="1430742"/>
                  </a:lnTo>
                  <a:lnTo>
                    <a:pt x="3180621" y="1430742"/>
                  </a:lnTo>
                  <a:lnTo>
                    <a:pt x="3178969" y="1430742"/>
                  </a:lnTo>
                  <a:lnTo>
                    <a:pt x="3177318" y="1430742"/>
                  </a:lnTo>
                  <a:lnTo>
                    <a:pt x="3175666" y="1430742"/>
                  </a:lnTo>
                  <a:lnTo>
                    <a:pt x="3174015" y="1430742"/>
                  </a:lnTo>
                  <a:lnTo>
                    <a:pt x="3172364" y="1430742"/>
                  </a:lnTo>
                  <a:lnTo>
                    <a:pt x="3170712" y="1430742"/>
                  </a:lnTo>
                  <a:lnTo>
                    <a:pt x="3169061" y="1430742"/>
                  </a:lnTo>
                  <a:lnTo>
                    <a:pt x="3167409" y="1430742"/>
                  </a:lnTo>
                  <a:lnTo>
                    <a:pt x="3165758" y="1430742"/>
                  </a:lnTo>
                  <a:lnTo>
                    <a:pt x="3164107" y="1430742"/>
                  </a:lnTo>
                  <a:lnTo>
                    <a:pt x="3162455" y="1430742"/>
                  </a:lnTo>
                  <a:lnTo>
                    <a:pt x="3160804" y="1430742"/>
                  </a:lnTo>
                  <a:lnTo>
                    <a:pt x="3159152" y="1430742"/>
                  </a:lnTo>
                  <a:lnTo>
                    <a:pt x="3157501" y="1430742"/>
                  </a:lnTo>
                  <a:lnTo>
                    <a:pt x="3155849" y="1430742"/>
                  </a:lnTo>
                  <a:lnTo>
                    <a:pt x="3154198" y="1430742"/>
                  </a:lnTo>
                  <a:lnTo>
                    <a:pt x="3152547" y="1430742"/>
                  </a:lnTo>
                  <a:lnTo>
                    <a:pt x="3150895" y="1430742"/>
                  </a:lnTo>
                  <a:lnTo>
                    <a:pt x="3149244" y="1430742"/>
                  </a:lnTo>
                  <a:lnTo>
                    <a:pt x="3147592" y="1430742"/>
                  </a:lnTo>
                  <a:lnTo>
                    <a:pt x="3145941" y="1430742"/>
                  </a:lnTo>
                  <a:lnTo>
                    <a:pt x="3144290" y="1430742"/>
                  </a:lnTo>
                  <a:lnTo>
                    <a:pt x="3142638" y="1430742"/>
                  </a:lnTo>
                  <a:lnTo>
                    <a:pt x="3140987" y="1430742"/>
                  </a:lnTo>
                  <a:lnTo>
                    <a:pt x="3139335" y="1430742"/>
                  </a:lnTo>
                  <a:lnTo>
                    <a:pt x="3137684" y="1430742"/>
                  </a:lnTo>
                  <a:lnTo>
                    <a:pt x="3136033" y="1430742"/>
                  </a:lnTo>
                  <a:lnTo>
                    <a:pt x="3134381" y="1430742"/>
                  </a:lnTo>
                  <a:lnTo>
                    <a:pt x="3132730" y="1430742"/>
                  </a:lnTo>
                  <a:lnTo>
                    <a:pt x="3131078" y="1430742"/>
                  </a:lnTo>
                  <a:lnTo>
                    <a:pt x="3129427" y="1430742"/>
                  </a:lnTo>
                  <a:lnTo>
                    <a:pt x="3127775" y="1430742"/>
                  </a:lnTo>
                  <a:lnTo>
                    <a:pt x="3126124" y="1430742"/>
                  </a:lnTo>
                  <a:lnTo>
                    <a:pt x="3124473" y="1430742"/>
                  </a:lnTo>
                  <a:lnTo>
                    <a:pt x="3122821" y="1430742"/>
                  </a:lnTo>
                  <a:lnTo>
                    <a:pt x="3121170" y="1430742"/>
                  </a:lnTo>
                  <a:lnTo>
                    <a:pt x="3119518" y="1430742"/>
                  </a:lnTo>
                  <a:lnTo>
                    <a:pt x="3117867" y="1430742"/>
                  </a:lnTo>
                  <a:lnTo>
                    <a:pt x="3116216" y="1430742"/>
                  </a:lnTo>
                  <a:lnTo>
                    <a:pt x="3114564" y="1430742"/>
                  </a:lnTo>
                  <a:lnTo>
                    <a:pt x="3112913" y="1430742"/>
                  </a:lnTo>
                  <a:lnTo>
                    <a:pt x="3111261" y="1430742"/>
                  </a:lnTo>
                  <a:lnTo>
                    <a:pt x="3109610" y="1430742"/>
                  </a:lnTo>
                  <a:lnTo>
                    <a:pt x="3107958" y="1430742"/>
                  </a:lnTo>
                  <a:lnTo>
                    <a:pt x="3106307" y="1430742"/>
                  </a:lnTo>
                  <a:lnTo>
                    <a:pt x="3104656" y="1430742"/>
                  </a:lnTo>
                  <a:lnTo>
                    <a:pt x="3103004" y="1430742"/>
                  </a:lnTo>
                  <a:lnTo>
                    <a:pt x="3101353" y="1430742"/>
                  </a:lnTo>
                  <a:lnTo>
                    <a:pt x="3099701" y="1430742"/>
                  </a:lnTo>
                  <a:lnTo>
                    <a:pt x="3098050" y="1430742"/>
                  </a:lnTo>
                  <a:lnTo>
                    <a:pt x="3096399" y="1430742"/>
                  </a:lnTo>
                  <a:lnTo>
                    <a:pt x="3094747" y="1430742"/>
                  </a:lnTo>
                  <a:lnTo>
                    <a:pt x="3093096" y="1430742"/>
                  </a:lnTo>
                  <a:lnTo>
                    <a:pt x="3091444" y="1430742"/>
                  </a:lnTo>
                  <a:lnTo>
                    <a:pt x="3089793" y="1430742"/>
                  </a:lnTo>
                  <a:lnTo>
                    <a:pt x="3088142" y="1430742"/>
                  </a:lnTo>
                  <a:lnTo>
                    <a:pt x="3086490" y="1430742"/>
                  </a:lnTo>
                  <a:lnTo>
                    <a:pt x="3084839" y="1430742"/>
                  </a:lnTo>
                  <a:lnTo>
                    <a:pt x="3083187" y="1430742"/>
                  </a:lnTo>
                  <a:lnTo>
                    <a:pt x="3081536" y="1430742"/>
                  </a:lnTo>
                  <a:lnTo>
                    <a:pt x="3079884" y="1430742"/>
                  </a:lnTo>
                  <a:lnTo>
                    <a:pt x="3078233" y="1430742"/>
                  </a:lnTo>
                  <a:lnTo>
                    <a:pt x="3076582" y="1430742"/>
                  </a:lnTo>
                  <a:lnTo>
                    <a:pt x="3074930" y="1430742"/>
                  </a:lnTo>
                  <a:lnTo>
                    <a:pt x="3073279" y="1430742"/>
                  </a:lnTo>
                  <a:lnTo>
                    <a:pt x="3071627" y="1430742"/>
                  </a:lnTo>
                  <a:lnTo>
                    <a:pt x="3069976" y="1430742"/>
                  </a:lnTo>
                  <a:lnTo>
                    <a:pt x="3068325" y="1430742"/>
                  </a:lnTo>
                  <a:lnTo>
                    <a:pt x="3066673" y="1430742"/>
                  </a:lnTo>
                  <a:lnTo>
                    <a:pt x="3065022" y="1430742"/>
                  </a:lnTo>
                  <a:lnTo>
                    <a:pt x="3063370" y="1430742"/>
                  </a:lnTo>
                  <a:lnTo>
                    <a:pt x="3061719" y="1430742"/>
                  </a:lnTo>
                  <a:lnTo>
                    <a:pt x="3060068" y="1430742"/>
                  </a:lnTo>
                  <a:lnTo>
                    <a:pt x="3058416" y="1430742"/>
                  </a:lnTo>
                  <a:lnTo>
                    <a:pt x="3056765" y="1430742"/>
                  </a:lnTo>
                  <a:lnTo>
                    <a:pt x="3055113" y="1430742"/>
                  </a:lnTo>
                  <a:lnTo>
                    <a:pt x="3053462" y="1430742"/>
                  </a:lnTo>
                  <a:lnTo>
                    <a:pt x="3051810" y="1430742"/>
                  </a:lnTo>
                  <a:lnTo>
                    <a:pt x="3050159" y="1430742"/>
                  </a:lnTo>
                  <a:lnTo>
                    <a:pt x="3048508" y="1430742"/>
                  </a:lnTo>
                  <a:lnTo>
                    <a:pt x="3046856" y="1430742"/>
                  </a:lnTo>
                  <a:lnTo>
                    <a:pt x="3045205" y="1430742"/>
                  </a:lnTo>
                  <a:lnTo>
                    <a:pt x="3043553" y="1430742"/>
                  </a:lnTo>
                  <a:lnTo>
                    <a:pt x="3041902" y="1430742"/>
                  </a:lnTo>
                  <a:lnTo>
                    <a:pt x="3040251" y="1430742"/>
                  </a:lnTo>
                  <a:lnTo>
                    <a:pt x="3038599" y="1430742"/>
                  </a:lnTo>
                  <a:lnTo>
                    <a:pt x="3036948" y="1430742"/>
                  </a:lnTo>
                  <a:lnTo>
                    <a:pt x="3035296" y="1430742"/>
                  </a:lnTo>
                  <a:lnTo>
                    <a:pt x="3033645" y="1430742"/>
                  </a:lnTo>
                  <a:lnTo>
                    <a:pt x="3031993" y="1430742"/>
                  </a:lnTo>
                  <a:lnTo>
                    <a:pt x="3030342" y="1430742"/>
                  </a:lnTo>
                  <a:lnTo>
                    <a:pt x="3028691" y="1430742"/>
                  </a:lnTo>
                  <a:lnTo>
                    <a:pt x="3027039" y="1430742"/>
                  </a:lnTo>
                  <a:lnTo>
                    <a:pt x="3025388" y="1430742"/>
                  </a:lnTo>
                  <a:lnTo>
                    <a:pt x="3023736" y="1430742"/>
                  </a:lnTo>
                  <a:lnTo>
                    <a:pt x="3022085" y="1430742"/>
                  </a:lnTo>
                  <a:lnTo>
                    <a:pt x="3020434" y="1430742"/>
                  </a:lnTo>
                  <a:lnTo>
                    <a:pt x="3018782" y="1430742"/>
                  </a:lnTo>
                  <a:lnTo>
                    <a:pt x="3017131" y="1430742"/>
                  </a:lnTo>
                  <a:lnTo>
                    <a:pt x="3015479" y="1430742"/>
                  </a:lnTo>
                  <a:lnTo>
                    <a:pt x="3013828" y="1430742"/>
                  </a:lnTo>
                  <a:lnTo>
                    <a:pt x="3012177" y="1430742"/>
                  </a:lnTo>
                  <a:lnTo>
                    <a:pt x="3010525" y="1430742"/>
                  </a:lnTo>
                  <a:lnTo>
                    <a:pt x="3008874" y="1430742"/>
                  </a:lnTo>
                  <a:lnTo>
                    <a:pt x="3007222" y="1430742"/>
                  </a:lnTo>
                  <a:lnTo>
                    <a:pt x="3005571" y="1430742"/>
                  </a:lnTo>
                  <a:lnTo>
                    <a:pt x="3003919" y="1430742"/>
                  </a:lnTo>
                  <a:lnTo>
                    <a:pt x="3002268" y="1430742"/>
                  </a:lnTo>
                  <a:lnTo>
                    <a:pt x="3000617" y="1430742"/>
                  </a:lnTo>
                  <a:lnTo>
                    <a:pt x="2998965" y="1430742"/>
                  </a:lnTo>
                  <a:lnTo>
                    <a:pt x="2997314" y="1430742"/>
                  </a:lnTo>
                  <a:lnTo>
                    <a:pt x="2995662" y="1430742"/>
                  </a:lnTo>
                  <a:lnTo>
                    <a:pt x="2994011" y="1430742"/>
                  </a:lnTo>
                  <a:lnTo>
                    <a:pt x="2992360" y="1430742"/>
                  </a:lnTo>
                  <a:lnTo>
                    <a:pt x="2990708" y="1430742"/>
                  </a:lnTo>
                  <a:lnTo>
                    <a:pt x="2989057" y="1430742"/>
                  </a:lnTo>
                  <a:lnTo>
                    <a:pt x="2987405" y="1430742"/>
                  </a:lnTo>
                  <a:lnTo>
                    <a:pt x="2985754" y="1430742"/>
                  </a:lnTo>
                  <a:lnTo>
                    <a:pt x="2984103" y="1430742"/>
                  </a:lnTo>
                  <a:lnTo>
                    <a:pt x="2982451" y="1430742"/>
                  </a:lnTo>
                  <a:lnTo>
                    <a:pt x="2980800" y="1430742"/>
                  </a:lnTo>
                  <a:lnTo>
                    <a:pt x="2979148" y="1430742"/>
                  </a:lnTo>
                  <a:lnTo>
                    <a:pt x="2977497" y="1430742"/>
                  </a:lnTo>
                  <a:lnTo>
                    <a:pt x="2975845" y="1430742"/>
                  </a:lnTo>
                  <a:lnTo>
                    <a:pt x="2974194" y="1430742"/>
                  </a:lnTo>
                  <a:lnTo>
                    <a:pt x="2972543" y="1430742"/>
                  </a:lnTo>
                  <a:lnTo>
                    <a:pt x="2970891" y="1430742"/>
                  </a:lnTo>
                  <a:lnTo>
                    <a:pt x="2969240" y="1430742"/>
                  </a:lnTo>
                  <a:lnTo>
                    <a:pt x="2967588" y="1430742"/>
                  </a:lnTo>
                  <a:lnTo>
                    <a:pt x="2965937" y="1430742"/>
                  </a:lnTo>
                  <a:lnTo>
                    <a:pt x="2964286" y="1430742"/>
                  </a:lnTo>
                  <a:lnTo>
                    <a:pt x="2962634" y="1430742"/>
                  </a:lnTo>
                  <a:lnTo>
                    <a:pt x="2960983" y="1430742"/>
                  </a:lnTo>
                  <a:lnTo>
                    <a:pt x="2959331" y="1430742"/>
                  </a:lnTo>
                  <a:lnTo>
                    <a:pt x="2957680" y="1430742"/>
                  </a:lnTo>
                  <a:lnTo>
                    <a:pt x="2956029" y="1430742"/>
                  </a:lnTo>
                  <a:lnTo>
                    <a:pt x="2954377" y="1430742"/>
                  </a:lnTo>
                  <a:lnTo>
                    <a:pt x="2952726" y="1430742"/>
                  </a:lnTo>
                  <a:lnTo>
                    <a:pt x="2951074" y="1430742"/>
                  </a:lnTo>
                  <a:lnTo>
                    <a:pt x="2949423" y="1430742"/>
                  </a:lnTo>
                  <a:lnTo>
                    <a:pt x="2947771" y="1430742"/>
                  </a:lnTo>
                  <a:lnTo>
                    <a:pt x="2946120" y="1430742"/>
                  </a:lnTo>
                  <a:lnTo>
                    <a:pt x="2944469" y="1430742"/>
                  </a:lnTo>
                  <a:lnTo>
                    <a:pt x="2942817" y="1430742"/>
                  </a:lnTo>
                  <a:lnTo>
                    <a:pt x="2941166" y="1430742"/>
                  </a:lnTo>
                  <a:lnTo>
                    <a:pt x="2939514" y="1430742"/>
                  </a:lnTo>
                  <a:lnTo>
                    <a:pt x="2937863" y="1430742"/>
                  </a:lnTo>
                  <a:lnTo>
                    <a:pt x="2936212" y="1430742"/>
                  </a:lnTo>
                  <a:lnTo>
                    <a:pt x="2934560" y="1430742"/>
                  </a:lnTo>
                  <a:lnTo>
                    <a:pt x="2932909" y="1430742"/>
                  </a:lnTo>
                  <a:lnTo>
                    <a:pt x="2931257" y="1430742"/>
                  </a:lnTo>
                  <a:lnTo>
                    <a:pt x="2929606" y="1430742"/>
                  </a:lnTo>
                  <a:lnTo>
                    <a:pt x="2927954" y="1430742"/>
                  </a:lnTo>
                  <a:lnTo>
                    <a:pt x="2926303" y="1430742"/>
                  </a:lnTo>
                  <a:lnTo>
                    <a:pt x="2924652" y="1430742"/>
                  </a:lnTo>
                  <a:lnTo>
                    <a:pt x="2923000" y="1430742"/>
                  </a:lnTo>
                  <a:lnTo>
                    <a:pt x="2921349" y="1430742"/>
                  </a:lnTo>
                  <a:lnTo>
                    <a:pt x="2919697" y="1430742"/>
                  </a:lnTo>
                  <a:lnTo>
                    <a:pt x="2918046" y="1430742"/>
                  </a:lnTo>
                  <a:lnTo>
                    <a:pt x="2916395" y="1430742"/>
                  </a:lnTo>
                  <a:lnTo>
                    <a:pt x="2914743" y="1430742"/>
                  </a:lnTo>
                  <a:lnTo>
                    <a:pt x="2913092" y="1430742"/>
                  </a:lnTo>
                  <a:lnTo>
                    <a:pt x="2911440" y="1430742"/>
                  </a:lnTo>
                  <a:lnTo>
                    <a:pt x="2909789" y="1430742"/>
                  </a:lnTo>
                  <a:lnTo>
                    <a:pt x="2908138" y="1430742"/>
                  </a:lnTo>
                  <a:lnTo>
                    <a:pt x="2906486" y="1430742"/>
                  </a:lnTo>
                  <a:lnTo>
                    <a:pt x="2904835" y="1430742"/>
                  </a:lnTo>
                  <a:lnTo>
                    <a:pt x="2903183" y="1430742"/>
                  </a:lnTo>
                  <a:lnTo>
                    <a:pt x="2901532" y="1430742"/>
                  </a:lnTo>
                  <a:lnTo>
                    <a:pt x="2899880" y="1430742"/>
                  </a:lnTo>
                  <a:lnTo>
                    <a:pt x="2898229" y="1430742"/>
                  </a:lnTo>
                  <a:lnTo>
                    <a:pt x="2896578" y="1430742"/>
                  </a:lnTo>
                  <a:lnTo>
                    <a:pt x="2894926" y="1430742"/>
                  </a:lnTo>
                  <a:lnTo>
                    <a:pt x="2893275" y="1430742"/>
                  </a:lnTo>
                  <a:lnTo>
                    <a:pt x="2891623" y="1430742"/>
                  </a:lnTo>
                  <a:lnTo>
                    <a:pt x="2889972" y="1430742"/>
                  </a:lnTo>
                  <a:lnTo>
                    <a:pt x="2888321" y="1430742"/>
                  </a:lnTo>
                  <a:lnTo>
                    <a:pt x="2886669" y="1430742"/>
                  </a:lnTo>
                  <a:lnTo>
                    <a:pt x="2885018" y="1430742"/>
                  </a:lnTo>
                  <a:lnTo>
                    <a:pt x="2883366" y="1430742"/>
                  </a:lnTo>
                  <a:lnTo>
                    <a:pt x="2881715" y="1430742"/>
                  </a:lnTo>
                  <a:lnTo>
                    <a:pt x="2880064" y="1430742"/>
                  </a:lnTo>
                  <a:lnTo>
                    <a:pt x="2878412" y="1430742"/>
                  </a:lnTo>
                  <a:lnTo>
                    <a:pt x="2876761" y="1430742"/>
                  </a:lnTo>
                  <a:lnTo>
                    <a:pt x="2875109" y="1430742"/>
                  </a:lnTo>
                  <a:lnTo>
                    <a:pt x="2873458" y="1430742"/>
                  </a:lnTo>
                  <a:lnTo>
                    <a:pt x="2871806" y="1430742"/>
                  </a:lnTo>
                  <a:lnTo>
                    <a:pt x="2870155" y="1430742"/>
                  </a:lnTo>
                  <a:lnTo>
                    <a:pt x="2868504" y="1430742"/>
                  </a:lnTo>
                  <a:lnTo>
                    <a:pt x="2866852" y="1430742"/>
                  </a:lnTo>
                  <a:lnTo>
                    <a:pt x="2865201" y="1430742"/>
                  </a:lnTo>
                  <a:lnTo>
                    <a:pt x="2863549" y="1430742"/>
                  </a:lnTo>
                  <a:lnTo>
                    <a:pt x="2861898" y="1430742"/>
                  </a:lnTo>
                  <a:lnTo>
                    <a:pt x="2860247" y="1430742"/>
                  </a:lnTo>
                  <a:lnTo>
                    <a:pt x="2858595" y="1430742"/>
                  </a:lnTo>
                  <a:lnTo>
                    <a:pt x="2856944" y="1430742"/>
                  </a:lnTo>
                  <a:lnTo>
                    <a:pt x="2855292" y="1430742"/>
                  </a:lnTo>
                  <a:lnTo>
                    <a:pt x="2853641" y="1430742"/>
                  </a:lnTo>
                  <a:lnTo>
                    <a:pt x="2851989" y="1430742"/>
                  </a:lnTo>
                  <a:lnTo>
                    <a:pt x="2850338" y="1430742"/>
                  </a:lnTo>
                  <a:lnTo>
                    <a:pt x="2848687" y="1430742"/>
                  </a:lnTo>
                  <a:lnTo>
                    <a:pt x="2847035" y="1430742"/>
                  </a:lnTo>
                  <a:lnTo>
                    <a:pt x="2845384" y="1430742"/>
                  </a:lnTo>
                  <a:lnTo>
                    <a:pt x="2843732" y="1430742"/>
                  </a:lnTo>
                  <a:lnTo>
                    <a:pt x="2842081" y="1430742"/>
                  </a:lnTo>
                  <a:lnTo>
                    <a:pt x="2840430" y="1430742"/>
                  </a:lnTo>
                  <a:lnTo>
                    <a:pt x="2838778" y="1430742"/>
                  </a:lnTo>
                  <a:lnTo>
                    <a:pt x="2837127" y="1430742"/>
                  </a:lnTo>
                  <a:lnTo>
                    <a:pt x="2835475" y="1430742"/>
                  </a:lnTo>
                  <a:lnTo>
                    <a:pt x="2833824" y="1430742"/>
                  </a:lnTo>
                  <a:lnTo>
                    <a:pt x="2832173" y="1430742"/>
                  </a:lnTo>
                  <a:lnTo>
                    <a:pt x="2830521" y="1430742"/>
                  </a:lnTo>
                  <a:lnTo>
                    <a:pt x="2828870" y="1430742"/>
                  </a:lnTo>
                  <a:lnTo>
                    <a:pt x="2827218" y="1430742"/>
                  </a:lnTo>
                  <a:lnTo>
                    <a:pt x="2825567" y="1430742"/>
                  </a:lnTo>
                  <a:lnTo>
                    <a:pt x="2823915" y="1430742"/>
                  </a:lnTo>
                  <a:lnTo>
                    <a:pt x="2822264" y="1430742"/>
                  </a:lnTo>
                  <a:lnTo>
                    <a:pt x="2820613" y="1430742"/>
                  </a:lnTo>
                  <a:lnTo>
                    <a:pt x="2818961" y="1430742"/>
                  </a:lnTo>
                  <a:lnTo>
                    <a:pt x="2817310" y="1430742"/>
                  </a:lnTo>
                  <a:lnTo>
                    <a:pt x="2815658" y="1430742"/>
                  </a:lnTo>
                  <a:lnTo>
                    <a:pt x="2814007" y="1430742"/>
                  </a:lnTo>
                  <a:lnTo>
                    <a:pt x="2812356" y="1430742"/>
                  </a:lnTo>
                  <a:lnTo>
                    <a:pt x="2810704" y="1430742"/>
                  </a:lnTo>
                  <a:lnTo>
                    <a:pt x="2809053" y="1430742"/>
                  </a:lnTo>
                  <a:lnTo>
                    <a:pt x="2807401" y="1430742"/>
                  </a:lnTo>
                  <a:lnTo>
                    <a:pt x="2805750" y="1430742"/>
                  </a:lnTo>
                  <a:lnTo>
                    <a:pt x="2804099" y="1430742"/>
                  </a:lnTo>
                  <a:lnTo>
                    <a:pt x="2802447" y="1430742"/>
                  </a:lnTo>
                  <a:lnTo>
                    <a:pt x="2800796" y="1430742"/>
                  </a:lnTo>
                  <a:lnTo>
                    <a:pt x="2799144" y="1430742"/>
                  </a:lnTo>
                  <a:lnTo>
                    <a:pt x="2797493" y="1430742"/>
                  </a:lnTo>
                  <a:lnTo>
                    <a:pt x="2795841" y="1430742"/>
                  </a:lnTo>
                  <a:lnTo>
                    <a:pt x="2794190" y="1430742"/>
                  </a:lnTo>
                  <a:lnTo>
                    <a:pt x="2792539" y="1430742"/>
                  </a:lnTo>
                  <a:lnTo>
                    <a:pt x="2790887" y="1430742"/>
                  </a:lnTo>
                  <a:lnTo>
                    <a:pt x="2789236" y="1430742"/>
                  </a:lnTo>
                  <a:lnTo>
                    <a:pt x="2787584" y="1430742"/>
                  </a:lnTo>
                  <a:lnTo>
                    <a:pt x="2785933" y="1430742"/>
                  </a:lnTo>
                  <a:lnTo>
                    <a:pt x="2784282" y="1430742"/>
                  </a:lnTo>
                  <a:lnTo>
                    <a:pt x="2782630" y="1430742"/>
                  </a:lnTo>
                  <a:lnTo>
                    <a:pt x="2780979" y="1430742"/>
                  </a:lnTo>
                  <a:lnTo>
                    <a:pt x="2779327" y="1430742"/>
                  </a:lnTo>
                  <a:lnTo>
                    <a:pt x="2777676" y="1430742"/>
                  </a:lnTo>
                  <a:lnTo>
                    <a:pt x="2776025" y="1430742"/>
                  </a:lnTo>
                  <a:lnTo>
                    <a:pt x="2774373" y="1430742"/>
                  </a:lnTo>
                  <a:lnTo>
                    <a:pt x="2772722" y="1430742"/>
                  </a:lnTo>
                  <a:lnTo>
                    <a:pt x="2771070" y="1430742"/>
                  </a:lnTo>
                  <a:lnTo>
                    <a:pt x="2769419" y="1430742"/>
                  </a:lnTo>
                  <a:lnTo>
                    <a:pt x="2767767" y="1430742"/>
                  </a:lnTo>
                  <a:lnTo>
                    <a:pt x="2766116" y="1430742"/>
                  </a:lnTo>
                  <a:lnTo>
                    <a:pt x="2764465" y="1430742"/>
                  </a:lnTo>
                  <a:lnTo>
                    <a:pt x="2762813" y="1430742"/>
                  </a:lnTo>
                  <a:lnTo>
                    <a:pt x="2761162" y="1430742"/>
                  </a:lnTo>
                  <a:lnTo>
                    <a:pt x="2759510" y="1430742"/>
                  </a:lnTo>
                  <a:lnTo>
                    <a:pt x="2757859" y="1430742"/>
                  </a:lnTo>
                  <a:lnTo>
                    <a:pt x="2756208" y="1430742"/>
                  </a:lnTo>
                  <a:lnTo>
                    <a:pt x="2754556" y="1430742"/>
                  </a:lnTo>
                  <a:lnTo>
                    <a:pt x="2752905" y="1430742"/>
                  </a:lnTo>
                  <a:lnTo>
                    <a:pt x="2751253" y="1430742"/>
                  </a:lnTo>
                  <a:lnTo>
                    <a:pt x="2749602" y="1430742"/>
                  </a:lnTo>
                  <a:lnTo>
                    <a:pt x="2747950" y="1430742"/>
                  </a:lnTo>
                  <a:lnTo>
                    <a:pt x="2746299" y="1430742"/>
                  </a:lnTo>
                  <a:lnTo>
                    <a:pt x="2744648" y="1430742"/>
                  </a:lnTo>
                  <a:lnTo>
                    <a:pt x="2742996" y="1430742"/>
                  </a:lnTo>
                  <a:lnTo>
                    <a:pt x="2741345" y="1430742"/>
                  </a:lnTo>
                  <a:lnTo>
                    <a:pt x="2739693" y="1430742"/>
                  </a:lnTo>
                  <a:lnTo>
                    <a:pt x="2738042" y="1430742"/>
                  </a:lnTo>
                  <a:lnTo>
                    <a:pt x="2736391" y="1430742"/>
                  </a:lnTo>
                  <a:lnTo>
                    <a:pt x="2734739" y="1430742"/>
                  </a:lnTo>
                  <a:lnTo>
                    <a:pt x="2733088" y="1430742"/>
                  </a:lnTo>
                  <a:lnTo>
                    <a:pt x="2731436" y="1430742"/>
                  </a:lnTo>
                  <a:lnTo>
                    <a:pt x="2729785" y="1430742"/>
                  </a:lnTo>
                  <a:lnTo>
                    <a:pt x="2728134" y="1430742"/>
                  </a:lnTo>
                  <a:lnTo>
                    <a:pt x="2726482" y="1430742"/>
                  </a:lnTo>
                  <a:lnTo>
                    <a:pt x="2724831" y="1430742"/>
                  </a:lnTo>
                  <a:lnTo>
                    <a:pt x="2723179" y="1430742"/>
                  </a:lnTo>
                  <a:lnTo>
                    <a:pt x="2721528" y="1430742"/>
                  </a:lnTo>
                  <a:lnTo>
                    <a:pt x="2719876" y="1430742"/>
                  </a:lnTo>
                  <a:lnTo>
                    <a:pt x="2718225" y="1430742"/>
                  </a:lnTo>
                  <a:lnTo>
                    <a:pt x="2716574" y="1430742"/>
                  </a:lnTo>
                  <a:lnTo>
                    <a:pt x="2714922" y="1430742"/>
                  </a:lnTo>
                  <a:lnTo>
                    <a:pt x="2713271" y="1430742"/>
                  </a:lnTo>
                  <a:lnTo>
                    <a:pt x="2711619" y="1430742"/>
                  </a:lnTo>
                  <a:lnTo>
                    <a:pt x="2709968" y="1430742"/>
                  </a:lnTo>
                  <a:lnTo>
                    <a:pt x="2708317" y="1430742"/>
                  </a:lnTo>
                  <a:lnTo>
                    <a:pt x="2706665" y="1430742"/>
                  </a:lnTo>
                  <a:lnTo>
                    <a:pt x="2705014" y="1430742"/>
                  </a:lnTo>
                  <a:lnTo>
                    <a:pt x="2703362" y="1430742"/>
                  </a:lnTo>
                  <a:lnTo>
                    <a:pt x="2701711" y="1430742"/>
                  </a:lnTo>
                  <a:lnTo>
                    <a:pt x="2700060" y="1430742"/>
                  </a:lnTo>
                  <a:lnTo>
                    <a:pt x="2698408" y="1430742"/>
                  </a:lnTo>
                  <a:lnTo>
                    <a:pt x="2696757" y="1430742"/>
                  </a:lnTo>
                  <a:lnTo>
                    <a:pt x="2695105" y="1430742"/>
                  </a:lnTo>
                  <a:lnTo>
                    <a:pt x="2693454" y="1430742"/>
                  </a:lnTo>
                  <a:lnTo>
                    <a:pt x="2691802" y="1430742"/>
                  </a:lnTo>
                  <a:lnTo>
                    <a:pt x="2690151" y="1430742"/>
                  </a:lnTo>
                  <a:lnTo>
                    <a:pt x="2688500" y="1430742"/>
                  </a:lnTo>
                  <a:lnTo>
                    <a:pt x="2686848" y="1430742"/>
                  </a:lnTo>
                  <a:lnTo>
                    <a:pt x="2685197" y="1430742"/>
                  </a:lnTo>
                  <a:lnTo>
                    <a:pt x="2683545" y="1430742"/>
                  </a:lnTo>
                  <a:lnTo>
                    <a:pt x="2681894" y="1430742"/>
                  </a:lnTo>
                  <a:lnTo>
                    <a:pt x="2680243" y="1430742"/>
                  </a:lnTo>
                  <a:lnTo>
                    <a:pt x="2678591" y="1430742"/>
                  </a:lnTo>
                  <a:lnTo>
                    <a:pt x="2676940" y="1430742"/>
                  </a:lnTo>
                  <a:lnTo>
                    <a:pt x="2675288" y="1430742"/>
                  </a:lnTo>
                  <a:lnTo>
                    <a:pt x="2673637" y="1430742"/>
                  </a:lnTo>
                  <a:lnTo>
                    <a:pt x="2671985" y="1430742"/>
                  </a:lnTo>
                  <a:lnTo>
                    <a:pt x="2670334" y="1430742"/>
                  </a:lnTo>
                  <a:lnTo>
                    <a:pt x="2668683" y="1430742"/>
                  </a:lnTo>
                  <a:lnTo>
                    <a:pt x="2667031" y="1430742"/>
                  </a:lnTo>
                  <a:lnTo>
                    <a:pt x="2665380" y="1430742"/>
                  </a:lnTo>
                  <a:lnTo>
                    <a:pt x="2663728" y="1430742"/>
                  </a:lnTo>
                  <a:lnTo>
                    <a:pt x="2662077" y="1430742"/>
                  </a:lnTo>
                  <a:lnTo>
                    <a:pt x="2660426" y="1430742"/>
                  </a:lnTo>
                  <a:lnTo>
                    <a:pt x="2658774" y="1430742"/>
                  </a:lnTo>
                  <a:lnTo>
                    <a:pt x="2657123" y="1430742"/>
                  </a:lnTo>
                  <a:lnTo>
                    <a:pt x="2655471" y="1430742"/>
                  </a:lnTo>
                  <a:lnTo>
                    <a:pt x="2653820" y="1430742"/>
                  </a:lnTo>
                  <a:lnTo>
                    <a:pt x="2652169" y="1430742"/>
                  </a:lnTo>
                  <a:lnTo>
                    <a:pt x="2650517" y="1430742"/>
                  </a:lnTo>
                  <a:lnTo>
                    <a:pt x="2648866" y="1430742"/>
                  </a:lnTo>
                  <a:lnTo>
                    <a:pt x="2647214" y="1430742"/>
                  </a:lnTo>
                  <a:lnTo>
                    <a:pt x="2645563" y="1430742"/>
                  </a:lnTo>
                  <a:lnTo>
                    <a:pt x="2643911" y="1430742"/>
                  </a:lnTo>
                  <a:lnTo>
                    <a:pt x="2642260" y="1430742"/>
                  </a:lnTo>
                  <a:lnTo>
                    <a:pt x="2640609" y="1430742"/>
                  </a:lnTo>
                  <a:lnTo>
                    <a:pt x="2638957" y="1430742"/>
                  </a:lnTo>
                  <a:lnTo>
                    <a:pt x="2637306" y="1430742"/>
                  </a:lnTo>
                  <a:lnTo>
                    <a:pt x="2635654" y="1430742"/>
                  </a:lnTo>
                  <a:lnTo>
                    <a:pt x="2634003" y="1430742"/>
                  </a:lnTo>
                  <a:lnTo>
                    <a:pt x="2632352" y="1430742"/>
                  </a:lnTo>
                  <a:lnTo>
                    <a:pt x="2630700" y="1430742"/>
                  </a:lnTo>
                  <a:lnTo>
                    <a:pt x="2629049" y="1430742"/>
                  </a:lnTo>
                  <a:lnTo>
                    <a:pt x="2627397" y="1430742"/>
                  </a:lnTo>
                  <a:lnTo>
                    <a:pt x="2625746" y="1430742"/>
                  </a:lnTo>
                  <a:lnTo>
                    <a:pt x="2624095" y="1430742"/>
                  </a:lnTo>
                  <a:lnTo>
                    <a:pt x="2622443" y="1430742"/>
                  </a:lnTo>
                  <a:lnTo>
                    <a:pt x="2620792" y="1430742"/>
                  </a:lnTo>
                  <a:lnTo>
                    <a:pt x="2619140" y="1430742"/>
                  </a:lnTo>
                  <a:lnTo>
                    <a:pt x="2617489" y="1430742"/>
                  </a:lnTo>
                  <a:lnTo>
                    <a:pt x="2615837" y="1430742"/>
                  </a:lnTo>
                  <a:lnTo>
                    <a:pt x="2614186" y="1430742"/>
                  </a:lnTo>
                  <a:lnTo>
                    <a:pt x="2612535" y="1430742"/>
                  </a:lnTo>
                  <a:lnTo>
                    <a:pt x="2610883" y="1430742"/>
                  </a:lnTo>
                  <a:lnTo>
                    <a:pt x="2609232" y="1430742"/>
                  </a:lnTo>
                  <a:lnTo>
                    <a:pt x="2607580" y="1430742"/>
                  </a:lnTo>
                  <a:lnTo>
                    <a:pt x="2605929" y="1430742"/>
                  </a:lnTo>
                  <a:lnTo>
                    <a:pt x="2604278" y="1430742"/>
                  </a:lnTo>
                  <a:lnTo>
                    <a:pt x="2602626" y="1430742"/>
                  </a:lnTo>
                  <a:lnTo>
                    <a:pt x="2600975" y="1430742"/>
                  </a:lnTo>
                  <a:lnTo>
                    <a:pt x="2599323" y="1430742"/>
                  </a:lnTo>
                  <a:lnTo>
                    <a:pt x="2597672" y="1430742"/>
                  </a:lnTo>
                  <a:lnTo>
                    <a:pt x="2596021" y="1430742"/>
                  </a:lnTo>
                  <a:lnTo>
                    <a:pt x="2594369" y="1430742"/>
                  </a:lnTo>
                  <a:lnTo>
                    <a:pt x="2592718" y="1430742"/>
                  </a:lnTo>
                  <a:lnTo>
                    <a:pt x="2591066" y="1430742"/>
                  </a:lnTo>
                  <a:lnTo>
                    <a:pt x="2589415" y="1430742"/>
                  </a:lnTo>
                  <a:lnTo>
                    <a:pt x="2587763" y="1430742"/>
                  </a:lnTo>
                  <a:lnTo>
                    <a:pt x="2586112" y="1430742"/>
                  </a:lnTo>
                  <a:lnTo>
                    <a:pt x="2584461" y="1430742"/>
                  </a:lnTo>
                  <a:lnTo>
                    <a:pt x="2582809" y="1430742"/>
                  </a:lnTo>
                  <a:lnTo>
                    <a:pt x="2581158" y="1430742"/>
                  </a:lnTo>
                  <a:lnTo>
                    <a:pt x="2579506" y="1430742"/>
                  </a:lnTo>
                  <a:lnTo>
                    <a:pt x="2577855" y="1430742"/>
                  </a:lnTo>
                  <a:lnTo>
                    <a:pt x="2576204" y="1430742"/>
                  </a:lnTo>
                  <a:lnTo>
                    <a:pt x="2574552" y="1430742"/>
                  </a:lnTo>
                  <a:lnTo>
                    <a:pt x="2572901" y="1430742"/>
                  </a:lnTo>
                  <a:lnTo>
                    <a:pt x="2571249" y="1430742"/>
                  </a:lnTo>
                  <a:lnTo>
                    <a:pt x="2569598" y="1430742"/>
                  </a:lnTo>
                  <a:lnTo>
                    <a:pt x="2567946" y="1430742"/>
                  </a:lnTo>
                  <a:lnTo>
                    <a:pt x="2566295" y="1430742"/>
                  </a:lnTo>
                  <a:lnTo>
                    <a:pt x="2564644" y="1430742"/>
                  </a:lnTo>
                  <a:lnTo>
                    <a:pt x="2562992" y="1430742"/>
                  </a:lnTo>
                  <a:lnTo>
                    <a:pt x="2561341" y="1430742"/>
                  </a:lnTo>
                  <a:lnTo>
                    <a:pt x="2559689" y="1430742"/>
                  </a:lnTo>
                  <a:lnTo>
                    <a:pt x="2558038" y="1430742"/>
                  </a:lnTo>
                  <a:lnTo>
                    <a:pt x="2556387" y="1430742"/>
                  </a:lnTo>
                  <a:lnTo>
                    <a:pt x="2554735" y="1430742"/>
                  </a:lnTo>
                  <a:lnTo>
                    <a:pt x="2553084" y="1430742"/>
                  </a:lnTo>
                  <a:lnTo>
                    <a:pt x="2551432" y="1430742"/>
                  </a:lnTo>
                  <a:lnTo>
                    <a:pt x="2549781" y="1430742"/>
                  </a:lnTo>
                  <a:lnTo>
                    <a:pt x="2548130" y="1430742"/>
                  </a:lnTo>
                  <a:lnTo>
                    <a:pt x="2546478" y="1430742"/>
                  </a:lnTo>
                  <a:lnTo>
                    <a:pt x="2544827" y="1430742"/>
                  </a:lnTo>
                  <a:lnTo>
                    <a:pt x="2543175" y="1430742"/>
                  </a:lnTo>
                  <a:lnTo>
                    <a:pt x="2541524" y="1430742"/>
                  </a:lnTo>
                  <a:lnTo>
                    <a:pt x="2539872" y="1430742"/>
                  </a:lnTo>
                  <a:lnTo>
                    <a:pt x="2538221" y="1430742"/>
                  </a:lnTo>
                  <a:lnTo>
                    <a:pt x="2536570" y="1430742"/>
                  </a:lnTo>
                  <a:lnTo>
                    <a:pt x="2534918" y="1430742"/>
                  </a:lnTo>
                  <a:lnTo>
                    <a:pt x="2533267" y="1430742"/>
                  </a:lnTo>
                  <a:lnTo>
                    <a:pt x="2531615" y="1430742"/>
                  </a:lnTo>
                  <a:lnTo>
                    <a:pt x="2529964" y="1430742"/>
                  </a:lnTo>
                  <a:lnTo>
                    <a:pt x="2528313" y="1430742"/>
                  </a:lnTo>
                  <a:lnTo>
                    <a:pt x="2526661" y="1430742"/>
                  </a:lnTo>
                  <a:lnTo>
                    <a:pt x="2525010" y="1430742"/>
                  </a:lnTo>
                  <a:lnTo>
                    <a:pt x="2523358" y="1430742"/>
                  </a:lnTo>
                  <a:lnTo>
                    <a:pt x="2521707" y="1430742"/>
                  </a:lnTo>
                  <a:lnTo>
                    <a:pt x="2520056" y="1430742"/>
                  </a:lnTo>
                  <a:lnTo>
                    <a:pt x="2518404" y="1430742"/>
                  </a:lnTo>
                  <a:lnTo>
                    <a:pt x="2516753" y="1430742"/>
                  </a:lnTo>
                  <a:lnTo>
                    <a:pt x="2515101" y="1430742"/>
                  </a:lnTo>
                  <a:lnTo>
                    <a:pt x="2513450" y="1430742"/>
                  </a:lnTo>
                  <a:lnTo>
                    <a:pt x="2511798" y="1430742"/>
                  </a:lnTo>
                  <a:lnTo>
                    <a:pt x="2510147" y="1430742"/>
                  </a:lnTo>
                  <a:lnTo>
                    <a:pt x="2508496" y="1430742"/>
                  </a:lnTo>
                  <a:lnTo>
                    <a:pt x="2506844" y="1430742"/>
                  </a:lnTo>
                  <a:lnTo>
                    <a:pt x="2505193" y="1430742"/>
                  </a:lnTo>
                  <a:lnTo>
                    <a:pt x="2503541" y="1430742"/>
                  </a:lnTo>
                  <a:lnTo>
                    <a:pt x="2501890" y="1430742"/>
                  </a:lnTo>
                  <a:lnTo>
                    <a:pt x="2500239" y="1430742"/>
                  </a:lnTo>
                  <a:lnTo>
                    <a:pt x="2498587" y="1430742"/>
                  </a:lnTo>
                  <a:lnTo>
                    <a:pt x="2496936" y="1430742"/>
                  </a:lnTo>
                  <a:lnTo>
                    <a:pt x="2495284" y="1430742"/>
                  </a:lnTo>
                  <a:lnTo>
                    <a:pt x="2493633" y="1430742"/>
                  </a:lnTo>
                  <a:lnTo>
                    <a:pt x="2491981" y="1430742"/>
                  </a:lnTo>
                  <a:lnTo>
                    <a:pt x="2490330" y="1430742"/>
                  </a:lnTo>
                  <a:lnTo>
                    <a:pt x="2488679" y="1430742"/>
                  </a:lnTo>
                  <a:lnTo>
                    <a:pt x="2487027" y="1430742"/>
                  </a:lnTo>
                  <a:lnTo>
                    <a:pt x="2485376" y="1430742"/>
                  </a:lnTo>
                  <a:lnTo>
                    <a:pt x="2483724" y="1430742"/>
                  </a:lnTo>
                  <a:lnTo>
                    <a:pt x="2482073" y="1430742"/>
                  </a:lnTo>
                  <a:lnTo>
                    <a:pt x="2480422" y="1430742"/>
                  </a:lnTo>
                  <a:lnTo>
                    <a:pt x="2478770" y="1430742"/>
                  </a:lnTo>
                  <a:lnTo>
                    <a:pt x="2477119" y="1430742"/>
                  </a:lnTo>
                  <a:lnTo>
                    <a:pt x="2475467" y="1430742"/>
                  </a:lnTo>
                  <a:lnTo>
                    <a:pt x="2473816" y="1430742"/>
                  </a:lnTo>
                  <a:lnTo>
                    <a:pt x="2472165" y="1430742"/>
                  </a:lnTo>
                  <a:lnTo>
                    <a:pt x="2470513" y="1430742"/>
                  </a:lnTo>
                  <a:lnTo>
                    <a:pt x="2468862" y="1430742"/>
                  </a:lnTo>
                  <a:lnTo>
                    <a:pt x="2467210" y="1430742"/>
                  </a:lnTo>
                  <a:lnTo>
                    <a:pt x="2465559" y="1430742"/>
                  </a:lnTo>
                  <a:lnTo>
                    <a:pt x="2463907" y="1430742"/>
                  </a:lnTo>
                  <a:lnTo>
                    <a:pt x="2462256" y="1430742"/>
                  </a:lnTo>
                  <a:lnTo>
                    <a:pt x="2460605" y="1430742"/>
                  </a:lnTo>
                  <a:lnTo>
                    <a:pt x="2458953" y="1430742"/>
                  </a:lnTo>
                  <a:lnTo>
                    <a:pt x="2457302" y="1430742"/>
                  </a:lnTo>
                  <a:lnTo>
                    <a:pt x="2455650" y="1430742"/>
                  </a:lnTo>
                  <a:lnTo>
                    <a:pt x="2453999" y="1430742"/>
                  </a:lnTo>
                  <a:lnTo>
                    <a:pt x="2452348" y="1430742"/>
                  </a:lnTo>
                  <a:lnTo>
                    <a:pt x="2450696" y="1430742"/>
                  </a:lnTo>
                  <a:lnTo>
                    <a:pt x="2449045" y="1430742"/>
                  </a:lnTo>
                  <a:lnTo>
                    <a:pt x="2447393" y="1430742"/>
                  </a:lnTo>
                  <a:lnTo>
                    <a:pt x="2445742" y="1430742"/>
                  </a:lnTo>
                  <a:lnTo>
                    <a:pt x="2444091" y="1430742"/>
                  </a:lnTo>
                  <a:lnTo>
                    <a:pt x="2442439" y="1430742"/>
                  </a:lnTo>
                  <a:lnTo>
                    <a:pt x="2440788" y="1430742"/>
                  </a:lnTo>
                  <a:lnTo>
                    <a:pt x="2439136" y="1430742"/>
                  </a:lnTo>
                  <a:lnTo>
                    <a:pt x="2437485" y="1430742"/>
                  </a:lnTo>
                  <a:lnTo>
                    <a:pt x="2435833" y="1430742"/>
                  </a:lnTo>
                  <a:lnTo>
                    <a:pt x="2434182" y="1430742"/>
                  </a:lnTo>
                  <a:lnTo>
                    <a:pt x="2432531" y="1430742"/>
                  </a:lnTo>
                  <a:lnTo>
                    <a:pt x="2430879" y="1430742"/>
                  </a:lnTo>
                  <a:lnTo>
                    <a:pt x="2429228" y="1430742"/>
                  </a:lnTo>
                  <a:lnTo>
                    <a:pt x="2427576" y="1430742"/>
                  </a:lnTo>
                  <a:lnTo>
                    <a:pt x="2425925" y="1430742"/>
                  </a:lnTo>
                  <a:lnTo>
                    <a:pt x="2424274" y="1430742"/>
                  </a:lnTo>
                  <a:lnTo>
                    <a:pt x="2422622" y="1430742"/>
                  </a:lnTo>
                  <a:lnTo>
                    <a:pt x="2420971" y="1430742"/>
                  </a:lnTo>
                  <a:lnTo>
                    <a:pt x="2419319" y="1430742"/>
                  </a:lnTo>
                  <a:lnTo>
                    <a:pt x="2417668" y="1430742"/>
                  </a:lnTo>
                  <a:lnTo>
                    <a:pt x="2416017" y="1430742"/>
                  </a:lnTo>
                  <a:lnTo>
                    <a:pt x="2414365" y="1430742"/>
                  </a:lnTo>
                  <a:lnTo>
                    <a:pt x="2412714" y="1430742"/>
                  </a:lnTo>
                  <a:lnTo>
                    <a:pt x="2411062" y="1430742"/>
                  </a:lnTo>
                  <a:lnTo>
                    <a:pt x="2409411" y="1430742"/>
                  </a:lnTo>
                  <a:lnTo>
                    <a:pt x="2407759" y="1430742"/>
                  </a:lnTo>
                  <a:lnTo>
                    <a:pt x="2406108" y="1430742"/>
                  </a:lnTo>
                  <a:lnTo>
                    <a:pt x="2404457" y="1430742"/>
                  </a:lnTo>
                  <a:lnTo>
                    <a:pt x="2402805" y="1430742"/>
                  </a:lnTo>
                  <a:lnTo>
                    <a:pt x="2401154" y="1430742"/>
                  </a:lnTo>
                  <a:lnTo>
                    <a:pt x="2399502" y="1430742"/>
                  </a:lnTo>
                  <a:lnTo>
                    <a:pt x="2397851" y="1430742"/>
                  </a:lnTo>
                  <a:lnTo>
                    <a:pt x="2396200" y="1430742"/>
                  </a:lnTo>
                  <a:lnTo>
                    <a:pt x="2394548" y="1430742"/>
                  </a:lnTo>
                  <a:lnTo>
                    <a:pt x="2392897" y="1430742"/>
                  </a:lnTo>
                  <a:lnTo>
                    <a:pt x="2391245" y="1430742"/>
                  </a:lnTo>
                  <a:lnTo>
                    <a:pt x="2389594" y="1430742"/>
                  </a:lnTo>
                  <a:lnTo>
                    <a:pt x="2387942" y="1430742"/>
                  </a:lnTo>
                  <a:lnTo>
                    <a:pt x="2386291" y="1430742"/>
                  </a:lnTo>
                  <a:lnTo>
                    <a:pt x="2384640" y="1430742"/>
                  </a:lnTo>
                  <a:lnTo>
                    <a:pt x="2382988" y="1430742"/>
                  </a:lnTo>
                  <a:lnTo>
                    <a:pt x="2381337" y="1430742"/>
                  </a:lnTo>
                  <a:lnTo>
                    <a:pt x="2379685" y="1430742"/>
                  </a:lnTo>
                  <a:lnTo>
                    <a:pt x="2378034" y="1430742"/>
                  </a:lnTo>
                  <a:lnTo>
                    <a:pt x="2376383" y="1430742"/>
                  </a:lnTo>
                  <a:lnTo>
                    <a:pt x="2374731" y="1430742"/>
                  </a:lnTo>
                  <a:lnTo>
                    <a:pt x="2373080" y="1430742"/>
                  </a:lnTo>
                  <a:lnTo>
                    <a:pt x="2371428" y="1430742"/>
                  </a:lnTo>
                  <a:lnTo>
                    <a:pt x="2369777" y="1430742"/>
                  </a:lnTo>
                  <a:lnTo>
                    <a:pt x="2368126" y="1430742"/>
                  </a:lnTo>
                  <a:lnTo>
                    <a:pt x="2366474" y="1430742"/>
                  </a:lnTo>
                  <a:lnTo>
                    <a:pt x="2364823" y="1430742"/>
                  </a:lnTo>
                  <a:lnTo>
                    <a:pt x="2363171" y="1430742"/>
                  </a:lnTo>
                  <a:lnTo>
                    <a:pt x="2361520" y="1430742"/>
                  </a:lnTo>
                  <a:lnTo>
                    <a:pt x="2359868" y="1430742"/>
                  </a:lnTo>
                  <a:lnTo>
                    <a:pt x="2358217" y="1430742"/>
                  </a:lnTo>
                  <a:lnTo>
                    <a:pt x="2356566" y="1430742"/>
                  </a:lnTo>
                  <a:lnTo>
                    <a:pt x="2354914" y="1430742"/>
                  </a:lnTo>
                  <a:lnTo>
                    <a:pt x="2353263" y="1430742"/>
                  </a:lnTo>
                  <a:lnTo>
                    <a:pt x="2351611" y="1430742"/>
                  </a:lnTo>
                  <a:lnTo>
                    <a:pt x="2349960" y="1430742"/>
                  </a:lnTo>
                  <a:lnTo>
                    <a:pt x="2348309" y="1430742"/>
                  </a:lnTo>
                  <a:lnTo>
                    <a:pt x="2346657" y="1430742"/>
                  </a:lnTo>
                  <a:lnTo>
                    <a:pt x="2345006" y="1430742"/>
                  </a:lnTo>
                  <a:lnTo>
                    <a:pt x="2343354" y="1430742"/>
                  </a:lnTo>
                  <a:lnTo>
                    <a:pt x="2341703" y="1430742"/>
                  </a:lnTo>
                  <a:lnTo>
                    <a:pt x="2340052" y="1430742"/>
                  </a:lnTo>
                  <a:lnTo>
                    <a:pt x="2338400" y="1430742"/>
                  </a:lnTo>
                  <a:lnTo>
                    <a:pt x="2336749" y="1430742"/>
                  </a:lnTo>
                  <a:lnTo>
                    <a:pt x="2335097" y="1430742"/>
                  </a:lnTo>
                  <a:lnTo>
                    <a:pt x="2333446" y="1430742"/>
                  </a:lnTo>
                  <a:lnTo>
                    <a:pt x="2331794" y="1430742"/>
                  </a:lnTo>
                  <a:lnTo>
                    <a:pt x="2330143" y="1430742"/>
                  </a:lnTo>
                  <a:lnTo>
                    <a:pt x="2328492" y="1430742"/>
                  </a:lnTo>
                  <a:lnTo>
                    <a:pt x="2326840" y="1430742"/>
                  </a:lnTo>
                  <a:lnTo>
                    <a:pt x="2325189" y="1430742"/>
                  </a:lnTo>
                  <a:lnTo>
                    <a:pt x="2323537" y="1430742"/>
                  </a:lnTo>
                  <a:lnTo>
                    <a:pt x="2321886" y="1430742"/>
                  </a:lnTo>
                  <a:lnTo>
                    <a:pt x="2320235" y="1430742"/>
                  </a:lnTo>
                  <a:lnTo>
                    <a:pt x="2318583" y="1430742"/>
                  </a:lnTo>
                  <a:lnTo>
                    <a:pt x="2316932" y="1430742"/>
                  </a:lnTo>
                  <a:lnTo>
                    <a:pt x="2315280" y="1430742"/>
                  </a:lnTo>
                  <a:lnTo>
                    <a:pt x="2313629" y="1430742"/>
                  </a:lnTo>
                  <a:lnTo>
                    <a:pt x="2311977" y="1430742"/>
                  </a:lnTo>
                  <a:lnTo>
                    <a:pt x="2310326" y="1430742"/>
                  </a:lnTo>
                  <a:lnTo>
                    <a:pt x="2308675" y="1430742"/>
                  </a:lnTo>
                  <a:lnTo>
                    <a:pt x="2307023" y="1430742"/>
                  </a:lnTo>
                  <a:lnTo>
                    <a:pt x="2305372" y="1430742"/>
                  </a:lnTo>
                  <a:lnTo>
                    <a:pt x="2303720" y="1430742"/>
                  </a:lnTo>
                  <a:lnTo>
                    <a:pt x="2302069" y="1430742"/>
                  </a:lnTo>
                  <a:lnTo>
                    <a:pt x="2300418" y="1430742"/>
                  </a:lnTo>
                  <a:lnTo>
                    <a:pt x="2298766" y="1430742"/>
                  </a:lnTo>
                  <a:lnTo>
                    <a:pt x="2297115" y="1430742"/>
                  </a:lnTo>
                  <a:lnTo>
                    <a:pt x="2295463" y="1430742"/>
                  </a:lnTo>
                  <a:lnTo>
                    <a:pt x="2293812" y="1430742"/>
                  </a:lnTo>
                  <a:lnTo>
                    <a:pt x="2292161" y="1430742"/>
                  </a:lnTo>
                  <a:lnTo>
                    <a:pt x="2290509" y="1430742"/>
                  </a:lnTo>
                  <a:lnTo>
                    <a:pt x="2288858" y="1430742"/>
                  </a:lnTo>
                  <a:lnTo>
                    <a:pt x="2287206" y="1430742"/>
                  </a:lnTo>
                  <a:lnTo>
                    <a:pt x="2285555" y="1430742"/>
                  </a:lnTo>
                  <a:lnTo>
                    <a:pt x="2283903" y="1430742"/>
                  </a:lnTo>
                  <a:lnTo>
                    <a:pt x="2282252" y="1430742"/>
                  </a:lnTo>
                  <a:lnTo>
                    <a:pt x="2280601" y="1430742"/>
                  </a:lnTo>
                  <a:lnTo>
                    <a:pt x="2278949" y="1430742"/>
                  </a:lnTo>
                  <a:lnTo>
                    <a:pt x="2277298" y="1430742"/>
                  </a:lnTo>
                  <a:lnTo>
                    <a:pt x="2275646" y="1430742"/>
                  </a:lnTo>
                  <a:lnTo>
                    <a:pt x="2273995" y="1430742"/>
                  </a:lnTo>
                  <a:lnTo>
                    <a:pt x="2272344" y="1430742"/>
                  </a:lnTo>
                  <a:lnTo>
                    <a:pt x="2270692" y="1430742"/>
                  </a:lnTo>
                  <a:lnTo>
                    <a:pt x="2269041" y="1430742"/>
                  </a:lnTo>
                  <a:lnTo>
                    <a:pt x="2267389" y="1430742"/>
                  </a:lnTo>
                  <a:lnTo>
                    <a:pt x="2265738" y="1430742"/>
                  </a:lnTo>
                  <a:lnTo>
                    <a:pt x="2264087" y="1430742"/>
                  </a:lnTo>
                  <a:lnTo>
                    <a:pt x="2262435" y="1430742"/>
                  </a:lnTo>
                  <a:lnTo>
                    <a:pt x="2260784" y="1430742"/>
                  </a:lnTo>
                  <a:lnTo>
                    <a:pt x="2259132" y="1430742"/>
                  </a:lnTo>
                  <a:lnTo>
                    <a:pt x="2257481" y="1430742"/>
                  </a:lnTo>
                  <a:lnTo>
                    <a:pt x="2255829" y="1430742"/>
                  </a:lnTo>
                  <a:lnTo>
                    <a:pt x="2254178" y="1430742"/>
                  </a:lnTo>
                  <a:lnTo>
                    <a:pt x="2252527" y="1430742"/>
                  </a:lnTo>
                  <a:lnTo>
                    <a:pt x="2250875" y="1430742"/>
                  </a:lnTo>
                  <a:lnTo>
                    <a:pt x="2249224" y="1430742"/>
                  </a:lnTo>
                  <a:lnTo>
                    <a:pt x="2247572" y="1430742"/>
                  </a:lnTo>
                  <a:lnTo>
                    <a:pt x="2245921" y="1430742"/>
                  </a:lnTo>
                  <a:lnTo>
                    <a:pt x="2244270" y="1430742"/>
                  </a:lnTo>
                  <a:lnTo>
                    <a:pt x="2242618" y="1430742"/>
                  </a:lnTo>
                  <a:lnTo>
                    <a:pt x="2240967" y="1430742"/>
                  </a:lnTo>
                  <a:lnTo>
                    <a:pt x="2239315" y="1430742"/>
                  </a:lnTo>
                  <a:lnTo>
                    <a:pt x="2237664" y="1430742"/>
                  </a:lnTo>
                  <a:lnTo>
                    <a:pt x="2236013" y="1430742"/>
                  </a:lnTo>
                  <a:lnTo>
                    <a:pt x="2234361" y="1430742"/>
                  </a:lnTo>
                  <a:lnTo>
                    <a:pt x="2232710" y="1430742"/>
                  </a:lnTo>
                  <a:lnTo>
                    <a:pt x="2231058" y="1430742"/>
                  </a:lnTo>
                  <a:lnTo>
                    <a:pt x="2229407" y="1430742"/>
                  </a:lnTo>
                  <a:lnTo>
                    <a:pt x="2227755" y="1430742"/>
                  </a:lnTo>
                  <a:lnTo>
                    <a:pt x="2226104" y="1430742"/>
                  </a:lnTo>
                  <a:lnTo>
                    <a:pt x="2224453" y="1430742"/>
                  </a:lnTo>
                  <a:lnTo>
                    <a:pt x="2222801" y="1430742"/>
                  </a:lnTo>
                  <a:lnTo>
                    <a:pt x="2221150" y="1430742"/>
                  </a:lnTo>
                  <a:lnTo>
                    <a:pt x="2219498" y="1430742"/>
                  </a:lnTo>
                  <a:lnTo>
                    <a:pt x="2217847" y="1430742"/>
                  </a:lnTo>
                  <a:lnTo>
                    <a:pt x="2216196" y="1430742"/>
                  </a:lnTo>
                  <a:lnTo>
                    <a:pt x="2214544" y="1430742"/>
                  </a:lnTo>
                  <a:lnTo>
                    <a:pt x="2212893" y="1430742"/>
                  </a:lnTo>
                  <a:lnTo>
                    <a:pt x="2211241" y="1430742"/>
                  </a:lnTo>
                  <a:lnTo>
                    <a:pt x="2209590" y="1430742"/>
                  </a:lnTo>
                  <a:lnTo>
                    <a:pt x="2207938" y="1430742"/>
                  </a:lnTo>
                  <a:lnTo>
                    <a:pt x="2206287" y="1430742"/>
                  </a:lnTo>
                  <a:lnTo>
                    <a:pt x="2204636" y="1430742"/>
                  </a:lnTo>
                  <a:lnTo>
                    <a:pt x="2202984" y="1430742"/>
                  </a:lnTo>
                  <a:lnTo>
                    <a:pt x="2201333" y="1430742"/>
                  </a:lnTo>
                  <a:lnTo>
                    <a:pt x="2199681" y="1430742"/>
                  </a:lnTo>
                  <a:lnTo>
                    <a:pt x="2198030" y="1430742"/>
                  </a:lnTo>
                  <a:lnTo>
                    <a:pt x="2196379" y="1430742"/>
                  </a:lnTo>
                  <a:lnTo>
                    <a:pt x="2194727" y="1430742"/>
                  </a:lnTo>
                  <a:lnTo>
                    <a:pt x="2193076" y="1430742"/>
                  </a:lnTo>
                  <a:lnTo>
                    <a:pt x="2191424" y="1430742"/>
                  </a:lnTo>
                  <a:lnTo>
                    <a:pt x="2189773" y="1430742"/>
                  </a:lnTo>
                  <a:lnTo>
                    <a:pt x="2188122" y="1430742"/>
                  </a:lnTo>
                  <a:lnTo>
                    <a:pt x="2186470" y="1430742"/>
                  </a:lnTo>
                  <a:lnTo>
                    <a:pt x="2184819" y="1430742"/>
                  </a:lnTo>
                  <a:lnTo>
                    <a:pt x="2183167" y="1430742"/>
                  </a:lnTo>
                  <a:lnTo>
                    <a:pt x="2181516" y="1430742"/>
                  </a:lnTo>
                  <a:lnTo>
                    <a:pt x="2179864" y="1430742"/>
                  </a:lnTo>
                  <a:lnTo>
                    <a:pt x="2178213" y="1430742"/>
                  </a:lnTo>
                  <a:lnTo>
                    <a:pt x="2176562" y="1430742"/>
                  </a:lnTo>
                  <a:lnTo>
                    <a:pt x="2174910" y="1430742"/>
                  </a:lnTo>
                  <a:lnTo>
                    <a:pt x="2173259" y="1430742"/>
                  </a:lnTo>
                  <a:lnTo>
                    <a:pt x="2171607" y="1430742"/>
                  </a:lnTo>
                  <a:lnTo>
                    <a:pt x="2169956" y="1430742"/>
                  </a:lnTo>
                  <a:lnTo>
                    <a:pt x="2168305" y="1430742"/>
                  </a:lnTo>
                  <a:lnTo>
                    <a:pt x="2166653" y="1430742"/>
                  </a:lnTo>
                  <a:lnTo>
                    <a:pt x="2165002" y="1430742"/>
                  </a:lnTo>
                  <a:lnTo>
                    <a:pt x="2163350" y="1430742"/>
                  </a:lnTo>
                  <a:lnTo>
                    <a:pt x="2161699" y="1430742"/>
                  </a:lnTo>
                  <a:lnTo>
                    <a:pt x="2160048" y="1430742"/>
                  </a:lnTo>
                  <a:lnTo>
                    <a:pt x="2158396" y="1430742"/>
                  </a:lnTo>
                  <a:lnTo>
                    <a:pt x="2156745" y="1430742"/>
                  </a:lnTo>
                  <a:lnTo>
                    <a:pt x="2155093" y="1430742"/>
                  </a:lnTo>
                  <a:lnTo>
                    <a:pt x="2153442" y="1430742"/>
                  </a:lnTo>
                  <a:lnTo>
                    <a:pt x="2151790" y="1430742"/>
                  </a:lnTo>
                  <a:lnTo>
                    <a:pt x="2150139" y="1430742"/>
                  </a:lnTo>
                  <a:lnTo>
                    <a:pt x="2148488" y="1430742"/>
                  </a:lnTo>
                  <a:lnTo>
                    <a:pt x="2146836" y="1430742"/>
                  </a:lnTo>
                  <a:lnTo>
                    <a:pt x="2145185" y="1430742"/>
                  </a:lnTo>
                  <a:lnTo>
                    <a:pt x="2143533" y="1430742"/>
                  </a:lnTo>
                  <a:lnTo>
                    <a:pt x="2141882" y="1430742"/>
                  </a:lnTo>
                  <a:lnTo>
                    <a:pt x="2140231" y="1430742"/>
                  </a:lnTo>
                  <a:lnTo>
                    <a:pt x="2138579" y="1430742"/>
                  </a:lnTo>
                  <a:lnTo>
                    <a:pt x="2136928" y="1430742"/>
                  </a:lnTo>
                  <a:lnTo>
                    <a:pt x="2135276" y="1430742"/>
                  </a:lnTo>
                  <a:lnTo>
                    <a:pt x="2133625" y="1430742"/>
                  </a:lnTo>
                  <a:lnTo>
                    <a:pt x="2131973" y="1430742"/>
                  </a:lnTo>
                  <a:lnTo>
                    <a:pt x="2130322" y="1430742"/>
                  </a:lnTo>
                  <a:lnTo>
                    <a:pt x="2128671" y="1430742"/>
                  </a:lnTo>
                  <a:lnTo>
                    <a:pt x="2127019" y="1430742"/>
                  </a:lnTo>
                  <a:lnTo>
                    <a:pt x="2125368" y="1430742"/>
                  </a:lnTo>
                  <a:lnTo>
                    <a:pt x="2123716" y="1430742"/>
                  </a:lnTo>
                  <a:lnTo>
                    <a:pt x="2122065" y="1430742"/>
                  </a:lnTo>
                  <a:lnTo>
                    <a:pt x="2120414" y="1430742"/>
                  </a:lnTo>
                  <a:lnTo>
                    <a:pt x="2118762" y="1430742"/>
                  </a:lnTo>
                  <a:lnTo>
                    <a:pt x="2117111" y="1430742"/>
                  </a:lnTo>
                  <a:lnTo>
                    <a:pt x="2115459" y="1430742"/>
                  </a:lnTo>
                  <a:lnTo>
                    <a:pt x="2113808" y="1430742"/>
                  </a:lnTo>
                  <a:lnTo>
                    <a:pt x="2112157" y="1430742"/>
                  </a:lnTo>
                  <a:lnTo>
                    <a:pt x="2110505" y="1430742"/>
                  </a:lnTo>
                  <a:lnTo>
                    <a:pt x="2108854" y="1430742"/>
                  </a:lnTo>
                  <a:lnTo>
                    <a:pt x="2107202" y="1430742"/>
                  </a:lnTo>
                  <a:lnTo>
                    <a:pt x="2105551" y="1430742"/>
                  </a:lnTo>
                  <a:lnTo>
                    <a:pt x="2103899" y="1430742"/>
                  </a:lnTo>
                  <a:lnTo>
                    <a:pt x="2102248" y="1430742"/>
                  </a:lnTo>
                  <a:lnTo>
                    <a:pt x="2100597" y="1430742"/>
                  </a:lnTo>
                  <a:lnTo>
                    <a:pt x="2098945" y="1430742"/>
                  </a:lnTo>
                  <a:lnTo>
                    <a:pt x="2097294" y="1430742"/>
                  </a:lnTo>
                  <a:lnTo>
                    <a:pt x="2095642" y="1430742"/>
                  </a:lnTo>
                  <a:lnTo>
                    <a:pt x="2093991" y="1430742"/>
                  </a:lnTo>
                  <a:lnTo>
                    <a:pt x="2092340" y="1430742"/>
                  </a:lnTo>
                  <a:lnTo>
                    <a:pt x="2090688" y="1430742"/>
                  </a:lnTo>
                  <a:lnTo>
                    <a:pt x="2089037" y="1430742"/>
                  </a:lnTo>
                  <a:lnTo>
                    <a:pt x="2087385" y="1430742"/>
                  </a:lnTo>
                  <a:lnTo>
                    <a:pt x="2085734" y="1430742"/>
                  </a:lnTo>
                  <a:lnTo>
                    <a:pt x="2084083" y="1430742"/>
                  </a:lnTo>
                  <a:lnTo>
                    <a:pt x="2082431" y="1430742"/>
                  </a:lnTo>
                  <a:lnTo>
                    <a:pt x="2080780" y="1430742"/>
                  </a:lnTo>
                  <a:lnTo>
                    <a:pt x="2079128" y="1430742"/>
                  </a:lnTo>
                  <a:lnTo>
                    <a:pt x="2077477" y="1430742"/>
                  </a:lnTo>
                  <a:lnTo>
                    <a:pt x="2075825" y="1430742"/>
                  </a:lnTo>
                  <a:lnTo>
                    <a:pt x="2074174" y="1430742"/>
                  </a:lnTo>
                  <a:lnTo>
                    <a:pt x="2072523" y="1430742"/>
                  </a:lnTo>
                  <a:lnTo>
                    <a:pt x="2070871" y="1430742"/>
                  </a:lnTo>
                  <a:lnTo>
                    <a:pt x="2069220" y="1430742"/>
                  </a:lnTo>
                  <a:lnTo>
                    <a:pt x="2067568" y="1430742"/>
                  </a:lnTo>
                  <a:lnTo>
                    <a:pt x="2065917" y="1430742"/>
                  </a:lnTo>
                  <a:lnTo>
                    <a:pt x="2064266" y="1430742"/>
                  </a:lnTo>
                  <a:lnTo>
                    <a:pt x="2062614" y="1430742"/>
                  </a:lnTo>
                  <a:lnTo>
                    <a:pt x="2060963" y="1430742"/>
                  </a:lnTo>
                  <a:lnTo>
                    <a:pt x="2059311" y="1430742"/>
                  </a:lnTo>
                  <a:lnTo>
                    <a:pt x="2057660" y="1430742"/>
                  </a:lnTo>
                  <a:lnTo>
                    <a:pt x="2056009" y="1430742"/>
                  </a:lnTo>
                  <a:lnTo>
                    <a:pt x="2054357" y="1430742"/>
                  </a:lnTo>
                  <a:lnTo>
                    <a:pt x="2052706" y="1430742"/>
                  </a:lnTo>
                  <a:lnTo>
                    <a:pt x="2051054" y="1430742"/>
                  </a:lnTo>
                  <a:lnTo>
                    <a:pt x="2049403" y="1430742"/>
                  </a:lnTo>
                  <a:lnTo>
                    <a:pt x="2047751" y="1430742"/>
                  </a:lnTo>
                  <a:lnTo>
                    <a:pt x="2046100" y="1430742"/>
                  </a:lnTo>
                  <a:lnTo>
                    <a:pt x="2044449" y="1430742"/>
                  </a:lnTo>
                  <a:lnTo>
                    <a:pt x="2042797" y="1430742"/>
                  </a:lnTo>
                  <a:lnTo>
                    <a:pt x="2041146" y="1430742"/>
                  </a:lnTo>
                  <a:lnTo>
                    <a:pt x="2039494" y="1430742"/>
                  </a:lnTo>
                  <a:lnTo>
                    <a:pt x="2037843" y="1430742"/>
                  </a:lnTo>
                  <a:lnTo>
                    <a:pt x="2036192" y="1430742"/>
                  </a:lnTo>
                  <a:lnTo>
                    <a:pt x="2034540" y="1430742"/>
                  </a:lnTo>
                  <a:lnTo>
                    <a:pt x="2032889" y="1430742"/>
                  </a:lnTo>
                  <a:lnTo>
                    <a:pt x="2031237" y="1430742"/>
                  </a:lnTo>
                  <a:lnTo>
                    <a:pt x="2029586" y="1430742"/>
                  </a:lnTo>
                  <a:lnTo>
                    <a:pt x="2027934" y="1430742"/>
                  </a:lnTo>
                  <a:lnTo>
                    <a:pt x="2026283" y="1430742"/>
                  </a:lnTo>
                  <a:lnTo>
                    <a:pt x="2024632" y="1430742"/>
                  </a:lnTo>
                  <a:lnTo>
                    <a:pt x="2022980" y="1430742"/>
                  </a:lnTo>
                  <a:lnTo>
                    <a:pt x="2021329" y="1430742"/>
                  </a:lnTo>
                  <a:lnTo>
                    <a:pt x="2019677" y="1430742"/>
                  </a:lnTo>
                  <a:lnTo>
                    <a:pt x="2018026" y="1430742"/>
                  </a:lnTo>
                  <a:lnTo>
                    <a:pt x="2016375" y="1430742"/>
                  </a:lnTo>
                  <a:lnTo>
                    <a:pt x="2014723" y="1430742"/>
                  </a:lnTo>
                  <a:lnTo>
                    <a:pt x="2013072" y="1430742"/>
                  </a:lnTo>
                  <a:lnTo>
                    <a:pt x="2011420" y="1430742"/>
                  </a:lnTo>
                  <a:lnTo>
                    <a:pt x="2009769" y="1430742"/>
                  </a:lnTo>
                  <a:lnTo>
                    <a:pt x="2008118" y="1430742"/>
                  </a:lnTo>
                  <a:lnTo>
                    <a:pt x="2006466" y="1430742"/>
                  </a:lnTo>
                  <a:lnTo>
                    <a:pt x="2004815" y="1430742"/>
                  </a:lnTo>
                  <a:lnTo>
                    <a:pt x="2003163" y="1430742"/>
                  </a:lnTo>
                  <a:lnTo>
                    <a:pt x="2001512" y="1430742"/>
                  </a:lnTo>
                  <a:lnTo>
                    <a:pt x="1999860" y="1430742"/>
                  </a:lnTo>
                  <a:lnTo>
                    <a:pt x="1998209" y="1430742"/>
                  </a:lnTo>
                  <a:lnTo>
                    <a:pt x="1996558" y="1430742"/>
                  </a:lnTo>
                  <a:lnTo>
                    <a:pt x="1994906" y="1430742"/>
                  </a:lnTo>
                  <a:lnTo>
                    <a:pt x="1993255" y="1430742"/>
                  </a:lnTo>
                  <a:lnTo>
                    <a:pt x="1991603" y="1430742"/>
                  </a:lnTo>
                  <a:lnTo>
                    <a:pt x="1989952" y="1430742"/>
                  </a:lnTo>
                  <a:lnTo>
                    <a:pt x="1988301" y="1430742"/>
                  </a:lnTo>
                  <a:lnTo>
                    <a:pt x="1986649" y="1430742"/>
                  </a:lnTo>
                  <a:lnTo>
                    <a:pt x="1984998" y="1430742"/>
                  </a:lnTo>
                  <a:lnTo>
                    <a:pt x="1983346" y="1430742"/>
                  </a:lnTo>
                  <a:lnTo>
                    <a:pt x="1981695" y="1430742"/>
                  </a:lnTo>
                  <a:lnTo>
                    <a:pt x="1980044" y="1430742"/>
                  </a:lnTo>
                  <a:lnTo>
                    <a:pt x="1978392" y="1430742"/>
                  </a:lnTo>
                  <a:lnTo>
                    <a:pt x="1976741" y="1430742"/>
                  </a:lnTo>
                  <a:lnTo>
                    <a:pt x="1975089" y="1430742"/>
                  </a:lnTo>
                  <a:lnTo>
                    <a:pt x="1973438" y="1430742"/>
                  </a:lnTo>
                  <a:lnTo>
                    <a:pt x="1971786" y="1430742"/>
                  </a:lnTo>
                  <a:lnTo>
                    <a:pt x="1970135" y="1430742"/>
                  </a:lnTo>
                  <a:lnTo>
                    <a:pt x="1968484" y="1430742"/>
                  </a:lnTo>
                  <a:lnTo>
                    <a:pt x="1966832" y="1430742"/>
                  </a:lnTo>
                  <a:lnTo>
                    <a:pt x="1965181" y="1430742"/>
                  </a:lnTo>
                  <a:lnTo>
                    <a:pt x="1963529" y="1430742"/>
                  </a:lnTo>
                  <a:lnTo>
                    <a:pt x="1961878" y="1430742"/>
                  </a:lnTo>
                  <a:lnTo>
                    <a:pt x="1960227" y="1430742"/>
                  </a:lnTo>
                  <a:lnTo>
                    <a:pt x="1958575" y="1430742"/>
                  </a:lnTo>
                  <a:lnTo>
                    <a:pt x="1956924" y="1430742"/>
                  </a:lnTo>
                  <a:lnTo>
                    <a:pt x="1955272" y="1430742"/>
                  </a:lnTo>
                  <a:lnTo>
                    <a:pt x="1953621" y="1430742"/>
                  </a:lnTo>
                  <a:lnTo>
                    <a:pt x="1951969" y="1430742"/>
                  </a:lnTo>
                  <a:lnTo>
                    <a:pt x="1950318" y="1430742"/>
                  </a:lnTo>
                  <a:lnTo>
                    <a:pt x="1948667" y="1430742"/>
                  </a:lnTo>
                  <a:lnTo>
                    <a:pt x="1947015" y="1430742"/>
                  </a:lnTo>
                  <a:lnTo>
                    <a:pt x="1945364" y="1430742"/>
                  </a:lnTo>
                  <a:lnTo>
                    <a:pt x="1943712" y="1430742"/>
                  </a:lnTo>
                  <a:lnTo>
                    <a:pt x="1942061" y="1430742"/>
                  </a:lnTo>
                  <a:lnTo>
                    <a:pt x="1940410" y="1430742"/>
                  </a:lnTo>
                  <a:lnTo>
                    <a:pt x="1938758" y="1430742"/>
                  </a:lnTo>
                  <a:lnTo>
                    <a:pt x="1937107" y="1430742"/>
                  </a:lnTo>
                  <a:lnTo>
                    <a:pt x="1935455" y="1430742"/>
                  </a:lnTo>
                  <a:lnTo>
                    <a:pt x="1933804" y="1430742"/>
                  </a:lnTo>
                  <a:lnTo>
                    <a:pt x="1932153" y="1430742"/>
                  </a:lnTo>
                  <a:lnTo>
                    <a:pt x="1930501" y="1430742"/>
                  </a:lnTo>
                  <a:lnTo>
                    <a:pt x="1928850" y="1430742"/>
                  </a:lnTo>
                  <a:lnTo>
                    <a:pt x="1927198" y="1430742"/>
                  </a:lnTo>
                  <a:lnTo>
                    <a:pt x="1925547" y="1430742"/>
                  </a:lnTo>
                  <a:lnTo>
                    <a:pt x="1923895" y="1430742"/>
                  </a:lnTo>
                  <a:lnTo>
                    <a:pt x="1922244" y="1430742"/>
                  </a:lnTo>
                  <a:lnTo>
                    <a:pt x="1920593" y="1430742"/>
                  </a:lnTo>
                  <a:lnTo>
                    <a:pt x="1918941" y="1430742"/>
                  </a:lnTo>
                  <a:lnTo>
                    <a:pt x="1917290" y="1430742"/>
                  </a:lnTo>
                  <a:lnTo>
                    <a:pt x="1915638" y="1430742"/>
                  </a:lnTo>
                  <a:lnTo>
                    <a:pt x="1913987" y="1430742"/>
                  </a:lnTo>
                  <a:lnTo>
                    <a:pt x="1912336" y="1430742"/>
                  </a:lnTo>
                  <a:lnTo>
                    <a:pt x="1910684" y="1430742"/>
                  </a:lnTo>
                  <a:lnTo>
                    <a:pt x="1909033" y="1430742"/>
                  </a:lnTo>
                  <a:lnTo>
                    <a:pt x="1907381" y="1430742"/>
                  </a:lnTo>
                  <a:lnTo>
                    <a:pt x="1905730" y="1430742"/>
                  </a:lnTo>
                  <a:lnTo>
                    <a:pt x="1904079" y="1430742"/>
                  </a:lnTo>
                  <a:lnTo>
                    <a:pt x="1902427" y="1430742"/>
                  </a:lnTo>
                  <a:lnTo>
                    <a:pt x="1900776" y="1430742"/>
                  </a:lnTo>
                  <a:lnTo>
                    <a:pt x="1899124" y="1430742"/>
                  </a:lnTo>
                  <a:lnTo>
                    <a:pt x="1897473" y="1430742"/>
                  </a:lnTo>
                  <a:lnTo>
                    <a:pt x="1895821" y="1430742"/>
                  </a:lnTo>
                  <a:lnTo>
                    <a:pt x="1894170" y="1430742"/>
                  </a:lnTo>
                  <a:lnTo>
                    <a:pt x="1892519" y="1430742"/>
                  </a:lnTo>
                  <a:lnTo>
                    <a:pt x="1890867" y="1430742"/>
                  </a:lnTo>
                  <a:lnTo>
                    <a:pt x="1889216" y="1430742"/>
                  </a:lnTo>
                  <a:lnTo>
                    <a:pt x="1887564" y="1430742"/>
                  </a:lnTo>
                  <a:lnTo>
                    <a:pt x="1885913" y="1430742"/>
                  </a:lnTo>
                  <a:lnTo>
                    <a:pt x="1884262" y="1430742"/>
                  </a:lnTo>
                  <a:lnTo>
                    <a:pt x="1882610" y="1430742"/>
                  </a:lnTo>
                  <a:lnTo>
                    <a:pt x="1880959" y="1430742"/>
                  </a:lnTo>
                  <a:lnTo>
                    <a:pt x="1879307" y="1430742"/>
                  </a:lnTo>
                  <a:lnTo>
                    <a:pt x="1877656" y="1430742"/>
                  </a:lnTo>
                  <a:lnTo>
                    <a:pt x="1876005" y="1430742"/>
                  </a:lnTo>
                  <a:lnTo>
                    <a:pt x="1874353" y="1430742"/>
                  </a:lnTo>
                  <a:lnTo>
                    <a:pt x="1872702" y="1430742"/>
                  </a:lnTo>
                  <a:lnTo>
                    <a:pt x="1871050" y="1430742"/>
                  </a:lnTo>
                  <a:lnTo>
                    <a:pt x="1869399" y="1430742"/>
                  </a:lnTo>
                  <a:lnTo>
                    <a:pt x="1867747" y="1430742"/>
                  </a:lnTo>
                  <a:lnTo>
                    <a:pt x="1866096" y="1430742"/>
                  </a:lnTo>
                  <a:lnTo>
                    <a:pt x="1864445" y="1430742"/>
                  </a:lnTo>
                  <a:lnTo>
                    <a:pt x="1862793" y="1430742"/>
                  </a:lnTo>
                  <a:lnTo>
                    <a:pt x="1861142" y="1430742"/>
                  </a:lnTo>
                  <a:lnTo>
                    <a:pt x="1859490" y="1430742"/>
                  </a:lnTo>
                  <a:lnTo>
                    <a:pt x="1857839" y="1430742"/>
                  </a:lnTo>
                  <a:lnTo>
                    <a:pt x="1856188" y="1430742"/>
                  </a:lnTo>
                  <a:lnTo>
                    <a:pt x="1854536" y="1430742"/>
                  </a:lnTo>
                  <a:lnTo>
                    <a:pt x="1852885" y="1430742"/>
                  </a:lnTo>
                  <a:lnTo>
                    <a:pt x="1851233" y="1430742"/>
                  </a:lnTo>
                  <a:lnTo>
                    <a:pt x="1849582" y="1430742"/>
                  </a:lnTo>
                  <a:lnTo>
                    <a:pt x="1847930" y="1430742"/>
                  </a:lnTo>
                  <a:lnTo>
                    <a:pt x="1846279" y="1430742"/>
                  </a:lnTo>
                  <a:lnTo>
                    <a:pt x="1844628" y="1430742"/>
                  </a:lnTo>
                  <a:lnTo>
                    <a:pt x="1842976" y="1430742"/>
                  </a:lnTo>
                  <a:lnTo>
                    <a:pt x="1841325" y="1430742"/>
                  </a:lnTo>
                  <a:lnTo>
                    <a:pt x="1839673" y="1430742"/>
                  </a:lnTo>
                  <a:lnTo>
                    <a:pt x="1838022" y="1430742"/>
                  </a:lnTo>
                  <a:lnTo>
                    <a:pt x="1836371" y="1430742"/>
                  </a:lnTo>
                  <a:lnTo>
                    <a:pt x="1834719" y="1430742"/>
                  </a:lnTo>
                  <a:lnTo>
                    <a:pt x="1833068" y="1430742"/>
                  </a:lnTo>
                  <a:lnTo>
                    <a:pt x="1831416" y="1430742"/>
                  </a:lnTo>
                  <a:lnTo>
                    <a:pt x="1829765" y="1430742"/>
                  </a:lnTo>
                  <a:lnTo>
                    <a:pt x="1828114" y="1430742"/>
                  </a:lnTo>
                  <a:lnTo>
                    <a:pt x="1826462" y="1430742"/>
                  </a:lnTo>
                  <a:lnTo>
                    <a:pt x="1824811" y="1430742"/>
                  </a:lnTo>
                  <a:lnTo>
                    <a:pt x="1823159" y="1430742"/>
                  </a:lnTo>
                  <a:lnTo>
                    <a:pt x="1821508" y="1430742"/>
                  </a:lnTo>
                  <a:lnTo>
                    <a:pt x="1819856" y="1430742"/>
                  </a:lnTo>
                  <a:lnTo>
                    <a:pt x="1818205" y="1430742"/>
                  </a:lnTo>
                  <a:lnTo>
                    <a:pt x="1816554" y="1430742"/>
                  </a:lnTo>
                  <a:lnTo>
                    <a:pt x="1814902" y="1430742"/>
                  </a:lnTo>
                  <a:lnTo>
                    <a:pt x="1813251" y="1430742"/>
                  </a:lnTo>
                  <a:lnTo>
                    <a:pt x="1811599" y="1430742"/>
                  </a:lnTo>
                  <a:lnTo>
                    <a:pt x="1809948" y="1430742"/>
                  </a:lnTo>
                  <a:lnTo>
                    <a:pt x="1808297" y="1430742"/>
                  </a:lnTo>
                  <a:lnTo>
                    <a:pt x="1806645" y="1430742"/>
                  </a:lnTo>
                  <a:lnTo>
                    <a:pt x="1804994" y="1430742"/>
                  </a:lnTo>
                  <a:lnTo>
                    <a:pt x="1803342" y="1430742"/>
                  </a:lnTo>
                  <a:lnTo>
                    <a:pt x="1801691" y="1430742"/>
                  </a:lnTo>
                  <a:lnTo>
                    <a:pt x="1800040" y="1430742"/>
                  </a:lnTo>
                  <a:lnTo>
                    <a:pt x="1798388" y="1430742"/>
                  </a:lnTo>
                  <a:lnTo>
                    <a:pt x="1796737" y="1430742"/>
                  </a:lnTo>
                  <a:lnTo>
                    <a:pt x="1795085" y="1430742"/>
                  </a:lnTo>
                  <a:lnTo>
                    <a:pt x="1793434" y="1430742"/>
                  </a:lnTo>
                  <a:lnTo>
                    <a:pt x="1791782" y="1430742"/>
                  </a:lnTo>
                  <a:lnTo>
                    <a:pt x="1790131" y="1430742"/>
                  </a:lnTo>
                  <a:lnTo>
                    <a:pt x="1788480" y="1430742"/>
                  </a:lnTo>
                  <a:lnTo>
                    <a:pt x="1786828" y="1430742"/>
                  </a:lnTo>
                  <a:lnTo>
                    <a:pt x="1785177" y="1430742"/>
                  </a:lnTo>
                  <a:lnTo>
                    <a:pt x="1783525" y="1430742"/>
                  </a:lnTo>
                  <a:lnTo>
                    <a:pt x="1781874" y="1430742"/>
                  </a:lnTo>
                  <a:lnTo>
                    <a:pt x="1780223" y="1430742"/>
                  </a:lnTo>
                  <a:lnTo>
                    <a:pt x="1778571" y="1430742"/>
                  </a:lnTo>
                  <a:lnTo>
                    <a:pt x="1776920" y="1430742"/>
                  </a:lnTo>
                  <a:lnTo>
                    <a:pt x="1775268" y="1430742"/>
                  </a:lnTo>
                  <a:lnTo>
                    <a:pt x="1773617" y="1430742"/>
                  </a:lnTo>
                  <a:lnTo>
                    <a:pt x="1771965" y="1430742"/>
                  </a:lnTo>
                  <a:lnTo>
                    <a:pt x="1770314" y="1430742"/>
                  </a:lnTo>
                  <a:lnTo>
                    <a:pt x="1768663" y="1430742"/>
                  </a:lnTo>
                  <a:lnTo>
                    <a:pt x="1767011" y="1430742"/>
                  </a:lnTo>
                  <a:lnTo>
                    <a:pt x="1765360" y="1430742"/>
                  </a:lnTo>
                  <a:lnTo>
                    <a:pt x="1763708" y="1430742"/>
                  </a:lnTo>
                  <a:lnTo>
                    <a:pt x="1762057" y="1430742"/>
                  </a:lnTo>
                  <a:lnTo>
                    <a:pt x="1760406" y="1430742"/>
                  </a:lnTo>
                  <a:lnTo>
                    <a:pt x="1758754" y="1430742"/>
                  </a:lnTo>
                  <a:lnTo>
                    <a:pt x="1757103" y="1430742"/>
                  </a:lnTo>
                  <a:lnTo>
                    <a:pt x="1755451" y="1430742"/>
                  </a:lnTo>
                  <a:lnTo>
                    <a:pt x="1753800" y="1430742"/>
                  </a:lnTo>
                  <a:lnTo>
                    <a:pt x="1752149" y="1430742"/>
                  </a:lnTo>
                  <a:lnTo>
                    <a:pt x="1750497" y="1430742"/>
                  </a:lnTo>
                  <a:lnTo>
                    <a:pt x="1748846" y="1430742"/>
                  </a:lnTo>
                  <a:lnTo>
                    <a:pt x="1747194" y="1430742"/>
                  </a:lnTo>
                  <a:lnTo>
                    <a:pt x="1745543" y="1430742"/>
                  </a:lnTo>
                  <a:lnTo>
                    <a:pt x="1743891" y="1430742"/>
                  </a:lnTo>
                  <a:lnTo>
                    <a:pt x="1742240" y="1430742"/>
                  </a:lnTo>
                  <a:lnTo>
                    <a:pt x="1740589" y="1430742"/>
                  </a:lnTo>
                  <a:lnTo>
                    <a:pt x="1738937" y="1430742"/>
                  </a:lnTo>
                  <a:lnTo>
                    <a:pt x="1737286" y="1430742"/>
                  </a:lnTo>
                  <a:lnTo>
                    <a:pt x="1735634" y="1430742"/>
                  </a:lnTo>
                  <a:lnTo>
                    <a:pt x="1733983" y="1430742"/>
                  </a:lnTo>
                  <a:lnTo>
                    <a:pt x="1732332" y="1430742"/>
                  </a:lnTo>
                  <a:lnTo>
                    <a:pt x="1730680" y="1430742"/>
                  </a:lnTo>
                  <a:lnTo>
                    <a:pt x="1729029" y="1430742"/>
                  </a:lnTo>
                  <a:lnTo>
                    <a:pt x="1727377" y="1430742"/>
                  </a:lnTo>
                  <a:lnTo>
                    <a:pt x="1725726" y="1430742"/>
                  </a:lnTo>
                  <a:lnTo>
                    <a:pt x="1724075" y="1430742"/>
                  </a:lnTo>
                  <a:lnTo>
                    <a:pt x="1722423" y="1430742"/>
                  </a:lnTo>
                  <a:lnTo>
                    <a:pt x="1720772" y="1430742"/>
                  </a:lnTo>
                  <a:lnTo>
                    <a:pt x="1719120" y="1430742"/>
                  </a:lnTo>
                  <a:lnTo>
                    <a:pt x="1717469" y="1430742"/>
                  </a:lnTo>
                  <a:lnTo>
                    <a:pt x="1715817" y="1430742"/>
                  </a:lnTo>
                  <a:lnTo>
                    <a:pt x="1714166" y="1430742"/>
                  </a:lnTo>
                  <a:lnTo>
                    <a:pt x="1712515" y="1430742"/>
                  </a:lnTo>
                  <a:lnTo>
                    <a:pt x="1710863" y="1430742"/>
                  </a:lnTo>
                  <a:lnTo>
                    <a:pt x="1709212" y="1430742"/>
                  </a:lnTo>
                  <a:lnTo>
                    <a:pt x="1707560" y="1430742"/>
                  </a:lnTo>
                  <a:lnTo>
                    <a:pt x="1705909" y="1430742"/>
                  </a:lnTo>
                  <a:lnTo>
                    <a:pt x="1704258" y="1430742"/>
                  </a:lnTo>
                  <a:lnTo>
                    <a:pt x="1702606" y="1430742"/>
                  </a:lnTo>
                  <a:lnTo>
                    <a:pt x="1700955" y="1430742"/>
                  </a:lnTo>
                  <a:lnTo>
                    <a:pt x="1699303" y="1430742"/>
                  </a:lnTo>
                  <a:lnTo>
                    <a:pt x="1697652" y="1430742"/>
                  </a:lnTo>
                  <a:lnTo>
                    <a:pt x="1696001" y="1430742"/>
                  </a:lnTo>
                  <a:lnTo>
                    <a:pt x="1694349" y="1430742"/>
                  </a:lnTo>
                  <a:lnTo>
                    <a:pt x="1692698" y="1430742"/>
                  </a:lnTo>
                  <a:lnTo>
                    <a:pt x="1691046" y="1430742"/>
                  </a:lnTo>
                  <a:lnTo>
                    <a:pt x="1689395" y="1430742"/>
                  </a:lnTo>
                  <a:lnTo>
                    <a:pt x="1687743" y="1430742"/>
                  </a:lnTo>
                  <a:lnTo>
                    <a:pt x="1686092" y="1430742"/>
                  </a:lnTo>
                  <a:lnTo>
                    <a:pt x="1684441" y="1430742"/>
                  </a:lnTo>
                  <a:lnTo>
                    <a:pt x="1682789" y="1430742"/>
                  </a:lnTo>
                  <a:lnTo>
                    <a:pt x="1681138" y="1430742"/>
                  </a:lnTo>
                  <a:lnTo>
                    <a:pt x="1679486" y="1430742"/>
                  </a:lnTo>
                  <a:lnTo>
                    <a:pt x="1677835" y="1430742"/>
                  </a:lnTo>
                  <a:lnTo>
                    <a:pt x="1676184" y="1430742"/>
                  </a:lnTo>
                  <a:lnTo>
                    <a:pt x="1674532" y="1430742"/>
                  </a:lnTo>
                  <a:lnTo>
                    <a:pt x="1672881" y="1430742"/>
                  </a:lnTo>
                  <a:lnTo>
                    <a:pt x="1671229" y="1430742"/>
                  </a:lnTo>
                  <a:lnTo>
                    <a:pt x="1669578" y="1430742"/>
                  </a:lnTo>
                  <a:lnTo>
                    <a:pt x="1667926" y="1430742"/>
                  </a:lnTo>
                  <a:lnTo>
                    <a:pt x="1666275" y="1430742"/>
                  </a:lnTo>
                  <a:lnTo>
                    <a:pt x="1664624" y="1430742"/>
                  </a:lnTo>
                  <a:lnTo>
                    <a:pt x="1662972" y="1430742"/>
                  </a:lnTo>
                  <a:lnTo>
                    <a:pt x="1661321" y="1430742"/>
                  </a:lnTo>
                  <a:lnTo>
                    <a:pt x="1659669" y="1430742"/>
                  </a:lnTo>
                  <a:lnTo>
                    <a:pt x="1658018" y="1430742"/>
                  </a:lnTo>
                  <a:lnTo>
                    <a:pt x="1656367" y="1430742"/>
                  </a:lnTo>
                  <a:lnTo>
                    <a:pt x="1654715" y="1430742"/>
                  </a:lnTo>
                  <a:lnTo>
                    <a:pt x="1653064" y="1430742"/>
                  </a:lnTo>
                  <a:lnTo>
                    <a:pt x="1651412" y="1430742"/>
                  </a:lnTo>
                  <a:lnTo>
                    <a:pt x="1649761" y="1430742"/>
                  </a:lnTo>
                  <a:lnTo>
                    <a:pt x="1648110" y="1430742"/>
                  </a:lnTo>
                  <a:lnTo>
                    <a:pt x="1646458" y="1430742"/>
                  </a:lnTo>
                  <a:lnTo>
                    <a:pt x="1644807" y="1430742"/>
                  </a:lnTo>
                  <a:lnTo>
                    <a:pt x="1643155" y="1430742"/>
                  </a:lnTo>
                  <a:lnTo>
                    <a:pt x="1641504" y="1430742"/>
                  </a:lnTo>
                  <a:lnTo>
                    <a:pt x="1639852" y="1430742"/>
                  </a:lnTo>
                  <a:lnTo>
                    <a:pt x="1638201" y="1430742"/>
                  </a:lnTo>
                  <a:lnTo>
                    <a:pt x="1636550" y="1430742"/>
                  </a:lnTo>
                  <a:lnTo>
                    <a:pt x="1634898" y="1430742"/>
                  </a:lnTo>
                  <a:lnTo>
                    <a:pt x="1633247" y="1430742"/>
                  </a:lnTo>
                  <a:lnTo>
                    <a:pt x="1631595" y="1430742"/>
                  </a:lnTo>
                  <a:lnTo>
                    <a:pt x="1629944" y="1430742"/>
                  </a:lnTo>
                  <a:lnTo>
                    <a:pt x="1628293" y="1430742"/>
                  </a:lnTo>
                  <a:lnTo>
                    <a:pt x="1626641" y="1430742"/>
                  </a:lnTo>
                  <a:lnTo>
                    <a:pt x="1624990" y="1430742"/>
                  </a:lnTo>
                  <a:lnTo>
                    <a:pt x="1623338" y="1430742"/>
                  </a:lnTo>
                  <a:lnTo>
                    <a:pt x="1621687" y="1430742"/>
                  </a:lnTo>
                  <a:lnTo>
                    <a:pt x="1620036" y="1430742"/>
                  </a:lnTo>
                  <a:lnTo>
                    <a:pt x="1618384" y="1430742"/>
                  </a:lnTo>
                  <a:lnTo>
                    <a:pt x="1616733" y="1430742"/>
                  </a:lnTo>
                  <a:lnTo>
                    <a:pt x="1615081" y="1430742"/>
                  </a:lnTo>
                  <a:lnTo>
                    <a:pt x="1613430" y="1430742"/>
                  </a:lnTo>
                  <a:lnTo>
                    <a:pt x="1611778" y="1430742"/>
                  </a:lnTo>
                  <a:lnTo>
                    <a:pt x="1610127" y="1430742"/>
                  </a:lnTo>
                  <a:lnTo>
                    <a:pt x="1608476" y="1430742"/>
                  </a:lnTo>
                  <a:lnTo>
                    <a:pt x="1606824" y="1430742"/>
                  </a:lnTo>
                  <a:lnTo>
                    <a:pt x="1605173" y="1430742"/>
                  </a:lnTo>
                  <a:lnTo>
                    <a:pt x="1603521" y="1430742"/>
                  </a:lnTo>
                  <a:lnTo>
                    <a:pt x="1601870" y="1430742"/>
                  </a:lnTo>
                  <a:lnTo>
                    <a:pt x="1600219" y="1430742"/>
                  </a:lnTo>
                  <a:lnTo>
                    <a:pt x="1598567" y="1430742"/>
                  </a:lnTo>
                  <a:lnTo>
                    <a:pt x="1596916" y="1430742"/>
                  </a:lnTo>
                  <a:lnTo>
                    <a:pt x="1595264" y="1430742"/>
                  </a:lnTo>
                  <a:lnTo>
                    <a:pt x="1593613" y="1430742"/>
                  </a:lnTo>
                  <a:lnTo>
                    <a:pt x="1591961" y="1430742"/>
                  </a:lnTo>
                  <a:lnTo>
                    <a:pt x="1590310" y="1430742"/>
                  </a:lnTo>
                  <a:lnTo>
                    <a:pt x="1588659" y="1430742"/>
                  </a:lnTo>
                  <a:lnTo>
                    <a:pt x="1587007" y="1430742"/>
                  </a:lnTo>
                  <a:lnTo>
                    <a:pt x="1585356" y="1430742"/>
                  </a:lnTo>
                  <a:lnTo>
                    <a:pt x="1583704" y="1430742"/>
                  </a:lnTo>
                  <a:lnTo>
                    <a:pt x="1582053" y="1430742"/>
                  </a:lnTo>
                  <a:lnTo>
                    <a:pt x="1580402" y="1430742"/>
                  </a:lnTo>
                  <a:lnTo>
                    <a:pt x="1578750" y="1430742"/>
                  </a:lnTo>
                  <a:lnTo>
                    <a:pt x="1577099" y="1430742"/>
                  </a:lnTo>
                  <a:lnTo>
                    <a:pt x="1575447" y="1430742"/>
                  </a:lnTo>
                  <a:lnTo>
                    <a:pt x="1573796" y="1430742"/>
                  </a:lnTo>
                  <a:lnTo>
                    <a:pt x="1572145" y="1430742"/>
                  </a:lnTo>
                  <a:lnTo>
                    <a:pt x="1570493" y="1430742"/>
                  </a:lnTo>
                  <a:lnTo>
                    <a:pt x="1568842" y="1430742"/>
                  </a:lnTo>
                  <a:lnTo>
                    <a:pt x="1567190" y="1430742"/>
                  </a:lnTo>
                  <a:lnTo>
                    <a:pt x="1565539" y="1430742"/>
                  </a:lnTo>
                  <a:lnTo>
                    <a:pt x="1563887" y="1430742"/>
                  </a:lnTo>
                  <a:lnTo>
                    <a:pt x="1562236" y="1430742"/>
                  </a:lnTo>
                  <a:lnTo>
                    <a:pt x="1560585" y="1430742"/>
                  </a:lnTo>
                  <a:lnTo>
                    <a:pt x="1558933" y="1430742"/>
                  </a:lnTo>
                  <a:lnTo>
                    <a:pt x="1557282" y="1430742"/>
                  </a:lnTo>
                  <a:lnTo>
                    <a:pt x="1555630" y="1430742"/>
                  </a:lnTo>
                  <a:lnTo>
                    <a:pt x="1553979" y="1430742"/>
                  </a:lnTo>
                  <a:lnTo>
                    <a:pt x="1552328" y="1430742"/>
                  </a:lnTo>
                  <a:lnTo>
                    <a:pt x="1550676" y="1430742"/>
                  </a:lnTo>
                  <a:lnTo>
                    <a:pt x="1549025" y="1430742"/>
                  </a:lnTo>
                  <a:lnTo>
                    <a:pt x="1547373" y="1430742"/>
                  </a:lnTo>
                  <a:lnTo>
                    <a:pt x="1545722" y="1430742"/>
                  </a:lnTo>
                  <a:lnTo>
                    <a:pt x="1544071" y="1430742"/>
                  </a:lnTo>
                  <a:lnTo>
                    <a:pt x="1542419" y="1430742"/>
                  </a:lnTo>
                  <a:lnTo>
                    <a:pt x="1540768" y="1430742"/>
                  </a:lnTo>
                  <a:lnTo>
                    <a:pt x="1539116" y="1430742"/>
                  </a:lnTo>
                  <a:lnTo>
                    <a:pt x="1537465" y="1430742"/>
                  </a:lnTo>
                  <a:lnTo>
                    <a:pt x="1535813" y="1430742"/>
                  </a:lnTo>
                  <a:lnTo>
                    <a:pt x="1534162" y="1430742"/>
                  </a:lnTo>
                  <a:lnTo>
                    <a:pt x="1532511" y="1430742"/>
                  </a:lnTo>
                  <a:lnTo>
                    <a:pt x="1530859" y="1430742"/>
                  </a:lnTo>
                  <a:lnTo>
                    <a:pt x="1529208" y="1430742"/>
                  </a:lnTo>
                  <a:lnTo>
                    <a:pt x="1527556" y="1430742"/>
                  </a:lnTo>
                  <a:lnTo>
                    <a:pt x="1525905" y="1430742"/>
                  </a:lnTo>
                  <a:lnTo>
                    <a:pt x="1524254" y="1430742"/>
                  </a:lnTo>
                  <a:lnTo>
                    <a:pt x="1522602" y="1430742"/>
                  </a:lnTo>
                  <a:lnTo>
                    <a:pt x="1520951" y="1430742"/>
                  </a:lnTo>
                  <a:lnTo>
                    <a:pt x="1519299" y="1430742"/>
                  </a:lnTo>
                  <a:lnTo>
                    <a:pt x="1517648" y="1430742"/>
                  </a:lnTo>
                  <a:lnTo>
                    <a:pt x="1515996" y="1430742"/>
                  </a:lnTo>
                  <a:lnTo>
                    <a:pt x="1514345" y="1430742"/>
                  </a:lnTo>
                  <a:lnTo>
                    <a:pt x="1512694" y="1430742"/>
                  </a:lnTo>
                  <a:lnTo>
                    <a:pt x="1511042" y="1430742"/>
                  </a:lnTo>
                  <a:lnTo>
                    <a:pt x="1509391" y="1430742"/>
                  </a:lnTo>
                  <a:lnTo>
                    <a:pt x="1507739" y="1430742"/>
                  </a:lnTo>
                  <a:lnTo>
                    <a:pt x="1506088" y="1430742"/>
                  </a:lnTo>
                  <a:lnTo>
                    <a:pt x="1504437" y="1430742"/>
                  </a:lnTo>
                  <a:lnTo>
                    <a:pt x="1502785" y="1430742"/>
                  </a:lnTo>
                  <a:lnTo>
                    <a:pt x="1501134" y="1430742"/>
                  </a:lnTo>
                  <a:lnTo>
                    <a:pt x="1499482" y="1430742"/>
                  </a:lnTo>
                  <a:lnTo>
                    <a:pt x="1497831" y="1430742"/>
                  </a:lnTo>
                  <a:lnTo>
                    <a:pt x="1496180" y="1430742"/>
                  </a:lnTo>
                  <a:lnTo>
                    <a:pt x="1494528" y="1430742"/>
                  </a:lnTo>
                  <a:lnTo>
                    <a:pt x="1492877" y="1430742"/>
                  </a:lnTo>
                  <a:lnTo>
                    <a:pt x="1491225" y="1430742"/>
                  </a:lnTo>
                  <a:lnTo>
                    <a:pt x="1489574" y="1430742"/>
                  </a:lnTo>
                  <a:lnTo>
                    <a:pt x="1487922" y="1430742"/>
                  </a:lnTo>
                  <a:lnTo>
                    <a:pt x="1486271" y="1430742"/>
                  </a:lnTo>
                  <a:lnTo>
                    <a:pt x="1484620" y="1430742"/>
                  </a:lnTo>
                  <a:lnTo>
                    <a:pt x="1482968" y="1430742"/>
                  </a:lnTo>
                  <a:lnTo>
                    <a:pt x="1481317" y="1430742"/>
                  </a:lnTo>
                  <a:lnTo>
                    <a:pt x="1479665" y="1430742"/>
                  </a:lnTo>
                  <a:lnTo>
                    <a:pt x="1478014" y="1430742"/>
                  </a:lnTo>
                  <a:lnTo>
                    <a:pt x="1476363" y="1430742"/>
                  </a:lnTo>
                  <a:lnTo>
                    <a:pt x="1474711" y="1430742"/>
                  </a:lnTo>
                  <a:lnTo>
                    <a:pt x="1473060" y="1430742"/>
                  </a:lnTo>
                  <a:lnTo>
                    <a:pt x="1471408" y="1430742"/>
                  </a:lnTo>
                  <a:lnTo>
                    <a:pt x="1469757" y="1430742"/>
                  </a:lnTo>
                  <a:lnTo>
                    <a:pt x="1468106" y="1430742"/>
                  </a:lnTo>
                  <a:lnTo>
                    <a:pt x="1466454" y="1430742"/>
                  </a:lnTo>
                  <a:lnTo>
                    <a:pt x="1464803" y="1430742"/>
                  </a:lnTo>
                  <a:lnTo>
                    <a:pt x="1463151" y="1430742"/>
                  </a:lnTo>
                  <a:lnTo>
                    <a:pt x="1461500" y="1430742"/>
                  </a:lnTo>
                  <a:lnTo>
                    <a:pt x="1459848" y="1430742"/>
                  </a:lnTo>
                  <a:lnTo>
                    <a:pt x="1458197" y="1430742"/>
                  </a:lnTo>
                  <a:lnTo>
                    <a:pt x="1456546" y="1430742"/>
                  </a:lnTo>
                  <a:lnTo>
                    <a:pt x="1454894" y="1430742"/>
                  </a:lnTo>
                  <a:lnTo>
                    <a:pt x="1453243" y="1430742"/>
                  </a:lnTo>
                  <a:lnTo>
                    <a:pt x="1451591" y="1430742"/>
                  </a:lnTo>
                  <a:lnTo>
                    <a:pt x="1449940" y="1430742"/>
                  </a:lnTo>
                  <a:lnTo>
                    <a:pt x="1448289" y="1430742"/>
                  </a:lnTo>
                  <a:lnTo>
                    <a:pt x="1446637" y="1430742"/>
                  </a:lnTo>
                  <a:lnTo>
                    <a:pt x="1444986" y="1430742"/>
                  </a:lnTo>
                  <a:lnTo>
                    <a:pt x="1443334" y="1430742"/>
                  </a:lnTo>
                  <a:lnTo>
                    <a:pt x="1441683" y="1430742"/>
                  </a:lnTo>
                  <a:lnTo>
                    <a:pt x="1440032" y="1430742"/>
                  </a:lnTo>
                  <a:lnTo>
                    <a:pt x="1438380" y="1430742"/>
                  </a:lnTo>
                  <a:lnTo>
                    <a:pt x="1436729" y="1430742"/>
                  </a:lnTo>
                  <a:lnTo>
                    <a:pt x="1435077" y="1430742"/>
                  </a:lnTo>
                  <a:lnTo>
                    <a:pt x="1433426" y="1430742"/>
                  </a:lnTo>
                  <a:lnTo>
                    <a:pt x="1431774" y="1430742"/>
                  </a:lnTo>
                  <a:lnTo>
                    <a:pt x="1430123" y="1430742"/>
                  </a:lnTo>
                  <a:lnTo>
                    <a:pt x="1428472" y="1430742"/>
                  </a:lnTo>
                  <a:lnTo>
                    <a:pt x="1426820" y="1430742"/>
                  </a:lnTo>
                  <a:lnTo>
                    <a:pt x="1425169" y="1430742"/>
                  </a:lnTo>
                  <a:lnTo>
                    <a:pt x="1423517" y="1430742"/>
                  </a:lnTo>
                  <a:lnTo>
                    <a:pt x="1421866" y="1430742"/>
                  </a:lnTo>
                  <a:lnTo>
                    <a:pt x="1420215" y="1430742"/>
                  </a:lnTo>
                  <a:lnTo>
                    <a:pt x="1418563" y="1430742"/>
                  </a:lnTo>
                  <a:lnTo>
                    <a:pt x="1416912" y="1430742"/>
                  </a:lnTo>
                  <a:lnTo>
                    <a:pt x="1415260" y="1430742"/>
                  </a:lnTo>
                  <a:lnTo>
                    <a:pt x="1413609" y="1430742"/>
                  </a:lnTo>
                  <a:lnTo>
                    <a:pt x="1411957" y="1430742"/>
                  </a:lnTo>
                  <a:lnTo>
                    <a:pt x="1410306" y="1430742"/>
                  </a:lnTo>
                  <a:lnTo>
                    <a:pt x="1408655" y="1430742"/>
                  </a:lnTo>
                  <a:lnTo>
                    <a:pt x="1407003" y="1430742"/>
                  </a:lnTo>
                  <a:lnTo>
                    <a:pt x="1405352" y="1430742"/>
                  </a:lnTo>
                  <a:lnTo>
                    <a:pt x="1403700" y="1430742"/>
                  </a:lnTo>
                  <a:lnTo>
                    <a:pt x="1402049" y="1430742"/>
                  </a:lnTo>
                  <a:lnTo>
                    <a:pt x="1400398" y="1430742"/>
                  </a:lnTo>
                  <a:lnTo>
                    <a:pt x="1398746" y="1430742"/>
                  </a:lnTo>
                  <a:lnTo>
                    <a:pt x="1397095" y="1430742"/>
                  </a:lnTo>
                  <a:lnTo>
                    <a:pt x="1395443" y="1430742"/>
                  </a:lnTo>
                  <a:lnTo>
                    <a:pt x="1393792" y="1430742"/>
                  </a:lnTo>
                  <a:lnTo>
                    <a:pt x="1392141" y="1430742"/>
                  </a:lnTo>
                  <a:lnTo>
                    <a:pt x="1390489" y="1430742"/>
                  </a:lnTo>
                  <a:lnTo>
                    <a:pt x="1388838" y="1430742"/>
                  </a:lnTo>
                  <a:lnTo>
                    <a:pt x="1387186" y="1430742"/>
                  </a:lnTo>
                  <a:lnTo>
                    <a:pt x="1385535" y="1430742"/>
                  </a:lnTo>
                  <a:lnTo>
                    <a:pt x="1383883" y="1430742"/>
                  </a:lnTo>
                  <a:lnTo>
                    <a:pt x="1382232" y="1430742"/>
                  </a:lnTo>
                  <a:lnTo>
                    <a:pt x="1380581" y="1430742"/>
                  </a:lnTo>
                  <a:lnTo>
                    <a:pt x="1378929" y="1430742"/>
                  </a:lnTo>
                  <a:lnTo>
                    <a:pt x="1377278" y="1430742"/>
                  </a:lnTo>
                  <a:lnTo>
                    <a:pt x="1375626" y="1430742"/>
                  </a:lnTo>
                  <a:lnTo>
                    <a:pt x="1373975" y="1430742"/>
                  </a:lnTo>
                  <a:lnTo>
                    <a:pt x="1372324" y="1430742"/>
                  </a:lnTo>
                  <a:lnTo>
                    <a:pt x="1370672" y="1430742"/>
                  </a:lnTo>
                  <a:lnTo>
                    <a:pt x="1369021" y="1430742"/>
                  </a:lnTo>
                  <a:lnTo>
                    <a:pt x="1367369" y="1430742"/>
                  </a:lnTo>
                  <a:lnTo>
                    <a:pt x="1365718" y="1430742"/>
                  </a:lnTo>
                  <a:lnTo>
                    <a:pt x="1364067" y="1430742"/>
                  </a:lnTo>
                  <a:lnTo>
                    <a:pt x="1362415" y="1430742"/>
                  </a:lnTo>
                  <a:lnTo>
                    <a:pt x="1360764" y="1430742"/>
                  </a:lnTo>
                  <a:lnTo>
                    <a:pt x="1359112" y="1430742"/>
                  </a:lnTo>
                  <a:lnTo>
                    <a:pt x="1357461" y="1430742"/>
                  </a:lnTo>
                  <a:lnTo>
                    <a:pt x="1355809" y="1430742"/>
                  </a:lnTo>
                  <a:lnTo>
                    <a:pt x="1354158" y="1430742"/>
                  </a:lnTo>
                  <a:lnTo>
                    <a:pt x="1352507" y="1430742"/>
                  </a:lnTo>
                  <a:lnTo>
                    <a:pt x="1350855" y="1430742"/>
                  </a:lnTo>
                  <a:lnTo>
                    <a:pt x="1349204" y="1430742"/>
                  </a:lnTo>
                  <a:lnTo>
                    <a:pt x="1347552" y="1430742"/>
                  </a:lnTo>
                  <a:lnTo>
                    <a:pt x="1345901" y="1430742"/>
                  </a:lnTo>
                  <a:lnTo>
                    <a:pt x="1344250" y="1430742"/>
                  </a:lnTo>
                  <a:lnTo>
                    <a:pt x="1342598" y="1430742"/>
                  </a:lnTo>
                  <a:lnTo>
                    <a:pt x="1340947" y="1430742"/>
                  </a:lnTo>
                  <a:lnTo>
                    <a:pt x="1339295" y="1430742"/>
                  </a:lnTo>
                  <a:lnTo>
                    <a:pt x="1337644" y="1430742"/>
                  </a:lnTo>
                  <a:lnTo>
                    <a:pt x="1335992" y="1430742"/>
                  </a:lnTo>
                  <a:lnTo>
                    <a:pt x="1334341" y="1430742"/>
                  </a:lnTo>
                  <a:lnTo>
                    <a:pt x="1332690" y="1430742"/>
                  </a:lnTo>
                  <a:lnTo>
                    <a:pt x="1331038" y="1430742"/>
                  </a:lnTo>
                  <a:lnTo>
                    <a:pt x="1329387" y="1430742"/>
                  </a:lnTo>
                  <a:lnTo>
                    <a:pt x="1327735" y="1430742"/>
                  </a:lnTo>
                  <a:lnTo>
                    <a:pt x="1326084" y="1430742"/>
                  </a:lnTo>
                  <a:lnTo>
                    <a:pt x="1324433" y="1430742"/>
                  </a:lnTo>
                  <a:lnTo>
                    <a:pt x="1322781" y="1430742"/>
                  </a:lnTo>
                  <a:lnTo>
                    <a:pt x="1321130" y="1430742"/>
                  </a:lnTo>
                  <a:lnTo>
                    <a:pt x="1319478" y="1430742"/>
                  </a:lnTo>
                  <a:lnTo>
                    <a:pt x="1317827" y="1430742"/>
                  </a:lnTo>
                  <a:lnTo>
                    <a:pt x="1316176" y="1430742"/>
                  </a:lnTo>
                  <a:lnTo>
                    <a:pt x="1314524" y="1430742"/>
                  </a:lnTo>
                  <a:lnTo>
                    <a:pt x="1312873" y="1430742"/>
                  </a:lnTo>
                  <a:lnTo>
                    <a:pt x="1311221" y="1430742"/>
                  </a:lnTo>
                  <a:lnTo>
                    <a:pt x="1309570" y="1430742"/>
                  </a:lnTo>
                  <a:lnTo>
                    <a:pt x="1307918" y="1430742"/>
                  </a:lnTo>
                  <a:lnTo>
                    <a:pt x="1306267" y="1430742"/>
                  </a:lnTo>
                  <a:lnTo>
                    <a:pt x="1304616" y="1430742"/>
                  </a:lnTo>
                  <a:lnTo>
                    <a:pt x="1302964" y="1430742"/>
                  </a:lnTo>
                  <a:lnTo>
                    <a:pt x="1301313" y="1430742"/>
                  </a:lnTo>
                  <a:lnTo>
                    <a:pt x="1299661" y="1430742"/>
                  </a:lnTo>
                  <a:lnTo>
                    <a:pt x="1298010" y="1430742"/>
                  </a:lnTo>
                  <a:lnTo>
                    <a:pt x="1296359" y="1430742"/>
                  </a:lnTo>
                  <a:lnTo>
                    <a:pt x="1294707" y="1430742"/>
                  </a:lnTo>
                  <a:lnTo>
                    <a:pt x="1293056" y="1430742"/>
                  </a:lnTo>
                  <a:lnTo>
                    <a:pt x="1291404" y="1430742"/>
                  </a:lnTo>
                  <a:lnTo>
                    <a:pt x="1289753" y="1430742"/>
                  </a:lnTo>
                  <a:lnTo>
                    <a:pt x="1288102" y="1430742"/>
                  </a:lnTo>
                  <a:lnTo>
                    <a:pt x="1286450" y="1430742"/>
                  </a:lnTo>
                  <a:lnTo>
                    <a:pt x="1284799" y="1430742"/>
                  </a:lnTo>
                  <a:lnTo>
                    <a:pt x="1283147" y="1430742"/>
                  </a:lnTo>
                  <a:lnTo>
                    <a:pt x="1281496" y="1430742"/>
                  </a:lnTo>
                  <a:lnTo>
                    <a:pt x="1279844" y="1430742"/>
                  </a:lnTo>
                  <a:lnTo>
                    <a:pt x="1278193" y="1430742"/>
                  </a:lnTo>
                  <a:lnTo>
                    <a:pt x="1276542" y="1430742"/>
                  </a:lnTo>
                  <a:lnTo>
                    <a:pt x="1274890" y="1430742"/>
                  </a:lnTo>
                  <a:lnTo>
                    <a:pt x="1273239" y="1430742"/>
                  </a:lnTo>
                  <a:lnTo>
                    <a:pt x="1271587" y="1430742"/>
                  </a:lnTo>
                  <a:lnTo>
                    <a:pt x="1269936" y="1430742"/>
                  </a:lnTo>
                  <a:lnTo>
                    <a:pt x="1268285" y="1430742"/>
                  </a:lnTo>
                  <a:lnTo>
                    <a:pt x="1266633" y="1430742"/>
                  </a:lnTo>
                  <a:lnTo>
                    <a:pt x="1264982" y="1430742"/>
                  </a:lnTo>
                  <a:lnTo>
                    <a:pt x="1263330" y="1430742"/>
                  </a:lnTo>
                  <a:lnTo>
                    <a:pt x="1261679" y="1430742"/>
                  </a:lnTo>
                  <a:lnTo>
                    <a:pt x="1260028" y="1430742"/>
                  </a:lnTo>
                  <a:lnTo>
                    <a:pt x="1258376" y="1430742"/>
                  </a:lnTo>
                  <a:lnTo>
                    <a:pt x="1256725" y="1430742"/>
                  </a:lnTo>
                  <a:lnTo>
                    <a:pt x="1255073" y="1430742"/>
                  </a:lnTo>
                  <a:lnTo>
                    <a:pt x="1253422" y="1430742"/>
                  </a:lnTo>
                  <a:lnTo>
                    <a:pt x="1251770" y="1430742"/>
                  </a:lnTo>
                  <a:lnTo>
                    <a:pt x="1250119" y="1430742"/>
                  </a:lnTo>
                  <a:lnTo>
                    <a:pt x="1248468" y="1430742"/>
                  </a:lnTo>
                  <a:lnTo>
                    <a:pt x="1246816" y="1430742"/>
                  </a:lnTo>
                  <a:lnTo>
                    <a:pt x="1245165" y="1430742"/>
                  </a:lnTo>
                  <a:lnTo>
                    <a:pt x="1243513" y="1430742"/>
                  </a:lnTo>
                  <a:lnTo>
                    <a:pt x="1241862" y="1430742"/>
                  </a:lnTo>
                  <a:lnTo>
                    <a:pt x="1240211" y="1430742"/>
                  </a:lnTo>
                  <a:lnTo>
                    <a:pt x="1238559" y="1430742"/>
                  </a:lnTo>
                  <a:lnTo>
                    <a:pt x="1236908" y="1430742"/>
                  </a:lnTo>
                  <a:lnTo>
                    <a:pt x="1235256" y="1430742"/>
                  </a:lnTo>
                  <a:lnTo>
                    <a:pt x="1233605" y="1430742"/>
                  </a:lnTo>
                  <a:lnTo>
                    <a:pt x="1231953" y="1430742"/>
                  </a:lnTo>
                  <a:lnTo>
                    <a:pt x="1230302" y="1430742"/>
                  </a:lnTo>
                  <a:lnTo>
                    <a:pt x="1228651" y="1430742"/>
                  </a:lnTo>
                  <a:lnTo>
                    <a:pt x="1226999" y="1430742"/>
                  </a:lnTo>
                  <a:lnTo>
                    <a:pt x="1225348" y="1430742"/>
                  </a:lnTo>
                  <a:lnTo>
                    <a:pt x="1223696" y="1430742"/>
                  </a:lnTo>
                  <a:lnTo>
                    <a:pt x="1222045" y="1430742"/>
                  </a:lnTo>
                  <a:lnTo>
                    <a:pt x="1220394" y="1430742"/>
                  </a:lnTo>
                  <a:lnTo>
                    <a:pt x="1218742" y="1430742"/>
                  </a:lnTo>
                  <a:lnTo>
                    <a:pt x="1217091" y="1430742"/>
                  </a:lnTo>
                  <a:lnTo>
                    <a:pt x="1215439" y="1430742"/>
                  </a:lnTo>
                  <a:lnTo>
                    <a:pt x="1213788" y="1430742"/>
                  </a:lnTo>
                  <a:lnTo>
                    <a:pt x="1212137" y="1430742"/>
                  </a:lnTo>
                  <a:lnTo>
                    <a:pt x="1210485" y="1430742"/>
                  </a:lnTo>
                  <a:lnTo>
                    <a:pt x="1208834" y="1430742"/>
                  </a:lnTo>
                  <a:lnTo>
                    <a:pt x="1207182" y="1430742"/>
                  </a:lnTo>
                  <a:lnTo>
                    <a:pt x="1205531" y="1430742"/>
                  </a:lnTo>
                  <a:lnTo>
                    <a:pt x="1203879" y="1430742"/>
                  </a:lnTo>
                  <a:lnTo>
                    <a:pt x="1202228" y="1430742"/>
                  </a:lnTo>
                  <a:lnTo>
                    <a:pt x="1200577" y="1430742"/>
                  </a:lnTo>
                  <a:lnTo>
                    <a:pt x="1198925" y="1430742"/>
                  </a:lnTo>
                  <a:lnTo>
                    <a:pt x="1197274" y="1430742"/>
                  </a:lnTo>
                  <a:lnTo>
                    <a:pt x="1195622" y="1430742"/>
                  </a:lnTo>
                  <a:lnTo>
                    <a:pt x="1193971" y="1430742"/>
                  </a:lnTo>
                  <a:lnTo>
                    <a:pt x="1192320" y="1430742"/>
                  </a:lnTo>
                  <a:lnTo>
                    <a:pt x="1190668" y="1430742"/>
                  </a:lnTo>
                  <a:lnTo>
                    <a:pt x="1189017" y="1430742"/>
                  </a:lnTo>
                  <a:lnTo>
                    <a:pt x="1187365" y="1430742"/>
                  </a:lnTo>
                  <a:lnTo>
                    <a:pt x="1185714" y="1430742"/>
                  </a:lnTo>
                  <a:lnTo>
                    <a:pt x="1184063" y="1430742"/>
                  </a:lnTo>
                  <a:lnTo>
                    <a:pt x="1182411" y="1430742"/>
                  </a:lnTo>
                  <a:lnTo>
                    <a:pt x="1180760" y="1430742"/>
                  </a:lnTo>
                  <a:lnTo>
                    <a:pt x="1179108" y="1430742"/>
                  </a:lnTo>
                  <a:lnTo>
                    <a:pt x="1177457" y="1430742"/>
                  </a:lnTo>
                  <a:lnTo>
                    <a:pt x="1175805" y="1430742"/>
                  </a:lnTo>
                  <a:lnTo>
                    <a:pt x="1174154" y="1430742"/>
                  </a:lnTo>
                  <a:lnTo>
                    <a:pt x="1172503" y="1430742"/>
                  </a:lnTo>
                  <a:lnTo>
                    <a:pt x="1170851" y="1430742"/>
                  </a:lnTo>
                  <a:lnTo>
                    <a:pt x="1169200" y="1430742"/>
                  </a:lnTo>
                  <a:lnTo>
                    <a:pt x="1167548" y="1430742"/>
                  </a:lnTo>
                  <a:lnTo>
                    <a:pt x="1165897" y="1430742"/>
                  </a:lnTo>
                  <a:lnTo>
                    <a:pt x="1164246" y="1430742"/>
                  </a:lnTo>
                  <a:lnTo>
                    <a:pt x="1162594" y="1430742"/>
                  </a:lnTo>
                  <a:lnTo>
                    <a:pt x="1160943" y="1430742"/>
                  </a:lnTo>
                  <a:lnTo>
                    <a:pt x="1159291" y="1430742"/>
                  </a:lnTo>
                  <a:lnTo>
                    <a:pt x="1157640" y="1430742"/>
                  </a:lnTo>
                  <a:lnTo>
                    <a:pt x="1155988" y="1430742"/>
                  </a:lnTo>
                  <a:lnTo>
                    <a:pt x="1154337" y="1430742"/>
                  </a:lnTo>
                  <a:lnTo>
                    <a:pt x="1152686" y="1430742"/>
                  </a:lnTo>
                  <a:lnTo>
                    <a:pt x="1151034" y="1430742"/>
                  </a:lnTo>
                  <a:lnTo>
                    <a:pt x="1149383" y="1430742"/>
                  </a:lnTo>
                  <a:lnTo>
                    <a:pt x="1147731" y="1430742"/>
                  </a:lnTo>
                  <a:lnTo>
                    <a:pt x="1146080" y="1430742"/>
                  </a:lnTo>
                  <a:lnTo>
                    <a:pt x="1144429" y="1430742"/>
                  </a:lnTo>
                  <a:lnTo>
                    <a:pt x="1142777" y="1430742"/>
                  </a:lnTo>
                  <a:lnTo>
                    <a:pt x="1141126" y="1430742"/>
                  </a:lnTo>
                  <a:lnTo>
                    <a:pt x="1139474" y="1430742"/>
                  </a:lnTo>
                  <a:lnTo>
                    <a:pt x="1137823" y="1430742"/>
                  </a:lnTo>
                  <a:lnTo>
                    <a:pt x="1136172" y="1430742"/>
                  </a:lnTo>
                  <a:lnTo>
                    <a:pt x="1134520" y="1430742"/>
                  </a:lnTo>
                  <a:lnTo>
                    <a:pt x="1132869" y="1430742"/>
                  </a:lnTo>
                  <a:lnTo>
                    <a:pt x="1131217" y="1430742"/>
                  </a:lnTo>
                  <a:lnTo>
                    <a:pt x="1129566" y="1430742"/>
                  </a:lnTo>
                  <a:lnTo>
                    <a:pt x="1127914" y="1430742"/>
                  </a:lnTo>
                  <a:lnTo>
                    <a:pt x="1126263" y="1430742"/>
                  </a:lnTo>
                  <a:lnTo>
                    <a:pt x="1124612" y="1430742"/>
                  </a:lnTo>
                  <a:lnTo>
                    <a:pt x="1122960" y="1430742"/>
                  </a:lnTo>
                  <a:lnTo>
                    <a:pt x="1121309" y="1430742"/>
                  </a:lnTo>
                  <a:lnTo>
                    <a:pt x="1119657" y="1430742"/>
                  </a:lnTo>
                  <a:lnTo>
                    <a:pt x="1118006" y="1430742"/>
                  </a:lnTo>
                  <a:lnTo>
                    <a:pt x="1116355" y="1430742"/>
                  </a:lnTo>
                  <a:lnTo>
                    <a:pt x="1114703" y="1430742"/>
                  </a:lnTo>
                  <a:lnTo>
                    <a:pt x="1113052" y="1430742"/>
                  </a:lnTo>
                  <a:lnTo>
                    <a:pt x="1111400" y="1430742"/>
                  </a:lnTo>
                  <a:lnTo>
                    <a:pt x="1109749" y="1430742"/>
                  </a:lnTo>
                  <a:lnTo>
                    <a:pt x="1108098" y="1430742"/>
                  </a:lnTo>
                  <a:lnTo>
                    <a:pt x="1106446" y="1430742"/>
                  </a:lnTo>
                  <a:lnTo>
                    <a:pt x="1104795" y="1430742"/>
                  </a:lnTo>
                  <a:lnTo>
                    <a:pt x="1103143" y="1430742"/>
                  </a:lnTo>
                  <a:lnTo>
                    <a:pt x="1101492" y="1430742"/>
                  </a:lnTo>
                  <a:lnTo>
                    <a:pt x="1099840" y="1430742"/>
                  </a:lnTo>
                  <a:lnTo>
                    <a:pt x="1098189" y="1430742"/>
                  </a:lnTo>
                  <a:lnTo>
                    <a:pt x="1096538" y="1430742"/>
                  </a:lnTo>
                  <a:lnTo>
                    <a:pt x="1094886" y="1430742"/>
                  </a:lnTo>
                  <a:lnTo>
                    <a:pt x="1093235" y="1430742"/>
                  </a:lnTo>
                  <a:lnTo>
                    <a:pt x="1091583" y="1430742"/>
                  </a:lnTo>
                  <a:lnTo>
                    <a:pt x="1089932" y="1430742"/>
                  </a:lnTo>
                  <a:lnTo>
                    <a:pt x="1088281" y="1430742"/>
                  </a:lnTo>
                  <a:lnTo>
                    <a:pt x="1086629" y="1430742"/>
                  </a:lnTo>
                  <a:lnTo>
                    <a:pt x="1084978" y="1430742"/>
                  </a:lnTo>
                  <a:lnTo>
                    <a:pt x="1083326" y="1430742"/>
                  </a:lnTo>
                  <a:lnTo>
                    <a:pt x="1081675" y="1430742"/>
                  </a:lnTo>
                  <a:lnTo>
                    <a:pt x="1080024" y="1430742"/>
                  </a:lnTo>
                  <a:lnTo>
                    <a:pt x="1078372" y="1430742"/>
                  </a:lnTo>
                  <a:lnTo>
                    <a:pt x="1076721" y="1430742"/>
                  </a:lnTo>
                  <a:lnTo>
                    <a:pt x="1075069" y="1430742"/>
                  </a:lnTo>
                  <a:lnTo>
                    <a:pt x="1073418" y="1430742"/>
                  </a:lnTo>
                  <a:lnTo>
                    <a:pt x="1071766" y="1430742"/>
                  </a:lnTo>
                  <a:lnTo>
                    <a:pt x="1070115" y="1430742"/>
                  </a:lnTo>
                  <a:lnTo>
                    <a:pt x="1068464" y="1430742"/>
                  </a:lnTo>
                  <a:lnTo>
                    <a:pt x="1066812" y="1430742"/>
                  </a:lnTo>
                  <a:lnTo>
                    <a:pt x="1065161" y="1430742"/>
                  </a:lnTo>
                  <a:lnTo>
                    <a:pt x="1063509" y="1430742"/>
                  </a:lnTo>
                  <a:lnTo>
                    <a:pt x="1061858" y="1430742"/>
                  </a:lnTo>
                  <a:lnTo>
                    <a:pt x="1060207" y="1430742"/>
                  </a:lnTo>
                  <a:lnTo>
                    <a:pt x="1058555" y="1430742"/>
                  </a:lnTo>
                  <a:lnTo>
                    <a:pt x="1056904" y="1430742"/>
                  </a:lnTo>
                  <a:lnTo>
                    <a:pt x="1055252" y="1430742"/>
                  </a:lnTo>
                  <a:lnTo>
                    <a:pt x="1053601" y="1430742"/>
                  </a:lnTo>
                  <a:lnTo>
                    <a:pt x="1051949" y="1430742"/>
                  </a:lnTo>
                  <a:lnTo>
                    <a:pt x="1050298" y="1430742"/>
                  </a:lnTo>
                  <a:lnTo>
                    <a:pt x="1048647" y="1430742"/>
                  </a:lnTo>
                  <a:lnTo>
                    <a:pt x="1046995" y="1430742"/>
                  </a:lnTo>
                  <a:lnTo>
                    <a:pt x="1045344" y="1430742"/>
                  </a:lnTo>
                  <a:lnTo>
                    <a:pt x="1043692" y="1430742"/>
                  </a:lnTo>
                  <a:lnTo>
                    <a:pt x="1042041" y="1430742"/>
                  </a:lnTo>
                  <a:lnTo>
                    <a:pt x="1040390" y="1430742"/>
                  </a:lnTo>
                  <a:lnTo>
                    <a:pt x="1038738" y="1430742"/>
                  </a:lnTo>
                  <a:lnTo>
                    <a:pt x="1037087" y="1430742"/>
                  </a:lnTo>
                  <a:lnTo>
                    <a:pt x="1035435" y="1430742"/>
                  </a:lnTo>
                  <a:lnTo>
                    <a:pt x="1033784" y="1430742"/>
                  </a:lnTo>
                  <a:lnTo>
                    <a:pt x="1032133" y="1430742"/>
                  </a:lnTo>
                  <a:lnTo>
                    <a:pt x="1030481" y="1430742"/>
                  </a:lnTo>
                  <a:lnTo>
                    <a:pt x="1028830" y="1430742"/>
                  </a:lnTo>
                  <a:lnTo>
                    <a:pt x="1027178" y="1430742"/>
                  </a:lnTo>
                  <a:lnTo>
                    <a:pt x="1025527" y="1430742"/>
                  </a:lnTo>
                  <a:lnTo>
                    <a:pt x="1023875" y="1430742"/>
                  </a:lnTo>
                  <a:lnTo>
                    <a:pt x="1022224" y="1430742"/>
                  </a:lnTo>
                  <a:lnTo>
                    <a:pt x="1020573" y="1430742"/>
                  </a:lnTo>
                  <a:lnTo>
                    <a:pt x="1018921" y="1430742"/>
                  </a:lnTo>
                  <a:lnTo>
                    <a:pt x="1017270" y="1430742"/>
                  </a:lnTo>
                  <a:lnTo>
                    <a:pt x="1015618" y="1430742"/>
                  </a:lnTo>
                  <a:lnTo>
                    <a:pt x="1013967" y="1430742"/>
                  </a:lnTo>
                  <a:lnTo>
                    <a:pt x="1012316" y="1430742"/>
                  </a:lnTo>
                  <a:lnTo>
                    <a:pt x="1010664" y="1430742"/>
                  </a:lnTo>
                  <a:lnTo>
                    <a:pt x="1009013" y="1430742"/>
                  </a:lnTo>
                  <a:lnTo>
                    <a:pt x="1007361" y="1430742"/>
                  </a:lnTo>
                  <a:lnTo>
                    <a:pt x="1005710" y="1430742"/>
                  </a:lnTo>
                  <a:lnTo>
                    <a:pt x="1004059" y="1430742"/>
                  </a:lnTo>
                  <a:lnTo>
                    <a:pt x="1002407" y="1430742"/>
                  </a:lnTo>
                  <a:lnTo>
                    <a:pt x="1000756" y="1430742"/>
                  </a:lnTo>
                  <a:lnTo>
                    <a:pt x="999104" y="1430742"/>
                  </a:lnTo>
                  <a:lnTo>
                    <a:pt x="997453" y="1430742"/>
                  </a:lnTo>
                  <a:lnTo>
                    <a:pt x="995801" y="1430742"/>
                  </a:lnTo>
                  <a:lnTo>
                    <a:pt x="994150" y="1430742"/>
                  </a:lnTo>
                  <a:lnTo>
                    <a:pt x="992499" y="1430742"/>
                  </a:lnTo>
                  <a:lnTo>
                    <a:pt x="990847" y="1430742"/>
                  </a:lnTo>
                  <a:lnTo>
                    <a:pt x="989196" y="1430742"/>
                  </a:lnTo>
                  <a:lnTo>
                    <a:pt x="987544" y="1430742"/>
                  </a:lnTo>
                  <a:lnTo>
                    <a:pt x="985893" y="1430742"/>
                  </a:lnTo>
                  <a:lnTo>
                    <a:pt x="984242" y="1430742"/>
                  </a:lnTo>
                  <a:lnTo>
                    <a:pt x="982590" y="1430742"/>
                  </a:lnTo>
                  <a:lnTo>
                    <a:pt x="980939" y="1430742"/>
                  </a:lnTo>
                  <a:lnTo>
                    <a:pt x="979287" y="1430742"/>
                  </a:lnTo>
                  <a:lnTo>
                    <a:pt x="977636" y="1430742"/>
                  </a:lnTo>
                  <a:lnTo>
                    <a:pt x="975984" y="1430742"/>
                  </a:lnTo>
                  <a:lnTo>
                    <a:pt x="974333" y="1430742"/>
                  </a:lnTo>
                  <a:lnTo>
                    <a:pt x="972682" y="1430742"/>
                  </a:lnTo>
                  <a:lnTo>
                    <a:pt x="971030" y="1430742"/>
                  </a:lnTo>
                  <a:lnTo>
                    <a:pt x="969379" y="1430742"/>
                  </a:lnTo>
                  <a:lnTo>
                    <a:pt x="967727" y="1430742"/>
                  </a:lnTo>
                  <a:lnTo>
                    <a:pt x="966076" y="1430742"/>
                  </a:lnTo>
                  <a:lnTo>
                    <a:pt x="964425" y="1430742"/>
                  </a:lnTo>
                  <a:lnTo>
                    <a:pt x="962773" y="1430742"/>
                  </a:lnTo>
                  <a:lnTo>
                    <a:pt x="961122" y="1430742"/>
                  </a:lnTo>
                  <a:lnTo>
                    <a:pt x="959470" y="1430742"/>
                  </a:lnTo>
                  <a:lnTo>
                    <a:pt x="957819" y="1430742"/>
                  </a:lnTo>
                  <a:lnTo>
                    <a:pt x="956168" y="1430742"/>
                  </a:lnTo>
                  <a:lnTo>
                    <a:pt x="954516" y="1430742"/>
                  </a:lnTo>
                  <a:lnTo>
                    <a:pt x="952865" y="1430742"/>
                  </a:lnTo>
                  <a:lnTo>
                    <a:pt x="951213" y="1430742"/>
                  </a:lnTo>
                  <a:lnTo>
                    <a:pt x="949562" y="1430742"/>
                  </a:lnTo>
                  <a:lnTo>
                    <a:pt x="947910" y="1430742"/>
                  </a:lnTo>
                  <a:lnTo>
                    <a:pt x="946259" y="1430742"/>
                  </a:lnTo>
                  <a:lnTo>
                    <a:pt x="944608" y="1430742"/>
                  </a:lnTo>
                  <a:lnTo>
                    <a:pt x="942956" y="1430742"/>
                  </a:lnTo>
                  <a:lnTo>
                    <a:pt x="941305" y="1430742"/>
                  </a:lnTo>
                  <a:lnTo>
                    <a:pt x="939653" y="1430742"/>
                  </a:lnTo>
                  <a:lnTo>
                    <a:pt x="938002" y="1430742"/>
                  </a:lnTo>
                  <a:lnTo>
                    <a:pt x="936351" y="1430742"/>
                  </a:lnTo>
                  <a:lnTo>
                    <a:pt x="934699" y="1430742"/>
                  </a:lnTo>
                  <a:lnTo>
                    <a:pt x="933048" y="1430742"/>
                  </a:lnTo>
                  <a:lnTo>
                    <a:pt x="931396" y="1430742"/>
                  </a:lnTo>
                  <a:lnTo>
                    <a:pt x="929745" y="1430742"/>
                  </a:lnTo>
                  <a:lnTo>
                    <a:pt x="928094" y="1430742"/>
                  </a:lnTo>
                  <a:lnTo>
                    <a:pt x="926442" y="1430742"/>
                  </a:lnTo>
                  <a:lnTo>
                    <a:pt x="924791" y="1430742"/>
                  </a:lnTo>
                  <a:lnTo>
                    <a:pt x="923139" y="1430742"/>
                  </a:lnTo>
                  <a:lnTo>
                    <a:pt x="921488" y="1430742"/>
                  </a:lnTo>
                  <a:lnTo>
                    <a:pt x="919836" y="1430742"/>
                  </a:lnTo>
                  <a:lnTo>
                    <a:pt x="918185" y="1430742"/>
                  </a:lnTo>
                  <a:lnTo>
                    <a:pt x="916534" y="1430742"/>
                  </a:lnTo>
                  <a:lnTo>
                    <a:pt x="914882" y="1430742"/>
                  </a:lnTo>
                  <a:lnTo>
                    <a:pt x="913231" y="1430742"/>
                  </a:lnTo>
                  <a:lnTo>
                    <a:pt x="911579" y="1430742"/>
                  </a:lnTo>
                  <a:lnTo>
                    <a:pt x="909928" y="1430742"/>
                  </a:lnTo>
                  <a:lnTo>
                    <a:pt x="908277" y="1430742"/>
                  </a:lnTo>
                  <a:lnTo>
                    <a:pt x="906625" y="1430742"/>
                  </a:lnTo>
                  <a:lnTo>
                    <a:pt x="904974" y="1430742"/>
                  </a:lnTo>
                  <a:lnTo>
                    <a:pt x="903322" y="1430742"/>
                  </a:lnTo>
                  <a:lnTo>
                    <a:pt x="901671" y="1430742"/>
                  </a:lnTo>
                  <a:lnTo>
                    <a:pt x="900020" y="1430742"/>
                  </a:lnTo>
                  <a:lnTo>
                    <a:pt x="898368" y="1430742"/>
                  </a:lnTo>
                  <a:lnTo>
                    <a:pt x="896717" y="1430742"/>
                  </a:lnTo>
                  <a:lnTo>
                    <a:pt x="895065" y="1430742"/>
                  </a:lnTo>
                  <a:lnTo>
                    <a:pt x="893414" y="1430742"/>
                  </a:lnTo>
                  <a:lnTo>
                    <a:pt x="891762" y="1430742"/>
                  </a:lnTo>
                  <a:lnTo>
                    <a:pt x="890111" y="1430742"/>
                  </a:lnTo>
                  <a:lnTo>
                    <a:pt x="888460" y="1430742"/>
                  </a:lnTo>
                  <a:lnTo>
                    <a:pt x="886808" y="1430742"/>
                  </a:lnTo>
                  <a:lnTo>
                    <a:pt x="885157" y="1430742"/>
                  </a:lnTo>
                  <a:lnTo>
                    <a:pt x="883505" y="1430742"/>
                  </a:lnTo>
                  <a:lnTo>
                    <a:pt x="881854" y="1430742"/>
                  </a:lnTo>
                  <a:lnTo>
                    <a:pt x="880203" y="1430742"/>
                  </a:lnTo>
                  <a:lnTo>
                    <a:pt x="878551" y="1430742"/>
                  </a:lnTo>
                  <a:lnTo>
                    <a:pt x="876900" y="1430742"/>
                  </a:lnTo>
                  <a:lnTo>
                    <a:pt x="875248" y="1430742"/>
                  </a:lnTo>
                  <a:lnTo>
                    <a:pt x="873597" y="1430742"/>
                  </a:lnTo>
                  <a:lnTo>
                    <a:pt x="871945" y="1430742"/>
                  </a:lnTo>
                  <a:lnTo>
                    <a:pt x="870294" y="1430742"/>
                  </a:lnTo>
                  <a:lnTo>
                    <a:pt x="868643" y="1430742"/>
                  </a:lnTo>
                  <a:lnTo>
                    <a:pt x="866991" y="1430742"/>
                  </a:lnTo>
                  <a:lnTo>
                    <a:pt x="865340" y="1430742"/>
                  </a:lnTo>
                  <a:lnTo>
                    <a:pt x="863688" y="1430742"/>
                  </a:lnTo>
                  <a:lnTo>
                    <a:pt x="862037" y="1430742"/>
                  </a:lnTo>
                  <a:lnTo>
                    <a:pt x="860386" y="1430742"/>
                  </a:lnTo>
                  <a:lnTo>
                    <a:pt x="858734" y="1430742"/>
                  </a:lnTo>
                  <a:lnTo>
                    <a:pt x="857083" y="1430742"/>
                  </a:lnTo>
                  <a:lnTo>
                    <a:pt x="855431" y="1430742"/>
                  </a:lnTo>
                  <a:lnTo>
                    <a:pt x="853780" y="1430742"/>
                  </a:lnTo>
                  <a:lnTo>
                    <a:pt x="852129" y="1430742"/>
                  </a:lnTo>
                  <a:lnTo>
                    <a:pt x="850477" y="1430742"/>
                  </a:lnTo>
                  <a:lnTo>
                    <a:pt x="848826" y="1430742"/>
                  </a:lnTo>
                  <a:lnTo>
                    <a:pt x="847174" y="1430742"/>
                  </a:lnTo>
                  <a:lnTo>
                    <a:pt x="845523" y="1430742"/>
                  </a:lnTo>
                  <a:lnTo>
                    <a:pt x="843871" y="1430742"/>
                  </a:lnTo>
                  <a:lnTo>
                    <a:pt x="842220" y="1430742"/>
                  </a:lnTo>
                  <a:lnTo>
                    <a:pt x="840569" y="1430742"/>
                  </a:lnTo>
                  <a:lnTo>
                    <a:pt x="838917" y="1430742"/>
                  </a:lnTo>
                  <a:lnTo>
                    <a:pt x="837266" y="1430742"/>
                  </a:lnTo>
                  <a:lnTo>
                    <a:pt x="835614" y="1430742"/>
                  </a:lnTo>
                  <a:lnTo>
                    <a:pt x="833963" y="1430742"/>
                  </a:lnTo>
                  <a:lnTo>
                    <a:pt x="832312" y="1430742"/>
                  </a:lnTo>
                  <a:lnTo>
                    <a:pt x="830660" y="1430742"/>
                  </a:lnTo>
                  <a:lnTo>
                    <a:pt x="829009" y="1430742"/>
                  </a:lnTo>
                  <a:lnTo>
                    <a:pt x="827357" y="1430742"/>
                  </a:lnTo>
                  <a:lnTo>
                    <a:pt x="825706" y="1430742"/>
                  </a:lnTo>
                  <a:lnTo>
                    <a:pt x="824055" y="1430742"/>
                  </a:lnTo>
                  <a:lnTo>
                    <a:pt x="822403" y="1430742"/>
                  </a:lnTo>
                  <a:lnTo>
                    <a:pt x="820752" y="1430742"/>
                  </a:lnTo>
                  <a:lnTo>
                    <a:pt x="819100" y="1430742"/>
                  </a:lnTo>
                  <a:lnTo>
                    <a:pt x="817449" y="1430742"/>
                  </a:lnTo>
                  <a:lnTo>
                    <a:pt x="815797" y="1430742"/>
                  </a:lnTo>
                  <a:lnTo>
                    <a:pt x="814146" y="1430742"/>
                  </a:lnTo>
                  <a:lnTo>
                    <a:pt x="812495" y="1430742"/>
                  </a:lnTo>
                  <a:lnTo>
                    <a:pt x="810843" y="1430742"/>
                  </a:lnTo>
                  <a:lnTo>
                    <a:pt x="809192" y="1430742"/>
                  </a:lnTo>
                  <a:lnTo>
                    <a:pt x="807540" y="1430742"/>
                  </a:lnTo>
                  <a:lnTo>
                    <a:pt x="805889" y="1430742"/>
                  </a:lnTo>
                  <a:lnTo>
                    <a:pt x="804238" y="1430742"/>
                  </a:lnTo>
                  <a:lnTo>
                    <a:pt x="802586" y="1430742"/>
                  </a:lnTo>
                  <a:lnTo>
                    <a:pt x="800935" y="1430742"/>
                  </a:lnTo>
                  <a:lnTo>
                    <a:pt x="799283" y="1430742"/>
                  </a:lnTo>
                  <a:lnTo>
                    <a:pt x="797632" y="1430742"/>
                  </a:lnTo>
                  <a:lnTo>
                    <a:pt x="795980" y="1430742"/>
                  </a:lnTo>
                  <a:lnTo>
                    <a:pt x="794329" y="1430742"/>
                  </a:lnTo>
                  <a:lnTo>
                    <a:pt x="792678" y="1430742"/>
                  </a:lnTo>
                  <a:lnTo>
                    <a:pt x="791026" y="1430742"/>
                  </a:lnTo>
                  <a:lnTo>
                    <a:pt x="789375" y="1430742"/>
                  </a:lnTo>
                  <a:lnTo>
                    <a:pt x="787723" y="1430742"/>
                  </a:lnTo>
                  <a:lnTo>
                    <a:pt x="786072" y="1430742"/>
                  </a:lnTo>
                  <a:lnTo>
                    <a:pt x="784421" y="1430742"/>
                  </a:lnTo>
                  <a:lnTo>
                    <a:pt x="782769" y="1430742"/>
                  </a:lnTo>
                  <a:lnTo>
                    <a:pt x="781118" y="1430742"/>
                  </a:lnTo>
                  <a:lnTo>
                    <a:pt x="779466" y="1430742"/>
                  </a:lnTo>
                  <a:lnTo>
                    <a:pt x="777815" y="1430742"/>
                  </a:lnTo>
                  <a:lnTo>
                    <a:pt x="776164" y="1430742"/>
                  </a:lnTo>
                  <a:lnTo>
                    <a:pt x="774512" y="1430742"/>
                  </a:lnTo>
                  <a:lnTo>
                    <a:pt x="772861" y="1430742"/>
                  </a:lnTo>
                  <a:lnTo>
                    <a:pt x="771209" y="1430742"/>
                  </a:lnTo>
                  <a:lnTo>
                    <a:pt x="769558" y="1430742"/>
                  </a:lnTo>
                  <a:lnTo>
                    <a:pt x="767906" y="1430742"/>
                  </a:lnTo>
                  <a:lnTo>
                    <a:pt x="766255" y="1430742"/>
                  </a:lnTo>
                  <a:lnTo>
                    <a:pt x="764604" y="1430742"/>
                  </a:lnTo>
                  <a:lnTo>
                    <a:pt x="762952" y="1430742"/>
                  </a:lnTo>
                  <a:lnTo>
                    <a:pt x="761301" y="1430742"/>
                  </a:lnTo>
                  <a:lnTo>
                    <a:pt x="759649" y="1430742"/>
                  </a:lnTo>
                  <a:lnTo>
                    <a:pt x="757998" y="1430742"/>
                  </a:lnTo>
                  <a:lnTo>
                    <a:pt x="756347" y="1430742"/>
                  </a:lnTo>
                  <a:lnTo>
                    <a:pt x="754695" y="1430742"/>
                  </a:lnTo>
                  <a:lnTo>
                    <a:pt x="753044" y="1430742"/>
                  </a:lnTo>
                  <a:lnTo>
                    <a:pt x="751392" y="1430742"/>
                  </a:lnTo>
                  <a:lnTo>
                    <a:pt x="749741" y="1430742"/>
                  </a:lnTo>
                  <a:lnTo>
                    <a:pt x="748090" y="1430742"/>
                  </a:lnTo>
                  <a:lnTo>
                    <a:pt x="746438" y="1430742"/>
                  </a:lnTo>
                  <a:lnTo>
                    <a:pt x="744787" y="1430742"/>
                  </a:lnTo>
                  <a:lnTo>
                    <a:pt x="743135" y="1430742"/>
                  </a:lnTo>
                  <a:lnTo>
                    <a:pt x="741484" y="1430742"/>
                  </a:lnTo>
                  <a:lnTo>
                    <a:pt x="739832" y="1430742"/>
                  </a:lnTo>
                  <a:lnTo>
                    <a:pt x="738181" y="1430742"/>
                  </a:lnTo>
                  <a:lnTo>
                    <a:pt x="736530" y="1430742"/>
                  </a:lnTo>
                  <a:lnTo>
                    <a:pt x="734878" y="1430742"/>
                  </a:lnTo>
                  <a:lnTo>
                    <a:pt x="733227" y="1430742"/>
                  </a:lnTo>
                  <a:lnTo>
                    <a:pt x="731575" y="1430742"/>
                  </a:lnTo>
                  <a:lnTo>
                    <a:pt x="729924" y="1430742"/>
                  </a:lnTo>
                  <a:lnTo>
                    <a:pt x="728273" y="1430742"/>
                  </a:lnTo>
                  <a:lnTo>
                    <a:pt x="726621" y="1430742"/>
                  </a:lnTo>
                  <a:lnTo>
                    <a:pt x="724970" y="1430742"/>
                  </a:lnTo>
                  <a:lnTo>
                    <a:pt x="723318" y="1430742"/>
                  </a:lnTo>
                  <a:lnTo>
                    <a:pt x="721667" y="1430742"/>
                  </a:lnTo>
                  <a:lnTo>
                    <a:pt x="720016" y="1430742"/>
                  </a:lnTo>
                  <a:lnTo>
                    <a:pt x="718364" y="1430742"/>
                  </a:lnTo>
                  <a:lnTo>
                    <a:pt x="716713" y="1430742"/>
                  </a:lnTo>
                  <a:lnTo>
                    <a:pt x="715061" y="1430742"/>
                  </a:lnTo>
                  <a:lnTo>
                    <a:pt x="713410" y="1430742"/>
                  </a:lnTo>
                  <a:lnTo>
                    <a:pt x="711758" y="1430742"/>
                  </a:lnTo>
                  <a:lnTo>
                    <a:pt x="710107" y="1430742"/>
                  </a:lnTo>
                  <a:lnTo>
                    <a:pt x="708456" y="1430742"/>
                  </a:lnTo>
                  <a:lnTo>
                    <a:pt x="706804" y="1430742"/>
                  </a:lnTo>
                  <a:lnTo>
                    <a:pt x="705153" y="1430742"/>
                  </a:lnTo>
                  <a:lnTo>
                    <a:pt x="703501" y="1430742"/>
                  </a:lnTo>
                  <a:lnTo>
                    <a:pt x="701850" y="1430742"/>
                  </a:lnTo>
                  <a:lnTo>
                    <a:pt x="700199" y="1430742"/>
                  </a:lnTo>
                  <a:lnTo>
                    <a:pt x="698547" y="1430742"/>
                  </a:lnTo>
                  <a:lnTo>
                    <a:pt x="696896" y="1430742"/>
                  </a:lnTo>
                  <a:lnTo>
                    <a:pt x="695244" y="1430742"/>
                  </a:lnTo>
                  <a:lnTo>
                    <a:pt x="693593" y="1430742"/>
                  </a:lnTo>
                  <a:lnTo>
                    <a:pt x="691941" y="1430742"/>
                  </a:lnTo>
                  <a:lnTo>
                    <a:pt x="690290" y="1430742"/>
                  </a:lnTo>
                  <a:lnTo>
                    <a:pt x="688639" y="1430742"/>
                  </a:lnTo>
                  <a:lnTo>
                    <a:pt x="686987" y="1430742"/>
                  </a:lnTo>
                  <a:lnTo>
                    <a:pt x="685336" y="1430742"/>
                  </a:lnTo>
                  <a:lnTo>
                    <a:pt x="683684" y="1430742"/>
                  </a:lnTo>
                  <a:lnTo>
                    <a:pt x="682033" y="1430742"/>
                  </a:lnTo>
                  <a:lnTo>
                    <a:pt x="680382" y="1430742"/>
                  </a:lnTo>
                  <a:lnTo>
                    <a:pt x="678730" y="1430742"/>
                  </a:lnTo>
                  <a:lnTo>
                    <a:pt x="677079" y="1430742"/>
                  </a:lnTo>
                  <a:lnTo>
                    <a:pt x="675427" y="1430742"/>
                  </a:lnTo>
                  <a:lnTo>
                    <a:pt x="673776" y="1430742"/>
                  </a:lnTo>
                  <a:lnTo>
                    <a:pt x="672125" y="1430742"/>
                  </a:lnTo>
                  <a:lnTo>
                    <a:pt x="670473" y="1430742"/>
                  </a:lnTo>
                  <a:lnTo>
                    <a:pt x="668822" y="1430742"/>
                  </a:lnTo>
                  <a:lnTo>
                    <a:pt x="667170" y="1430742"/>
                  </a:lnTo>
                  <a:lnTo>
                    <a:pt x="665519" y="1430742"/>
                  </a:lnTo>
                  <a:lnTo>
                    <a:pt x="663867" y="1430742"/>
                  </a:lnTo>
                  <a:lnTo>
                    <a:pt x="662216" y="1430742"/>
                  </a:lnTo>
                  <a:lnTo>
                    <a:pt x="660565" y="1430742"/>
                  </a:lnTo>
                  <a:lnTo>
                    <a:pt x="658913" y="1430742"/>
                  </a:lnTo>
                  <a:lnTo>
                    <a:pt x="657262" y="1430742"/>
                  </a:lnTo>
                  <a:lnTo>
                    <a:pt x="655610" y="1430742"/>
                  </a:lnTo>
                  <a:lnTo>
                    <a:pt x="653959" y="1430742"/>
                  </a:lnTo>
                  <a:lnTo>
                    <a:pt x="652308" y="1430742"/>
                  </a:lnTo>
                  <a:lnTo>
                    <a:pt x="650656" y="1430742"/>
                  </a:lnTo>
                  <a:lnTo>
                    <a:pt x="649005" y="1430742"/>
                  </a:lnTo>
                  <a:lnTo>
                    <a:pt x="647353" y="1430742"/>
                  </a:lnTo>
                  <a:lnTo>
                    <a:pt x="645702" y="1430742"/>
                  </a:lnTo>
                  <a:lnTo>
                    <a:pt x="644051" y="1430742"/>
                  </a:lnTo>
                  <a:lnTo>
                    <a:pt x="642399" y="1430742"/>
                  </a:lnTo>
                  <a:lnTo>
                    <a:pt x="640748" y="1430742"/>
                  </a:lnTo>
                  <a:lnTo>
                    <a:pt x="639096" y="1430742"/>
                  </a:lnTo>
                  <a:lnTo>
                    <a:pt x="637445" y="1430742"/>
                  </a:lnTo>
                  <a:lnTo>
                    <a:pt x="635793" y="1430742"/>
                  </a:lnTo>
                  <a:lnTo>
                    <a:pt x="634142" y="1430742"/>
                  </a:lnTo>
                  <a:lnTo>
                    <a:pt x="632491" y="1430742"/>
                  </a:lnTo>
                  <a:lnTo>
                    <a:pt x="630839" y="1430742"/>
                  </a:lnTo>
                  <a:lnTo>
                    <a:pt x="629188" y="1430742"/>
                  </a:lnTo>
                  <a:lnTo>
                    <a:pt x="627536" y="1430742"/>
                  </a:lnTo>
                  <a:lnTo>
                    <a:pt x="625885" y="1430742"/>
                  </a:lnTo>
                  <a:lnTo>
                    <a:pt x="624234" y="1430742"/>
                  </a:lnTo>
                  <a:lnTo>
                    <a:pt x="622582" y="1430742"/>
                  </a:lnTo>
                  <a:lnTo>
                    <a:pt x="620931" y="1430742"/>
                  </a:lnTo>
                  <a:lnTo>
                    <a:pt x="619279" y="1430742"/>
                  </a:lnTo>
                  <a:lnTo>
                    <a:pt x="617628" y="1430742"/>
                  </a:lnTo>
                  <a:lnTo>
                    <a:pt x="615976" y="1430742"/>
                  </a:lnTo>
                  <a:lnTo>
                    <a:pt x="614325" y="1430742"/>
                  </a:lnTo>
                  <a:lnTo>
                    <a:pt x="612674" y="1430742"/>
                  </a:lnTo>
                  <a:lnTo>
                    <a:pt x="611022" y="1430742"/>
                  </a:lnTo>
                  <a:lnTo>
                    <a:pt x="609371" y="1430742"/>
                  </a:lnTo>
                  <a:lnTo>
                    <a:pt x="607719" y="1430742"/>
                  </a:lnTo>
                  <a:lnTo>
                    <a:pt x="606068" y="1430742"/>
                  </a:lnTo>
                  <a:lnTo>
                    <a:pt x="604417" y="1430742"/>
                  </a:lnTo>
                  <a:lnTo>
                    <a:pt x="602765" y="1430742"/>
                  </a:lnTo>
                  <a:lnTo>
                    <a:pt x="601114" y="1430742"/>
                  </a:lnTo>
                  <a:lnTo>
                    <a:pt x="599462" y="1430742"/>
                  </a:lnTo>
                  <a:lnTo>
                    <a:pt x="597811" y="1430742"/>
                  </a:lnTo>
                  <a:lnTo>
                    <a:pt x="596160" y="1430742"/>
                  </a:lnTo>
                  <a:lnTo>
                    <a:pt x="594508" y="1430742"/>
                  </a:lnTo>
                  <a:lnTo>
                    <a:pt x="592857" y="1430742"/>
                  </a:lnTo>
                  <a:lnTo>
                    <a:pt x="591205" y="1430742"/>
                  </a:lnTo>
                  <a:lnTo>
                    <a:pt x="589554" y="1430742"/>
                  </a:lnTo>
                  <a:lnTo>
                    <a:pt x="587902" y="1430742"/>
                  </a:lnTo>
                  <a:lnTo>
                    <a:pt x="586251" y="1430742"/>
                  </a:lnTo>
                  <a:lnTo>
                    <a:pt x="584600" y="1430742"/>
                  </a:lnTo>
                  <a:lnTo>
                    <a:pt x="582948" y="1430742"/>
                  </a:lnTo>
                  <a:lnTo>
                    <a:pt x="581297" y="1430742"/>
                  </a:lnTo>
                  <a:lnTo>
                    <a:pt x="579645" y="1430742"/>
                  </a:lnTo>
                  <a:lnTo>
                    <a:pt x="577994" y="1430742"/>
                  </a:lnTo>
                  <a:lnTo>
                    <a:pt x="576343" y="1430742"/>
                  </a:lnTo>
                  <a:lnTo>
                    <a:pt x="574691" y="1430742"/>
                  </a:lnTo>
                  <a:lnTo>
                    <a:pt x="573040" y="1430742"/>
                  </a:lnTo>
                  <a:lnTo>
                    <a:pt x="571388" y="1430742"/>
                  </a:lnTo>
                  <a:lnTo>
                    <a:pt x="569737" y="1430742"/>
                  </a:lnTo>
                  <a:lnTo>
                    <a:pt x="568086" y="1430742"/>
                  </a:lnTo>
                  <a:lnTo>
                    <a:pt x="566434" y="1430742"/>
                  </a:lnTo>
                  <a:lnTo>
                    <a:pt x="564783" y="1430742"/>
                  </a:lnTo>
                  <a:lnTo>
                    <a:pt x="563131" y="1430742"/>
                  </a:lnTo>
                  <a:lnTo>
                    <a:pt x="561480" y="1430742"/>
                  </a:lnTo>
                  <a:lnTo>
                    <a:pt x="559828" y="1430742"/>
                  </a:lnTo>
                  <a:lnTo>
                    <a:pt x="558177" y="1430742"/>
                  </a:lnTo>
                  <a:lnTo>
                    <a:pt x="556526" y="1430742"/>
                  </a:lnTo>
                  <a:lnTo>
                    <a:pt x="554874" y="1430742"/>
                  </a:lnTo>
                  <a:lnTo>
                    <a:pt x="553223" y="1430742"/>
                  </a:lnTo>
                  <a:lnTo>
                    <a:pt x="551571" y="1430742"/>
                  </a:lnTo>
                  <a:lnTo>
                    <a:pt x="549920" y="1430742"/>
                  </a:lnTo>
                  <a:lnTo>
                    <a:pt x="548269" y="1430742"/>
                  </a:lnTo>
                  <a:lnTo>
                    <a:pt x="546617" y="1430742"/>
                  </a:lnTo>
                  <a:lnTo>
                    <a:pt x="544966" y="1430742"/>
                  </a:lnTo>
                  <a:lnTo>
                    <a:pt x="543314" y="1430742"/>
                  </a:lnTo>
                  <a:lnTo>
                    <a:pt x="541663" y="1430742"/>
                  </a:lnTo>
                  <a:lnTo>
                    <a:pt x="540012" y="1430742"/>
                  </a:lnTo>
                  <a:lnTo>
                    <a:pt x="538360" y="1430742"/>
                  </a:lnTo>
                  <a:lnTo>
                    <a:pt x="536709" y="1430742"/>
                  </a:lnTo>
                  <a:lnTo>
                    <a:pt x="535057" y="1430742"/>
                  </a:lnTo>
                  <a:lnTo>
                    <a:pt x="533406" y="1430742"/>
                  </a:lnTo>
                  <a:lnTo>
                    <a:pt x="531754" y="1430742"/>
                  </a:lnTo>
                  <a:lnTo>
                    <a:pt x="530103" y="1430742"/>
                  </a:lnTo>
                  <a:lnTo>
                    <a:pt x="528452" y="1430742"/>
                  </a:lnTo>
                  <a:lnTo>
                    <a:pt x="526800" y="1430742"/>
                  </a:lnTo>
                  <a:lnTo>
                    <a:pt x="525149" y="1430742"/>
                  </a:lnTo>
                  <a:lnTo>
                    <a:pt x="523497" y="1430742"/>
                  </a:lnTo>
                  <a:lnTo>
                    <a:pt x="521846" y="1430742"/>
                  </a:lnTo>
                  <a:lnTo>
                    <a:pt x="520195" y="1430742"/>
                  </a:lnTo>
                  <a:lnTo>
                    <a:pt x="518543" y="1430742"/>
                  </a:lnTo>
                  <a:lnTo>
                    <a:pt x="516892" y="1430742"/>
                  </a:lnTo>
                  <a:lnTo>
                    <a:pt x="515240" y="1430742"/>
                  </a:lnTo>
                  <a:lnTo>
                    <a:pt x="513589" y="1430742"/>
                  </a:lnTo>
                  <a:lnTo>
                    <a:pt x="511937" y="1430742"/>
                  </a:lnTo>
                  <a:lnTo>
                    <a:pt x="510286" y="1430742"/>
                  </a:lnTo>
                  <a:lnTo>
                    <a:pt x="508635" y="1430742"/>
                  </a:lnTo>
                  <a:lnTo>
                    <a:pt x="506983" y="1430742"/>
                  </a:lnTo>
                  <a:lnTo>
                    <a:pt x="505332" y="1430742"/>
                  </a:lnTo>
                  <a:lnTo>
                    <a:pt x="503680" y="1430742"/>
                  </a:lnTo>
                  <a:lnTo>
                    <a:pt x="502029" y="1430742"/>
                  </a:lnTo>
                  <a:lnTo>
                    <a:pt x="500378" y="1430742"/>
                  </a:lnTo>
                  <a:lnTo>
                    <a:pt x="498726" y="1430742"/>
                  </a:lnTo>
                  <a:lnTo>
                    <a:pt x="497075" y="1430742"/>
                  </a:lnTo>
                  <a:lnTo>
                    <a:pt x="495423" y="1430742"/>
                  </a:lnTo>
                  <a:lnTo>
                    <a:pt x="493772" y="1430742"/>
                  </a:lnTo>
                  <a:lnTo>
                    <a:pt x="492121" y="1430742"/>
                  </a:lnTo>
                  <a:lnTo>
                    <a:pt x="490469" y="1430742"/>
                  </a:lnTo>
                  <a:lnTo>
                    <a:pt x="488818" y="1430742"/>
                  </a:lnTo>
                  <a:lnTo>
                    <a:pt x="487166" y="1430742"/>
                  </a:lnTo>
                  <a:lnTo>
                    <a:pt x="485515" y="1430742"/>
                  </a:lnTo>
                  <a:lnTo>
                    <a:pt x="483863" y="1430742"/>
                  </a:lnTo>
                  <a:lnTo>
                    <a:pt x="482212" y="1430742"/>
                  </a:lnTo>
                  <a:lnTo>
                    <a:pt x="480561" y="1430742"/>
                  </a:lnTo>
                  <a:lnTo>
                    <a:pt x="478909" y="1430742"/>
                  </a:lnTo>
                  <a:lnTo>
                    <a:pt x="477258" y="1430742"/>
                  </a:lnTo>
                  <a:lnTo>
                    <a:pt x="475606" y="1430742"/>
                  </a:lnTo>
                  <a:lnTo>
                    <a:pt x="473955" y="1430742"/>
                  </a:lnTo>
                  <a:lnTo>
                    <a:pt x="472304" y="1430742"/>
                  </a:lnTo>
                  <a:lnTo>
                    <a:pt x="470652" y="1430742"/>
                  </a:lnTo>
                  <a:lnTo>
                    <a:pt x="469001" y="1430742"/>
                  </a:lnTo>
                  <a:lnTo>
                    <a:pt x="467349" y="1430742"/>
                  </a:lnTo>
                  <a:lnTo>
                    <a:pt x="465698" y="1430742"/>
                  </a:lnTo>
                  <a:lnTo>
                    <a:pt x="464047" y="1430742"/>
                  </a:lnTo>
                  <a:lnTo>
                    <a:pt x="462395" y="1430742"/>
                  </a:lnTo>
                  <a:lnTo>
                    <a:pt x="460744" y="1430742"/>
                  </a:lnTo>
                  <a:lnTo>
                    <a:pt x="459092" y="1430742"/>
                  </a:lnTo>
                  <a:lnTo>
                    <a:pt x="457441" y="1430742"/>
                  </a:lnTo>
                  <a:lnTo>
                    <a:pt x="455789" y="1430742"/>
                  </a:lnTo>
                  <a:lnTo>
                    <a:pt x="454138" y="1430742"/>
                  </a:lnTo>
                  <a:lnTo>
                    <a:pt x="452487" y="1430742"/>
                  </a:lnTo>
                  <a:lnTo>
                    <a:pt x="450835" y="1430742"/>
                  </a:lnTo>
                  <a:lnTo>
                    <a:pt x="449184" y="1430742"/>
                  </a:lnTo>
                  <a:lnTo>
                    <a:pt x="447532" y="1430742"/>
                  </a:lnTo>
                  <a:lnTo>
                    <a:pt x="445881" y="1430742"/>
                  </a:lnTo>
                  <a:lnTo>
                    <a:pt x="444230" y="1430742"/>
                  </a:lnTo>
                  <a:lnTo>
                    <a:pt x="442578" y="1430742"/>
                  </a:lnTo>
                  <a:lnTo>
                    <a:pt x="440927" y="1430742"/>
                  </a:lnTo>
                  <a:lnTo>
                    <a:pt x="439275" y="1430742"/>
                  </a:lnTo>
                  <a:lnTo>
                    <a:pt x="437624" y="1430742"/>
                  </a:lnTo>
                  <a:lnTo>
                    <a:pt x="435972" y="1430742"/>
                  </a:lnTo>
                  <a:lnTo>
                    <a:pt x="434321" y="1430742"/>
                  </a:lnTo>
                  <a:lnTo>
                    <a:pt x="432670" y="1430742"/>
                  </a:lnTo>
                  <a:lnTo>
                    <a:pt x="431018" y="1430742"/>
                  </a:lnTo>
                  <a:lnTo>
                    <a:pt x="429367" y="1430742"/>
                  </a:lnTo>
                  <a:lnTo>
                    <a:pt x="427715" y="1430742"/>
                  </a:lnTo>
                  <a:lnTo>
                    <a:pt x="426064" y="1430742"/>
                  </a:lnTo>
                  <a:lnTo>
                    <a:pt x="424413" y="1430742"/>
                  </a:lnTo>
                  <a:lnTo>
                    <a:pt x="422761" y="1430742"/>
                  </a:lnTo>
                  <a:lnTo>
                    <a:pt x="421110" y="1430742"/>
                  </a:lnTo>
                  <a:lnTo>
                    <a:pt x="419458" y="1430742"/>
                  </a:lnTo>
                  <a:lnTo>
                    <a:pt x="417807" y="1430742"/>
                  </a:lnTo>
                  <a:lnTo>
                    <a:pt x="416156" y="1430742"/>
                  </a:lnTo>
                  <a:lnTo>
                    <a:pt x="414504" y="1430742"/>
                  </a:lnTo>
                  <a:lnTo>
                    <a:pt x="412853" y="1430742"/>
                  </a:lnTo>
                  <a:lnTo>
                    <a:pt x="411201" y="1430742"/>
                  </a:lnTo>
                  <a:lnTo>
                    <a:pt x="409550" y="1430742"/>
                  </a:lnTo>
                  <a:lnTo>
                    <a:pt x="407898" y="1430742"/>
                  </a:lnTo>
                  <a:lnTo>
                    <a:pt x="406247" y="1430742"/>
                  </a:lnTo>
                  <a:lnTo>
                    <a:pt x="404596" y="1430742"/>
                  </a:lnTo>
                  <a:lnTo>
                    <a:pt x="402944" y="1430742"/>
                  </a:lnTo>
                  <a:lnTo>
                    <a:pt x="401293" y="1430742"/>
                  </a:lnTo>
                  <a:lnTo>
                    <a:pt x="399641" y="1430742"/>
                  </a:lnTo>
                  <a:lnTo>
                    <a:pt x="397990" y="1430742"/>
                  </a:lnTo>
                  <a:lnTo>
                    <a:pt x="396339" y="1430742"/>
                  </a:lnTo>
                  <a:lnTo>
                    <a:pt x="394687" y="1430742"/>
                  </a:lnTo>
                  <a:lnTo>
                    <a:pt x="393036" y="1430742"/>
                  </a:lnTo>
                  <a:lnTo>
                    <a:pt x="391384" y="1430742"/>
                  </a:lnTo>
                  <a:lnTo>
                    <a:pt x="389733" y="1430742"/>
                  </a:lnTo>
                  <a:lnTo>
                    <a:pt x="388082" y="1430742"/>
                  </a:lnTo>
                  <a:lnTo>
                    <a:pt x="386430" y="1430742"/>
                  </a:lnTo>
                  <a:lnTo>
                    <a:pt x="384779" y="1430742"/>
                  </a:lnTo>
                  <a:lnTo>
                    <a:pt x="383127" y="1430742"/>
                  </a:lnTo>
                  <a:lnTo>
                    <a:pt x="381476" y="1430742"/>
                  </a:lnTo>
                  <a:lnTo>
                    <a:pt x="379824" y="1430742"/>
                  </a:lnTo>
                  <a:lnTo>
                    <a:pt x="378173" y="1430742"/>
                  </a:lnTo>
                  <a:lnTo>
                    <a:pt x="376522" y="1430742"/>
                  </a:lnTo>
                  <a:lnTo>
                    <a:pt x="374870" y="1430742"/>
                  </a:lnTo>
                  <a:lnTo>
                    <a:pt x="373219" y="1430742"/>
                  </a:lnTo>
                  <a:lnTo>
                    <a:pt x="371567" y="1430742"/>
                  </a:lnTo>
                  <a:lnTo>
                    <a:pt x="369916" y="1430742"/>
                  </a:lnTo>
                  <a:lnTo>
                    <a:pt x="368265" y="1430742"/>
                  </a:lnTo>
                  <a:lnTo>
                    <a:pt x="366613" y="1430742"/>
                  </a:lnTo>
                  <a:lnTo>
                    <a:pt x="364962" y="1430742"/>
                  </a:lnTo>
                  <a:lnTo>
                    <a:pt x="363310" y="1430742"/>
                  </a:lnTo>
                  <a:lnTo>
                    <a:pt x="361659" y="1430742"/>
                  </a:lnTo>
                  <a:lnTo>
                    <a:pt x="360008" y="1430742"/>
                  </a:lnTo>
                  <a:lnTo>
                    <a:pt x="358356" y="1430742"/>
                  </a:lnTo>
                  <a:lnTo>
                    <a:pt x="356705" y="1430742"/>
                  </a:lnTo>
                  <a:lnTo>
                    <a:pt x="355053" y="1430742"/>
                  </a:lnTo>
                  <a:lnTo>
                    <a:pt x="353402" y="1430742"/>
                  </a:lnTo>
                  <a:lnTo>
                    <a:pt x="351750" y="1430742"/>
                  </a:lnTo>
                  <a:lnTo>
                    <a:pt x="350099" y="1430742"/>
                  </a:lnTo>
                  <a:lnTo>
                    <a:pt x="348448" y="1430742"/>
                  </a:lnTo>
                  <a:lnTo>
                    <a:pt x="346796" y="1430742"/>
                  </a:lnTo>
                  <a:lnTo>
                    <a:pt x="345145" y="1430742"/>
                  </a:lnTo>
                  <a:lnTo>
                    <a:pt x="343493" y="1430742"/>
                  </a:lnTo>
                  <a:lnTo>
                    <a:pt x="341842" y="1430742"/>
                  </a:lnTo>
                  <a:lnTo>
                    <a:pt x="340191" y="1430742"/>
                  </a:lnTo>
                  <a:lnTo>
                    <a:pt x="338539" y="1430742"/>
                  </a:lnTo>
                  <a:lnTo>
                    <a:pt x="336888" y="1430742"/>
                  </a:lnTo>
                  <a:lnTo>
                    <a:pt x="335236" y="1430742"/>
                  </a:lnTo>
                  <a:lnTo>
                    <a:pt x="333585" y="1430742"/>
                  </a:lnTo>
                  <a:lnTo>
                    <a:pt x="331933" y="1430742"/>
                  </a:lnTo>
                  <a:lnTo>
                    <a:pt x="330282" y="1430742"/>
                  </a:lnTo>
                  <a:lnTo>
                    <a:pt x="328631" y="1430742"/>
                  </a:lnTo>
                  <a:lnTo>
                    <a:pt x="326979" y="1430742"/>
                  </a:lnTo>
                  <a:lnTo>
                    <a:pt x="325328" y="1430742"/>
                  </a:lnTo>
                  <a:lnTo>
                    <a:pt x="323676" y="1430742"/>
                  </a:lnTo>
                  <a:lnTo>
                    <a:pt x="322025" y="1430742"/>
                  </a:lnTo>
                  <a:lnTo>
                    <a:pt x="320374" y="1430742"/>
                  </a:lnTo>
                  <a:lnTo>
                    <a:pt x="318722" y="1430742"/>
                  </a:lnTo>
                  <a:lnTo>
                    <a:pt x="317071" y="1430742"/>
                  </a:lnTo>
                  <a:lnTo>
                    <a:pt x="315419" y="1430742"/>
                  </a:lnTo>
                  <a:lnTo>
                    <a:pt x="313768" y="1430742"/>
                  </a:lnTo>
                  <a:lnTo>
                    <a:pt x="312117" y="1430742"/>
                  </a:lnTo>
                  <a:lnTo>
                    <a:pt x="310465" y="1430742"/>
                  </a:lnTo>
                  <a:lnTo>
                    <a:pt x="308814" y="1430742"/>
                  </a:lnTo>
                  <a:lnTo>
                    <a:pt x="307162" y="1430742"/>
                  </a:lnTo>
                  <a:lnTo>
                    <a:pt x="305511" y="1430742"/>
                  </a:lnTo>
                  <a:lnTo>
                    <a:pt x="303859" y="1430742"/>
                  </a:lnTo>
                  <a:lnTo>
                    <a:pt x="302208" y="1430742"/>
                  </a:lnTo>
                  <a:lnTo>
                    <a:pt x="300557" y="1430742"/>
                  </a:lnTo>
                  <a:lnTo>
                    <a:pt x="298905" y="1430742"/>
                  </a:lnTo>
                  <a:lnTo>
                    <a:pt x="297254" y="1430742"/>
                  </a:lnTo>
                  <a:lnTo>
                    <a:pt x="295602" y="1430742"/>
                  </a:lnTo>
                  <a:lnTo>
                    <a:pt x="293951" y="1430742"/>
                  </a:lnTo>
                  <a:lnTo>
                    <a:pt x="292300" y="1430742"/>
                  </a:lnTo>
                  <a:lnTo>
                    <a:pt x="290648" y="1430742"/>
                  </a:lnTo>
                  <a:lnTo>
                    <a:pt x="288997" y="1430742"/>
                  </a:lnTo>
                  <a:lnTo>
                    <a:pt x="287345" y="1430742"/>
                  </a:lnTo>
                  <a:lnTo>
                    <a:pt x="285694" y="1430742"/>
                  </a:lnTo>
                  <a:lnTo>
                    <a:pt x="284043" y="1430742"/>
                  </a:lnTo>
                  <a:lnTo>
                    <a:pt x="282391" y="1430742"/>
                  </a:lnTo>
                  <a:lnTo>
                    <a:pt x="280740" y="1430742"/>
                  </a:lnTo>
                  <a:lnTo>
                    <a:pt x="279088" y="1430742"/>
                  </a:lnTo>
                  <a:lnTo>
                    <a:pt x="277437" y="1430742"/>
                  </a:lnTo>
                  <a:lnTo>
                    <a:pt x="275785" y="1430742"/>
                  </a:lnTo>
                  <a:lnTo>
                    <a:pt x="274134" y="1430742"/>
                  </a:lnTo>
                  <a:lnTo>
                    <a:pt x="272483" y="1430742"/>
                  </a:lnTo>
                  <a:lnTo>
                    <a:pt x="270831" y="1430742"/>
                  </a:lnTo>
                  <a:lnTo>
                    <a:pt x="269180" y="1430742"/>
                  </a:lnTo>
                  <a:lnTo>
                    <a:pt x="267528" y="1430742"/>
                  </a:lnTo>
                  <a:lnTo>
                    <a:pt x="265877" y="1430742"/>
                  </a:lnTo>
                  <a:lnTo>
                    <a:pt x="264226" y="1430742"/>
                  </a:lnTo>
                  <a:lnTo>
                    <a:pt x="262574" y="1430742"/>
                  </a:lnTo>
                  <a:lnTo>
                    <a:pt x="260923" y="1430742"/>
                  </a:lnTo>
                  <a:lnTo>
                    <a:pt x="259271" y="1430742"/>
                  </a:lnTo>
                  <a:lnTo>
                    <a:pt x="257620" y="1430742"/>
                  </a:lnTo>
                  <a:lnTo>
                    <a:pt x="255968" y="1430742"/>
                  </a:lnTo>
                  <a:lnTo>
                    <a:pt x="254317" y="1430742"/>
                  </a:lnTo>
                  <a:lnTo>
                    <a:pt x="252666" y="1430742"/>
                  </a:lnTo>
                  <a:lnTo>
                    <a:pt x="251014" y="1430742"/>
                  </a:lnTo>
                  <a:lnTo>
                    <a:pt x="249363" y="1430742"/>
                  </a:lnTo>
                  <a:lnTo>
                    <a:pt x="247711" y="1430742"/>
                  </a:lnTo>
                  <a:lnTo>
                    <a:pt x="246060" y="1430742"/>
                  </a:lnTo>
                  <a:lnTo>
                    <a:pt x="244409" y="1430742"/>
                  </a:lnTo>
                  <a:lnTo>
                    <a:pt x="242757" y="1430742"/>
                  </a:lnTo>
                  <a:lnTo>
                    <a:pt x="241106" y="1430742"/>
                  </a:lnTo>
                  <a:lnTo>
                    <a:pt x="239454" y="1430742"/>
                  </a:lnTo>
                  <a:lnTo>
                    <a:pt x="237803" y="1430742"/>
                  </a:lnTo>
                  <a:lnTo>
                    <a:pt x="236152" y="1430742"/>
                  </a:lnTo>
                  <a:lnTo>
                    <a:pt x="234500" y="1430742"/>
                  </a:lnTo>
                  <a:lnTo>
                    <a:pt x="232849" y="1430742"/>
                  </a:lnTo>
                  <a:lnTo>
                    <a:pt x="231197" y="1430742"/>
                  </a:lnTo>
                  <a:lnTo>
                    <a:pt x="229546" y="1430742"/>
                  </a:lnTo>
                  <a:lnTo>
                    <a:pt x="227894" y="1430742"/>
                  </a:lnTo>
                  <a:lnTo>
                    <a:pt x="226243" y="1430742"/>
                  </a:lnTo>
                  <a:lnTo>
                    <a:pt x="224592" y="1430742"/>
                  </a:lnTo>
                  <a:lnTo>
                    <a:pt x="222940" y="1430742"/>
                  </a:lnTo>
                  <a:lnTo>
                    <a:pt x="221289" y="1430742"/>
                  </a:lnTo>
                  <a:lnTo>
                    <a:pt x="219637" y="1430742"/>
                  </a:lnTo>
                  <a:lnTo>
                    <a:pt x="217986" y="1430742"/>
                  </a:lnTo>
                  <a:lnTo>
                    <a:pt x="216335" y="1430742"/>
                  </a:lnTo>
                  <a:lnTo>
                    <a:pt x="214683" y="1430742"/>
                  </a:lnTo>
                  <a:lnTo>
                    <a:pt x="213032" y="1430742"/>
                  </a:lnTo>
                  <a:lnTo>
                    <a:pt x="211380" y="1430742"/>
                  </a:lnTo>
                  <a:lnTo>
                    <a:pt x="209729" y="1430742"/>
                  </a:lnTo>
                  <a:lnTo>
                    <a:pt x="208078" y="1430742"/>
                  </a:lnTo>
                  <a:lnTo>
                    <a:pt x="206426" y="1430742"/>
                  </a:lnTo>
                  <a:lnTo>
                    <a:pt x="204775" y="1430742"/>
                  </a:lnTo>
                  <a:lnTo>
                    <a:pt x="203123" y="1430742"/>
                  </a:lnTo>
                  <a:lnTo>
                    <a:pt x="201472" y="1430742"/>
                  </a:lnTo>
                  <a:lnTo>
                    <a:pt x="199820" y="1430742"/>
                  </a:lnTo>
                  <a:lnTo>
                    <a:pt x="198169" y="1430742"/>
                  </a:lnTo>
                  <a:lnTo>
                    <a:pt x="196518" y="1430742"/>
                  </a:lnTo>
                  <a:lnTo>
                    <a:pt x="194866" y="1430742"/>
                  </a:lnTo>
                  <a:lnTo>
                    <a:pt x="193215" y="1430742"/>
                  </a:lnTo>
                  <a:lnTo>
                    <a:pt x="191563" y="1430742"/>
                  </a:lnTo>
                  <a:lnTo>
                    <a:pt x="189912" y="1430742"/>
                  </a:lnTo>
                  <a:lnTo>
                    <a:pt x="188261" y="1430742"/>
                  </a:lnTo>
                  <a:lnTo>
                    <a:pt x="186609" y="1430742"/>
                  </a:lnTo>
                  <a:lnTo>
                    <a:pt x="184958" y="1430742"/>
                  </a:lnTo>
                  <a:lnTo>
                    <a:pt x="183306" y="1430742"/>
                  </a:lnTo>
                  <a:lnTo>
                    <a:pt x="181655" y="1430742"/>
                  </a:lnTo>
                  <a:lnTo>
                    <a:pt x="180004" y="1430742"/>
                  </a:lnTo>
                  <a:lnTo>
                    <a:pt x="178352" y="1430742"/>
                  </a:lnTo>
                  <a:lnTo>
                    <a:pt x="176701" y="1430742"/>
                  </a:lnTo>
                  <a:lnTo>
                    <a:pt x="175049" y="1430742"/>
                  </a:lnTo>
                  <a:lnTo>
                    <a:pt x="173398" y="1430742"/>
                  </a:lnTo>
                  <a:lnTo>
                    <a:pt x="171746" y="1430742"/>
                  </a:lnTo>
                  <a:lnTo>
                    <a:pt x="170095" y="1430742"/>
                  </a:lnTo>
                  <a:lnTo>
                    <a:pt x="168444" y="1430742"/>
                  </a:lnTo>
                  <a:lnTo>
                    <a:pt x="166792" y="1430742"/>
                  </a:lnTo>
                  <a:lnTo>
                    <a:pt x="165141" y="1430742"/>
                  </a:lnTo>
                  <a:lnTo>
                    <a:pt x="163489" y="1430742"/>
                  </a:lnTo>
                  <a:lnTo>
                    <a:pt x="161838" y="1430742"/>
                  </a:lnTo>
                  <a:lnTo>
                    <a:pt x="160187" y="1430742"/>
                  </a:lnTo>
                  <a:lnTo>
                    <a:pt x="158535" y="1430742"/>
                  </a:lnTo>
                  <a:lnTo>
                    <a:pt x="156884" y="1430742"/>
                  </a:lnTo>
                  <a:lnTo>
                    <a:pt x="155232" y="1430742"/>
                  </a:lnTo>
                  <a:lnTo>
                    <a:pt x="153581" y="1430742"/>
                  </a:lnTo>
                  <a:lnTo>
                    <a:pt x="151929" y="1430742"/>
                  </a:lnTo>
                  <a:lnTo>
                    <a:pt x="150278" y="1430742"/>
                  </a:lnTo>
                  <a:lnTo>
                    <a:pt x="148627" y="1430742"/>
                  </a:lnTo>
                  <a:lnTo>
                    <a:pt x="146975" y="1430742"/>
                  </a:lnTo>
                  <a:lnTo>
                    <a:pt x="145324" y="1430742"/>
                  </a:lnTo>
                  <a:lnTo>
                    <a:pt x="143672" y="1430742"/>
                  </a:lnTo>
                  <a:lnTo>
                    <a:pt x="142021" y="1430742"/>
                  </a:lnTo>
                  <a:lnTo>
                    <a:pt x="140370" y="1430742"/>
                  </a:lnTo>
                  <a:lnTo>
                    <a:pt x="138718" y="1430742"/>
                  </a:lnTo>
                  <a:lnTo>
                    <a:pt x="137067" y="1430742"/>
                  </a:lnTo>
                  <a:lnTo>
                    <a:pt x="135415" y="1430742"/>
                  </a:lnTo>
                  <a:lnTo>
                    <a:pt x="133764" y="1430742"/>
                  </a:lnTo>
                  <a:lnTo>
                    <a:pt x="132113" y="1430742"/>
                  </a:lnTo>
                  <a:lnTo>
                    <a:pt x="130461" y="1430742"/>
                  </a:lnTo>
                  <a:lnTo>
                    <a:pt x="128810" y="1430742"/>
                  </a:lnTo>
                  <a:lnTo>
                    <a:pt x="127158" y="1430742"/>
                  </a:lnTo>
                  <a:lnTo>
                    <a:pt x="125507" y="1430742"/>
                  </a:lnTo>
                  <a:lnTo>
                    <a:pt x="123855" y="1430742"/>
                  </a:lnTo>
                  <a:lnTo>
                    <a:pt x="122204" y="1430742"/>
                  </a:lnTo>
                  <a:lnTo>
                    <a:pt x="120553" y="1430742"/>
                  </a:lnTo>
                  <a:lnTo>
                    <a:pt x="118901" y="1430742"/>
                  </a:lnTo>
                  <a:lnTo>
                    <a:pt x="117250" y="1430742"/>
                  </a:lnTo>
                  <a:lnTo>
                    <a:pt x="115598" y="1430742"/>
                  </a:lnTo>
                  <a:lnTo>
                    <a:pt x="113947" y="1430742"/>
                  </a:lnTo>
                  <a:lnTo>
                    <a:pt x="112296" y="1430742"/>
                  </a:lnTo>
                  <a:lnTo>
                    <a:pt x="110644" y="1430742"/>
                  </a:lnTo>
                  <a:lnTo>
                    <a:pt x="108993" y="1430742"/>
                  </a:lnTo>
                  <a:lnTo>
                    <a:pt x="107341" y="1430742"/>
                  </a:lnTo>
                  <a:lnTo>
                    <a:pt x="105690" y="1430742"/>
                  </a:lnTo>
                  <a:lnTo>
                    <a:pt x="104039" y="1430742"/>
                  </a:lnTo>
                  <a:lnTo>
                    <a:pt x="102387" y="1430742"/>
                  </a:lnTo>
                  <a:lnTo>
                    <a:pt x="100736" y="1430742"/>
                  </a:lnTo>
                  <a:lnTo>
                    <a:pt x="99084" y="1430742"/>
                  </a:lnTo>
                  <a:lnTo>
                    <a:pt x="97433" y="1430742"/>
                  </a:lnTo>
                  <a:lnTo>
                    <a:pt x="95781" y="1430742"/>
                  </a:lnTo>
                  <a:lnTo>
                    <a:pt x="94130" y="1430742"/>
                  </a:lnTo>
                  <a:lnTo>
                    <a:pt x="92479" y="1430742"/>
                  </a:lnTo>
                  <a:lnTo>
                    <a:pt x="90827" y="1430742"/>
                  </a:lnTo>
                  <a:lnTo>
                    <a:pt x="89176" y="1430742"/>
                  </a:lnTo>
                  <a:lnTo>
                    <a:pt x="87524" y="1430742"/>
                  </a:lnTo>
                  <a:lnTo>
                    <a:pt x="85873" y="1430742"/>
                  </a:lnTo>
                  <a:lnTo>
                    <a:pt x="84222" y="1430742"/>
                  </a:lnTo>
                  <a:lnTo>
                    <a:pt x="82570" y="1430742"/>
                  </a:lnTo>
                  <a:lnTo>
                    <a:pt x="80919" y="1430742"/>
                  </a:lnTo>
                  <a:lnTo>
                    <a:pt x="79267" y="1430742"/>
                  </a:lnTo>
                  <a:lnTo>
                    <a:pt x="77616" y="1430742"/>
                  </a:lnTo>
                  <a:lnTo>
                    <a:pt x="75964" y="1430742"/>
                  </a:lnTo>
                  <a:lnTo>
                    <a:pt x="74313" y="1430742"/>
                  </a:lnTo>
                  <a:lnTo>
                    <a:pt x="72662" y="1430742"/>
                  </a:lnTo>
                  <a:lnTo>
                    <a:pt x="71010" y="1430742"/>
                  </a:lnTo>
                  <a:lnTo>
                    <a:pt x="69359" y="1430742"/>
                  </a:lnTo>
                  <a:lnTo>
                    <a:pt x="67707" y="1430742"/>
                  </a:lnTo>
                  <a:lnTo>
                    <a:pt x="66056" y="1430742"/>
                  </a:lnTo>
                  <a:lnTo>
                    <a:pt x="64405" y="1430742"/>
                  </a:lnTo>
                  <a:lnTo>
                    <a:pt x="62753" y="1430742"/>
                  </a:lnTo>
                  <a:lnTo>
                    <a:pt x="61102" y="1430742"/>
                  </a:lnTo>
                  <a:lnTo>
                    <a:pt x="59450" y="1430742"/>
                  </a:lnTo>
                  <a:lnTo>
                    <a:pt x="57799" y="1430742"/>
                  </a:lnTo>
                  <a:lnTo>
                    <a:pt x="56148" y="1430742"/>
                  </a:lnTo>
                  <a:lnTo>
                    <a:pt x="54496" y="1430742"/>
                  </a:lnTo>
                  <a:lnTo>
                    <a:pt x="52845" y="1430742"/>
                  </a:lnTo>
                  <a:lnTo>
                    <a:pt x="51193" y="1430742"/>
                  </a:lnTo>
                  <a:lnTo>
                    <a:pt x="49542" y="1430742"/>
                  </a:lnTo>
                  <a:lnTo>
                    <a:pt x="47890" y="1430742"/>
                  </a:lnTo>
                  <a:lnTo>
                    <a:pt x="46239" y="1430742"/>
                  </a:lnTo>
                  <a:lnTo>
                    <a:pt x="44588" y="1430742"/>
                  </a:lnTo>
                  <a:lnTo>
                    <a:pt x="42936" y="1430742"/>
                  </a:lnTo>
                  <a:lnTo>
                    <a:pt x="41285" y="1430742"/>
                  </a:lnTo>
                  <a:lnTo>
                    <a:pt x="39633" y="1430742"/>
                  </a:lnTo>
                  <a:lnTo>
                    <a:pt x="37982" y="1430742"/>
                  </a:lnTo>
                  <a:lnTo>
                    <a:pt x="36331" y="1430742"/>
                  </a:lnTo>
                  <a:lnTo>
                    <a:pt x="34679" y="1430742"/>
                  </a:lnTo>
                  <a:lnTo>
                    <a:pt x="33028" y="1430742"/>
                  </a:lnTo>
                  <a:lnTo>
                    <a:pt x="31376" y="1430742"/>
                  </a:lnTo>
                  <a:lnTo>
                    <a:pt x="29725" y="1430742"/>
                  </a:lnTo>
                  <a:lnTo>
                    <a:pt x="28074" y="1430742"/>
                  </a:lnTo>
                  <a:lnTo>
                    <a:pt x="26422" y="1430742"/>
                  </a:lnTo>
                  <a:lnTo>
                    <a:pt x="24771" y="1430742"/>
                  </a:lnTo>
                  <a:lnTo>
                    <a:pt x="23119" y="1430742"/>
                  </a:lnTo>
                  <a:lnTo>
                    <a:pt x="21468" y="1430742"/>
                  </a:lnTo>
                  <a:lnTo>
                    <a:pt x="19816" y="1430742"/>
                  </a:lnTo>
                  <a:lnTo>
                    <a:pt x="18165" y="1430742"/>
                  </a:lnTo>
                  <a:lnTo>
                    <a:pt x="16514" y="1430742"/>
                  </a:lnTo>
                  <a:lnTo>
                    <a:pt x="14862" y="1430742"/>
                  </a:lnTo>
                  <a:lnTo>
                    <a:pt x="13211" y="1430742"/>
                  </a:lnTo>
                  <a:lnTo>
                    <a:pt x="11559" y="1430742"/>
                  </a:lnTo>
                  <a:lnTo>
                    <a:pt x="9908" y="1430742"/>
                  </a:lnTo>
                  <a:lnTo>
                    <a:pt x="8257" y="1430742"/>
                  </a:lnTo>
                  <a:lnTo>
                    <a:pt x="6605" y="1430742"/>
                  </a:lnTo>
                  <a:lnTo>
                    <a:pt x="4954" y="1430742"/>
                  </a:lnTo>
                  <a:lnTo>
                    <a:pt x="3302" y="1430742"/>
                  </a:lnTo>
                  <a:lnTo>
                    <a:pt x="1651" y="1430742"/>
                  </a:lnTo>
                  <a:lnTo>
                    <a:pt x="0" y="143074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05840" y="2863382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2066" y="1965960"/>
              <a:ext cx="0" cy="1545202"/>
            </a:xfrm>
            <a:custGeom>
              <a:avLst/>
              <a:pathLst>
                <a:path w="0" h="1545202">
                  <a:moveTo>
                    <a:pt x="0" y="1545202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70000" y="3797865"/>
              <a:ext cx="6603999" cy="1343885"/>
            </a:xfrm>
            <a:custGeom>
              <a:avLst/>
              <a:pathLst>
                <a:path w="6603999" h="1343885">
                  <a:moveTo>
                    <a:pt x="0" y="1315930"/>
                  </a:moveTo>
                  <a:lnTo>
                    <a:pt x="1651" y="1322525"/>
                  </a:lnTo>
                  <a:lnTo>
                    <a:pt x="3302" y="1337977"/>
                  </a:lnTo>
                  <a:lnTo>
                    <a:pt x="4954" y="1321162"/>
                  </a:lnTo>
                  <a:lnTo>
                    <a:pt x="6605" y="1317269"/>
                  </a:lnTo>
                  <a:lnTo>
                    <a:pt x="8257" y="1312396"/>
                  </a:lnTo>
                  <a:lnTo>
                    <a:pt x="9908" y="1329482"/>
                  </a:lnTo>
                  <a:lnTo>
                    <a:pt x="11559" y="1322525"/>
                  </a:lnTo>
                  <a:lnTo>
                    <a:pt x="13211" y="1322586"/>
                  </a:lnTo>
                  <a:lnTo>
                    <a:pt x="14862" y="1303172"/>
                  </a:lnTo>
                  <a:lnTo>
                    <a:pt x="16514" y="1303172"/>
                  </a:lnTo>
                  <a:lnTo>
                    <a:pt x="18165" y="1305719"/>
                  </a:lnTo>
                  <a:lnTo>
                    <a:pt x="19816" y="1304999"/>
                  </a:lnTo>
                  <a:lnTo>
                    <a:pt x="21468" y="1309666"/>
                  </a:lnTo>
                  <a:lnTo>
                    <a:pt x="23119" y="1338451"/>
                  </a:lnTo>
                  <a:lnTo>
                    <a:pt x="24771" y="1343002"/>
                  </a:lnTo>
                  <a:lnTo>
                    <a:pt x="26422" y="1341368"/>
                  </a:lnTo>
                  <a:lnTo>
                    <a:pt x="28074" y="1313838"/>
                  </a:lnTo>
                  <a:lnTo>
                    <a:pt x="29725" y="1323168"/>
                  </a:lnTo>
                  <a:lnTo>
                    <a:pt x="31376" y="1330154"/>
                  </a:lnTo>
                  <a:lnTo>
                    <a:pt x="33028" y="1337175"/>
                  </a:lnTo>
                  <a:lnTo>
                    <a:pt x="34679" y="1337614"/>
                  </a:lnTo>
                  <a:lnTo>
                    <a:pt x="36331" y="1329674"/>
                  </a:lnTo>
                  <a:lnTo>
                    <a:pt x="37982" y="1305658"/>
                  </a:lnTo>
                  <a:lnTo>
                    <a:pt x="39633" y="1298308"/>
                  </a:lnTo>
                  <a:lnTo>
                    <a:pt x="41285" y="1307532"/>
                  </a:lnTo>
                  <a:lnTo>
                    <a:pt x="42936" y="1330454"/>
                  </a:lnTo>
                  <a:lnTo>
                    <a:pt x="44588" y="1313446"/>
                  </a:lnTo>
                  <a:lnTo>
                    <a:pt x="46239" y="1327923"/>
                  </a:lnTo>
                  <a:lnTo>
                    <a:pt x="47890" y="1316564"/>
                  </a:lnTo>
                  <a:lnTo>
                    <a:pt x="49542" y="1302066"/>
                  </a:lnTo>
                  <a:lnTo>
                    <a:pt x="51193" y="1319996"/>
                  </a:lnTo>
                  <a:lnTo>
                    <a:pt x="52845" y="1306674"/>
                  </a:lnTo>
                  <a:lnTo>
                    <a:pt x="54496" y="1309244"/>
                  </a:lnTo>
                  <a:lnTo>
                    <a:pt x="56148" y="1311565"/>
                  </a:lnTo>
                  <a:lnTo>
                    <a:pt x="57799" y="1303979"/>
                  </a:lnTo>
                  <a:lnTo>
                    <a:pt x="59450" y="1313838"/>
                  </a:lnTo>
                  <a:lnTo>
                    <a:pt x="61102" y="1339048"/>
                  </a:lnTo>
                  <a:lnTo>
                    <a:pt x="62753" y="1338848"/>
                  </a:lnTo>
                  <a:lnTo>
                    <a:pt x="64405" y="1339014"/>
                  </a:lnTo>
                  <a:lnTo>
                    <a:pt x="66056" y="1337219"/>
                  </a:lnTo>
                  <a:lnTo>
                    <a:pt x="67707" y="1336916"/>
                  </a:lnTo>
                  <a:lnTo>
                    <a:pt x="69359" y="1327217"/>
                  </a:lnTo>
                  <a:lnTo>
                    <a:pt x="71010" y="1304387"/>
                  </a:lnTo>
                  <a:lnTo>
                    <a:pt x="72662" y="1326803"/>
                  </a:lnTo>
                  <a:lnTo>
                    <a:pt x="74313" y="1306260"/>
                  </a:lnTo>
                  <a:lnTo>
                    <a:pt x="75964" y="1306260"/>
                  </a:lnTo>
                  <a:lnTo>
                    <a:pt x="77616" y="1299404"/>
                  </a:lnTo>
                  <a:lnTo>
                    <a:pt x="79267" y="1300771"/>
                  </a:lnTo>
                  <a:lnTo>
                    <a:pt x="80919" y="1289446"/>
                  </a:lnTo>
                  <a:lnTo>
                    <a:pt x="82570" y="1275872"/>
                  </a:lnTo>
                  <a:lnTo>
                    <a:pt x="84222" y="1278484"/>
                  </a:lnTo>
                  <a:lnTo>
                    <a:pt x="85873" y="1326700"/>
                  </a:lnTo>
                  <a:lnTo>
                    <a:pt x="87524" y="1334204"/>
                  </a:lnTo>
                  <a:lnTo>
                    <a:pt x="89176" y="1333282"/>
                  </a:lnTo>
                  <a:lnTo>
                    <a:pt x="90827" y="1333721"/>
                  </a:lnTo>
                  <a:lnTo>
                    <a:pt x="92479" y="1326899"/>
                  </a:lnTo>
                  <a:lnTo>
                    <a:pt x="94130" y="1317136"/>
                  </a:lnTo>
                  <a:lnTo>
                    <a:pt x="95781" y="1324137"/>
                  </a:lnTo>
                  <a:lnTo>
                    <a:pt x="97433" y="1308271"/>
                  </a:lnTo>
                  <a:lnTo>
                    <a:pt x="99084" y="1299750"/>
                  </a:lnTo>
                  <a:lnTo>
                    <a:pt x="100736" y="1272781"/>
                  </a:lnTo>
                  <a:lnTo>
                    <a:pt x="102387" y="1284273"/>
                  </a:lnTo>
                  <a:lnTo>
                    <a:pt x="104039" y="1299649"/>
                  </a:lnTo>
                  <a:lnTo>
                    <a:pt x="105690" y="1318270"/>
                  </a:lnTo>
                  <a:lnTo>
                    <a:pt x="107341" y="1321563"/>
                  </a:lnTo>
                  <a:lnTo>
                    <a:pt x="108993" y="1314407"/>
                  </a:lnTo>
                  <a:lnTo>
                    <a:pt x="110644" y="1303259"/>
                  </a:lnTo>
                  <a:lnTo>
                    <a:pt x="112296" y="1310951"/>
                  </a:lnTo>
                  <a:lnTo>
                    <a:pt x="113947" y="1286540"/>
                  </a:lnTo>
                  <a:lnTo>
                    <a:pt x="115598" y="1274277"/>
                  </a:lnTo>
                  <a:lnTo>
                    <a:pt x="117250" y="1253502"/>
                  </a:lnTo>
                  <a:lnTo>
                    <a:pt x="118901" y="1230721"/>
                  </a:lnTo>
                  <a:lnTo>
                    <a:pt x="120553" y="1225619"/>
                  </a:lnTo>
                  <a:lnTo>
                    <a:pt x="122204" y="1207397"/>
                  </a:lnTo>
                  <a:lnTo>
                    <a:pt x="123855" y="1147374"/>
                  </a:lnTo>
                  <a:lnTo>
                    <a:pt x="125507" y="1168507"/>
                  </a:lnTo>
                  <a:lnTo>
                    <a:pt x="127158" y="1153481"/>
                  </a:lnTo>
                  <a:lnTo>
                    <a:pt x="128810" y="1098799"/>
                  </a:lnTo>
                  <a:lnTo>
                    <a:pt x="130461" y="1089566"/>
                  </a:lnTo>
                  <a:lnTo>
                    <a:pt x="132113" y="1081122"/>
                  </a:lnTo>
                  <a:lnTo>
                    <a:pt x="133764" y="1097314"/>
                  </a:lnTo>
                  <a:lnTo>
                    <a:pt x="135415" y="1158941"/>
                  </a:lnTo>
                  <a:lnTo>
                    <a:pt x="137067" y="1169319"/>
                  </a:lnTo>
                  <a:lnTo>
                    <a:pt x="138718" y="1182262"/>
                  </a:lnTo>
                  <a:lnTo>
                    <a:pt x="140370" y="1198750"/>
                  </a:lnTo>
                  <a:lnTo>
                    <a:pt x="142021" y="1207234"/>
                  </a:lnTo>
                  <a:lnTo>
                    <a:pt x="143672" y="1231931"/>
                  </a:lnTo>
                  <a:lnTo>
                    <a:pt x="145324" y="1252741"/>
                  </a:lnTo>
                  <a:lnTo>
                    <a:pt x="146975" y="1253883"/>
                  </a:lnTo>
                  <a:lnTo>
                    <a:pt x="148627" y="1279022"/>
                  </a:lnTo>
                  <a:lnTo>
                    <a:pt x="150278" y="1227766"/>
                  </a:lnTo>
                  <a:lnTo>
                    <a:pt x="151929" y="1227766"/>
                  </a:lnTo>
                  <a:lnTo>
                    <a:pt x="153581" y="1248831"/>
                  </a:lnTo>
                  <a:lnTo>
                    <a:pt x="155232" y="1294387"/>
                  </a:lnTo>
                  <a:lnTo>
                    <a:pt x="156884" y="1301391"/>
                  </a:lnTo>
                  <a:lnTo>
                    <a:pt x="158535" y="1280240"/>
                  </a:lnTo>
                  <a:lnTo>
                    <a:pt x="160187" y="1328240"/>
                  </a:lnTo>
                  <a:lnTo>
                    <a:pt x="161838" y="1329712"/>
                  </a:lnTo>
                  <a:lnTo>
                    <a:pt x="163489" y="1329202"/>
                  </a:lnTo>
                  <a:lnTo>
                    <a:pt x="165141" y="1332208"/>
                  </a:lnTo>
                  <a:lnTo>
                    <a:pt x="166792" y="1307968"/>
                  </a:lnTo>
                  <a:lnTo>
                    <a:pt x="168444" y="1314955"/>
                  </a:lnTo>
                  <a:lnTo>
                    <a:pt x="170095" y="1311492"/>
                  </a:lnTo>
                  <a:lnTo>
                    <a:pt x="171746" y="1332015"/>
                  </a:lnTo>
                  <a:lnTo>
                    <a:pt x="173398" y="1334143"/>
                  </a:lnTo>
                  <a:lnTo>
                    <a:pt x="175049" y="1323440"/>
                  </a:lnTo>
                  <a:lnTo>
                    <a:pt x="176701" y="1295921"/>
                  </a:lnTo>
                  <a:lnTo>
                    <a:pt x="178352" y="1301201"/>
                  </a:lnTo>
                  <a:lnTo>
                    <a:pt x="180004" y="1276548"/>
                  </a:lnTo>
                  <a:lnTo>
                    <a:pt x="181655" y="1295099"/>
                  </a:lnTo>
                  <a:lnTo>
                    <a:pt x="183306" y="1332225"/>
                  </a:lnTo>
                  <a:lnTo>
                    <a:pt x="184958" y="1337187"/>
                  </a:lnTo>
                  <a:lnTo>
                    <a:pt x="186609" y="1325580"/>
                  </a:lnTo>
                  <a:lnTo>
                    <a:pt x="188261" y="1307532"/>
                  </a:lnTo>
                  <a:lnTo>
                    <a:pt x="189912" y="1306260"/>
                  </a:lnTo>
                  <a:lnTo>
                    <a:pt x="191563" y="1299404"/>
                  </a:lnTo>
                  <a:lnTo>
                    <a:pt x="193215" y="1311565"/>
                  </a:lnTo>
                  <a:lnTo>
                    <a:pt x="194866" y="1328979"/>
                  </a:lnTo>
                  <a:lnTo>
                    <a:pt x="196518" y="1326803"/>
                  </a:lnTo>
                  <a:lnTo>
                    <a:pt x="198169" y="1338044"/>
                  </a:lnTo>
                  <a:lnTo>
                    <a:pt x="199820" y="1340531"/>
                  </a:lnTo>
                  <a:lnTo>
                    <a:pt x="201472" y="1340531"/>
                  </a:lnTo>
                  <a:lnTo>
                    <a:pt x="203123" y="1299404"/>
                  </a:lnTo>
                  <a:lnTo>
                    <a:pt x="204775" y="1313446"/>
                  </a:lnTo>
                  <a:lnTo>
                    <a:pt x="206426" y="1331727"/>
                  </a:lnTo>
                  <a:lnTo>
                    <a:pt x="208078" y="1313838"/>
                  </a:lnTo>
                  <a:lnTo>
                    <a:pt x="209729" y="1327923"/>
                  </a:lnTo>
                  <a:lnTo>
                    <a:pt x="211380" y="1315546"/>
                  </a:lnTo>
                  <a:lnTo>
                    <a:pt x="213032" y="1294375"/>
                  </a:lnTo>
                  <a:lnTo>
                    <a:pt x="214683" y="1310840"/>
                  </a:lnTo>
                  <a:lnTo>
                    <a:pt x="216335" y="1335581"/>
                  </a:lnTo>
                  <a:lnTo>
                    <a:pt x="217986" y="1334195"/>
                  </a:lnTo>
                  <a:lnTo>
                    <a:pt x="219637" y="1334537"/>
                  </a:lnTo>
                  <a:lnTo>
                    <a:pt x="221289" y="1312502"/>
                  </a:lnTo>
                  <a:lnTo>
                    <a:pt x="222940" y="1308459"/>
                  </a:lnTo>
                  <a:lnTo>
                    <a:pt x="224592" y="1297869"/>
                  </a:lnTo>
                  <a:lnTo>
                    <a:pt x="226243" y="1311911"/>
                  </a:lnTo>
                  <a:lnTo>
                    <a:pt x="227894" y="1316652"/>
                  </a:lnTo>
                  <a:lnTo>
                    <a:pt x="229546" y="1332242"/>
                  </a:lnTo>
                  <a:lnTo>
                    <a:pt x="231197" y="1335066"/>
                  </a:lnTo>
                  <a:lnTo>
                    <a:pt x="232849" y="1331620"/>
                  </a:lnTo>
                  <a:lnTo>
                    <a:pt x="234500" y="1310419"/>
                  </a:lnTo>
                  <a:lnTo>
                    <a:pt x="236152" y="1303454"/>
                  </a:lnTo>
                  <a:lnTo>
                    <a:pt x="237803" y="1327048"/>
                  </a:lnTo>
                  <a:lnTo>
                    <a:pt x="239454" y="1334737"/>
                  </a:lnTo>
                  <a:lnTo>
                    <a:pt x="241106" y="1312373"/>
                  </a:lnTo>
                  <a:lnTo>
                    <a:pt x="242757" y="1292493"/>
                  </a:lnTo>
                  <a:lnTo>
                    <a:pt x="244409" y="1297438"/>
                  </a:lnTo>
                  <a:lnTo>
                    <a:pt x="246060" y="1300122"/>
                  </a:lnTo>
                  <a:lnTo>
                    <a:pt x="247711" y="1318372"/>
                  </a:lnTo>
                  <a:lnTo>
                    <a:pt x="249363" y="1318395"/>
                  </a:lnTo>
                  <a:lnTo>
                    <a:pt x="251014" y="1306248"/>
                  </a:lnTo>
                  <a:lnTo>
                    <a:pt x="252666" y="1313825"/>
                  </a:lnTo>
                  <a:lnTo>
                    <a:pt x="254317" y="1319229"/>
                  </a:lnTo>
                  <a:lnTo>
                    <a:pt x="255968" y="1302467"/>
                  </a:lnTo>
                  <a:lnTo>
                    <a:pt x="257620" y="1315097"/>
                  </a:lnTo>
                  <a:lnTo>
                    <a:pt x="259271" y="1306248"/>
                  </a:lnTo>
                  <a:lnTo>
                    <a:pt x="260923" y="1320427"/>
                  </a:lnTo>
                  <a:lnTo>
                    <a:pt x="262574" y="1313434"/>
                  </a:lnTo>
                  <a:lnTo>
                    <a:pt x="264226" y="1317958"/>
                  </a:lnTo>
                  <a:lnTo>
                    <a:pt x="265877" y="1324657"/>
                  </a:lnTo>
                  <a:lnTo>
                    <a:pt x="267528" y="1311586"/>
                  </a:lnTo>
                  <a:lnTo>
                    <a:pt x="269180" y="1298295"/>
                  </a:lnTo>
                  <a:lnTo>
                    <a:pt x="270831" y="1306248"/>
                  </a:lnTo>
                  <a:lnTo>
                    <a:pt x="272483" y="1324985"/>
                  </a:lnTo>
                  <a:lnTo>
                    <a:pt x="274134" y="1324985"/>
                  </a:lnTo>
                  <a:lnTo>
                    <a:pt x="275785" y="1313825"/>
                  </a:lnTo>
                  <a:lnTo>
                    <a:pt x="277437" y="1302053"/>
                  </a:lnTo>
                  <a:lnTo>
                    <a:pt x="279088" y="1293983"/>
                  </a:lnTo>
                  <a:lnTo>
                    <a:pt x="280740" y="1302211"/>
                  </a:lnTo>
                  <a:lnTo>
                    <a:pt x="282391" y="1301832"/>
                  </a:lnTo>
                  <a:lnTo>
                    <a:pt x="284043" y="1322599"/>
                  </a:lnTo>
                  <a:lnTo>
                    <a:pt x="285694" y="1335755"/>
                  </a:lnTo>
                  <a:lnTo>
                    <a:pt x="287345" y="1334163"/>
                  </a:lnTo>
                  <a:lnTo>
                    <a:pt x="288997" y="1329493"/>
                  </a:lnTo>
                  <a:lnTo>
                    <a:pt x="290648" y="1331560"/>
                  </a:lnTo>
                  <a:lnTo>
                    <a:pt x="292300" y="1328586"/>
                  </a:lnTo>
                  <a:lnTo>
                    <a:pt x="293951" y="1331190"/>
                  </a:lnTo>
                  <a:lnTo>
                    <a:pt x="295602" y="1329757"/>
                  </a:lnTo>
                  <a:lnTo>
                    <a:pt x="297254" y="1324571"/>
                  </a:lnTo>
                  <a:lnTo>
                    <a:pt x="298905" y="1315900"/>
                  </a:lnTo>
                  <a:lnTo>
                    <a:pt x="300557" y="1308855"/>
                  </a:lnTo>
                  <a:lnTo>
                    <a:pt x="302208" y="1313619"/>
                  </a:lnTo>
                  <a:lnTo>
                    <a:pt x="303859" y="1310901"/>
                  </a:lnTo>
                  <a:lnTo>
                    <a:pt x="305511" y="1325496"/>
                  </a:lnTo>
                  <a:lnTo>
                    <a:pt x="307162" y="1324132"/>
                  </a:lnTo>
                  <a:lnTo>
                    <a:pt x="308814" y="1311622"/>
                  </a:lnTo>
                  <a:lnTo>
                    <a:pt x="310465" y="1309852"/>
                  </a:lnTo>
                  <a:lnTo>
                    <a:pt x="312117" y="1317454"/>
                  </a:lnTo>
                  <a:lnTo>
                    <a:pt x="313768" y="1331665"/>
                  </a:lnTo>
                  <a:lnTo>
                    <a:pt x="315419" y="1335064"/>
                  </a:lnTo>
                  <a:lnTo>
                    <a:pt x="317071" y="1318442"/>
                  </a:lnTo>
                  <a:lnTo>
                    <a:pt x="318722" y="1298365"/>
                  </a:lnTo>
                  <a:lnTo>
                    <a:pt x="320374" y="1292194"/>
                  </a:lnTo>
                  <a:lnTo>
                    <a:pt x="322025" y="1286942"/>
                  </a:lnTo>
                  <a:lnTo>
                    <a:pt x="323676" y="1297094"/>
                  </a:lnTo>
                  <a:lnTo>
                    <a:pt x="325328" y="1312443"/>
                  </a:lnTo>
                  <a:lnTo>
                    <a:pt x="326979" y="1338480"/>
                  </a:lnTo>
                  <a:lnTo>
                    <a:pt x="328631" y="1338480"/>
                  </a:lnTo>
                  <a:lnTo>
                    <a:pt x="330282" y="1338480"/>
                  </a:lnTo>
                  <a:lnTo>
                    <a:pt x="331933" y="1334632"/>
                  </a:lnTo>
                  <a:lnTo>
                    <a:pt x="333585" y="1308888"/>
                  </a:lnTo>
                  <a:lnTo>
                    <a:pt x="335236" y="1303622"/>
                  </a:lnTo>
                  <a:lnTo>
                    <a:pt x="336888" y="1320497"/>
                  </a:lnTo>
                  <a:lnTo>
                    <a:pt x="338539" y="1319760"/>
                  </a:lnTo>
                  <a:lnTo>
                    <a:pt x="340191" y="1302418"/>
                  </a:lnTo>
                  <a:lnTo>
                    <a:pt x="341842" y="1312734"/>
                  </a:lnTo>
                  <a:lnTo>
                    <a:pt x="343493" y="1319760"/>
                  </a:lnTo>
                  <a:lnTo>
                    <a:pt x="345145" y="1316197"/>
                  </a:lnTo>
                  <a:lnTo>
                    <a:pt x="346796" y="1329032"/>
                  </a:lnTo>
                  <a:lnTo>
                    <a:pt x="348448" y="1329353"/>
                  </a:lnTo>
                  <a:lnTo>
                    <a:pt x="350099" y="1328983"/>
                  </a:lnTo>
                  <a:lnTo>
                    <a:pt x="351750" y="1316197"/>
                  </a:lnTo>
                  <a:lnTo>
                    <a:pt x="353402" y="1322575"/>
                  </a:lnTo>
                  <a:lnTo>
                    <a:pt x="355053" y="1308543"/>
                  </a:lnTo>
                  <a:lnTo>
                    <a:pt x="356705" y="1316197"/>
                  </a:lnTo>
                  <a:lnTo>
                    <a:pt x="358356" y="1330140"/>
                  </a:lnTo>
                  <a:lnTo>
                    <a:pt x="360008" y="1330588"/>
                  </a:lnTo>
                  <a:lnTo>
                    <a:pt x="361659" y="1330407"/>
                  </a:lnTo>
                  <a:lnTo>
                    <a:pt x="363310" y="1330624"/>
                  </a:lnTo>
                  <a:lnTo>
                    <a:pt x="364962" y="1303689"/>
                  </a:lnTo>
                  <a:lnTo>
                    <a:pt x="366613" y="1328983"/>
                  </a:lnTo>
                  <a:lnTo>
                    <a:pt x="368265" y="1330072"/>
                  </a:lnTo>
                  <a:lnTo>
                    <a:pt x="369916" y="1332049"/>
                  </a:lnTo>
                  <a:lnTo>
                    <a:pt x="371567" y="1333629"/>
                  </a:lnTo>
                  <a:lnTo>
                    <a:pt x="373219" y="1331121"/>
                  </a:lnTo>
                  <a:lnTo>
                    <a:pt x="374870" y="1304765"/>
                  </a:lnTo>
                  <a:lnTo>
                    <a:pt x="376522" y="1304436"/>
                  </a:lnTo>
                  <a:lnTo>
                    <a:pt x="378173" y="1308422"/>
                  </a:lnTo>
                  <a:lnTo>
                    <a:pt x="379824" y="1324508"/>
                  </a:lnTo>
                  <a:lnTo>
                    <a:pt x="381476" y="1318368"/>
                  </a:lnTo>
                  <a:lnTo>
                    <a:pt x="383127" y="1301026"/>
                  </a:lnTo>
                  <a:lnTo>
                    <a:pt x="384779" y="1324282"/>
                  </a:lnTo>
                  <a:lnTo>
                    <a:pt x="386430" y="1324645"/>
                  </a:lnTo>
                  <a:lnTo>
                    <a:pt x="388082" y="1310389"/>
                  </a:lnTo>
                  <a:lnTo>
                    <a:pt x="389733" y="1302297"/>
                  </a:lnTo>
                  <a:lnTo>
                    <a:pt x="391384" y="1321182"/>
                  </a:lnTo>
                  <a:lnTo>
                    <a:pt x="393036" y="1322238"/>
                  </a:lnTo>
                  <a:lnTo>
                    <a:pt x="394687" y="1310222"/>
                  </a:lnTo>
                  <a:lnTo>
                    <a:pt x="396339" y="1301440"/>
                  </a:lnTo>
                  <a:lnTo>
                    <a:pt x="397990" y="1322026"/>
                  </a:lnTo>
                  <a:lnTo>
                    <a:pt x="399641" y="1320922"/>
                  </a:lnTo>
                  <a:lnTo>
                    <a:pt x="401293" y="1301972"/>
                  </a:lnTo>
                  <a:lnTo>
                    <a:pt x="402944" y="1291743"/>
                  </a:lnTo>
                  <a:lnTo>
                    <a:pt x="404596" y="1296511"/>
                  </a:lnTo>
                  <a:lnTo>
                    <a:pt x="406247" y="1312372"/>
                  </a:lnTo>
                  <a:lnTo>
                    <a:pt x="407898" y="1322924"/>
                  </a:lnTo>
                  <a:lnTo>
                    <a:pt x="409550" y="1321636"/>
                  </a:lnTo>
                  <a:lnTo>
                    <a:pt x="411201" y="1304765"/>
                  </a:lnTo>
                  <a:lnTo>
                    <a:pt x="412853" y="1294099"/>
                  </a:lnTo>
                  <a:lnTo>
                    <a:pt x="414504" y="1304010"/>
                  </a:lnTo>
                  <a:lnTo>
                    <a:pt x="416156" y="1299566"/>
                  </a:lnTo>
                  <a:lnTo>
                    <a:pt x="417807" y="1314804"/>
                  </a:lnTo>
                  <a:lnTo>
                    <a:pt x="419458" y="1311341"/>
                  </a:lnTo>
                  <a:lnTo>
                    <a:pt x="421110" y="1289554"/>
                  </a:lnTo>
                  <a:lnTo>
                    <a:pt x="422761" y="1289269"/>
                  </a:lnTo>
                  <a:lnTo>
                    <a:pt x="424413" y="1308212"/>
                  </a:lnTo>
                  <a:lnTo>
                    <a:pt x="426064" y="1324282"/>
                  </a:lnTo>
                  <a:lnTo>
                    <a:pt x="427715" y="1301026"/>
                  </a:lnTo>
                  <a:lnTo>
                    <a:pt x="429367" y="1307304"/>
                  </a:lnTo>
                  <a:lnTo>
                    <a:pt x="431018" y="1312670"/>
                  </a:lnTo>
                  <a:lnTo>
                    <a:pt x="432670" y="1294584"/>
                  </a:lnTo>
                  <a:lnTo>
                    <a:pt x="434321" y="1300092"/>
                  </a:lnTo>
                  <a:lnTo>
                    <a:pt x="435972" y="1291381"/>
                  </a:lnTo>
                  <a:lnTo>
                    <a:pt x="437624" y="1311341"/>
                  </a:lnTo>
                  <a:lnTo>
                    <a:pt x="439275" y="1303932"/>
                  </a:lnTo>
                  <a:lnTo>
                    <a:pt x="440927" y="1298427"/>
                  </a:lnTo>
                  <a:lnTo>
                    <a:pt x="442578" y="1278650"/>
                  </a:lnTo>
                  <a:lnTo>
                    <a:pt x="444230" y="1274494"/>
                  </a:lnTo>
                  <a:lnTo>
                    <a:pt x="445881" y="1308223"/>
                  </a:lnTo>
                  <a:lnTo>
                    <a:pt x="447532" y="1316582"/>
                  </a:lnTo>
                  <a:lnTo>
                    <a:pt x="449184" y="1308896"/>
                  </a:lnTo>
                  <a:lnTo>
                    <a:pt x="450835" y="1301606"/>
                  </a:lnTo>
                  <a:lnTo>
                    <a:pt x="452487" y="1296090"/>
                  </a:lnTo>
                  <a:lnTo>
                    <a:pt x="454138" y="1272606"/>
                  </a:lnTo>
                  <a:lnTo>
                    <a:pt x="455789" y="1294707"/>
                  </a:lnTo>
                  <a:lnTo>
                    <a:pt x="457441" y="1307633"/>
                  </a:lnTo>
                  <a:lnTo>
                    <a:pt x="459092" y="1300386"/>
                  </a:lnTo>
                  <a:lnTo>
                    <a:pt x="460744" y="1276152"/>
                  </a:lnTo>
                  <a:lnTo>
                    <a:pt x="462395" y="1271284"/>
                  </a:lnTo>
                  <a:lnTo>
                    <a:pt x="464047" y="1276152"/>
                  </a:lnTo>
                  <a:lnTo>
                    <a:pt x="465698" y="1299309"/>
                  </a:lnTo>
                  <a:lnTo>
                    <a:pt x="467349" y="1309647"/>
                  </a:lnTo>
                  <a:lnTo>
                    <a:pt x="469001" y="1318865"/>
                  </a:lnTo>
                  <a:lnTo>
                    <a:pt x="470652" y="1309379"/>
                  </a:lnTo>
                  <a:lnTo>
                    <a:pt x="472304" y="1307560"/>
                  </a:lnTo>
                  <a:lnTo>
                    <a:pt x="473955" y="1289616"/>
                  </a:lnTo>
                  <a:lnTo>
                    <a:pt x="475606" y="1324247"/>
                  </a:lnTo>
                  <a:lnTo>
                    <a:pt x="477258" y="1302834"/>
                  </a:lnTo>
                  <a:lnTo>
                    <a:pt x="478909" y="1278497"/>
                  </a:lnTo>
                  <a:lnTo>
                    <a:pt x="480561" y="1279354"/>
                  </a:lnTo>
                  <a:lnTo>
                    <a:pt x="482212" y="1298489"/>
                  </a:lnTo>
                  <a:lnTo>
                    <a:pt x="483863" y="1283480"/>
                  </a:lnTo>
                  <a:lnTo>
                    <a:pt x="485515" y="1283172"/>
                  </a:lnTo>
                  <a:lnTo>
                    <a:pt x="487166" y="1287987"/>
                  </a:lnTo>
                  <a:lnTo>
                    <a:pt x="488818" y="1294170"/>
                  </a:lnTo>
                  <a:lnTo>
                    <a:pt x="490469" y="1255411"/>
                  </a:lnTo>
                  <a:lnTo>
                    <a:pt x="492121" y="1253969"/>
                  </a:lnTo>
                  <a:lnTo>
                    <a:pt x="493772" y="1294388"/>
                  </a:lnTo>
                  <a:lnTo>
                    <a:pt x="495423" y="1295660"/>
                  </a:lnTo>
                  <a:lnTo>
                    <a:pt x="497075" y="1277575"/>
                  </a:lnTo>
                  <a:lnTo>
                    <a:pt x="498726" y="1249255"/>
                  </a:lnTo>
                  <a:lnTo>
                    <a:pt x="500378" y="1256930"/>
                  </a:lnTo>
                  <a:lnTo>
                    <a:pt x="502029" y="1258165"/>
                  </a:lnTo>
                  <a:lnTo>
                    <a:pt x="503680" y="1279860"/>
                  </a:lnTo>
                  <a:lnTo>
                    <a:pt x="505332" y="1272150"/>
                  </a:lnTo>
                  <a:lnTo>
                    <a:pt x="506983" y="1239570"/>
                  </a:lnTo>
                  <a:lnTo>
                    <a:pt x="508635" y="1205890"/>
                  </a:lnTo>
                  <a:lnTo>
                    <a:pt x="510286" y="1231835"/>
                  </a:lnTo>
                  <a:lnTo>
                    <a:pt x="511937" y="1212772"/>
                  </a:lnTo>
                  <a:lnTo>
                    <a:pt x="513589" y="1204869"/>
                  </a:lnTo>
                  <a:lnTo>
                    <a:pt x="515240" y="1219541"/>
                  </a:lnTo>
                  <a:lnTo>
                    <a:pt x="516892" y="1222844"/>
                  </a:lnTo>
                  <a:lnTo>
                    <a:pt x="518543" y="1185323"/>
                  </a:lnTo>
                  <a:lnTo>
                    <a:pt x="520195" y="1211828"/>
                  </a:lnTo>
                  <a:lnTo>
                    <a:pt x="521846" y="1205885"/>
                  </a:lnTo>
                  <a:lnTo>
                    <a:pt x="523497" y="1187048"/>
                  </a:lnTo>
                  <a:lnTo>
                    <a:pt x="525149" y="1190389"/>
                  </a:lnTo>
                  <a:lnTo>
                    <a:pt x="526800" y="1165502"/>
                  </a:lnTo>
                  <a:lnTo>
                    <a:pt x="528452" y="1165722"/>
                  </a:lnTo>
                  <a:lnTo>
                    <a:pt x="530103" y="1172292"/>
                  </a:lnTo>
                  <a:lnTo>
                    <a:pt x="531754" y="1188654"/>
                  </a:lnTo>
                  <a:lnTo>
                    <a:pt x="533406" y="1148158"/>
                  </a:lnTo>
                  <a:lnTo>
                    <a:pt x="535057" y="1099278"/>
                  </a:lnTo>
                  <a:lnTo>
                    <a:pt x="536709" y="1032164"/>
                  </a:lnTo>
                  <a:lnTo>
                    <a:pt x="538360" y="1011049"/>
                  </a:lnTo>
                  <a:lnTo>
                    <a:pt x="540012" y="987940"/>
                  </a:lnTo>
                  <a:lnTo>
                    <a:pt x="541663" y="941071"/>
                  </a:lnTo>
                  <a:lnTo>
                    <a:pt x="543314" y="927969"/>
                  </a:lnTo>
                  <a:lnTo>
                    <a:pt x="544966" y="934267"/>
                  </a:lnTo>
                  <a:lnTo>
                    <a:pt x="546617" y="928226"/>
                  </a:lnTo>
                  <a:lnTo>
                    <a:pt x="548269" y="921160"/>
                  </a:lnTo>
                  <a:lnTo>
                    <a:pt x="549920" y="916814"/>
                  </a:lnTo>
                  <a:lnTo>
                    <a:pt x="551571" y="937180"/>
                  </a:lnTo>
                  <a:lnTo>
                    <a:pt x="553223" y="936450"/>
                  </a:lnTo>
                  <a:lnTo>
                    <a:pt x="554874" y="967661"/>
                  </a:lnTo>
                  <a:lnTo>
                    <a:pt x="556526" y="1000077"/>
                  </a:lnTo>
                  <a:lnTo>
                    <a:pt x="558177" y="1003447"/>
                  </a:lnTo>
                  <a:lnTo>
                    <a:pt x="559828" y="1044525"/>
                  </a:lnTo>
                  <a:lnTo>
                    <a:pt x="561480" y="1112880"/>
                  </a:lnTo>
                  <a:lnTo>
                    <a:pt x="563131" y="1122924"/>
                  </a:lnTo>
                  <a:lnTo>
                    <a:pt x="564783" y="1140590"/>
                  </a:lnTo>
                  <a:lnTo>
                    <a:pt x="566434" y="1141514"/>
                  </a:lnTo>
                  <a:lnTo>
                    <a:pt x="568086" y="1162802"/>
                  </a:lnTo>
                  <a:lnTo>
                    <a:pt x="569737" y="1182573"/>
                  </a:lnTo>
                  <a:lnTo>
                    <a:pt x="571388" y="1197044"/>
                  </a:lnTo>
                  <a:lnTo>
                    <a:pt x="573040" y="1217079"/>
                  </a:lnTo>
                  <a:lnTo>
                    <a:pt x="574691" y="1215830"/>
                  </a:lnTo>
                  <a:lnTo>
                    <a:pt x="576343" y="1202272"/>
                  </a:lnTo>
                  <a:lnTo>
                    <a:pt x="577994" y="1235757"/>
                  </a:lnTo>
                  <a:lnTo>
                    <a:pt x="579645" y="1264760"/>
                  </a:lnTo>
                  <a:lnTo>
                    <a:pt x="581297" y="1268807"/>
                  </a:lnTo>
                  <a:lnTo>
                    <a:pt x="582948" y="1239664"/>
                  </a:lnTo>
                  <a:lnTo>
                    <a:pt x="584600" y="1213776"/>
                  </a:lnTo>
                  <a:lnTo>
                    <a:pt x="586251" y="1219480"/>
                  </a:lnTo>
                  <a:lnTo>
                    <a:pt x="587902" y="1239791"/>
                  </a:lnTo>
                  <a:lnTo>
                    <a:pt x="589554" y="1238095"/>
                  </a:lnTo>
                  <a:lnTo>
                    <a:pt x="591205" y="1244452"/>
                  </a:lnTo>
                  <a:lnTo>
                    <a:pt x="592857" y="1279807"/>
                  </a:lnTo>
                  <a:lnTo>
                    <a:pt x="594508" y="1267046"/>
                  </a:lnTo>
                  <a:lnTo>
                    <a:pt x="596160" y="1221449"/>
                  </a:lnTo>
                  <a:lnTo>
                    <a:pt x="597811" y="1208319"/>
                  </a:lnTo>
                  <a:lnTo>
                    <a:pt x="599462" y="1225447"/>
                  </a:lnTo>
                  <a:lnTo>
                    <a:pt x="601114" y="1272127"/>
                  </a:lnTo>
                  <a:lnTo>
                    <a:pt x="602765" y="1297357"/>
                  </a:lnTo>
                  <a:lnTo>
                    <a:pt x="604417" y="1294538"/>
                  </a:lnTo>
                  <a:lnTo>
                    <a:pt x="606068" y="1290257"/>
                  </a:lnTo>
                  <a:lnTo>
                    <a:pt x="607719" y="1290236"/>
                  </a:lnTo>
                  <a:lnTo>
                    <a:pt x="609371" y="1298488"/>
                  </a:lnTo>
                  <a:lnTo>
                    <a:pt x="611022" y="1278633"/>
                  </a:lnTo>
                  <a:lnTo>
                    <a:pt x="612674" y="1279354"/>
                  </a:lnTo>
                  <a:lnTo>
                    <a:pt x="614325" y="1285368"/>
                  </a:lnTo>
                  <a:lnTo>
                    <a:pt x="615976" y="1269913"/>
                  </a:lnTo>
                  <a:lnTo>
                    <a:pt x="617628" y="1249026"/>
                  </a:lnTo>
                  <a:lnTo>
                    <a:pt x="619279" y="1232437"/>
                  </a:lnTo>
                  <a:lnTo>
                    <a:pt x="620931" y="1257863"/>
                  </a:lnTo>
                  <a:lnTo>
                    <a:pt x="622582" y="1269625"/>
                  </a:lnTo>
                  <a:lnTo>
                    <a:pt x="624234" y="1249055"/>
                  </a:lnTo>
                  <a:lnTo>
                    <a:pt x="625885" y="1268474"/>
                  </a:lnTo>
                  <a:lnTo>
                    <a:pt x="627536" y="1268416"/>
                  </a:lnTo>
                  <a:lnTo>
                    <a:pt x="629188" y="1283797"/>
                  </a:lnTo>
                  <a:lnTo>
                    <a:pt x="630839" y="1248792"/>
                  </a:lnTo>
                  <a:lnTo>
                    <a:pt x="632491" y="1260175"/>
                  </a:lnTo>
                  <a:lnTo>
                    <a:pt x="634142" y="1295419"/>
                  </a:lnTo>
                  <a:lnTo>
                    <a:pt x="635793" y="1292188"/>
                  </a:lnTo>
                  <a:lnTo>
                    <a:pt x="637445" y="1295576"/>
                  </a:lnTo>
                  <a:lnTo>
                    <a:pt x="639096" y="1284613"/>
                  </a:lnTo>
                  <a:lnTo>
                    <a:pt x="640748" y="1244132"/>
                  </a:lnTo>
                  <a:lnTo>
                    <a:pt x="642399" y="1251674"/>
                  </a:lnTo>
                  <a:lnTo>
                    <a:pt x="644051" y="1270244"/>
                  </a:lnTo>
                  <a:lnTo>
                    <a:pt x="645702" y="1256953"/>
                  </a:lnTo>
                  <a:lnTo>
                    <a:pt x="647353" y="1243867"/>
                  </a:lnTo>
                  <a:lnTo>
                    <a:pt x="649005" y="1251550"/>
                  </a:lnTo>
                  <a:lnTo>
                    <a:pt x="650656" y="1249114"/>
                  </a:lnTo>
                  <a:lnTo>
                    <a:pt x="652308" y="1285496"/>
                  </a:lnTo>
                  <a:lnTo>
                    <a:pt x="653959" y="1280684"/>
                  </a:lnTo>
                  <a:lnTo>
                    <a:pt x="655610" y="1271871"/>
                  </a:lnTo>
                  <a:lnTo>
                    <a:pt x="657262" y="1224790"/>
                  </a:lnTo>
                  <a:lnTo>
                    <a:pt x="658913" y="1249998"/>
                  </a:lnTo>
                  <a:lnTo>
                    <a:pt x="660565" y="1260335"/>
                  </a:lnTo>
                  <a:lnTo>
                    <a:pt x="662216" y="1282693"/>
                  </a:lnTo>
                  <a:lnTo>
                    <a:pt x="663867" y="1267621"/>
                  </a:lnTo>
                  <a:lnTo>
                    <a:pt x="665519" y="1261595"/>
                  </a:lnTo>
                  <a:lnTo>
                    <a:pt x="667170" y="1265234"/>
                  </a:lnTo>
                  <a:lnTo>
                    <a:pt x="668822" y="1232281"/>
                  </a:lnTo>
                  <a:lnTo>
                    <a:pt x="670473" y="1218141"/>
                  </a:lnTo>
                  <a:lnTo>
                    <a:pt x="672125" y="1255618"/>
                  </a:lnTo>
                  <a:lnTo>
                    <a:pt x="673776" y="1273425"/>
                  </a:lnTo>
                  <a:lnTo>
                    <a:pt x="675427" y="1257162"/>
                  </a:lnTo>
                  <a:lnTo>
                    <a:pt x="677079" y="1191405"/>
                  </a:lnTo>
                  <a:lnTo>
                    <a:pt x="678730" y="1189714"/>
                  </a:lnTo>
                  <a:lnTo>
                    <a:pt x="680382" y="1188450"/>
                  </a:lnTo>
                  <a:lnTo>
                    <a:pt x="682033" y="1183120"/>
                  </a:lnTo>
                  <a:lnTo>
                    <a:pt x="683684" y="1178927"/>
                  </a:lnTo>
                  <a:lnTo>
                    <a:pt x="685336" y="1156137"/>
                  </a:lnTo>
                  <a:lnTo>
                    <a:pt x="686987" y="1124674"/>
                  </a:lnTo>
                  <a:lnTo>
                    <a:pt x="688639" y="1146610"/>
                  </a:lnTo>
                  <a:lnTo>
                    <a:pt x="690290" y="1087668"/>
                  </a:lnTo>
                  <a:lnTo>
                    <a:pt x="691941" y="1075219"/>
                  </a:lnTo>
                  <a:lnTo>
                    <a:pt x="693593" y="1065685"/>
                  </a:lnTo>
                  <a:lnTo>
                    <a:pt x="695244" y="1028619"/>
                  </a:lnTo>
                  <a:lnTo>
                    <a:pt x="696896" y="958181"/>
                  </a:lnTo>
                  <a:lnTo>
                    <a:pt x="698547" y="938860"/>
                  </a:lnTo>
                  <a:lnTo>
                    <a:pt x="700199" y="934313"/>
                  </a:lnTo>
                  <a:lnTo>
                    <a:pt x="701850" y="915346"/>
                  </a:lnTo>
                  <a:lnTo>
                    <a:pt x="703501" y="903185"/>
                  </a:lnTo>
                  <a:lnTo>
                    <a:pt x="705153" y="897245"/>
                  </a:lnTo>
                  <a:lnTo>
                    <a:pt x="706804" y="928734"/>
                  </a:lnTo>
                  <a:lnTo>
                    <a:pt x="708456" y="940500"/>
                  </a:lnTo>
                  <a:lnTo>
                    <a:pt x="710107" y="1013152"/>
                  </a:lnTo>
                  <a:lnTo>
                    <a:pt x="711758" y="1012345"/>
                  </a:lnTo>
                  <a:lnTo>
                    <a:pt x="713410" y="1020624"/>
                  </a:lnTo>
                  <a:lnTo>
                    <a:pt x="715061" y="1034747"/>
                  </a:lnTo>
                  <a:lnTo>
                    <a:pt x="716713" y="1075651"/>
                  </a:lnTo>
                  <a:lnTo>
                    <a:pt x="718364" y="1079286"/>
                  </a:lnTo>
                  <a:lnTo>
                    <a:pt x="720016" y="1106512"/>
                  </a:lnTo>
                  <a:lnTo>
                    <a:pt x="721667" y="1122412"/>
                  </a:lnTo>
                  <a:lnTo>
                    <a:pt x="723318" y="1153173"/>
                  </a:lnTo>
                  <a:lnTo>
                    <a:pt x="724970" y="1204890"/>
                  </a:lnTo>
                  <a:lnTo>
                    <a:pt x="726621" y="1177187"/>
                  </a:lnTo>
                  <a:lnTo>
                    <a:pt x="728273" y="1164805"/>
                  </a:lnTo>
                  <a:lnTo>
                    <a:pt x="729924" y="1237833"/>
                  </a:lnTo>
                  <a:lnTo>
                    <a:pt x="731575" y="1277935"/>
                  </a:lnTo>
                  <a:lnTo>
                    <a:pt x="733227" y="1270747"/>
                  </a:lnTo>
                  <a:lnTo>
                    <a:pt x="734878" y="1271812"/>
                  </a:lnTo>
                  <a:lnTo>
                    <a:pt x="736530" y="1261169"/>
                  </a:lnTo>
                  <a:lnTo>
                    <a:pt x="738181" y="1200041"/>
                  </a:lnTo>
                  <a:lnTo>
                    <a:pt x="739832" y="1196744"/>
                  </a:lnTo>
                  <a:lnTo>
                    <a:pt x="741484" y="1255949"/>
                  </a:lnTo>
                  <a:lnTo>
                    <a:pt x="743135" y="1288888"/>
                  </a:lnTo>
                  <a:lnTo>
                    <a:pt x="744787" y="1277395"/>
                  </a:lnTo>
                  <a:lnTo>
                    <a:pt x="746438" y="1252798"/>
                  </a:lnTo>
                  <a:lnTo>
                    <a:pt x="748090" y="1287066"/>
                  </a:lnTo>
                  <a:lnTo>
                    <a:pt x="749741" y="1291656"/>
                  </a:lnTo>
                  <a:lnTo>
                    <a:pt x="751392" y="1287349"/>
                  </a:lnTo>
                  <a:lnTo>
                    <a:pt x="753044" y="1279835"/>
                  </a:lnTo>
                  <a:lnTo>
                    <a:pt x="754695" y="1243104"/>
                  </a:lnTo>
                  <a:lnTo>
                    <a:pt x="756347" y="1223156"/>
                  </a:lnTo>
                  <a:lnTo>
                    <a:pt x="757998" y="1227085"/>
                  </a:lnTo>
                  <a:lnTo>
                    <a:pt x="759649" y="1234991"/>
                  </a:lnTo>
                  <a:lnTo>
                    <a:pt x="761301" y="1237631"/>
                  </a:lnTo>
                  <a:lnTo>
                    <a:pt x="762952" y="1243542"/>
                  </a:lnTo>
                  <a:lnTo>
                    <a:pt x="764604" y="1293046"/>
                  </a:lnTo>
                  <a:lnTo>
                    <a:pt x="766255" y="1279968"/>
                  </a:lnTo>
                  <a:lnTo>
                    <a:pt x="767906" y="1273502"/>
                  </a:lnTo>
                  <a:lnTo>
                    <a:pt x="769558" y="1276704"/>
                  </a:lnTo>
                  <a:lnTo>
                    <a:pt x="771209" y="1307339"/>
                  </a:lnTo>
                  <a:lnTo>
                    <a:pt x="772861" y="1307339"/>
                  </a:lnTo>
                  <a:lnTo>
                    <a:pt x="774512" y="1308101"/>
                  </a:lnTo>
                  <a:lnTo>
                    <a:pt x="776164" y="1313402"/>
                  </a:lnTo>
                  <a:lnTo>
                    <a:pt x="777815" y="1310118"/>
                  </a:lnTo>
                  <a:lnTo>
                    <a:pt x="779466" y="1290973"/>
                  </a:lnTo>
                  <a:lnTo>
                    <a:pt x="781118" y="1294420"/>
                  </a:lnTo>
                  <a:lnTo>
                    <a:pt x="782769" y="1278660"/>
                  </a:lnTo>
                  <a:lnTo>
                    <a:pt x="784421" y="1313746"/>
                  </a:lnTo>
                  <a:lnTo>
                    <a:pt x="786072" y="1301390"/>
                  </a:lnTo>
                  <a:lnTo>
                    <a:pt x="787723" y="1279574"/>
                  </a:lnTo>
                  <a:lnTo>
                    <a:pt x="789375" y="1274873"/>
                  </a:lnTo>
                  <a:lnTo>
                    <a:pt x="791026" y="1275283"/>
                  </a:lnTo>
                  <a:lnTo>
                    <a:pt x="792678" y="1276573"/>
                  </a:lnTo>
                  <a:lnTo>
                    <a:pt x="794329" y="1280159"/>
                  </a:lnTo>
                  <a:lnTo>
                    <a:pt x="795980" y="1297215"/>
                  </a:lnTo>
                  <a:lnTo>
                    <a:pt x="797632" y="1319290"/>
                  </a:lnTo>
                  <a:lnTo>
                    <a:pt x="799283" y="1307289"/>
                  </a:lnTo>
                  <a:lnTo>
                    <a:pt x="800935" y="1275458"/>
                  </a:lnTo>
                  <a:lnTo>
                    <a:pt x="802586" y="1272488"/>
                  </a:lnTo>
                  <a:lnTo>
                    <a:pt x="804238" y="1291387"/>
                  </a:lnTo>
                  <a:lnTo>
                    <a:pt x="805889" y="1295402"/>
                  </a:lnTo>
                  <a:lnTo>
                    <a:pt x="807540" y="1296154"/>
                  </a:lnTo>
                  <a:lnTo>
                    <a:pt x="809192" y="1304829"/>
                  </a:lnTo>
                  <a:lnTo>
                    <a:pt x="810843" y="1330154"/>
                  </a:lnTo>
                  <a:lnTo>
                    <a:pt x="812495" y="1328432"/>
                  </a:lnTo>
                  <a:lnTo>
                    <a:pt x="814146" y="1305509"/>
                  </a:lnTo>
                  <a:lnTo>
                    <a:pt x="815797" y="1294289"/>
                  </a:lnTo>
                  <a:lnTo>
                    <a:pt x="817449" y="1283797"/>
                  </a:lnTo>
                  <a:lnTo>
                    <a:pt x="819100" y="1280828"/>
                  </a:lnTo>
                  <a:lnTo>
                    <a:pt x="820752" y="1276399"/>
                  </a:lnTo>
                  <a:lnTo>
                    <a:pt x="822403" y="1278663"/>
                  </a:lnTo>
                  <a:lnTo>
                    <a:pt x="824055" y="1291526"/>
                  </a:lnTo>
                  <a:lnTo>
                    <a:pt x="825706" y="1276520"/>
                  </a:lnTo>
                  <a:lnTo>
                    <a:pt x="827357" y="1282080"/>
                  </a:lnTo>
                  <a:lnTo>
                    <a:pt x="829009" y="1292572"/>
                  </a:lnTo>
                  <a:lnTo>
                    <a:pt x="830660" y="1267209"/>
                  </a:lnTo>
                  <a:lnTo>
                    <a:pt x="832312" y="1282080"/>
                  </a:lnTo>
                  <a:lnTo>
                    <a:pt x="833963" y="1291752"/>
                  </a:lnTo>
                  <a:lnTo>
                    <a:pt x="835614" y="1279489"/>
                  </a:lnTo>
                  <a:lnTo>
                    <a:pt x="837266" y="1280408"/>
                  </a:lnTo>
                  <a:lnTo>
                    <a:pt x="838917" y="1288604"/>
                  </a:lnTo>
                  <a:lnTo>
                    <a:pt x="840569" y="1267545"/>
                  </a:lnTo>
                  <a:lnTo>
                    <a:pt x="842220" y="1266431"/>
                  </a:lnTo>
                  <a:lnTo>
                    <a:pt x="843871" y="1270994"/>
                  </a:lnTo>
                  <a:lnTo>
                    <a:pt x="845523" y="1266140"/>
                  </a:lnTo>
                  <a:lnTo>
                    <a:pt x="847174" y="1271644"/>
                  </a:lnTo>
                  <a:lnTo>
                    <a:pt x="848826" y="1264313"/>
                  </a:lnTo>
                  <a:lnTo>
                    <a:pt x="850477" y="1267089"/>
                  </a:lnTo>
                  <a:lnTo>
                    <a:pt x="852129" y="1270181"/>
                  </a:lnTo>
                  <a:lnTo>
                    <a:pt x="853780" y="1254843"/>
                  </a:lnTo>
                  <a:lnTo>
                    <a:pt x="855431" y="1267089"/>
                  </a:lnTo>
                  <a:lnTo>
                    <a:pt x="857083" y="1272125"/>
                  </a:lnTo>
                  <a:lnTo>
                    <a:pt x="858734" y="1272545"/>
                  </a:lnTo>
                  <a:lnTo>
                    <a:pt x="860386" y="1272545"/>
                  </a:lnTo>
                  <a:lnTo>
                    <a:pt x="862037" y="1269905"/>
                  </a:lnTo>
                  <a:lnTo>
                    <a:pt x="863688" y="1276302"/>
                  </a:lnTo>
                  <a:lnTo>
                    <a:pt x="865340" y="1272545"/>
                  </a:lnTo>
                  <a:lnTo>
                    <a:pt x="866991" y="1281862"/>
                  </a:lnTo>
                  <a:lnTo>
                    <a:pt x="868643" y="1283305"/>
                  </a:lnTo>
                  <a:lnTo>
                    <a:pt x="870294" y="1264568"/>
                  </a:lnTo>
                  <a:lnTo>
                    <a:pt x="871945" y="1254271"/>
                  </a:lnTo>
                  <a:lnTo>
                    <a:pt x="873597" y="1264869"/>
                  </a:lnTo>
                  <a:lnTo>
                    <a:pt x="875248" y="1269433"/>
                  </a:lnTo>
                  <a:lnTo>
                    <a:pt x="876900" y="1285525"/>
                  </a:lnTo>
                  <a:lnTo>
                    <a:pt x="878551" y="1291111"/>
                  </a:lnTo>
                  <a:lnTo>
                    <a:pt x="880203" y="1302720"/>
                  </a:lnTo>
                  <a:lnTo>
                    <a:pt x="881854" y="1312554"/>
                  </a:lnTo>
                  <a:lnTo>
                    <a:pt x="883505" y="1298521"/>
                  </a:lnTo>
                  <a:lnTo>
                    <a:pt x="885157" y="1308258"/>
                  </a:lnTo>
                  <a:lnTo>
                    <a:pt x="886808" y="1312904"/>
                  </a:lnTo>
                  <a:lnTo>
                    <a:pt x="888460" y="1298399"/>
                  </a:lnTo>
                  <a:lnTo>
                    <a:pt x="890111" y="1326516"/>
                  </a:lnTo>
                  <a:lnTo>
                    <a:pt x="891762" y="1331654"/>
                  </a:lnTo>
                  <a:lnTo>
                    <a:pt x="893414" y="1320787"/>
                  </a:lnTo>
                  <a:lnTo>
                    <a:pt x="895065" y="1290685"/>
                  </a:lnTo>
                  <a:lnTo>
                    <a:pt x="896717" y="1289059"/>
                  </a:lnTo>
                  <a:lnTo>
                    <a:pt x="898368" y="1290685"/>
                  </a:lnTo>
                  <a:lnTo>
                    <a:pt x="900020" y="1295255"/>
                  </a:lnTo>
                  <a:lnTo>
                    <a:pt x="901671" y="1313630"/>
                  </a:lnTo>
                  <a:lnTo>
                    <a:pt x="903322" y="1297607"/>
                  </a:lnTo>
                  <a:lnTo>
                    <a:pt x="904974" y="1293563"/>
                  </a:lnTo>
                  <a:lnTo>
                    <a:pt x="906625" y="1323302"/>
                  </a:lnTo>
                  <a:lnTo>
                    <a:pt x="908277" y="1329653"/>
                  </a:lnTo>
                  <a:lnTo>
                    <a:pt x="909928" y="1324945"/>
                  </a:lnTo>
                  <a:lnTo>
                    <a:pt x="911579" y="1328229"/>
                  </a:lnTo>
                  <a:lnTo>
                    <a:pt x="913231" y="1322563"/>
                  </a:lnTo>
                  <a:lnTo>
                    <a:pt x="914882" y="1320876"/>
                  </a:lnTo>
                  <a:lnTo>
                    <a:pt x="916534" y="1290324"/>
                  </a:lnTo>
                  <a:lnTo>
                    <a:pt x="918185" y="1265867"/>
                  </a:lnTo>
                  <a:lnTo>
                    <a:pt x="919836" y="1292912"/>
                  </a:lnTo>
                  <a:lnTo>
                    <a:pt x="921488" y="1286437"/>
                  </a:lnTo>
                  <a:lnTo>
                    <a:pt x="923139" y="1266672"/>
                  </a:lnTo>
                  <a:lnTo>
                    <a:pt x="924791" y="1276788"/>
                  </a:lnTo>
                  <a:lnTo>
                    <a:pt x="926442" y="1304925"/>
                  </a:lnTo>
                  <a:lnTo>
                    <a:pt x="928094" y="1312503"/>
                  </a:lnTo>
                  <a:lnTo>
                    <a:pt x="929745" y="1335755"/>
                  </a:lnTo>
                  <a:lnTo>
                    <a:pt x="931396" y="1331312"/>
                  </a:lnTo>
                  <a:lnTo>
                    <a:pt x="933048" y="1295131"/>
                  </a:lnTo>
                  <a:lnTo>
                    <a:pt x="934699" y="1275063"/>
                  </a:lnTo>
                  <a:lnTo>
                    <a:pt x="936351" y="1262587"/>
                  </a:lnTo>
                  <a:lnTo>
                    <a:pt x="938002" y="1282852"/>
                  </a:lnTo>
                  <a:lnTo>
                    <a:pt x="939653" y="1294398"/>
                  </a:lnTo>
                  <a:lnTo>
                    <a:pt x="941305" y="1302488"/>
                  </a:lnTo>
                  <a:lnTo>
                    <a:pt x="942956" y="1312903"/>
                  </a:lnTo>
                  <a:lnTo>
                    <a:pt x="944608" y="1293171"/>
                  </a:lnTo>
                  <a:lnTo>
                    <a:pt x="946259" y="1293436"/>
                  </a:lnTo>
                  <a:lnTo>
                    <a:pt x="947910" y="1275279"/>
                  </a:lnTo>
                  <a:lnTo>
                    <a:pt x="949562" y="1251437"/>
                  </a:lnTo>
                  <a:lnTo>
                    <a:pt x="951213" y="1244305"/>
                  </a:lnTo>
                  <a:lnTo>
                    <a:pt x="952865" y="1259965"/>
                  </a:lnTo>
                  <a:lnTo>
                    <a:pt x="954516" y="1250192"/>
                  </a:lnTo>
                  <a:lnTo>
                    <a:pt x="956168" y="1238522"/>
                  </a:lnTo>
                  <a:lnTo>
                    <a:pt x="957819" y="1244533"/>
                  </a:lnTo>
                  <a:lnTo>
                    <a:pt x="959470" y="1248890"/>
                  </a:lnTo>
                  <a:lnTo>
                    <a:pt x="961122" y="1257048"/>
                  </a:lnTo>
                  <a:lnTo>
                    <a:pt x="962773" y="1203454"/>
                  </a:lnTo>
                  <a:lnTo>
                    <a:pt x="964425" y="1166403"/>
                  </a:lnTo>
                  <a:lnTo>
                    <a:pt x="966076" y="1166293"/>
                  </a:lnTo>
                  <a:lnTo>
                    <a:pt x="967727" y="1146385"/>
                  </a:lnTo>
                  <a:lnTo>
                    <a:pt x="969379" y="1138585"/>
                  </a:lnTo>
                  <a:lnTo>
                    <a:pt x="971030" y="1202037"/>
                  </a:lnTo>
                  <a:lnTo>
                    <a:pt x="972682" y="1214786"/>
                  </a:lnTo>
                  <a:lnTo>
                    <a:pt x="974333" y="1231987"/>
                  </a:lnTo>
                  <a:lnTo>
                    <a:pt x="975984" y="1263753"/>
                  </a:lnTo>
                  <a:lnTo>
                    <a:pt x="977636" y="1271606"/>
                  </a:lnTo>
                  <a:lnTo>
                    <a:pt x="979287" y="1279014"/>
                  </a:lnTo>
                  <a:lnTo>
                    <a:pt x="980939" y="1285122"/>
                  </a:lnTo>
                  <a:lnTo>
                    <a:pt x="982590" y="1297841"/>
                  </a:lnTo>
                  <a:lnTo>
                    <a:pt x="984242" y="1307224"/>
                  </a:lnTo>
                  <a:lnTo>
                    <a:pt x="985893" y="1313318"/>
                  </a:lnTo>
                  <a:lnTo>
                    <a:pt x="987544" y="1291577"/>
                  </a:lnTo>
                  <a:lnTo>
                    <a:pt x="989196" y="1277957"/>
                  </a:lnTo>
                  <a:lnTo>
                    <a:pt x="990847" y="1294919"/>
                  </a:lnTo>
                  <a:lnTo>
                    <a:pt x="992499" y="1327790"/>
                  </a:lnTo>
                  <a:lnTo>
                    <a:pt x="994150" y="1302103"/>
                  </a:lnTo>
                  <a:lnTo>
                    <a:pt x="995801" y="1287784"/>
                  </a:lnTo>
                  <a:lnTo>
                    <a:pt x="997453" y="1315712"/>
                  </a:lnTo>
                  <a:lnTo>
                    <a:pt x="999104" y="1327445"/>
                  </a:lnTo>
                  <a:lnTo>
                    <a:pt x="1000756" y="1315984"/>
                  </a:lnTo>
                  <a:lnTo>
                    <a:pt x="1002407" y="1307396"/>
                  </a:lnTo>
                  <a:lnTo>
                    <a:pt x="1004059" y="1299208"/>
                  </a:lnTo>
                  <a:lnTo>
                    <a:pt x="1005710" y="1306754"/>
                  </a:lnTo>
                  <a:lnTo>
                    <a:pt x="1007361" y="1311908"/>
                  </a:lnTo>
                  <a:lnTo>
                    <a:pt x="1009013" y="1322167"/>
                  </a:lnTo>
                  <a:lnTo>
                    <a:pt x="1010664" y="1300844"/>
                  </a:lnTo>
                  <a:lnTo>
                    <a:pt x="1012316" y="1301258"/>
                  </a:lnTo>
                  <a:lnTo>
                    <a:pt x="1013967" y="1301327"/>
                  </a:lnTo>
                  <a:lnTo>
                    <a:pt x="1015618" y="1298354"/>
                  </a:lnTo>
                  <a:lnTo>
                    <a:pt x="1017270" y="1313271"/>
                  </a:lnTo>
                  <a:lnTo>
                    <a:pt x="1018921" y="1314605"/>
                  </a:lnTo>
                  <a:lnTo>
                    <a:pt x="1020573" y="1287826"/>
                  </a:lnTo>
                  <a:lnTo>
                    <a:pt x="1022224" y="1301176"/>
                  </a:lnTo>
                  <a:lnTo>
                    <a:pt x="1023875" y="1277395"/>
                  </a:lnTo>
                  <a:lnTo>
                    <a:pt x="1025527" y="1291203"/>
                  </a:lnTo>
                  <a:lnTo>
                    <a:pt x="1027178" y="1280499"/>
                  </a:lnTo>
                  <a:lnTo>
                    <a:pt x="1028830" y="1257706"/>
                  </a:lnTo>
                  <a:lnTo>
                    <a:pt x="1030481" y="1279287"/>
                  </a:lnTo>
                  <a:lnTo>
                    <a:pt x="1032133" y="1285926"/>
                  </a:lnTo>
                  <a:lnTo>
                    <a:pt x="1033784" y="1230736"/>
                  </a:lnTo>
                  <a:lnTo>
                    <a:pt x="1035435" y="1190819"/>
                  </a:lnTo>
                  <a:lnTo>
                    <a:pt x="1037087" y="1190329"/>
                  </a:lnTo>
                  <a:lnTo>
                    <a:pt x="1038738" y="1198633"/>
                  </a:lnTo>
                  <a:lnTo>
                    <a:pt x="1040390" y="1179790"/>
                  </a:lnTo>
                  <a:lnTo>
                    <a:pt x="1042041" y="1177472"/>
                  </a:lnTo>
                  <a:lnTo>
                    <a:pt x="1043692" y="1163008"/>
                  </a:lnTo>
                  <a:lnTo>
                    <a:pt x="1045344" y="1123427"/>
                  </a:lnTo>
                  <a:lnTo>
                    <a:pt x="1046995" y="1117491"/>
                  </a:lnTo>
                  <a:lnTo>
                    <a:pt x="1048647" y="1101913"/>
                  </a:lnTo>
                  <a:lnTo>
                    <a:pt x="1050298" y="1090607"/>
                  </a:lnTo>
                  <a:lnTo>
                    <a:pt x="1051949" y="1049591"/>
                  </a:lnTo>
                  <a:lnTo>
                    <a:pt x="1053601" y="1037164"/>
                  </a:lnTo>
                  <a:lnTo>
                    <a:pt x="1055252" y="1018536"/>
                  </a:lnTo>
                  <a:lnTo>
                    <a:pt x="1056904" y="1018536"/>
                  </a:lnTo>
                  <a:lnTo>
                    <a:pt x="1058555" y="997193"/>
                  </a:lnTo>
                  <a:lnTo>
                    <a:pt x="1060207" y="995788"/>
                  </a:lnTo>
                  <a:lnTo>
                    <a:pt x="1061858" y="1007280"/>
                  </a:lnTo>
                  <a:lnTo>
                    <a:pt x="1063509" y="988032"/>
                  </a:lnTo>
                  <a:lnTo>
                    <a:pt x="1065161" y="1000957"/>
                  </a:lnTo>
                  <a:lnTo>
                    <a:pt x="1066812" y="1026315"/>
                  </a:lnTo>
                  <a:lnTo>
                    <a:pt x="1068464" y="1055091"/>
                  </a:lnTo>
                  <a:lnTo>
                    <a:pt x="1070115" y="1037312"/>
                  </a:lnTo>
                  <a:lnTo>
                    <a:pt x="1071766" y="1053449"/>
                  </a:lnTo>
                  <a:lnTo>
                    <a:pt x="1073418" y="1081829"/>
                  </a:lnTo>
                  <a:lnTo>
                    <a:pt x="1075069" y="1126641"/>
                  </a:lnTo>
                  <a:lnTo>
                    <a:pt x="1076721" y="1159384"/>
                  </a:lnTo>
                  <a:lnTo>
                    <a:pt x="1078372" y="1160481"/>
                  </a:lnTo>
                  <a:lnTo>
                    <a:pt x="1080024" y="1134021"/>
                  </a:lnTo>
                  <a:lnTo>
                    <a:pt x="1081675" y="1150082"/>
                  </a:lnTo>
                  <a:lnTo>
                    <a:pt x="1083326" y="1177268"/>
                  </a:lnTo>
                  <a:lnTo>
                    <a:pt x="1084978" y="1208631"/>
                  </a:lnTo>
                  <a:lnTo>
                    <a:pt x="1086629" y="1233782"/>
                  </a:lnTo>
                  <a:lnTo>
                    <a:pt x="1088281" y="1217779"/>
                  </a:lnTo>
                  <a:lnTo>
                    <a:pt x="1089932" y="1231799"/>
                  </a:lnTo>
                  <a:lnTo>
                    <a:pt x="1091583" y="1225855"/>
                  </a:lnTo>
                  <a:lnTo>
                    <a:pt x="1093235" y="1213423"/>
                  </a:lnTo>
                  <a:lnTo>
                    <a:pt x="1094886" y="1231909"/>
                  </a:lnTo>
                  <a:lnTo>
                    <a:pt x="1096538" y="1240500"/>
                  </a:lnTo>
                  <a:lnTo>
                    <a:pt x="1098189" y="1220079"/>
                  </a:lnTo>
                  <a:lnTo>
                    <a:pt x="1099840" y="1213693"/>
                  </a:lnTo>
                  <a:lnTo>
                    <a:pt x="1101492" y="1226831"/>
                  </a:lnTo>
                  <a:lnTo>
                    <a:pt x="1103143" y="1269035"/>
                  </a:lnTo>
                  <a:lnTo>
                    <a:pt x="1104795" y="1282256"/>
                  </a:lnTo>
                  <a:lnTo>
                    <a:pt x="1106446" y="1252502"/>
                  </a:lnTo>
                  <a:lnTo>
                    <a:pt x="1108098" y="1238320"/>
                  </a:lnTo>
                  <a:lnTo>
                    <a:pt x="1109749" y="1252502"/>
                  </a:lnTo>
                  <a:lnTo>
                    <a:pt x="1111400" y="1237962"/>
                  </a:lnTo>
                  <a:lnTo>
                    <a:pt x="1113052" y="1253225"/>
                  </a:lnTo>
                  <a:lnTo>
                    <a:pt x="1114703" y="1265876"/>
                  </a:lnTo>
                  <a:lnTo>
                    <a:pt x="1116355" y="1270446"/>
                  </a:lnTo>
                  <a:lnTo>
                    <a:pt x="1118006" y="1273334"/>
                  </a:lnTo>
                  <a:lnTo>
                    <a:pt x="1119657" y="1238425"/>
                  </a:lnTo>
                  <a:lnTo>
                    <a:pt x="1121309" y="1255949"/>
                  </a:lnTo>
                  <a:lnTo>
                    <a:pt x="1122960" y="1262051"/>
                  </a:lnTo>
                  <a:lnTo>
                    <a:pt x="1124612" y="1239324"/>
                  </a:lnTo>
                  <a:lnTo>
                    <a:pt x="1126263" y="1229553"/>
                  </a:lnTo>
                  <a:lnTo>
                    <a:pt x="1127914" y="1253428"/>
                  </a:lnTo>
                  <a:lnTo>
                    <a:pt x="1129566" y="1258212"/>
                  </a:lnTo>
                  <a:lnTo>
                    <a:pt x="1131217" y="1232085"/>
                  </a:lnTo>
                  <a:lnTo>
                    <a:pt x="1132869" y="1238272"/>
                  </a:lnTo>
                  <a:lnTo>
                    <a:pt x="1134520" y="1248385"/>
                  </a:lnTo>
                  <a:lnTo>
                    <a:pt x="1136172" y="1232775"/>
                  </a:lnTo>
                  <a:lnTo>
                    <a:pt x="1137823" y="1212136"/>
                  </a:lnTo>
                  <a:lnTo>
                    <a:pt x="1139474" y="1202602"/>
                  </a:lnTo>
                  <a:lnTo>
                    <a:pt x="1141126" y="1217631"/>
                  </a:lnTo>
                  <a:lnTo>
                    <a:pt x="1142777" y="1217631"/>
                  </a:lnTo>
                  <a:lnTo>
                    <a:pt x="1144429" y="1221411"/>
                  </a:lnTo>
                  <a:lnTo>
                    <a:pt x="1146080" y="1240769"/>
                  </a:lnTo>
                  <a:lnTo>
                    <a:pt x="1147731" y="1248714"/>
                  </a:lnTo>
                  <a:lnTo>
                    <a:pt x="1149383" y="1250745"/>
                  </a:lnTo>
                  <a:lnTo>
                    <a:pt x="1151034" y="1246865"/>
                  </a:lnTo>
                  <a:lnTo>
                    <a:pt x="1152686" y="1238369"/>
                  </a:lnTo>
                  <a:lnTo>
                    <a:pt x="1154337" y="1219064"/>
                  </a:lnTo>
                  <a:lnTo>
                    <a:pt x="1155988" y="1163160"/>
                  </a:lnTo>
                  <a:lnTo>
                    <a:pt x="1157640" y="1171690"/>
                  </a:lnTo>
                  <a:lnTo>
                    <a:pt x="1159291" y="1154348"/>
                  </a:lnTo>
                  <a:lnTo>
                    <a:pt x="1160943" y="1118742"/>
                  </a:lnTo>
                  <a:lnTo>
                    <a:pt x="1162594" y="1017420"/>
                  </a:lnTo>
                  <a:lnTo>
                    <a:pt x="1164246" y="993614"/>
                  </a:lnTo>
                  <a:lnTo>
                    <a:pt x="1165897" y="993614"/>
                  </a:lnTo>
                  <a:lnTo>
                    <a:pt x="1167548" y="982071"/>
                  </a:lnTo>
                  <a:lnTo>
                    <a:pt x="1169200" y="1012595"/>
                  </a:lnTo>
                  <a:lnTo>
                    <a:pt x="1170851" y="1012595"/>
                  </a:lnTo>
                  <a:lnTo>
                    <a:pt x="1172503" y="1130606"/>
                  </a:lnTo>
                  <a:lnTo>
                    <a:pt x="1174154" y="1174793"/>
                  </a:lnTo>
                  <a:lnTo>
                    <a:pt x="1175805" y="1202215"/>
                  </a:lnTo>
                  <a:lnTo>
                    <a:pt x="1177457" y="1175852"/>
                  </a:lnTo>
                  <a:lnTo>
                    <a:pt x="1179108" y="1236614"/>
                  </a:lnTo>
                  <a:lnTo>
                    <a:pt x="1180760" y="1236575"/>
                  </a:lnTo>
                  <a:lnTo>
                    <a:pt x="1182411" y="1253587"/>
                  </a:lnTo>
                  <a:lnTo>
                    <a:pt x="1184063" y="1255476"/>
                  </a:lnTo>
                  <a:lnTo>
                    <a:pt x="1185714" y="1245655"/>
                  </a:lnTo>
                  <a:lnTo>
                    <a:pt x="1187365" y="1270183"/>
                  </a:lnTo>
                  <a:lnTo>
                    <a:pt x="1189017" y="1284423"/>
                  </a:lnTo>
                  <a:lnTo>
                    <a:pt x="1190668" y="1294027"/>
                  </a:lnTo>
                  <a:lnTo>
                    <a:pt x="1192320" y="1298331"/>
                  </a:lnTo>
                  <a:lnTo>
                    <a:pt x="1193971" y="1279335"/>
                  </a:lnTo>
                  <a:lnTo>
                    <a:pt x="1195622" y="1277256"/>
                  </a:lnTo>
                  <a:lnTo>
                    <a:pt x="1197274" y="1297068"/>
                  </a:lnTo>
                  <a:lnTo>
                    <a:pt x="1198925" y="1296442"/>
                  </a:lnTo>
                  <a:lnTo>
                    <a:pt x="1200577" y="1266423"/>
                  </a:lnTo>
                  <a:lnTo>
                    <a:pt x="1202228" y="1271612"/>
                  </a:lnTo>
                  <a:lnTo>
                    <a:pt x="1203879" y="1264885"/>
                  </a:lnTo>
                  <a:lnTo>
                    <a:pt x="1205531" y="1279840"/>
                  </a:lnTo>
                  <a:lnTo>
                    <a:pt x="1207182" y="1287580"/>
                  </a:lnTo>
                  <a:lnTo>
                    <a:pt x="1208834" y="1268179"/>
                  </a:lnTo>
                  <a:lnTo>
                    <a:pt x="1210485" y="1262245"/>
                  </a:lnTo>
                  <a:lnTo>
                    <a:pt x="1212137" y="1264214"/>
                  </a:lnTo>
                  <a:lnTo>
                    <a:pt x="1213788" y="1250186"/>
                  </a:lnTo>
                  <a:lnTo>
                    <a:pt x="1215439" y="1275130"/>
                  </a:lnTo>
                  <a:lnTo>
                    <a:pt x="1217091" y="1279926"/>
                  </a:lnTo>
                  <a:lnTo>
                    <a:pt x="1218742" y="1293694"/>
                  </a:lnTo>
                  <a:lnTo>
                    <a:pt x="1220394" y="1294658"/>
                  </a:lnTo>
                  <a:lnTo>
                    <a:pt x="1222045" y="1269877"/>
                  </a:lnTo>
                  <a:lnTo>
                    <a:pt x="1223696" y="1268486"/>
                  </a:lnTo>
                  <a:lnTo>
                    <a:pt x="1225348" y="1276988"/>
                  </a:lnTo>
                  <a:lnTo>
                    <a:pt x="1226999" y="1275130"/>
                  </a:lnTo>
                  <a:lnTo>
                    <a:pt x="1228651" y="1266971"/>
                  </a:lnTo>
                  <a:lnTo>
                    <a:pt x="1230302" y="1265347"/>
                  </a:lnTo>
                  <a:lnTo>
                    <a:pt x="1231953" y="1281583"/>
                  </a:lnTo>
                  <a:lnTo>
                    <a:pt x="1233605" y="1307271"/>
                  </a:lnTo>
                  <a:lnTo>
                    <a:pt x="1235256" y="1298535"/>
                  </a:lnTo>
                  <a:lnTo>
                    <a:pt x="1236908" y="1305038"/>
                  </a:lnTo>
                  <a:lnTo>
                    <a:pt x="1238559" y="1298535"/>
                  </a:lnTo>
                  <a:lnTo>
                    <a:pt x="1240211" y="1297334"/>
                  </a:lnTo>
                  <a:lnTo>
                    <a:pt x="1241862" y="1288849"/>
                  </a:lnTo>
                  <a:lnTo>
                    <a:pt x="1243513" y="1290241"/>
                  </a:lnTo>
                  <a:lnTo>
                    <a:pt x="1245165" y="1292100"/>
                  </a:lnTo>
                  <a:lnTo>
                    <a:pt x="1246816" y="1282258"/>
                  </a:lnTo>
                  <a:lnTo>
                    <a:pt x="1248468" y="1275146"/>
                  </a:lnTo>
                  <a:lnTo>
                    <a:pt x="1250119" y="1290979"/>
                  </a:lnTo>
                  <a:lnTo>
                    <a:pt x="1251770" y="1314299"/>
                  </a:lnTo>
                  <a:lnTo>
                    <a:pt x="1253422" y="1326796"/>
                  </a:lnTo>
                  <a:lnTo>
                    <a:pt x="1255073" y="1325358"/>
                  </a:lnTo>
                  <a:lnTo>
                    <a:pt x="1256725" y="1326274"/>
                  </a:lnTo>
                  <a:lnTo>
                    <a:pt x="1258376" y="1334125"/>
                  </a:lnTo>
                  <a:lnTo>
                    <a:pt x="1260028" y="1311319"/>
                  </a:lnTo>
                  <a:lnTo>
                    <a:pt x="1261679" y="1319067"/>
                  </a:lnTo>
                  <a:lnTo>
                    <a:pt x="1263330" y="1319659"/>
                  </a:lnTo>
                  <a:lnTo>
                    <a:pt x="1264982" y="1308858"/>
                  </a:lnTo>
                  <a:lnTo>
                    <a:pt x="1266633" y="1318539"/>
                  </a:lnTo>
                  <a:lnTo>
                    <a:pt x="1268285" y="1317926"/>
                  </a:lnTo>
                  <a:lnTo>
                    <a:pt x="1269936" y="1308535"/>
                  </a:lnTo>
                  <a:lnTo>
                    <a:pt x="1271587" y="1300864"/>
                  </a:lnTo>
                  <a:lnTo>
                    <a:pt x="1273239" y="1304553"/>
                  </a:lnTo>
                  <a:lnTo>
                    <a:pt x="1274890" y="1324686"/>
                  </a:lnTo>
                  <a:lnTo>
                    <a:pt x="1276542" y="1327434"/>
                  </a:lnTo>
                  <a:lnTo>
                    <a:pt x="1278193" y="1322302"/>
                  </a:lnTo>
                  <a:lnTo>
                    <a:pt x="1279844" y="1324456"/>
                  </a:lnTo>
                  <a:lnTo>
                    <a:pt x="1281496" y="1331573"/>
                  </a:lnTo>
                  <a:lnTo>
                    <a:pt x="1283147" y="1337381"/>
                  </a:lnTo>
                  <a:lnTo>
                    <a:pt x="1284799" y="1329642"/>
                  </a:lnTo>
                  <a:lnTo>
                    <a:pt x="1286450" y="1322073"/>
                  </a:lnTo>
                  <a:lnTo>
                    <a:pt x="1288102" y="1333944"/>
                  </a:lnTo>
                  <a:lnTo>
                    <a:pt x="1289753" y="1336755"/>
                  </a:lnTo>
                  <a:lnTo>
                    <a:pt x="1291404" y="1334435"/>
                  </a:lnTo>
                  <a:lnTo>
                    <a:pt x="1293056" y="1327955"/>
                  </a:lnTo>
                  <a:lnTo>
                    <a:pt x="1294707" y="1300330"/>
                  </a:lnTo>
                  <a:lnTo>
                    <a:pt x="1296359" y="1294693"/>
                  </a:lnTo>
                  <a:lnTo>
                    <a:pt x="1298010" y="1309736"/>
                  </a:lnTo>
                  <a:lnTo>
                    <a:pt x="1299661" y="1321958"/>
                  </a:lnTo>
                  <a:lnTo>
                    <a:pt x="1301313" y="1303834"/>
                  </a:lnTo>
                  <a:lnTo>
                    <a:pt x="1302964" y="1285890"/>
                  </a:lnTo>
                  <a:lnTo>
                    <a:pt x="1304616" y="1307036"/>
                  </a:lnTo>
                  <a:lnTo>
                    <a:pt x="1306267" y="1323630"/>
                  </a:lnTo>
                  <a:lnTo>
                    <a:pt x="1307918" y="1336234"/>
                  </a:lnTo>
                  <a:lnTo>
                    <a:pt x="1309570" y="1327955"/>
                  </a:lnTo>
                  <a:lnTo>
                    <a:pt x="1311221" y="1309100"/>
                  </a:lnTo>
                  <a:lnTo>
                    <a:pt x="1312873" y="1307516"/>
                  </a:lnTo>
                  <a:lnTo>
                    <a:pt x="1314524" y="1324686"/>
                  </a:lnTo>
                  <a:lnTo>
                    <a:pt x="1316176" y="1333914"/>
                  </a:lnTo>
                  <a:lnTo>
                    <a:pt x="1317827" y="1326730"/>
                  </a:lnTo>
                  <a:lnTo>
                    <a:pt x="1319478" y="1330521"/>
                  </a:lnTo>
                  <a:lnTo>
                    <a:pt x="1321130" y="1330038"/>
                  </a:lnTo>
                  <a:lnTo>
                    <a:pt x="1322781" y="1335236"/>
                  </a:lnTo>
                  <a:lnTo>
                    <a:pt x="1324433" y="1338777"/>
                  </a:lnTo>
                  <a:lnTo>
                    <a:pt x="1326084" y="1325994"/>
                  </a:lnTo>
                  <a:lnTo>
                    <a:pt x="1327735" y="1317146"/>
                  </a:lnTo>
                  <a:lnTo>
                    <a:pt x="1329387" y="1331625"/>
                  </a:lnTo>
                  <a:lnTo>
                    <a:pt x="1331038" y="1331652"/>
                  </a:lnTo>
                  <a:lnTo>
                    <a:pt x="1332690" y="1315735"/>
                  </a:lnTo>
                  <a:lnTo>
                    <a:pt x="1334341" y="1307516"/>
                  </a:lnTo>
                  <a:lnTo>
                    <a:pt x="1335992" y="1312984"/>
                  </a:lnTo>
                  <a:lnTo>
                    <a:pt x="1337644" y="1313817"/>
                  </a:lnTo>
                  <a:lnTo>
                    <a:pt x="1339295" y="1327955"/>
                  </a:lnTo>
                  <a:lnTo>
                    <a:pt x="1340947" y="1321275"/>
                  </a:lnTo>
                  <a:lnTo>
                    <a:pt x="1342598" y="1310808"/>
                  </a:lnTo>
                  <a:lnTo>
                    <a:pt x="1344250" y="1329206"/>
                  </a:lnTo>
                  <a:lnTo>
                    <a:pt x="1345901" y="1339151"/>
                  </a:lnTo>
                  <a:lnTo>
                    <a:pt x="1347552" y="1337558"/>
                  </a:lnTo>
                  <a:lnTo>
                    <a:pt x="1349204" y="1316085"/>
                  </a:lnTo>
                  <a:lnTo>
                    <a:pt x="1350855" y="1307264"/>
                  </a:lnTo>
                  <a:lnTo>
                    <a:pt x="1352507" y="1309960"/>
                  </a:lnTo>
                  <a:lnTo>
                    <a:pt x="1354158" y="1323494"/>
                  </a:lnTo>
                  <a:lnTo>
                    <a:pt x="1355809" y="1323494"/>
                  </a:lnTo>
                  <a:lnTo>
                    <a:pt x="1357461" y="1306179"/>
                  </a:lnTo>
                  <a:lnTo>
                    <a:pt x="1359112" y="1321739"/>
                  </a:lnTo>
                  <a:lnTo>
                    <a:pt x="1360764" y="1331800"/>
                  </a:lnTo>
                  <a:lnTo>
                    <a:pt x="1362415" y="1334851"/>
                  </a:lnTo>
                  <a:lnTo>
                    <a:pt x="1364067" y="1334240"/>
                  </a:lnTo>
                  <a:lnTo>
                    <a:pt x="1365718" y="1313280"/>
                  </a:lnTo>
                  <a:lnTo>
                    <a:pt x="1367369" y="1300627"/>
                  </a:lnTo>
                  <a:lnTo>
                    <a:pt x="1369021" y="1311856"/>
                  </a:lnTo>
                  <a:lnTo>
                    <a:pt x="1370672" y="1319639"/>
                  </a:lnTo>
                  <a:lnTo>
                    <a:pt x="1372324" y="1305931"/>
                  </a:lnTo>
                  <a:lnTo>
                    <a:pt x="1373975" y="1300627"/>
                  </a:lnTo>
                  <a:lnTo>
                    <a:pt x="1375626" y="1321571"/>
                  </a:lnTo>
                  <a:lnTo>
                    <a:pt x="1377278" y="1327547"/>
                  </a:lnTo>
                  <a:lnTo>
                    <a:pt x="1378929" y="1327547"/>
                  </a:lnTo>
                  <a:lnTo>
                    <a:pt x="1380581" y="1311104"/>
                  </a:lnTo>
                  <a:lnTo>
                    <a:pt x="1382232" y="1312105"/>
                  </a:lnTo>
                  <a:lnTo>
                    <a:pt x="1383883" y="1337785"/>
                  </a:lnTo>
                  <a:lnTo>
                    <a:pt x="1385535" y="1332837"/>
                  </a:lnTo>
                  <a:lnTo>
                    <a:pt x="1387186" y="1332213"/>
                  </a:lnTo>
                  <a:lnTo>
                    <a:pt x="1388838" y="1325846"/>
                  </a:lnTo>
                  <a:lnTo>
                    <a:pt x="1390489" y="1319198"/>
                  </a:lnTo>
                  <a:lnTo>
                    <a:pt x="1392141" y="1332846"/>
                  </a:lnTo>
                  <a:lnTo>
                    <a:pt x="1393792" y="1312361"/>
                  </a:lnTo>
                  <a:lnTo>
                    <a:pt x="1395443" y="1321188"/>
                  </a:lnTo>
                  <a:lnTo>
                    <a:pt x="1397095" y="1337435"/>
                  </a:lnTo>
                  <a:lnTo>
                    <a:pt x="1398746" y="1334558"/>
                  </a:lnTo>
                  <a:lnTo>
                    <a:pt x="1400398" y="1336342"/>
                  </a:lnTo>
                  <a:lnTo>
                    <a:pt x="1402049" y="1326875"/>
                  </a:lnTo>
                  <a:lnTo>
                    <a:pt x="1403700" y="1327995"/>
                  </a:lnTo>
                  <a:lnTo>
                    <a:pt x="1405352" y="1336239"/>
                  </a:lnTo>
                  <a:lnTo>
                    <a:pt x="1407003" y="1316324"/>
                  </a:lnTo>
                  <a:lnTo>
                    <a:pt x="1408655" y="1316324"/>
                  </a:lnTo>
                  <a:lnTo>
                    <a:pt x="1410306" y="1335078"/>
                  </a:lnTo>
                  <a:lnTo>
                    <a:pt x="1411957" y="1322584"/>
                  </a:lnTo>
                  <a:lnTo>
                    <a:pt x="1413609" y="1316324"/>
                  </a:lnTo>
                  <a:lnTo>
                    <a:pt x="1415260" y="1319333"/>
                  </a:lnTo>
                  <a:lnTo>
                    <a:pt x="1416912" y="1324916"/>
                  </a:lnTo>
                  <a:lnTo>
                    <a:pt x="1418563" y="1328176"/>
                  </a:lnTo>
                  <a:lnTo>
                    <a:pt x="1420215" y="1330304"/>
                  </a:lnTo>
                  <a:lnTo>
                    <a:pt x="1421866" y="1332695"/>
                  </a:lnTo>
                  <a:lnTo>
                    <a:pt x="1423517" y="1329258"/>
                  </a:lnTo>
                  <a:lnTo>
                    <a:pt x="1425169" y="1298837"/>
                  </a:lnTo>
                  <a:lnTo>
                    <a:pt x="1426820" y="1307066"/>
                  </a:lnTo>
                  <a:lnTo>
                    <a:pt x="1428472" y="1319359"/>
                  </a:lnTo>
                  <a:lnTo>
                    <a:pt x="1430123" y="1317103"/>
                  </a:lnTo>
                  <a:lnTo>
                    <a:pt x="1431774" y="1323179"/>
                  </a:lnTo>
                  <a:lnTo>
                    <a:pt x="1433426" y="1316676"/>
                  </a:lnTo>
                  <a:lnTo>
                    <a:pt x="1435077" y="1313142"/>
                  </a:lnTo>
                  <a:lnTo>
                    <a:pt x="1436729" y="1313142"/>
                  </a:lnTo>
                  <a:lnTo>
                    <a:pt x="1438380" y="1309361"/>
                  </a:lnTo>
                  <a:lnTo>
                    <a:pt x="1440032" y="1321990"/>
                  </a:lnTo>
                  <a:lnTo>
                    <a:pt x="1441683" y="1332722"/>
                  </a:lnTo>
                  <a:lnTo>
                    <a:pt x="1443334" y="1321391"/>
                  </a:lnTo>
                  <a:lnTo>
                    <a:pt x="1444986" y="1300209"/>
                  </a:lnTo>
                  <a:lnTo>
                    <a:pt x="1446637" y="1309380"/>
                  </a:lnTo>
                  <a:lnTo>
                    <a:pt x="1448289" y="1334083"/>
                  </a:lnTo>
                  <a:lnTo>
                    <a:pt x="1449940" y="1338228"/>
                  </a:lnTo>
                  <a:lnTo>
                    <a:pt x="1451591" y="1331008"/>
                  </a:lnTo>
                  <a:lnTo>
                    <a:pt x="1453243" y="1316952"/>
                  </a:lnTo>
                  <a:lnTo>
                    <a:pt x="1454894" y="1278051"/>
                  </a:lnTo>
                  <a:lnTo>
                    <a:pt x="1456546" y="1292750"/>
                  </a:lnTo>
                  <a:lnTo>
                    <a:pt x="1458197" y="1331915"/>
                  </a:lnTo>
                  <a:lnTo>
                    <a:pt x="1459848" y="1335105"/>
                  </a:lnTo>
                  <a:lnTo>
                    <a:pt x="1461500" y="1331035"/>
                  </a:lnTo>
                  <a:lnTo>
                    <a:pt x="1463151" y="1339253"/>
                  </a:lnTo>
                  <a:lnTo>
                    <a:pt x="1464803" y="1331417"/>
                  </a:lnTo>
                  <a:lnTo>
                    <a:pt x="1466454" y="1320719"/>
                  </a:lnTo>
                  <a:lnTo>
                    <a:pt x="1468106" y="1318447"/>
                  </a:lnTo>
                  <a:lnTo>
                    <a:pt x="1469757" y="1326902"/>
                  </a:lnTo>
                  <a:lnTo>
                    <a:pt x="1471408" y="1338904"/>
                  </a:lnTo>
                  <a:lnTo>
                    <a:pt x="1473060" y="1337024"/>
                  </a:lnTo>
                  <a:lnTo>
                    <a:pt x="1474711" y="1331942"/>
                  </a:lnTo>
                  <a:lnTo>
                    <a:pt x="1476363" y="1326875"/>
                  </a:lnTo>
                  <a:lnTo>
                    <a:pt x="1478014" y="1330304"/>
                  </a:lnTo>
                  <a:lnTo>
                    <a:pt x="1479665" y="1339226"/>
                  </a:lnTo>
                  <a:lnTo>
                    <a:pt x="1481317" y="1336212"/>
                  </a:lnTo>
                  <a:lnTo>
                    <a:pt x="1482968" y="1332695"/>
                  </a:lnTo>
                  <a:lnTo>
                    <a:pt x="1484620" y="1332722"/>
                  </a:lnTo>
                  <a:lnTo>
                    <a:pt x="1486271" y="1329258"/>
                  </a:lnTo>
                  <a:lnTo>
                    <a:pt x="1487922" y="1325813"/>
                  </a:lnTo>
                  <a:lnTo>
                    <a:pt x="1489574" y="1310218"/>
                  </a:lnTo>
                  <a:lnTo>
                    <a:pt x="1491225" y="1317947"/>
                  </a:lnTo>
                  <a:lnTo>
                    <a:pt x="1492877" y="1314413"/>
                  </a:lnTo>
                  <a:lnTo>
                    <a:pt x="1494528" y="1343885"/>
                  </a:lnTo>
                  <a:lnTo>
                    <a:pt x="1496180" y="1341076"/>
                  </a:lnTo>
                  <a:lnTo>
                    <a:pt x="1497831" y="1341076"/>
                  </a:lnTo>
                  <a:lnTo>
                    <a:pt x="1499482" y="1319333"/>
                  </a:lnTo>
                  <a:lnTo>
                    <a:pt x="1501134" y="1292750"/>
                  </a:lnTo>
                  <a:lnTo>
                    <a:pt x="1502785" y="1294649"/>
                  </a:lnTo>
                  <a:lnTo>
                    <a:pt x="1504437" y="1303151"/>
                  </a:lnTo>
                  <a:lnTo>
                    <a:pt x="1506088" y="1318500"/>
                  </a:lnTo>
                  <a:lnTo>
                    <a:pt x="1507739" y="1323865"/>
                  </a:lnTo>
                  <a:lnTo>
                    <a:pt x="1509391" y="1323865"/>
                  </a:lnTo>
                  <a:lnTo>
                    <a:pt x="1511042" y="1321364"/>
                  </a:lnTo>
                  <a:lnTo>
                    <a:pt x="1512694" y="1321364"/>
                  </a:lnTo>
                  <a:lnTo>
                    <a:pt x="1514345" y="1321364"/>
                  </a:lnTo>
                  <a:lnTo>
                    <a:pt x="1515996" y="1305846"/>
                  </a:lnTo>
                  <a:lnTo>
                    <a:pt x="1517648" y="1303151"/>
                  </a:lnTo>
                  <a:lnTo>
                    <a:pt x="1519299" y="1316351"/>
                  </a:lnTo>
                  <a:lnTo>
                    <a:pt x="1520951" y="1329258"/>
                  </a:lnTo>
                  <a:lnTo>
                    <a:pt x="1522602" y="1338255"/>
                  </a:lnTo>
                  <a:lnTo>
                    <a:pt x="1524254" y="1337515"/>
                  </a:lnTo>
                  <a:lnTo>
                    <a:pt x="1525905" y="1329258"/>
                  </a:lnTo>
                  <a:lnTo>
                    <a:pt x="1527556" y="1327995"/>
                  </a:lnTo>
                  <a:lnTo>
                    <a:pt x="1529208" y="1338752"/>
                  </a:lnTo>
                  <a:lnTo>
                    <a:pt x="1530859" y="1332695"/>
                  </a:lnTo>
                  <a:lnTo>
                    <a:pt x="1532511" y="1311971"/>
                  </a:lnTo>
                  <a:lnTo>
                    <a:pt x="1534162" y="1292750"/>
                  </a:lnTo>
                  <a:lnTo>
                    <a:pt x="1535813" y="1297618"/>
                  </a:lnTo>
                  <a:lnTo>
                    <a:pt x="1537465" y="1313032"/>
                  </a:lnTo>
                  <a:lnTo>
                    <a:pt x="1539116" y="1329232"/>
                  </a:lnTo>
                  <a:lnTo>
                    <a:pt x="1540768" y="1331008"/>
                  </a:lnTo>
                  <a:lnTo>
                    <a:pt x="1542419" y="1326848"/>
                  </a:lnTo>
                  <a:lnTo>
                    <a:pt x="1544071" y="1305846"/>
                  </a:lnTo>
                  <a:lnTo>
                    <a:pt x="1545722" y="1305846"/>
                  </a:lnTo>
                  <a:lnTo>
                    <a:pt x="1547373" y="1333771"/>
                  </a:lnTo>
                  <a:lnTo>
                    <a:pt x="1549025" y="1336371"/>
                  </a:lnTo>
                  <a:lnTo>
                    <a:pt x="1550676" y="1331168"/>
                  </a:lnTo>
                  <a:lnTo>
                    <a:pt x="1552328" y="1335237"/>
                  </a:lnTo>
                  <a:lnTo>
                    <a:pt x="1553979" y="1325893"/>
                  </a:lnTo>
                  <a:lnTo>
                    <a:pt x="1555630" y="1308104"/>
                  </a:lnTo>
                  <a:lnTo>
                    <a:pt x="1557282" y="1311637"/>
                  </a:lnTo>
                  <a:lnTo>
                    <a:pt x="1558933" y="1316873"/>
                  </a:lnTo>
                  <a:lnTo>
                    <a:pt x="1560585" y="1324841"/>
                  </a:lnTo>
                  <a:lnTo>
                    <a:pt x="1562236" y="1323648"/>
                  </a:lnTo>
                  <a:lnTo>
                    <a:pt x="1563887" y="1319886"/>
                  </a:lnTo>
                  <a:lnTo>
                    <a:pt x="1565539" y="1327122"/>
                  </a:lnTo>
                  <a:lnTo>
                    <a:pt x="1567190" y="1319886"/>
                  </a:lnTo>
                  <a:lnTo>
                    <a:pt x="1568842" y="1314996"/>
                  </a:lnTo>
                  <a:lnTo>
                    <a:pt x="1570493" y="1331194"/>
                  </a:lnTo>
                  <a:lnTo>
                    <a:pt x="1572145" y="1333432"/>
                  </a:lnTo>
                  <a:lnTo>
                    <a:pt x="1573796" y="1340038"/>
                  </a:lnTo>
                  <a:lnTo>
                    <a:pt x="1575447" y="1338388"/>
                  </a:lnTo>
                  <a:lnTo>
                    <a:pt x="1577099" y="1331168"/>
                  </a:lnTo>
                  <a:lnTo>
                    <a:pt x="1578750" y="1328335"/>
                  </a:lnTo>
                  <a:lnTo>
                    <a:pt x="1580402" y="1331168"/>
                  </a:lnTo>
                  <a:lnTo>
                    <a:pt x="1582053" y="1329391"/>
                  </a:lnTo>
                  <a:lnTo>
                    <a:pt x="1583704" y="1315289"/>
                  </a:lnTo>
                  <a:lnTo>
                    <a:pt x="1585356" y="1299875"/>
                  </a:lnTo>
                  <a:lnTo>
                    <a:pt x="1587007" y="1306230"/>
                  </a:lnTo>
                  <a:lnTo>
                    <a:pt x="1588659" y="1314229"/>
                  </a:lnTo>
                  <a:lnTo>
                    <a:pt x="1590310" y="1313408"/>
                  </a:lnTo>
                  <a:lnTo>
                    <a:pt x="1591961" y="1299268"/>
                  </a:lnTo>
                  <a:lnTo>
                    <a:pt x="1593613" y="1316900"/>
                  </a:lnTo>
                  <a:lnTo>
                    <a:pt x="1595264" y="1320707"/>
                  </a:lnTo>
                  <a:lnTo>
                    <a:pt x="1596916" y="1318116"/>
                  </a:lnTo>
                  <a:lnTo>
                    <a:pt x="1598567" y="1314627"/>
                  </a:lnTo>
                  <a:lnTo>
                    <a:pt x="1600219" y="1309323"/>
                  </a:lnTo>
                  <a:lnTo>
                    <a:pt x="1601870" y="1316900"/>
                  </a:lnTo>
                  <a:lnTo>
                    <a:pt x="1603521" y="1309323"/>
                  </a:lnTo>
                  <a:lnTo>
                    <a:pt x="1605173" y="1305128"/>
                  </a:lnTo>
                  <a:lnTo>
                    <a:pt x="1606824" y="1303686"/>
                  </a:lnTo>
                  <a:lnTo>
                    <a:pt x="1608476" y="1308104"/>
                  </a:lnTo>
                  <a:lnTo>
                    <a:pt x="1610127" y="1331168"/>
                  </a:lnTo>
                  <a:lnTo>
                    <a:pt x="1611778" y="1340314"/>
                  </a:lnTo>
                  <a:lnTo>
                    <a:pt x="1613430" y="1337156"/>
                  </a:lnTo>
                  <a:lnTo>
                    <a:pt x="1615081" y="1314229"/>
                  </a:lnTo>
                  <a:lnTo>
                    <a:pt x="1616733" y="1299875"/>
                  </a:lnTo>
                  <a:lnTo>
                    <a:pt x="1618384" y="1315681"/>
                  </a:lnTo>
                  <a:lnTo>
                    <a:pt x="1620036" y="1323621"/>
                  </a:lnTo>
                  <a:lnTo>
                    <a:pt x="1621687" y="1311637"/>
                  </a:lnTo>
                  <a:lnTo>
                    <a:pt x="1623338" y="1322481"/>
                  </a:lnTo>
                  <a:lnTo>
                    <a:pt x="1624990" y="1335728"/>
                  </a:lnTo>
                  <a:lnTo>
                    <a:pt x="1626641" y="1323032"/>
                  </a:lnTo>
                  <a:lnTo>
                    <a:pt x="1628293" y="1308104"/>
                  </a:lnTo>
                  <a:lnTo>
                    <a:pt x="1629944" y="1314229"/>
                  </a:lnTo>
                  <a:lnTo>
                    <a:pt x="1631595" y="1330588"/>
                  </a:lnTo>
                  <a:lnTo>
                    <a:pt x="1633247" y="1328127"/>
                  </a:lnTo>
                  <a:lnTo>
                    <a:pt x="1634898" y="1306230"/>
                  </a:lnTo>
                  <a:lnTo>
                    <a:pt x="1636550" y="1298048"/>
                  </a:lnTo>
                  <a:lnTo>
                    <a:pt x="1638201" y="1308104"/>
                  </a:lnTo>
                  <a:lnTo>
                    <a:pt x="1639852" y="1323621"/>
                  </a:lnTo>
                  <a:lnTo>
                    <a:pt x="1641504" y="1323621"/>
                  </a:lnTo>
                  <a:lnTo>
                    <a:pt x="1643155" y="1315289"/>
                  </a:lnTo>
                  <a:lnTo>
                    <a:pt x="1644807" y="1321590"/>
                  </a:lnTo>
                  <a:lnTo>
                    <a:pt x="1646458" y="1329391"/>
                  </a:lnTo>
                  <a:lnTo>
                    <a:pt x="1648110" y="1330463"/>
                  </a:lnTo>
                  <a:lnTo>
                    <a:pt x="1649761" y="1329391"/>
                  </a:lnTo>
                  <a:lnTo>
                    <a:pt x="1651412" y="1328154"/>
                  </a:lnTo>
                  <a:lnTo>
                    <a:pt x="1653064" y="1321617"/>
                  </a:lnTo>
                  <a:lnTo>
                    <a:pt x="1654715" y="1328231"/>
                  </a:lnTo>
                  <a:lnTo>
                    <a:pt x="1656367" y="1335264"/>
                  </a:lnTo>
                  <a:lnTo>
                    <a:pt x="1658018" y="1331194"/>
                  </a:lnTo>
                  <a:lnTo>
                    <a:pt x="1659669" y="1316900"/>
                  </a:lnTo>
                  <a:lnTo>
                    <a:pt x="1661321" y="1315289"/>
                  </a:lnTo>
                  <a:lnTo>
                    <a:pt x="1662972" y="1308104"/>
                  </a:lnTo>
                  <a:lnTo>
                    <a:pt x="1664624" y="1303909"/>
                  </a:lnTo>
                  <a:lnTo>
                    <a:pt x="1666275" y="1333704"/>
                  </a:lnTo>
                  <a:lnTo>
                    <a:pt x="1667926" y="1341249"/>
                  </a:lnTo>
                  <a:lnTo>
                    <a:pt x="1669578" y="1332632"/>
                  </a:lnTo>
                  <a:lnTo>
                    <a:pt x="1671229" y="1318116"/>
                  </a:lnTo>
                  <a:lnTo>
                    <a:pt x="1672881" y="1319360"/>
                  </a:lnTo>
                  <a:lnTo>
                    <a:pt x="1674532" y="1323648"/>
                  </a:lnTo>
                  <a:lnTo>
                    <a:pt x="1676184" y="1327034"/>
                  </a:lnTo>
                  <a:lnTo>
                    <a:pt x="1677835" y="1327007"/>
                  </a:lnTo>
                  <a:lnTo>
                    <a:pt x="1679486" y="1323621"/>
                  </a:lnTo>
                  <a:lnTo>
                    <a:pt x="1681138" y="1325893"/>
                  </a:lnTo>
                  <a:lnTo>
                    <a:pt x="1682789" y="1315289"/>
                  </a:lnTo>
                  <a:lnTo>
                    <a:pt x="1684441" y="1331194"/>
                  </a:lnTo>
                  <a:lnTo>
                    <a:pt x="1686092" y="1329417"/>
                  </a:lnTo>
                  <a:lnTo>
                    <a:pt x="1687743" y="1322159"/>
                  </a:lnTo>
                  <a:lnTo>
                    <a:pt x="1689395" y="1310387"/>
                  </a:lnTo>
                  <a:lnTo>
                    <a:pt x="1691046" y="1315840"/>
                  </a:lnTo>
                  <a:lnTo>
                    <a:pt x="1692698" y="1314582"/>
                  </a:lnTo>
                  <a:lnTo>
                    <a:pt x="1694349" y="1317152"/>
                  </a:lnTo>
                  <a:lnTo>
                    <a:pt x="1696001" y="1331576"/>
                  </a:lnTo>
                  <a:lnTo>
                    <a:pt x="1697652" y="1321768"/>
                  </a:lnTo>
                  <a:lnTo>
                    <a:pt x="1699303" y="1314582"/>
                  </a:lnTo>
                  <a:lnTo>
                    <a:pt x="1700955" y="1318608"/>
                  </a:lnTo>
                  <a:lnTo>
                    <a:pt x="1702606" y="1316900"/>
                  </a:lnTo>
                  <a:lnTo>
                    <a:pt x="1704258" y="1308104"/>
                  </a:lnTo>
                  <a:lnTo>
                    <a:pt x="1705909" y="1293149"/>
                  </a:lnTo>
                  <a:lnTo>
                    <a:pt x="1707560" y="1295008"/>
                  </a:lnTo>
                  <a:lnTo>
                    <a:pt x="1709212" y="1303909"/>
                  </a:lnTo>
                  <a:lnTo>
                    <a:pt x="1710863" y="1314229"/>
                  </a:lnTo>
                  <a:lnTo>
                    <a:pt x="1712515" y="1329391"/>
                  </a:lnTo>
                  <a:lnTo>
                    <a:pt x="1714166" y="1331168"/>
                  </a:lnTo>
                  <a:lnTo>
                    <a:pt x="1715817" y="1319333"/>
                  </a:lnTo>
                  <a:lnTo>
                    <a:pt x="1717469" y="1308104"/>
                  </a:lnTo>
                  <a:lnTo>
                    <a:pt x="1719120" y="1293517"/>
                  </a:lnTo>
                  <a:lnTo>
                    <a:pt x="1720772" y="1300595"/>
                  </a:lnTo>
                  <a:lnTo>
                    <a:pt x="1722423" y="1314229"/>
                  </a:lnTo>
                  <a:lnTo>
                    <a:pt x="1724075" y="1328127"/>
                  </a:lnTo>
                  <a:lnTo>
                    <a:pt x="1725726" y="1315289"/>
                  </a:lnTo>
                  <a:lnTo>
                    <a:pt x="1727377" y="1315448"/>
                  </a:lnTo>
                  <a:lnTo>
                    <a:pt x="1729029" y="1331194"/>
                  </a:lnTo>
                  <a:lnTo>
                    <a:pt x="1730680" y="1322159"/>
                  </a:lnTo>
                  <a:lnTo>
                    <a:pt x="1732332" y="1332632"/>
                  </a:lnTo>
                  <a:lnTo>
                    <a:pt x="1733983" y="1338938"/>
                  </a:lnTo>
                  <a:lnTo>
                    <a:pt x="1735634" y="1323648"/>
                  </a:lnTo>
                  <a:lnTo>
                    <a:pt x="1737286" y="1315289"/>
                  </a:lnTo>
                  <a:lnTo>
                    <a:pt x="1738937" y="1322508"/>
                  </a:lnTo>
                  <a:lnTo>
                    <a:pt x="1740589" y="1323648"/>
                  </a:lnTo>
                  <a:lnTo>
                    <a:pt x="1742240" y="1329393"/>
                  </a:lnTo>
                  <a:lnTo>
                    <a:pt x="1743891" y="1329417"/>
                  </a:lnTo>
                  <a:lnTo>
                    <a:pt x="1745543" y="1333286"/>
                  </a:lnTo>
                  <a:lnTo>
                    <a:pt x="1747194" y="1332881"/>
                  </a:lnTo>
                  <a:lnTo>
                    <a:pt x="1748846" y="1331745"/>
                  </a:lnTo>
                  <a:lnTo>
                    <a:pt x="1750497" y="1320707"/>
                  </a:lnTo>
                  <a:lnTo>
                    <a:pt x="1752149" y="1309530"/>
                  </a:lnTo>
                  <a:lnTo>
                    <a:pt x="1753800" y="1314582"/>
                  </a:lnTo>
                  <a:lnTo>
                    <a:pt x="1755451" y="1334068"/>
                  </a:lnTo>
                  <a:lnTo>
                    <a:pt x="1757103" y="1332101"/>
                  </a:lnTo>
                  <a:lnTo>
                    <a:pt x="1758754" y="1319360"/>
                  </a:lnTo>
                  <a:lnTo>
                    <a:pt x="1760406" y="1329417"/>
                  </a:lnTo>
                  <a:lnTo>
                    <a:pt x="1762057" y="1336398"/>
                  </a:lnTo>
                  <a:lnTo>
                    <a:pt x="1763708" y="1335264"/>
                  </a:lnTo>
                  <a:lnTo>
                    <a:pt x="1765360" y="1316509"/>
                  </a:lnTo>
                  <a:lnTo>
                    <a:pt x="1767011" y="1305128"/>
                  </a:lnTo>
                  <a:lnTo>
                    <a:pt x="1768663" y="1324619"/>
                  </a:lnTo>
                  <a:lnTo>
                    <a:pt x="1770314" y="1314582"/>
                  </a:lnTo>
                  <a:lnTo>
                    <a:pt x="1771965" y="1315448"/>
                  </a:lnTo>
                  <a:lnTo>
                    <a:pt x="1773617" y="1325920"/>
                  </a:lnTo>
                  <a:lnTo>
                    <a:pt x="1775268" y="1314719"/>
                  </a:lnTo>
                  <a:lnTo>
                    <a:pt x="1776920" y="1308503"/>
                  </a:lnTo>
                  <a:lnTo>
                    <a:pt x="1778571" y="1325636"/>
                  </a:lnTo>
                  <a:lnTo>
                    <a:pt x="1780223" y="1325308"/>
                  </a:lnTo>
                  <a:lnTo>
                    <a:pt x="1781874" y="1314799"/>
                  </a:lnTo>
                  <a:lnTo>
                    <a:pt x="1783525" y="1322829"/>
                  </a:lnTo>
                  <a:lnTo>
                    <a:pt x="1785177" y="1332062"/>
                  </a:lnTo>
                  <a:lnTo>
                    <a:pt x="1786828" y="1338593"/>
                  </a:lnTo>
                  <a:lnTo>
                    <a:pt x="1788480" y="1335579"/>
                  </a:lnTo>
                  <a:lnTo>
                    <a:pt x="1790131" y="1333349"/>
                  </a:lnTo>
                  <a:lnTo>
                    <a:pt x="1791782" y="1318540"/>
                  </a:lnTo>
                  <a:lnTo>
                    <a:pt x="1793434" y="1317789"/>
                  </a:lnTo>
                  <a:lnTo>
                    <a:pt x="1795085" y="1339685"/>
                  </a:lnTo>
                  <a:lnTo>
                    <a:pt x="1796737" y="1340416"/>
                  </a:lnTo>
                  <a:lnTo>
                    <a:pt x="1798388" y="1340271"/>
                  </a:lnTo>
                  <a:lnTo>
                    <a:pt x="1800040" y="1326260"/>
                  </a:lnTo>
                  <a:lnTo>
                    <a:pt x="1801691" y="1323648"/>
                  </a:lnTo>
                  <a:lnTo>
                    <a:pt x="1803342" y="1332062"/>
                  </a:lnTo>
                  <a:lnTo>
                    <a:pt x="1804994" y="1328598"/>
                  </a:lnTo>
                  <a:lnTo>
                    <a:pt x="1806645" y="1330375"/>
                  </a:lnTo>
                  <a:lnTo>
                    <a:pt x="1808297" y="1325187"/>
                  </a:lnTo>
                  <a:lnTo>
                    <a:pt x="1809948" y="1308503"/>
                  </a:lnTo>
                  <a:lnTo>
                    <a:pt x="1811599" y="1330375"/>
                  </a:lnTo>
                  <a:lnTo>
                    <a:pt x="1813251" y="1339218"/>
                  </a:lnTo>
                  <a:lnTo>
                    <a:pt x="1814902" y="1341346"/>
                  </a:lnTo>
                  <a:lnTo>
                    <a:pt x="1816554" y="1328598"/>
                  </a:lnTo>
                  <a:lnTo>
                    <a:pt x="1818205" y="1316081"/>
                  </a:lnTo>
                  <a:lnTo>
                    <a:pt x="1819856" y="1319964"/>
                  </a:lnTo>
                  <a:lnTo>
                    <a:pt x="1821508" y="1314799"/>
                  </a:lnTo>
                  <a:lnTo>
                    <a:pt x="1823159" y="1308673"/>
                  </a:lnTo>
                  <a:lnTo>
                    <a:pt x="1824811" y="1327339"/>
                  </a:lnTo>
                  <a:lnTo>
                    <a:pt x="1826462" y="1335204"/>
                  </a:lnTo>
                  <a:lnTo>
                    <a:pt x="1828114" y="1330375"/>
                  </a:lnTo>
                  <a:lnTo>
                    <a:pt x="1829765" y="1321689"/>
                  </a:lnTo>
                  <a:lnTo>
                    <a:pt x="1831416" y="1318540"/>
                  </a:lnTo>
                  <a:lnTo>
                    <a:pt x="1833068" y="1334513"/>
                  </a:lnTo>
                  <a:lnTo>
                    <a:pt x="1834719" y="1334965"/>
                  </a:lnTo>
                  <a:lnTo>
                    <a:pt x="1836371" y="1317513"/>
                  </a:lnTo>
                  <a:lnTo>
                    <a:pt x="1838022" y="1327313"/>
                  </a:lnTo>
                  <a:lnTo>
                    <a:pt x="1839673" y="1330185"/>
                  </a:lnTo>
                  <a:lnTo>
                    <a:pt x="1841325" y="1333922"/>
                  </a:lnTo>
                  <a:lnTo>
                    <a:pt x="1842976" y="1339218"/>
                  </a:lnTo>
                  <a:lnTo>
                    <a:pt x="1844628" y="1337374"/>
                  </a:lnTo>
                  <a:lnTo>
                    <a:pt x="1846279" y="1330904"/>
                  </a:lnTo>
                  <a:lnTo>
                    <a:pt x="1847930" y="1327441"/>
                  </a:lnTo>
                  <a:lnTo>
                    <a:pt x="1849582" y="1318433"/>
                  </a:lnTo>
                  <a:lnTo>
                    <a:pt x="1851233" y="1333287"/>
                  </a:lnTo>
                  <a:lnTo>
                    <a:pt x="1852885" y="1336072"/>
                  </a:lnTo>
                  <a:lnTo>
                    <a:pt x="1854536" y="1322870"/>
                  </a:lnTo>
                  <a:lnTo>
                    <a:pt x="1856188" y="1338213"/>
                  </a:lnTo>
                  <a:lnTo>
                    <a:pt x="1857839" y="1336438"/>
                  </a:lnTo>
                  <a:lnTo>
                    <a:pt x="1859490" y="1323822"/>
                  </a:lnTo>
                  <a:lnTo>
                    <a:pt x="1861142" y="1318486"/>
                  </a:lnTo>
                  <a:lnTo>
                    <a:pt x="1862793" y="1308782"/>
                  </a:lnTo>
                  <a:lnTo>
                    <a:pt x="1864445" y="1312825"/>
                  </a:lnTo>
                  <a:lnTo>
                    <a:pt x="1866096" y="1312798"/>
                  </a:lnTo>
                  <a:lnTo>
                    <a:pt x="1867747" y="1318733"/>
                  </a:lnTo>
                  <a:lnTo>
                    <a:pt x="1869399" y="1328170"/>
                  </a:lnTo>
                  <a:lnTo>
                    <a:pt x="1871050" y="1305236"/>
                  </a:lnTo>
                  <a:lnTo>
                    <a:pt x="1872702" y="1307806"/>
                  </a:lnTo>
                  <a:lnTo>
                    <a:pt x="1874353" y="1325622"/>
                  </a:lnTo>
                  <a:lnTo>
                    <a:pt x="1876005" y="1336534"/>
                  </a:lnTo>
                  <a:lnTo>
                    <a:pt x="1877656" y="1336094"/>
                  </a:lnTo>
                  <a:lnTo>
                    <a:pt x="1879307" y="1337159"/>
                  </a:lnTo>
                  <a:lnTo>
                    <a:pt x="1880959" y="1335202"/>
                  </a:lnTo>
                  <a:lnTo>
                    <a:pt x="1882610" y="1336722"/>
                  </a:lnTo>
                  <a:lnTo>
                    <a:pt x="1884262" y="1336534"/>
                  </a:lnTo>
                  <a:lnTo>
                    <a:pt x="1885913" y="1322823"/>
                  </a:lnTo>
                  <a:lnTo>
                    <a:pt x="1887564" y="1310125"/>
                  </a:lnTo>
                  <a:lnTo>
                    <a:pt x="1889216" y="1302947"/>
                  </a:lnTo>
                  <a:lnTo>
                    <a:pt x="1890867" y="1318391"/>
                  </a:lnTo>
                  <a:lnTo>
                    <a:pt x="1892519" y="1314858"/>
                  </a:lnTo>
                  <a:lnTo>
                    <a:pt x="1894170" y="1314079"/>
                  </a:lnTo>
                  <a:lnTo>
                    <a:pt x="1895821" y="1325031"/>
                  </a:lnTo>
                  <a:lnTo>
                    <a:pt x="1897473" y="1323099"/>
                  </a:lnTo>
                  <a:lnTo>
                    <a:pt x="1899124" y="1302172"/>
                  </a:lnTo>
                  <a:lnTo>
                    <a:pt x="1900776" y="1307028"/>
                  </a:lnTo>
                  <a:lnTo>
                    <a:pt x="1902427" y="1317065"/>
                  </a:lnTo>
                  <a:lnTo>
                    <a:pt x="1904079" y="1331698"/>
                  </a:lnTo>
                  <a:lnTo>
                    <a:pt x="1905730" y="1335595"/>
                  </a:lnTo>
                  <a:lnTo>
                    <a:pt x="1907381" y="1324310"/>
                  </a:lnTo>
                  <a:lnTo>
                    <a:pt x="1909033" y="1326342"/>
                  </a:lnTo>
                  <a:lnTo>
                    <a:pt x="1910684" y="1314629"/>
                  </a:lnTo>
                  <a:lnTo>
                    <a:pt x="1912336" y="1303248"/>
                  </a:lnTo>
                  <a:lnTo>
                    <a:pt x="1913987" y="1321014"/>
                  </a:lnTo>
                  <a:lnTo>
                    <a:pt x="1915638" y="1326156"/>
                  </a:lnTo>
                  <a:lnTo>
                    <a:pt x="1917290" y="1318290"/>
                  </a:lnTo>
                  <a:lnTo>
                    <a:pt x="1918941" y="1310989"/>
                  </a:lnTo>
                  <a:lnTo>
                    <a:pt x="1920593" y="1305582"/>
                  </a:lnTo>
                  <a:lnTo>
                    <a:pt x="1922244" y="1325317"/>
                  </a:lnTo>
                  <a:lnTo>
                    <a:pt x="1923895" y="1308769"/>
                  </a:lnTo>
                  <a:lnTo>
                    <a:pt x="1925547" y="1305235"/>
                  </a:lnTo>
                  <a:lnTo>
                    <a:pt x="1927198" y="1299598"/>
                  </a:lnTo>
                  <a:lnTo>
                    <a:pt x="1928850" y="1305235"/>
                  </a:lnTo>
                  <a:lnTo>
                    <a:pt x="1930501" y="1297007"/>
                  </a:lnTo>
                  <a:lnTo>
                    <a:pt x="1932153" y="1290649"/>
                  </a:lnTo>
                  <a:lnTo>
                    <a:pt x="1933804" y="1300062"/>
                  </a:lnTo>
                  <a:lnTo>
                    <a:pt x="1935455" y="1305235"/>
                  </a:lnTo>
                  <a:lnTo>
                    <a:pt x="1937107" y="1314005"/>
                  </a:lnTo>
                  <a:lnTo>
                    <a:pt x="1938758" y="1333633"/>
                  </a:lnTo>
                  <a:lnTo>
                    <a:pt x="1940410" y="1329419"/>
                  </a:lnTo>
                  <a:lnTo>
                    <a:pt x="1942061" y="1295180"/>
                  </a:lnTo>
                  <a:lnTo>
                    <a:pt x="1943712" y="1295180"/>
                  </a:lnTo>
                  <a:lnTo>
                    <a:pt x="1945364" y="1305235"/>
                  </a:lnTo>
                  <a:lnTo>
                    <a:pt x="1947015" y="1301041"/>
                  </a:lnTo>
                  <a:lnTo>
                    <a:pt x="1948667" y="1321973"/>
                  </a:lnTo>
                  <a:lnTo>
                    <a:pt x="1950318" y="1319749"/>
                  </a:lnTo>
                  <a:lnTo>
                    <a:pt x="1951969" y="1321781"/>
                  </a:lnTo>
                  <a:lnTo>
                    <a:pt x="1953621" y="1339682"/>
                  </a:lnTo>
                  <a:lnTo>
                    <a:pt x="1955272" y="1339682"/>
                  </a:lnTo>
                  <a:lnTo>
                    <a:pt x="1956924" y="1337905"/>
                  </a:lnTo>
                  <a:lnTo>
                    <a:pt x="1958575" y="1338372"/>
                  </a:lnTo>
                  <a:lnTo>
                    <a:pt x="1960227" y="1333035"/>
                  </a:lnTo>
                  <a:lnTo>
                    <a:pt x="1961878" y="1338054"/>
                  </a:lnTo>
                  <a:lnTo>
                    <a:pt x="1963529" y="1334796"/>
                  </a:lnTo>
                  <a:lnTo>
                    <a:pt x="1965181" y="1332653"/>
                  </a:lnTo>
                  <a:lnTo>
                    <a:pt x="1966832" y="1329857"/>
                  </a:lnTo>
                  <a:lnTo>
                    <a:pt x="1968484" y="1307643"/>
                  </a:lnTo>
                  <a:lnTo>
                    <a:pt x="1970135" y="1290429"/>
                  </a:lnTo>
                  <a:lnTo>
                    <a:pt x="1971786" y="1284995"/>
                  </a:lnTo>
                  <a:lnTo>
                    <a:pt x="1973438" y="1283442"/>
                  </a:lnTo>
                  <a:lnTo>
                    <a:pt x="1975089" y="1303347"/>
                  </a:lnTo>
                  <a:lnTo>
                    <a:pt x="1976741" y="1329460"/>
                  </a:lnTo>
                  <a:lnTo>
                    <a:pt x="1978392" y="1319149"/>
                  </a:lnTo>
                  <a:lnTo>
                    <a:pt x="1980044" y="1321533"/>
                  </a:lnTo>
                  <a:lnTo>
                    <a:pt x="1981695" y="1314717"/>
                  </a:lnTo>
                  <a:lnTo>
                    <a:pt x="1983346" y="1313689"/>
                  </a:lnTo>
                  <a:lnTo>
                    <a:pt x="1984998" y="1317899"/>
                  </a:lnTo>
                  <a:lnTo>
                    <a:pt x="1986649" y="1326894"/>
                  </a:lnTo>
                  <a:lnTo>
                    <a:pt x="1988301" y="1325239"/>
                  </a:lnTo>
                  <a:lnTo>
                    <a:pt x="1989952" y="1313796"/>
                  </a:lnTo>
                  <a:lnTo>
                    <a:pt x="1991603" y="1305030"/>
                  </a:lnTo>
                  <a:lnTo>
                    <a:pt x="1993255" y="1292267"/>
                  </a:lnTo>
                  <a:lnTo>
                    <a:pt x="1994906" y="1309694"/>
                  </a:lnTo>
                  <a:lnTo>
                    <a:pt x="1996558" y="1327649"/>
                  </a:lnTo>
                  <a:lnTo>
                    <a:pt x="1998209" y="1325744"/>
                  </a:lnTo>
                  <a:lnTo>
                    <a:pt x="1999860" y="1319366"/>
                  </a:lnTo>
                  <a:lnTo>
                    <a:pt x="2001512" y="1314600"/>
                  </a:lnTo>
                  <a:lnTo>
                    <a:pt x="2003163" y="1314050"/>
                  </a:lnTo>
                  <a:lnTo>
                    <a:pt x="2004815" y="1308288"/>
                  </a:lnTo>
                  <a:lnTo>
                    <a:pt x="2006466" y="1327941"/>
                  </a:lnTo>
                  <a:lnTo>
                    <a:pt x="2008118" y="1330459"/>
                  </a:lnTo>
                  <a:lnTo>
                    <a:pt x="2009769" y="1317467"/>
                  </a:lnTo>
                  <a:lnTo>
                    <a:pt x="2011420" y="1313346"/>
                  </a:lnTo>
                  <a:lnTo>
                    <a:pt x="2013072" y="1327941"/>
                  </a:lnTo>
                  <a:lnTo>
                    <a:pt x="2014723" y="1324626"/>
                  </a:lnTo>
                  <a:lnTo>
                    <a:pt x="2016375" y="1318569"/>
                  </a:lnTo>
                  <a:lnTo>
                    <a:pt x="2018026" y="1312769"/>
                  </a:lnTo>
                  <a:lnTo>
                    <a:pt x="2019677" y="1311549"/>
                  </a:lnTo>
                  <a:lnTo>
                    <a:pt x="2021329" y="1323377"/>
                  </a:lnTo>
                  <a:lnTo>
                    <a:pt x="2022980" y="1318337"/>
                  </a:lnTo>
                  <a:lnTo>
                    <a:pt x="2024632" y="1321169"/>
                  </a:lnTo>
                  <a:lnTo>
                    <a:pt x="2026283" y="1319392"/>
                  </a:lnTo>
                  <a:lnTo>
                    <a:pt x="2027934" y="1319392"/>
                  </a:lnTo>
                  <a:lnTo>
                    <a:pt x="2029586" y="1320465"/>
                  </a:lnTo>
                  <a:lnTo>
                    <a:pt x="2031237" y="1297452"/>
                  </a:lnTo>
                  <a:lnTo>
                    <a:pt x="2032889" y="1317009"/>
                  </a:lnTo>
                  <a:lnTo>
                    <a:pt x="2034540" y="1329564"/>
                  </a:lnTo>
                  <a:lnTo>
                    <a:pt x="2036192" y="1321791"/>
                  </a:lnTo>
                  <a:lnTo>
                    <a:pt x="2037843" y="1315724"/>
                  </a:lnTo>
                  <a:lnTo>
                    <a:pt x="2039494" y="1330270"/>
                  </a:lnTo>
                  <a:lnTo>
                    <a:pt x="2041146" y="1333796"/>
                  </a:lnTo>
                  <a:lnTo>
                    <a:pt x="2042797" y="1333330"/>
                  </a:lnTo>
                  <a:lnTo>
                    <a:pt x="2044449" y="1332464"/>
                  </a:lnTo>
                  <a:lnTo>
                    <a:pt x="2046100" y="1333796"/>
                  </a:lnTo>
                  <a:lnTo>
                    <a:pt x="2047751" y="1326060"/>
                  </a:lnTo>
                  <a:lnTo>
                    <a:pt x="2049403" y="1299833"/>
                  </a:lnTo>
                  <a:lnTo>
                    <a:pt x="2051054" y="1328664"/>
                  </a:lnTo>
                  <a:lnTo>
                    <a:pt x="2052706" y="1331720"/>
                  </a:lnTo>
                  <a:lnTo>
                    <a:pt x="2054357" y="1332426"/>
                  </a:lnTo>
                  <a:lnTo>
                    <a:pt x="2056009" y="1329092"/>
                  </a:lnTo>
                  <a:lnTo>
                    <a:pt x="2057660" y="1329870"/>
                  </a:lnTo>
                  <a:lnTo>
                    <a:pt x="2059311" y="1313161"/>
                  </a:lnTo>
                  <a:lnTo>
                    <a:pt x="2060963" y="1302131"/>
                  </a:lnTo>
                  <a:lnTo>
                    <a:pt x="2062614" y="1299206"/>
                  </a:lnTo>
                  <a:lnTo>
                    <a:pt x="2064266" y="1306269"/>
                  </a:lnTo>
                  <a:lnTo>
                    <a:pt x="2065917" y="1314202"/>
                  </a:lnTo>
                  <a:lnTo>
                    <a:pt x="2067568" y="1308650"/>
                  </a:lnTo>
                  <a:lnTo>
                    <a:pt x="2069220" y="1322968"/>
                  </a:lnTo>
                  <a:lnTo>
                    <a:pt x="2070871" y="1314739"/>
                  </a:lnTo>
                  <a:lnTo>
                    <a:pt x="2072523" y="1297689"/>
                  </a:lnTo>
                  <a:lnTo>
                    <a:pt x="2074174" y="1296699"/>
                  </a:lnTo>
                  <a:lnTo>
                    <a:pt x="2075825" y="1295638"/>
                  </a:lnTo>
                  <a:lnTo>
                    <a:pt x="2077477" y="1313119"/>
                  </a:lnTo>
                  <a:lnTo>
                    <a:pt x="2079128" y="1306599"/>
                  </a:lnTo>
                  <a:lnTo>
                    <a:pt x="2080780" y="1299416"/>
                  </a:lnTo>
                  <a:lnTo>
                    <a:pt x="2082431" y="1297335"/>
                  </a:lnTo>
                  <a:lnTo>
                    <a:pt x="2084083" y="1293163"/>
                  </a:lnTo>
                  <a:lnTo>
                    <a:pt x="2085734" y="1305186"/>
                  </a:lnTo>
                  <a:lnTo>
                    <a:pt x="2087385" y="1301258"/>
                  </a:lnTo>
                  <a:lnTo>
                    <a:pt x="2089037" y="1306019"/>
                  </a:lnTo>
                  <a:lnTo>
                    <a:pt x="2090688" y="1304511"/>
                  </a:lnTo>
                  <a:lnTo>
                    <a:pt x="2092340" y="1314313"/>
                  </a:lnTo>
                  <a:lnTo>
                    <a:pt x="2093991" y="1312394"/>
                  </a:lnTo>
                  <a:lnTo>
                    <a:pt x="2095642" y="1316986"/>
                  </a:lnTo>
                  <a:lnTo>
                    <a:pt x="2097294" y="1318926"/>
                  </a:lnTo>
                  <a:lnTo>
                    <a:pt x="2098945" y="1308072"/>
                  </a:lnTo>
                  <a:lnTo>
                    <a:pt x="2100597" y="1298685"/>
                  </a:lnTo>
                  <a:lnTo>
                    <a:pt x="2102248" y="1304222"/>
                  </a:lnTo>
                  <a:lnTo>
                    <a:pt x="2103899" y="1294050"/>
                  </a:lnTo>
                  <a:lnTo>
                    <a:pt x="2105551" y="1308072"/>
                  </a:lnTo>
                  <a:lnTo>
                    <a:pt x="2107202" y="1311751"/>
                  </a:lnTo>
                  <a:lnTo>
                    <a:pt x="2108854" y="1307325"/>
                  </a:lnTo>
                  <a:lnTo>
                    <a:pt x="2110505" y="1309012"/>
                  </a:lnTo>
                  <a:lnTo>
                    <a:pt x="2112157" y="1313645"/>
                  </a:lnTo>
                  <a:lnTo>
                    <a:pt x="2113808" y="1303826"/>
                  </a:lnTo>
                  <a:lnTo>
                    <a:pt x="2115459" y="1309012"/>
                  </a:lnTo>
                  <a:lnTo>
                    <a:pt x="2117111" y="1313353"/>
                  </a:lnTo>
                  <a:lnTo>
                    <a:pt x="2118762" y="1303826"/>
                  </a:lnTo>
                  <a:lnTo>
                    <a:pt x="2120414" y="1310300"/>
                  </a:lnTo>
                  <a:lnTo>
                    <a:pt x="2122065" y="1308232"/>
                  </a:lnTo>
                  <a:lnTo>
                    <a:pt x="2123716" y="1278945"/>
                  </a:lnTo>
                  <a:lnTo>
                    <a:pt x="2125368" y="1260948"/>
                  </a:lnTo>
                  <a:lnTo>
                    <a:pt x="2127019" y="1272747"/>
                  </a:lnTo>
                  <a:lnTo>
                    <a:pt x="2128671" y="1289838"/>
                  </a:lnTo>
                  <a:lnTo>
                    <a:pt x="2130322" y="1287247"/>
                  </a:lnTo>
                  <a:lnTo>
                    <a:pt x="2131973" y="1304798"/>
                  </a:lnTo>
                  <a:lnTo>
                    <a:pt x="2133625" y="1267934"/>
                  </a:lnTo>
                  <a:lnTo>
                    <a:pt x="2135276" y="1263989"/>
                  </a:lnTo>
                  <a:lnTo>
                    <a:pt x="2136928" y="1287643"/>
                  </a:lnTo>
                  <a:lnTo>
                    <a:pt x="2138579" y="1307011"/>
                  </a:lnTo>
                  <a:lnTo>
                    <a:pt x="2140231" y="1309012"/>
                  </a:lnTo>
                  <a:lnTo>
                    <a:pt x="2141882" y="1292599"/>
                  </a:lnTo>
                  <a:lnTo>
                    <a:pt x="2143533" y="1309929"/>
                  </a:lnTo>
                  <a:lnTo>
                    <a:pt x="2145185" y="1311440"/>
                  </a:lnTo>
                  <a:lnTo>
                    <a:pt x="2146836" y="1296258"/>
                  </a:lnTo>
                  <a:lnTo>
                    <a:pt x="2148488" y="1306597"/>
                  </a:lnTo>
                  <a:lnTo>
                    <a:pt x="2150139" y="1308709"/>
                  </a:lnTo>
                  <a:lnTo>
                    <a:pt x="2151790" y="1271538"/>
                  </a:lnTo>
                  <a:lnTo>
                    <a:pt x="2153442" y="1268782"/>
                  </a:lnTo>
                  <a:lnTo>
                    <a:pt x="2155093" y="1276980"/>
                  </a:lnTo>
                  <a:lnTo>
                    <a:pt x="2156745" y="1301675"/>
                  </a:lnTo>
                  <a:lnTo>
                    <a:pt x="2158396" y="1316046"/>
                  </a:lnTo>
                  <a:lnTo>
                    <a:pt x="2160048" y="1314124"/>
                  </a:lnTo>
                  <a:lnTo>
                    <a:pt x="2161699" y="1315727"/>
                  </a:lnTo>
                  <a:lnTo>
                    <a:pt x="2163350" y="1314744"/>
                  </a:lnTo>
                  <a:lnTo>
                    <a:pt x="2165002" y="1312256"/>
                  </a:lnTo>
                  <a:lnTo>
                    <a:pt x="2166653" y="1295975"/>
                  </a:lnTo>
                  <a:lnTo>
                    <a:pt x="2168305" y="1280597"/>
                  </a:lnTo>
                  <a:lnTo>
                    <a:pt x="2169956" y="1298996"/>
                  </a:lnTo>
                  <a:lnTo>
                    <a:pt x="2171607" y="1284112"/>
                  </a:lnTo>
                  <a:lnTo>
                    <a:pt x="2173259" y="1288142"/>
                  </a:lnTo>
                  <a:lnTo>
                    <a:pt x="2174910" y="1289775"/>
                  </a:lnTo>
                  <a:lnTo>
                    <a:pt x="2176562" y="1289655"/>
                  </a:lnTo>
                  <a:lnTo>
                    <a:pt x="2178213" y="1288794"/>
                  </a:lnTo>
                  <a:lnTo>
                    <a:pt x="2179864" y="1291062"/>
                  </a:lnTo>
                  <a:lnTo>
                    <a:pt x="2181516" y="1285718"/>
                  </a:lnTo>
                  <a:lnTo>
                    <a:pt x="2183167" y="1275083"/>
                  </a:lnTo>
                  <a:lnTo>
                    <a:pt x="2184819" y="1289737"/>
                  </a:lnTo>
                  <a:lnTo>
                    <a:pt x="2186470" y="1290076"/>
                  </a:lnTo>
                  <a:lnTo>
                    <a:pt x="2188122" y="1289737"/>
                  </a:lnTo>
                  <a:lnTo>
                    <a:pt x="2189773" y="1289737"/>
                  </a:lnTo>
                  <a:lnTo>
                    <a:pt x="2191424" y="1290704"/>
                  </a:lnTo>
                  <a:lnTo>
                    <a:pt x="2193076" y="1291353"/>
                  </a:lnTo>
                  <a:lnTo>
                    <a:pt x="2194727" y="1292119"/>
                  </a:lnTo>
                  <a:lnTo>
                    <a:pt x="2196379" y="1290742"/>
                  </a:lnTo>
                  <a:lnTo>
                    <a:pt x="2198030" y="1290677"/>
                  </a:lnTo>
                  <a:lnTo>
                    <a:pt x="2199681" y="1290221"/>
                  </a:lnTo>
                  <a:lnTo>
                    <a:pt x="2201333" y="1292239"/>
                  </a:lnTo>
                  <a:lnTo>
                    <a:pt x="2202984" y="1293094"/>
                  </a:lnTo>
                  <a:lnTo>
                    <a:pt x="2204636" y="1271530"/>
                  </a:lnTo>
                  <a:lnTo>
                    <a:pt x="2206287" y="1291056"/>
                  </a:lnTo>
                  <a:lnTo>
                    <a:pt x="2207938" y="1292119"/>
                  </a:lnTo>
                  <a:lnTo>
                    <a:pt x="2209590" y="1291620"/>
                  </a:lnTo>
                  <a:lnTo>
                    <a:pt x="2211241" y="1270545"/>
                  </a:lnTo>
                  <a:lnTo>
                    <a:pt x="2212893" y="1284778"/>
                  </a:lnTo>
                  <a:lnTo>
                    <a:pt x="2214544" y="1285718"/>
                  </a:lnTo>
                  <a:lnTo>
                    <a:pt x="2216196" y="1289447"/>
                  </a:lnTo>
                  <a:lnTo>
                    <a:pt x="2217847" y="1289156"/>
                  </a:lnTo>
                  <a:lnTo>
                    <a:pt x="2219498" y="1287273"/>
                  </a:lnTo>
                  <a:lnTo>
                    <a:pt x="2221150" y="1286123"/>
                  </a:lnTo>
                  <a:lnTo>
                    <a:pt x="2222801" y="1288665"/>
                  </a:lnTo>
                  <a:lnTo>
                    <a:pt x="2224453" y="1288665"/>
                  </a:lnTo>
                  <a:lnTo>
                    <a:pt x="2226104" y="1290630"/>
                  </a:lnTo>
                  <a:lnTo>
                    <a:pt x="2227755" y="1290438"/>
                  </a:lnTo>
                  <a:lnTo>
                    <a:pt x="2229407" y="1298060"/>
                  </a:lnTo>
                  <a:lnTo>
                    <a:pt x="2231058" y="1298437"/>
                  </a:lnTo>
                  <a:lnTo>
                    <a:pt x="2232710" y="1300360"/>
                  </a:lnTo>
                  <a:lnTo>
                    <a:pt x="2234361" y="1296910"/>
                  </a:lnTo>
                  <a:lnTo>
                    <a:pt x="2236013" y="1299661"/>
                  </a:lnTo>
                  <a:lnTo>
                    <a:pt x="2237664" y="1296077"/>
                  </a:lnTo>
                  <a:lnTo>
                    <a:pt x="2239315" y="1299035"/>
                  </a:lnTo>
                  <a:lnTo>
                    <a:pt x="2240967" y="1298325"/>
                  </a:lnTo>
                  <a:lnTo>
                    <a:pt x="2242618" y="1297576"/>
                  </a:lnTo>
                  <a:lnTo>
                    <a:pt x="2244270" y="1297028"/>
                  </a:lnTo>
                  <a:lnTo>
                    <a:pt x="2245921" y="1297055"/>
                  </a:lnTo>
                  <a:lnTo>
                    <a:pt x="2247572" y="1297055"/>
                  </a:lnTo>
                  <a:lnTo>
                    <a:pt x="2249224" y="1286662"/>
                  </a:lnTo>
                  <a:lnTo>
                    <a:pt x="2250875" y="1281944"/>
                  </a:lnTo>
                  <a:lnTo>
                    <a:pt x="2252527" y="1296654"/>
                  </a:lnTo>
                  <a:lnTo>
                    <a:pt x="2254178" y="1296910"/>
                  </a:lnTo>
                  <a:lnTo>
                    <a:pt x="2255829" y="1292371"/>
                  </a:lnTo>
                  <a:lnTo>
                    <a:pt x="2257481" y="1280122"/>
                  </a:lnTo>
                  <a:lnTo>
                    <a:pt x="2259132" y="1294832"/>
                  </a:lnTo>
                  <a:lnTo>
                    <a:pt x="2260784" y="1297175"/>
                  </a:lnTo>
                  <a:lnTo>
                    <a:pt x="2262435" y="1294317"/>
                  </a:lnTo>
                  <a:lnTo>
                    <a:pt x="2264087" y="1295592"/>
                  </a:lnTo>
                  <a:lnTo>
                    <a:pt x="2265738" y="1293094"/>
                  </a:lnTo>
                  <a:lnTo>
                    <a:pt x="2267389" y="1293577"/>
                  </a:lnTo>
                  <a:lnTo>
                    <a:pt x="2269041" y="1279343"/>
                  </a:lnTo>
                  <a:lnTo>
                    <a:pt x="2270692" y="1279135"/>
                  </a:lnTo>
                  <a:lnTo>
                    <a:pt x="2272344" y="1272077"/>
                  </a:lnTo>
                  <a:lnTo>
                    <a:pt x="2273995" y="1291317"/>
                  </a:lnTo>
                  <a:lnTo>
                    <a:pt x="2275646" y="1290882"/>
                  </a:lnTo>
                  <a:lnTo>
                    <a:pt x="2277298" y="1279809"/>
                  </a:lnTo>
                  <a:lnTo>
                    <a:pt x="2278949" y="1283859"/>
                  </a:lnTo>
                  <a:lnTo>
                    <a:pt x="2280601" y="1275882"/>
                  </a:lnTo>
                  <a:lnTo>
                    <a:pt x="2282252" y="1289762"/>
                  </a:lnTo>
                  <a:lnTo>
                    <a:pt x="2283903" y="1291172"/>
                  </a:lnTo>
                  <a:lnTo>
                    <a:pt x="2285555" y="1275882"/>
                  </a:lnTo>
                  <a:lnTo>
                    <a:pt x="2287206" y="1282999"/>
                  </a:lnTo>
                  <a:lnTo>
                    <a:pt x="2288858" y="1285709"/>
                  </a:lnTo>
                  <a:lnTo>
                    <a:pt x="2290509" y="1271492"/>
                  </a:lnTo>
                  <a:lnTo>
                    <a:pt x="2292161" y="1266800"/>
                  </a:lnTo>
                  <a:lnTo>
                    <a:pt x="2293812" y="1284696"/>
                  </a:lnTo>
                  <a:lnTo>
                    <a:pt x="2295463" y="1273410"/>
                  </a:lnTo>
                  <a:lnTo>
                    <a:pt x="2297115" y="1288411"/>
                  </a:lnTo>
                  <a:lnTo>
                    <a:pt x="2298766" y="1291144"/>
                  </a:lnTo>
                  <a:lnTo>
                    <a:pt x="2300418" y="1293778"/>
                  </a:lnTo>
                  <a:lnTo>
                    <a:pt x="2302069" y="1295476"/>
                  </a:lnTo>
                  <a:lnTo>
                    <a:pt x="2303720" y="1274118"/>
                  </a:lnTo>
                  <a:lnTo>
                    <a:pt x="2305372" y="1241212"/>
                  </a:lnTo>
                  <a:lnTo>
                    <a:pt x="2307023" y="1276664"/>
                  </a:lnTo>
                  <a:lnTo>
                    <a:pt x="2308675" y="1289144"/>
                  </a:lnTo>
                  <a:lnTo>
                    <a:pt x="2310326" y="1276664"/>
                  </a:lnTo>
                  <a:lnTo>
                    <a:pt x="2311977" y="1277928"/>
                  </a:lnTo>
                  <a:lnTo>
                    <a:pt x="2313629" y="1256899"/>
                  </a:lnTo>
                  <a:lnTo>
                    <a:pt x="2315280" y="1235467"/>
                  </a:lnTo>
                  <a:lnTo>
                    <a:pt x="2316932" y="1253874"/>
                  </a:lnTo>
                  <a:lnTo>
                    <a:pt x="2318583" y="1283025"/>
                  </a:lnTo>
                  <a:lnTo>
                    <a:pt x="2320235" y="1281893"/>
                  </a:lnTo>
                  <a:lnTo>
                    <a:pt x="2321886" y="1282082"/>
                  </a:lnTo>
                  <a:lnTo>
                    <a:pt x="2323537" y="1280126"/>
                  </a:lnTo>
                  <a:lnTo>
                    <a:pt x="2325189" y="1275494"/>
                  </a:lnTo>
                  <a:lnTo>
                    <a:pt x="2326840" y="1269337"/>
                  </a:lnTo>
                  <a:lnTo>
                    <a:pt x="2328492" y="1262827"/>
                  </a:lnTo>
                  <a:lnTo>
                    <a:pt x="2330143" y="1274025"/>
                  </a:lnTo>
                  <a:lnTo>
                    <a:pt x="2331794" y="1244020"/>
                  </a:lnTo>
                  <a:lnTo>
                    <a:pt x="2333446" y="1230988"/>
                  </a:lnTo>
                  <a:lnTo>
                    <a:pt x="2335097" y="1239669"/>
                  </a:lnTo>
                  <a:lnTo>
                    <a:pt x="2336749" y="1271777"/>
                  </a:lnTo>
                  <a:lnTo>
                    <a:pt x="2338400" y="1277804"/>
                  </a:lnTo>
                  <a:lnTo>
                    <a:pt x="2340052" y="1262271"/>
                  </a:lnTo>
                  <a:lnTo>
                    <a:pt x="2341703" y="1224769"/>
                  </a:lnTo>
                  <a:lnTo>
                    <a:pt x="2343354" y="1261122"/>
                  </a:lnTo>
                  <a:lnTo>
                    <a:pt x="2345006" y="1263329"/>
                  </a:lnTo>
                  <a:lnTo>
                    <a:pt x="2346657" y="1263329"/>
                  </a:lnTo>
                  <a:lnTo>
                    <a:pt x="2348309" y="1261642"/>
                  </a:lnTo>
                  <a:lnTo>
                    <a:pt x="2349960" y="1262548"/>
                  </a:lnTo>
                  <a:lnTo>
                    <a:pt x="2351611" y="1256727"/>
                  </a:lnTo>
                  <a:lnTo>
                    <a:pt x="2353263" y="1261093"/>
                  </a:lnTo>
                  <a:lnTo>
                    <a:pt x="2354914" y="1249778"/>
                  </a:lnTo>
                  <a:lnTo>
                    <a:pt x="2356566" y="1242726"/>
                  </a:lnTo>
                  <a:lnTo>
                    <a:pt x="2358217" y="1261093"/>
                  </a:lnTo>
                  <a:lnTo>
                    <a:pt x="2359868" y="1261093"/>
                  </a:lnTo>
                  <a:lnTo>
                    <a:pt x="2361520" y="1241835"/>
                  </a:lnTo>
                  <a:lnTo>
                    <a:pt x="2363171" y="1243866"/>
                  </a:lnTo>
                  <a:lnTo>
                    <a:pt x="2364823" y="1244859"/>
                  </a:lnTo>
                  <a:lnTo>
                    <a:pt x="2366474" y="1247918"/>
                  </a:lnTo>
                  <a:lnTo>
                    <a:pt x="2368126" y="1245886"/>
                  </a:lnTo>
                  <a:lnTo>
                    <a:pt x="2369777" y="1250419"/>
                  </a:lnTo>
                  <a:lnTo>
                    <a:pt x="2371428" y="1267424"/>
                  </a:lnTo>
                  <a:lnTo>
                    <a:pt x="2373080" y="1263596"/>
                  </a:lnTo>
                  <a:lnTo>
                    <a:pt x="2374731" y="1266755"/>
                  </a:lnTo>
                  <a:lnTo>
                    <a:pt x="2376383" y="1252761"/>
                  </a:lnTo>
                  <a:lnTo>
                    <a:pt x="2378034" y="1268442"/>
                  </a:lnTo>
                  <a:lnTo>
                    <a:pt x="2379685" y="1271046"/>
                  </a:lnTo>
                  <a:lnTo>
                    <a:pt x="2381337" y="1267686"/>
                  </a:lnTo>
                  <a:lnTo>
                    <a:pt x="2382988" y="1269584"/>
                  </a:lnTo>
                  <a:lnTo>
                    <a:pt x="2384640" y="1252761"/>
                  </a:lnTo>
                  <a:lnTo>
                    <a:pt x="2386291" y="1218140"/>
                  </a:lnTo>
                  <a:lnTo>
                    <a:pt x="2387942" y="1218140"/>
                  </a:lnTo>
                  <a:lnTo>
                    <a:pt x="2389594" y="1238650"/>
                  </a:lnTo>
                  <a:lnTo>
                    <a:pt x="2391245" y="1260003"/>
                  </a:lnTo>
                  <a:lnTo>
                    <a:pt x="2392897" y="1262808"/>
                  </a:lnTo>
                  <a:lnTo>
                    <a:pt x="2394548" y="1260083"/>
                  </a:lnTo>
                  <a:lnTo>
                    <a:pt x="2396200" y="1263046"/>
                  </a:lnTo>
                  <a:lnTo>
                    <a:pt x="2397851" y="1259510"/>
                  </a:lnTo>
                  <a:lnTo>
                    <a:pt x="2399502" y="1246958"/>
                  </a:lnTo>
                  <a:lnTo>
                    <a:pt x="2401154" y="1255893"/>
                  </a:lnTo>
                  <a:lnTo>
                    <a:pt x="2402805" y="1258496"/>
                  </a:lnTo>
                  <a:lnTo>
                    <a:pt x="2404457" y="1224905"/>
                  </a:lnTo>
                  <a:lnTo>
                    <a:pt x="2406108" y="1255188"/>
                  </a:lnTo>
                  <a:lnTo>
                    <a:pt x="2407759" y="1260796"/>
                  </a:lnTo>
                  <a:lnTo>
                    <a:pt x="2409411" y="1257811"/>
                  </a:lnTo>
                  <a:lnTo>
                    <a:pt x="2411062" y="1257811"/>
                  </a:lnTo>
                  <a:lnTo>
                    <a:pt x="2412714" y="1260281"/>
                  </a:lnTo>
                  <a:lnTo>
                    <a:pt x="2414365" y="1260281"/>
                  </a:lnTo>
                  <a:lnTo>
                    <a:pt x="2416017" y="1260281"/>
                  </a:lnTo>
                  <a:lnTo>
                    <a:pt x="2417668" y="1256881"/>
                  </a:lnTo>
                  <a:lnTo>
                    <a:pt x="2419319" y="1254621"/>
                  </a:lnTo>
                  <a:lnTo>
                    <a:pt x="2420971" y="1259662"/>
                  </a:lnTo>
                  <a:lnTo>
                    <a:pt x="2422622" y="1260177"/>
                  </a:lnTo>
                  <a:lnTo>
                    <a:pt x="2424274" y="1135932"/>
                  </a:lnTo>
                  <a:lnTo>
                    <a:pt x="2425925" y="1119979"/>
                  </a:lnTo>
                  <a:lnTo>
                    <a:pt x="2427576" y="1100812"/>
                  </a:lnTo>
                  <a:lnTo>
                    <a:pt x="2429228" y="1105348"/>
                  </a:lnTo>
                  <a:lnTo>
                    <a:pt x="2430879" y="1119979"/>
                  </a:lnTo>
                  <a:lnTo>
                    <a:pt x="2432531" y="1125519"/>
                  </a:lnTo>
                  <a:lnTo>
                    <a:pt x="2434182" y="1125307"/>
                  </a:lnTo>
                  <a:lnTo>
                    <a:pt x="2435833" y="1123990"/>
                  </a:lnTo>
                  <a:lnTo>
                    <a:pt x="2437485" y="1121972"/>
                  </a:lnTo>
                  <a:lnTo>
                    <a:pt x="2439136" y="1122466"/>
                  </a:lnTo>
                  <a:lnTo>
                    <a:pt x="2440788" y="1121825"/>
                  </a:lnTo>
                  <a:lnTo>
                    <a:pt x="2442439" y="1098928"/>
                  </a:lnTo>
                  <a:lnTo>
                    <a:pt x="2444091" y="1094075"/>
                  </a:lnTo>
                  <a:lnTo>
                    <a:pt x="2445742" y="1100398"/>
                  </a:lnTo>
                  <a:lnTo>
                    <a:pt x="2447393" y="1110663"/>
                  </a:lnTo>
                  <a:lnTo>
                    <a:pt x="2449045" y="1095504"/>
                  </a:lnTo>
                  <a:lnTo>
                    <a:pt x="2450696" y="1096368"/>
                  </a:lnTo>
                  <a:lnTo>
                    <a:pt x="2452348" y="1095984"/>
                  </a:lnTo>
                  <a:lnTo>
                    <a:pt x="2453999" y="1095984"/>
                  </a:lnTo>
                  <a:lnTo>
                    <a:pt x="2455650" y="1089640"/>
                  </a:lnTo>
                  <a:lnTo>
                    <a:pt x="2457302" y="1084142"/>
                  </a:lnTo>
                  <a:lnTo>
                    <a:pt x="2458953" y="1117049"/>
                  </a:lnTo>
                  <a:lnTo>
                    <a:pt x="2460605" y="1123381"/>
                  </a:lnTo>
                  <a:lnTo>
                    <a:pt x="2462256" y="1091288"/>
                  </a:lnTo>
                  <a:lnTo>
                    <a:pt x="2463907" y="1123794"/>
                  </a:lnTo>
                  <a:lnTo>
                    <a:pt x="2465559" y="1131095"/>
                  </a:lnTo>
                  <a:lnTo>
                    <a:pt x="2467210" y="1129197"/>
                  </a:lnTo>
                  <a:lnTo>
                    <a:pt x="2468862" y="1129386"/>
                  </a:lnTo>
                  <a:lnTo>
                    <a:pt x="2470513" y="1128499"/>
                  </a:lnTo>
                  <a:lnTo>
                    <a:pt x="2472165" y="1112967"/>
                  </a:lnTo>
                  <a:lnTo>
                    <a:pt x="2473816" y="1127917"/>
                  </a:lnTo>
                  <a:lnTo>
                    <a:pt x="2475467" y="1153931"/>
                  </a:lnTo>
                  <a:lnTo>
                    <a:pt x="2477119" y="1164811"/>
                  </a:lnTo>
                  <a:lnTo>
                    <a:pt x="2478770" y="1165097"/>
                  </a:lnTo>
                  <a:lnTo>
                    <a:pt x="2480422" y="1145838"/>
                  </a:lnTo>
                  <a:lnTo>
                    <a:pt x="2482073" y="1142720"/>
                  </a:lnTo>
                  <a:lnTo>
                    <a:pt x="2483724" y="1142720"/>
                  </a:lnTo>
                  <a:lnTo>
                    <a:pt x="2485376" y="1163209"/>
                  </a:lnTo>
                  <a:lnTo>
                    <a:pt x="2487027" y="1163213"/>
                  </a:lnTo>
                  <a:lnTo>
                    <a:pt x="2488679" y="1157242"/>
                  </a:lnTo>
                  <a:lnTo>
                    <a:pt x="2490330" y="1146737"/>
                  </a:lnTo>
                  <a:lnTo>
                    <a:pt x="2491981" y="1165341"/>
                  </a:lnTo>
                  <a:lnTo>
                    <a:pt x="2493633" y="1150541"/>
                  </a:lnTo>
                  <a:lnTo>
                    <a:pt x="2495284" y="1149224"/>
                  </a:lnTo>
                  <a:lnTo>
                    <a:pt x="2496936" y="1145001"/>
                  </a:lnTo>
                  <a:lnTo>
                    <a:pt x="2498587" y="1145001"/>
                  </a:lnTo>
                  <a:lnTo>
                    <a:pt x="2500239" y="1117880"/>
                  </a:lnTo>
                  <a:lnTo>
                    <a:pt x="2501890" y="1129658"/>
                  </a:lnTo>
                  <a:lnTo>
                    <a:pt x="2503541" y="1131462"/>
                  </a:lnTo>
                  <a:lnTo>
                    <a:pt x="2505193" y="1098118"/>
                  </a:lnTo>
                  <a:lnTo>
                    <a:pt x="2506844" y="1086611"/>
                  </a:lnTo>
                  <a:lnTo>
                    <a:pt x="2508496" y="1086611"/>
                  </a:lnTo>
                  <a:lnTo>
                    <a:pt x="2510147" y="1087107"/>
                  </a:lnTo>
                  <a:lnTo>
                    <a:pt x="2511798" y="1097277"/>
                  </a:lnTo>
                  <a:lnTo>
                    <a:pt x="2513450" y="1112090"/>
                  </a:lnTo>
                  <a:lnTo>
                    <a:pt x="2515101" y="1108347"/>
                  </a:lnTo>
                  <a:lnTo>
                    <a:pt x="2516753" y="1105656"/>
                  </a:lnTo>
                  <a:lnTo>
                    <a:pt x="2518404" y="1106912"/>
                  </a:lnTo>
                  <a:lnTo>
                    <a:pt x="2520056" y="1077785"/>
                  </a:lnTo>
                  <a:lnTo>
                    <a:pt x="2521707" y="1074667"/>
                  </a:lnTo>
                  <a:lnTo>
                    <a:pt x="2523358" y="1099007"/>
                  </a:lnTo>
                  <a:lnTo>
                    <a:pt x="2525010" y="1095335"/>
                  </a:lnTo>
                  <a:lnTo>
                    <a:pt x="2526661" y="1097888"/>
                  </a:lnTo>
                  <a:lnTo>
                    <a:pt x="2528313" y="1097789"/>
                  </a:lnTo>
                  <a:lnTo>
                    <a:pt x="2529964" y="1096752"/>
                  </a:lnTo>
                  <a:lnTo>
                    <a:pt x="2531615" y="1098291"/>
                  </a:lnTo>
                  <a:lnTo>
                    <a:pt x="2533267" y="1096752"/>
                  </a:lnTo>
                  <a:lnTo>
                    <a:pt x="2534918" y="1091649"/>
                  </a:lnTo>
                  <a:lnTo>
                    <a:pt x="2536570" y="1092435"/>
                  </a:lnTo>
                  <a:lnTo>
                    <a:pt x="2538221" y="1078257"/>
                  </a:lnTo>
                  <a:lnTo>
                    <a:pt x="2539872" y="1091163"/>
                  </a:lnTo>
                  <a:lnTo>
                    <a:pt x="2541524" y="1091731"/>
                  </a:lnTo>
                  <a:lnTo>
                    <a:pt x="2543175" y="1076782"/>
                  </a:lnTo>
                  <a:lnTo>
                    <a:pt x="2544827" y="1091050"/>
                  </a:lnTo>
                  <a:lnTo>
                    <a:pt x="2546478" y="1092134"/>
                  </a:lnTo>
                  <a:lnTo>
                    <a:pt x="2548130" y="1074951"/>
                  </a:lnTo>
                  <a:lnTo>
                    <a:pt x="2549781" y="1085427"/>
                  </a:lnTo>
                  <a:lnTo>
                    <a:pt x="2551432" y="1087721"/>
                  </a:lnTo>
                  <a:lnTo>
                    <a:pt x="2553084" y="1055078"/>
                  </a:lnTo>
                  <a:lnTo>
                    <a:pt x="2554735" y="1056092"/>
                  </a:lnTo>
                  <a:lnTo>
                    <a:pt x="2556387" y="1063667"/>
                  </a:lnTo>
                  <a:lnTo>
                    <a:pt x="2558038" y="1061844"/>
                  </a:lnTo>
                  <a:lnTo>
                    <a:pt x="2559689" y="1059195"/>
                  </a:lnTo>
                  <a:lnTo>
                    <a:pt x="2561341" y="1060130"/>
                  </a:lnTo>
                  <a:lnTo>
                    <a:pt x="2562992" y="1059462"/>
                  </a:lnTo>
                  <a:lnTo>
                    <a:pt x="2564644" y="1049560"/>
                  </a:lnTo>
                  <a:lnTo>
                    <a:pt x="2566295" y="1037637"/>
                  </a:lnTo>
                  <a:lnTo>
                    <a:pt x="2567946" y="1018271"/>
                  </a:lnTo>
                  <a:lnTo>
                    <a:pt x="2569598" y="1011481"/>
                  </a:lnTo>
                  <a:lnTo>
                    <a:pt x="2571249" y="1021170"/>
                  </a:lnTo>
                  <a:lnTo>
                    <a:pt x="2572901" y="933261"/>
                  </a:lnTo>
                  <a:lnTo>
                    <a:pt x="2574552" y="937355"/>
                  </a:lnTo>
                  <a:lnTo>
                    <a:pt x="2576204" y="939585"/>
                  </a:lnTo>
                  <a:lnTo>
                    <a:pt x="2577855" y="917948"/>
                  </a:lnTo>
                  <a:lnTo>
                    <a:pt x="2579506" y="922042"/>
                  </a:lnTo>
                  <a:lnTo>
                    <a:pt x="2581158" y="917948"/>
                  </a:lnTo>
                  <a:lnTo>
                    <a:pt x="2582809" y="897649"/>
                  </a:lnTo>
                  <a:lnTo>
                    <a:pt x="2584461" y="871198"/>
                  </a:lnTo>
                  <a:lnTo>
                    <a:pt x="2586112" y="833510"/>
                  </a:lnTo>
                  <a:lnTo>
                    <a:pt x="2587763" y="763043"/>
                  </a:lnTo>
                  <a:lnTo>
                    <a:pt x="2589415" y="747247"/>
                  </a:lnTo>
                  <a:lnTo>
                    <a:pt x="2591066" y="746835"/>
                  </a:lnTo>
                  <a:lnTo>
                    <a:pt x="2592718" y="748922"/>
                  </a:lnTo>
                  <a:lnTo>
                    <a:pt x="2594369" y="737432"/>
                  </a:lnTo>
                  <a:lnTo>
                    <a:pt x="2596021" y="725658"/>
                  </a:lnTo>
                  <a:lnTo>
                    <a:pt x="2597672" y="730090"/>
                  </a:lnTo>
                  <a:lnTo>
                    <a:pt x="2599323" y="708518"/>
                  </a:lnTo>
                  <a:lnTo>
                    <a:pt x="2600975" y="729247"/>
                  </a:lnTo>
                  <a:lnTo>
                    <a:pt x="2602626" y="707797"/>
                  </a:lnTo>
                  <a:lnTo>
                    <a:pt x="2604278" y="653828"/>
                  </a:lnTo>
                  <a:lnTo>
                    <a:pt x="2605929" y="670101"/>
                  </a:lnTo>
                  <a:lnTo>
                    <a:pt x="2607580" y="538896"/>
                  </a:lnTo>
                  <a:lnTo>
                    <a:pt x="2609232" y="531210"/>
                  </a:lnTo>
                  <a:lnTo>
                    <a:pt x="2610883" y="541768"/>
                  </a:lnTo>
                  <a:lnTo>
                    <a:pt x="2612535" y="539704"/>
                  </a:lnTo>
                  <a:lnTo>
                    <a:pt x="2614186" y="579349"/>
                  </a:lnTo>
                  <a:lnTo>
                    <a:pt x="2615837" y="503371"/>
                  </a:lnTo>
                  <a:lnTo>
                    <a:pt x="2617489" y="494730"/>
                  </a:lnTo>
                  <a:lnTo>
                    <a:pt x="2619140" y="443973"/>
                  </a:lnTo>
                  <a:lnTo>
                    <a:pt x="2620792" y="459454"/>
                  </a:lnTo>
                  <a:lnTo>
                    <a:pt x="2622443" y="457472"/>
                  </a:lnTo>
                  <a:lnTo>
                    <a:pt x="2624095" y="454119"/>
                  </a:lnTo>
                  <a:lnTo>
                    <a:pt x="2625746" y="439965"/>
                  </a:lnTo>
                  <a:lnTo>
                    <a:pt x="2627397" y="439965"/>
                  </a:lnTo>
                  <a:lnTo>
                    <a:pt x="2629049" y="455243"/>
                  </a:lnTo>
                  <a:lnTo>
                    <a:pt x="2630700" y="490292"/>
                  </a:lnTo>
                  <a:lnTo>
                    <a:pt x="2632352" y="466531"/>
                  </a:lnTo>
                  <a:lnTo>
                    <a:pt x="2634003" y="478582"/>
                  </a:lnTo>
                  <a:lnTo>
                    <a:pt x="2635654" y="435936"/>
                  </a:lnTo>
                  <a:lnTo>
                    <a:pt x="2637306" y="359500"/>
                  </a:lnTo>
                  <a:lnTo>
                    <a:pt x="2638957" y="396618"/>
                  </a:lnTo>
                  <a:lnTo>
                    <a:pt x="2640609" y="422493"/>
                  </a:lnTo>
                  <a:lnTo>
                    <a:pt x="2642260" y="420779"/>
                  </a:lnTo>
                  <a:lnTo>
                    <a:pt x="2643911" y="449940"/>
                  </a:lnTo>
                  <a:lnTo>
                    <a:pt x="2645563" y="436573"/>
                  </a:lnTo>
                  <a:lnTo>
                    <a:pt x="2647214" y="476463"/>
                  </a:lnTo>
                  <a:lnTo>
                    <a:pt x="2648866" y="488994"/>
                  </a:lnTo>
                  <a:lnTo>
                    <a:pt x="2650517" y="559958"/>
                  </a:lnTo>
                  <a:lnTo>
                    <a:pt x="2652169" y="560661"/>
                  </a:lnTo>
                  <a:lnTo>
                    <a:pt x="2653820" y="558440"/>
                  </a:lnTo>
                  <a:lnTo>
                    <a:pt x="2655471" y="473504"/>
                  </a:lnTo>
                  <a:lnTo>
                    <a:pt x="2657123" y="475662"/>
                  </a:lnTo>
                  <a:lnTo>
                    <a:pt x="2658774" y="490259"/>
                  </a:lnTo>
                  <a:lnTo>
                    <a:pt x="2660426" y="431267"/>
                  </a:lnTo>
                  <a:lnTo>
                    <a:pt x="2662077" y="430077"/>
                  </a:lnTo>
                  <a:lnTo>
                    <a:pt x="2663728" y="340138"/>
                  </a:lnTo>
                  <a:lnTo>
                    <a:pt x="2665380" y="340138"/>
                  </a:lnTo>
                  <a:lnTo>
                    <a:pt x="2667031" y="305236"/>
                  </a:lnTo>
                  <a:lnTo>
                    <a:pt x="2668683" y="255354"/>
                  </a:lnTo>
                  <a:lnTo>
                    <a:pt x="2670334" y="234296"/>
                  </a:lnTo>
                  <a:lnTo>
                    <a:pt x="2671985" y="234296"/>
                  </a:lnTo>
                  <a:lnTo>
                    <a:pt x="2673637" y="230946"/>
                  </a:lnTo>
                  <a:lnTo>
                    <a:pt x="2675288" y="218171"/>
                  </a:lnTo>
                  <a:lnTo>
                    <a:pt x="2676940" y="191672"/>
                  </a:lnTo>
                  <a:lnTo>
                    <a:pt x="2678591" y="191638"/>
                  </a:lnTo>
                  <a:lnTo>
                    <a:pt x="2680243" y="190410"/>
                  </a:lnTo>
                  <a:lnTo>
                    <a:pt x="2681894" y="211873"/>
                  </a:lnTo>
                  <a:lnTo>
                    <a:pt x="2683545" y="211006"/>
                  </a:lnTo>
                  <a:lnTo>
                    <a:pt x="2685197" y="209814"/>
                  </a:lnTo>
                  <a:lnTo>
                    <a:pt x="2686848" y="203349"/>
                  </a:lnTo>
                  <a:lnTo>
                    <a:pt x="2688500" y="206883"/>
                  </a:lnTo>
                  <a:lnTo>
                    <a:pt x="2690151" y="206883"/>
                  </a:lnTo>
                  <a:lnTo>
                    <a:pt x="2691802" y="208645"/>
                  </a:lnTo>
                  <a:lnTo>
                    <a:pt x="2693454" y="213125"/>
                  </a:lnTo>
                  <a:lnTo>
                    <a:pt x="2695105" y="209117"/>
                  </a:lnTo>
                  <a:lnTo>
                    <a:pt x="2696757" y="194120"/>
                  </a:lnTo>
                  <a:lnTo>
                    <a:pt x="2698408" y="187886"/>
                  </a:lnTo>
                  <a:lnTo>
                    <a:pt x="2700060" y="181129"/>
                  </a:lnTo>
                  <a:lnTo>
                    <a:pt x="2701711" y="178308"/>
                  </a:lnTo>
                  <a:lnTo>
                    <a:pt x="2703362" y="194854"/>
                  </a:lnTo>
                  <a:lnTo>
                    <a:pt x="2705014" y="191261"/>
                  </a:lnTo>
                  <a:lnTo>
                    <a:pt x="2706665" y="190069"/>
                  </a:lnTo>
                  <a:lnTo>
                    <a:pt x="2708317" y="182342"/>
                  </a:lnTo>
                  <a:lnTo>
                    <a:pt x="2709968" y="136442"/>
                  </a:lnTo>
                  <a:lnTo>
                    <a:pt x="2711619" y="136442"/>
                  </a:lnTo>
                  <a:lnTo>
                    <a:pt x="2713271" y="148130"/>
                  </a:lnTo>
                  <a:lnTo>
                    <a:pt x="2714922" y="148001"/>
                  </a:lnTo>
                  <a:lnTo>
                    <a:pt x="2716574" y="149384"/>
                  </a:lnTo>
                  <a:lnTo>
                    <a:pt x="2718225" y="149384"/>
                  </a:lnTo>
                  <a:lnTo>
                    <a:pt x="2719876" y="149847"/>
                  </a:lnTo>
                  <a:lnTo>
                    <a:pt x="2721528" y="148130"/>
                  </a:lnTo>
                  <a:lnTo>
                    <a:pt x="2723179" y="140755"/>
                  </a:lnTo>
                  <a:lnTo>
                    <a:pt x="2724831" y="73035"/>
                  </a:lnTo>
                  <a:lnTo>
                    <a:pt x="2726482" y="71654"/>
                  </a:lnTo>
                  <a:lnTo>
                    <a:pt x="2728134" y="61427"/>
                  </a:lnTo>
                  <a:lnTo>
                    <a:pt x="2729785" y="79886"/>
                  </a:lnTo>
                  <a:lnTo>
                    <a:pt x="2731436" y="257445"/>
                  </a:lnTo>
                  <a:lnTo>
                    <a:pt x="2733088" y="133810"/>
                  </a:lnTo>
                  <a:lnTo>
                    <a:pt x="2734739" y="202878"/>
                  </a:lnTo>
                  <a:lnTo>
                    <a:pt x="2736391" y="318200"/>
                  </a:lnTo>
                  <a:lnTo>
                    <a:pt x="2738042" y="217869"/>
                  </a:lnTo>
                  <a:lnTo>
                    <a:pt x="2739693" y="307305"/>
                  </a:lnTo>
                  <a:lnTo>
                    <a:pt x="2741345" y="275949"/>
                  </a:lnTo>
                  <a:lnTo>
                    <a:pt x="2742996" y="255663"/>
                  </a:lnTo>
                  <a:lnTo>
                    <a:pt x="2744648" y="287157"/>
                  </a:lnTo>
                  <a:lnTo>
                    <a:pt x="2746299" y="332716"/>
                  </a:lnTo>
                  <a:lnTo>
                    <a:pt x="2747950" y="284053"/>
                  </a:lnTo>
                  <a:lnTo>
                    <a:pt x="2749602" y="289583"/>
                  </a:lnTo>
                  <a:lnTo>
                    <a:pt x="2751253" y="224042"/>
                  </a:lnTo>
                  <a:lnTo>
                    <a:pt x="2752905" y="116045"/>
                  </a:lnTo>
                  <a:lnTo>
                    <a:pt x="2754556" y="87996"/>
                  </a:lnTo>
                  <a:lnTo>
                    <a:pt x="2756208" y="68043"/>
                  </a:lnTo>
                  <a:lnTo>
                    <a:pt x="2757859" y="66039"/>
                  </a:lnTo>
                  <a:lnTo>
                    <a:pt x="2759510" y="65406"/>
                  </a:lnTo>
                  <a:lnTo>
                    <a:pt x="2761162" y="141554"/>
                  </a:lnTo>
                  <a:lnTo>
                    <a:pt x="2762813" y="63116"/>
                  </a:lnTo>
                  <a:lnTo>
                    <a:pt x="2764465" y="63116"/>
                  </a:lnTo>
                  <a:lnTo>
                    <a:pt x="2766116" y="67677"/>
                  </a:lnTo>
                  <a:lnTo>
                    <a:pt x="2767767" y="67451"/>
                  </a:lnTo>
                  <a:lnTo>
                    <a:pt x="2769419" y="71459"/>
                  </a:lnTo>
                  <a:lnTo>
                    <a:pt x="2771070" y="72375"/>
                  </a:lnTo>
                  <a:lnTo>
                    <a:pt x="2772722" y="66521"/>
                  </a:lnTo>
                  <a:lnTo>
                    <a:pt x="2774373" y="73636"/>
                  </a:lnTo>
                  <a:lnTo>
                    <a:pt x="2776025" y="152166"/>
                  </a:lnTo>
                  <a:lnTo>
                    <a:pt x="2777676" y="123434"/>
                  </a:lnTo>
                  <a:lnTo>
                    <a:pt x="2779327" y="113478"/>
                  </a:lnTo>
                  <a:lnTo>
                    <a:pt x="2780979" y="121281"/>
                  </a:lnTo>
                  <a:lnTo>
                    <a:pt x="2782630" y="268190"/>
                  </a:lnTo>
                  <a:lnTo>
                    <a:pt x="2784282" y="264710"/>
                  </a:lnTo>
                  <a:lnTo>
                    <a:pt x="2785933" y="232668"/>
                  </a:lnTo>
                  <a:lnTo>
                    <a:pt x="2787584" y="232668"/>
                  </a:lnTo>
                  <a:lnTo>
                    <a:pt x="2789236" y="214371"/>
                  </a:lnTo>
                  <a:lnTo>
                    <a:pt x="2790887" y="175215"/>
                  </a:lnTo>
                  <a:lnTo>
                    <a:pt x="2792539" y="168905"/>
                  </a:lnTo>
                  <a:lnTo>
                    <a:pt x="2794190" y="195571"/>
                  </a:lnTo>
                  <a:lnTo>
                    <a:pt x="2795841" y="105773"/>
                  </a:lnTo>
                  <a:lnTo>
                    <a:pt x="2797493" y="89058"/>
                  </a:lnTo>
                  <a:lnTo>
                    <a:pt x="2799144" y="76104"/>
                  </a:lnTo>
                  <a:lnTo>
                    <a:pt x="2800796" y="68862"/>
                  </a:lnTo>
                  <a:lnTo>
                    <a:pt x="2802447" y="61059"/>
                  </a:lnTo>
                  <a:lnTo>
                    <a:pt x="2804099" y="62276"/>
                  </a:lnTo>
                  <a:lnTo>
                    <a:pt x="2805750" y="62276"/>
                  </a:lnTo>
                  <a:lnTo>
                    <a:pt x="2807401" y="60295"/>
                  </a:lnTo>
                  <a:lnTo>
                    <a:pt x="2809053" y="64997"/>
                  </a:lnTo>
                  <a:lnTo>
                    <a:pt x="2810704" y="51571"/>
                  </a:lnTo>
                  <a:lnTo>
                    <a:pt x="2812356" y="60167"/>
                  </a:lnTo>
                  <a:lnTo>
                    <a:pt x="2814007" y="95298"/>
                  </a:lnTo>
                  <a:lnTo>
                    <a:pt x="2815658" y="56179"/>
                  </a:lnTo>
                  <a:lnTo>
                    <a:pt x="2817310" y="57611"/>
                  </a:lnTo>
                  <a:lnTo>
                    <a:pt x="2818961" y="57611"/>
                  </a:lnTo>
                  <a:lnTo>
                    <a:pt x="2820613" y="66972"/>
                  </a:lnTo>
                  <a:lnTo>
                    <a:pt x="2822264" y="68404"/>
                  </a:lnTo>
                  <a:lnTo>
                    <a:pt x="2823915" y="56715"/>
                  </a:lnTo>
                  <a:lnTo>
                    <a:pt x="2825567" y="56715"/>
                  </a:lnTo>
                  <a:lnTo>
                    <a:pt x="2827218" y="58478"/>
                  </a:lnTo>
                  <a:lnTo>
                    <a:pt x="2828870" y="56021"/>
                  </a:lnTo>
                  <a:lnTo>
                    <a:pt x="2830521" y="53995"/>
                  </a:lnTo>
                  <a:lnTo>
                    <a:pt x="2832173" y="56021"/>
                  </a:lnTo>
                  <a:lnTo>
                    <a:pt x="2833824" y="137027"/>
                  </a:lnTo>
                  <a:lnTo>
                    <a:pt x="2835475" y="57149"/>
                  </a:lnTo>
                  <a:lnTo>
                    <a:pt x="2837127" y="23734"/>
                  </a:lnTo>
                  <a:lnTo>
                    <a:pt x="2838778" y="14077"/>
                  </a:lnTo>
                  <a:lnTo>
                    <a:pt x="2840430" y="30788"/>
                  </a:lnTo>
                  <a:lnTo>
                    <a:pt x="2842081" y="75140"/>
                  </a:lnTo>
                  <a:lnTo>
                    <a:pt x="2843732" y="11361"/>
                  </a:lnTo>
                  <a:lnTo>
                    <a:pt x="2845384" y="23945"/>
                  </a:lnTo>
                  <a:lnTo>
                    <a:pt x="2847035" y="27229"/>
                  </a:lnTo>
                  <a:lnTo>
                    <a:pt x="2848687" y="26071"/>
                  </a:lnTo>
                  <a:lnTo>
                    <a:pt x="2850338" y="27584"/>
                  </a:lnTo>
                  <a:lnTo>
                    <a:pt x="2851989" y="10678"/>
                  </a:lnTo>
                  <a:lnTo>
                    <a:pt x="2853641" y="10678"/>
                  </a:lnTo>
                  <a:lnTo>
                    <a:pt x="2855292" y="14686"/>
                  </a:lnTo>
                  <a:lnTo>
                    <a:pt x="2856944" y="4301"/>
                  </a:lnTo>
                  <a:lnTo>
                    <a:pt x="2858595" y="1216"/>
                  </a:lnTo>
                  <a:lnTo>
                    <a:pt x="2860247" y="0"/>
                  </a:lnTo>
                  <a:lnTo>
                    <a:pt x="2861898" y="14321"/>
                  </a:lnTo>
                  <a:lnTo>
                    <a:pt x="2863549" y="23088"/>
                  </a:lnTo>
                  <a:lnTo>
                    <a:pt x="2865201" y="23088"/>
                  </a:lnTo>
                  <a:lnTo>
                    <a:pt x="2866852" y="52028"/>
                  </a:lnTo>
                  <a:lnTo>
                    <a:pt x="2868504" y="98932"/>
                  </a:lnTo>
                  <a:lnTo>
                    <a:pt x="2870155" y="148291"/>
                  </a:lnTo>
                  <a:lnTo>
                    <a:pt x="2871806" y="170457"/>
                  </a:lnTo>
                  <a:lnTo>
                    <a:pt x="2873458" y="195072"/>
                  </a:lnTo>
                  <a:lnTo>
                    <a:pt x="2875109" y="154573"/>
                  </a:lnTo>
                  <a:lnTo>
                    <a:pt x="2876761" y="231288"/>
                  </a:lnTo>
                  <a:lnTo>
                    <a:pt x="2878412" y="277961"/>
                  </a:lnTo>
                  <a:lnTo>
                    <a:pt x="2880064" y="163338"/>
                  </a:lnTo>
                  <a:lnTo>
                    <a:pt x="2881715" y="79744"/>
                  </a:lnTo>
                  <a:lnTo>
                    <a:pt x="2883366" y="75702"/>
                  </a:lnTo>
                  <a:lnTo>
                    <a:pt x="2885018" y="53712"/>
                  </a:lnTo>
                  <a:lnTo>
                    <a:pt x="2886669" y="57386"/>
                  </a:lnTo>
                  <a:lnTo>
                    <a:pt x="2888321" y="61169"/>
                  </a:lnTo>
                  <a:lnTo>
                    <a:pt x="2889972" y="63602"/>
                  </a:lnTo>
                  <a:lnTo>
                    <a:pt x="2891623" y="64795"/>
                  </a:lnTo>
                  <a:lnTo>
                    <a:pt x="2893275" y="43857"/>
                  </a:lnTo>
                  <a:lnTo>
                    <a:pt x="2894926" y="54950"/>
                  </a:lnTo>
                  <a:lnTo>
                    <a:pt x="2896578" y="54820"/>
                  </a:lnTo>
                  <a:lnTo>
                    <a:pt x="2898229" y="54820"/>
                  </a:lnTo>
                  <a:lnTo>
                    <a:pt x="2899880" y="54820"/>
                  </a:lnTo>
                  <a:lnTo>
                    <a:pt x="2901532" y="43262"/>
                  </a:lnTo>
                  <a:lnTo>
                    <a:pt x="2903183" y="39849"/>
                  </a:lnTo>
                  <a:lnTo>
                    <a:pt x="2904835" y="70039"/>
                  </a:lnTo>
                  <a:lnTo>
                    <a:pt x="2906486" y="207815"/>
                  </a:lnTo>
                  <a:lnTo>
                    <a:pt x="2908138" y="202616"/>
                  </a:lnTo>
                  <a:lnTo>
                    <a:pt x="2909789" y="179958"/>
                  </a:lnTo>
                  <a:lnTo>
                    <a:pt x="2911440" y="69426"/>
                  </a:lnTo>
                  <a:lnTo>
                    <a:pt x="2913092" y="48643"/>
                  </a:lnTo>
                  <a:lnTo>
                    <a:pt x="2914743" y="58273"/>
                  </a:lnTo>
                  <a:lnTo>
                    <a:pt x="2916395" y="55816"/>
                  </a:lnTo>
                  <a:lnTo>
                    <a:pt x="2918046" y="51808"/>
                  </a:lnTo>
                  <a:lnTo>
                    <a:pt x="2919697" y="51808"/>
                  </a:lnTo>
                  <a:lnTo>
                    <a:pt x="2921349" y="53395"/>
                  </a:lnTo>
                  <a:lnTo>
                    <a:pt x="2923000" y="148297"/>
                  </a:lnTo>
                  <a:lnTo>
                    <a:pt x="2924652" y="67491"/>
                  </a:lnTo>
                  <a:lnTo>
                    <a:pt x="2926303" y="26483"/>
                  </a:lnTo>
                  <a:lnTo>
                    <a:pt x="2927954" y="112937"/>
                  </a:lnTo>
                  <a:lnTo>
                    <a:pt x="2929606" y="60325"/>
                  </a:lnTo>
                  <a:lnTo>
                    <a:pt x="2931257" y="37774"/>
                  </a:lnTo>
                  <a:lnTo>
                    <a:pt x="2932909" y="42602"/>
                  </a:lnTo>
                  <a:lnTo>
                    <a:pt x="2934560" y="49077"/>
                  </a:lnTo>
                  <a:lnTo>
                    <a:pt x="2936212" y="38594"/>
                  </a:lnTo>
                  <a:lnTo>
                    <a:pt x="2937863" y="38594"/>
                  </a:lnTo>
                  <a:lnTo>
                    <a:pt x="2939514" y="38594"/>
                  </a:lnTo>
                  <a:lnTo>
                    <a:pt x="2941166" y="42602"/>
                  </a:lnTo>
                  <a:lnTo>
                    <a:pt x="2942817" y="38594"/>
                  </a:lnTo>
                  <a:lnTo>
                    <a:pt x="2944469" y="38594"/>
                  </a:lnTo>
                  <a:lnTo>
                    <a:pt x="2946120" y="45059"/>
                  </a:lnTo>
                  <a:lnTo>
                    <a:pt x="2947771" y="42377"/>
                  </a:lnTo>
                  <a:lnTo>
                    <a:pt x="2949423" y="32366"/>
                  </a:lnTo>
                  <a:lnTo>
                    <a:pt x="2951074" y="18341"/>
                  </a:lnTo>
                  <a:lnTo>
                    <a:pt x="2952726" y="18334"/>
                  </a:lnTo>
                  <a:lnTo>
                    <a:pt x="2954377" y="34243"/>
                  </a:lnTo>
                  <a:lnTo>
                    <a:pt x="2956029" y="44074"/>
                  </a:lnTo>
                  <a:lnTo>
                    <a:pt x="2957680" y="76168"/>
                  </a:lnTo>
                  <a:lnTo>
                    <a:pt x="2959331" y="80175"/>
                  </a:lnTo>
                  <a:lnTo>
                    <a:pt x="2960983" y="146359"/>
                  </a:lnTo>
                  <a:lnTo>
                    <a:pt x="2962634" y="176438"/>
                  </a:lnTo>
                  <a:lnTo>
                    <a:pt x="2964286" y="172430"/>
                  </a:lnTo>
                  <a:lnTo>
                    <a:pt x="2965937" y="181290"/>
                  </a:lnTo>
                  <a:lnTo>
                    <a:pt x="2967588" y="215307"/>
                  </a:lnTo>
                  <a:lnTo>
                    <a:pt x="2969240" y="221119"/>
                  </a:lnTo>
                  <a:lnTo>
                    <a:pt x="2970891" y="235917"/>
                  </a:lnTo>
                  <a:lnTo>
                    <a:pt x="2972543" y="196087"/>
                  </a:lnTo>
                  <a:lnTo>
                    <a:pt x="2974194" y="205686"/>
                  </a:lnTo>
                  <a:lnTo>
                    <a:pt x="2975845" y="196998"/>
                  </a:lnTo>
                  <a:lnTo>
                    <a:pt x="2977497" y="137868"/>
                  </a:lnTo>
                  <a:lnTo>
                    <a:pt x="2979148" y="160717"/>
                  </a:lnTo>
                  <a:lnTo>
                    <a:pt x="2980800" y="112055"/>
                  </a:lnTo>
                  <a:lnTo>
                    <a:pt x="2982451" y="64413"/>
                  </a:lnTo>
                  <a:lnTo>
                    <a:pt x="2984103" y="49666"/>
                  </a:lnTo>
                  <a:lnTo>
                    <a:pt x="2985754" y="45658"/>
                  </a:lnTo>
                  <a:lnTo>
                    <a:pt x="2987405" y="55876"/>
                  </a:lnTo>
                  <a:lnTo>
                    <a:pt x="2989057" y="40431"/>
                  </a:lnTo>
                  <a:lnTo>
                    <a:pt x="2990708" y="37192"/>
                  </a:lnTo>
                  <a:lnTo>
                    <a:pt x="2992360" y="34491"/>
                  </a:lnTo>
                  <a:lnTo>
                    <a:pt x="2994011" y="39395"/>
                  </a:lnTo>
                  <a:lnTo>
                    <a:pt x="2995662" y="39395"/>
                  </a:lnTo>
                  <a:lnTo>
                    <a:pt x="2997314" y="47075"/>
                  </a:lnTo>
                  <a:lnTo>
                    <a:pt x="2998965" y="84078"/>
                  </a:lnTo>
                  <a:lnTo>
                    <a:pt x="3000617" y="83949"/>
                  </a:lnTo>
                  <a:lnTo>
                    <a:pt x="3002268" y="47516"/>
                  </a:lnTo>
                  <a:lnTo>
                    <a:pt x="3003919" y="35387"/>
                  </a:lnTo>
                  <a:lnTo>
                    <a:pt x="3005571" y="35387"/>
                  </a:lnTo>
                  <a:lnTo>
                    <a:pt x="3007222" y="34491"/>
                  </a:lnTo>
                  <a:lnTo>
                    <a:pt x="3008874" y="49463"/>
                  </a:lnTo>
                  <a:lnTo>
                    <a:pt x="3010525" y="49463"/>
                  </a:lnTo>
                  <a:lnTo>
                    <a:pt x="3012177" y="49463"/>
                  </a:lnTo>
                  <a:lnTo>
                    <a:pt x="3013828" y="30925"/>
                  </a:lnTo>
                  <a:lnTo>
                    <a:pt x="3015479" y="37215"/>
                  </a:lnTo>
                  <a:lnTo>
                    <a:pt x="3017131" y="29697"/>
                  </a:lnTo>
                  <a:lnTo>
                    <a:pt x="3018782" y="33705"/>
                  </a:lnTo>
                  <a:lnTo>
                    <a:pt x="3020434" y="36162"/>
                  </a:lnTo>
                  <a:lnTo>
                    <a:pt x="3022085" y="33239"/>
                  </a:lnTo>
                  <a:lnTo>
                    <a:pt x="3023736" y="16529"/>
                  </a:lnTo>
                  <a:lnTo>
                    <a:pt x="3025388" y="31392"/>
                  </a:lnTo>
                  <a:lnTo>
                    <a:pt x="3027039" y="28963"/>
                  </a:lnTo>
                  <a:lnTo>
                    <a:pt x="3028691" y="38554"/>
                  </a:lnTo>
                  <a:lnTo>
                    <a:pt x="3030342" y="144851"/>
                  </a:lnTo>
                  <a:lnTo>
                    <a:pt x="3031993" y="191275"/>
                  </a:lnTo>
                  <a:lnTo>
                    <a:pt x="3033645" y="174403"/>
                  </a:lnTo>
                  <a:lnTo>
                    <a:pt x="3035296" y="181033"/>
                  </a:lnTo>
                  <a:lnTo>
                    <a:pt x="3036948" y="170070"/>
                  </a:lnTo>
                  <a:lnTo>
                    <a:pt x="3038599" y="174922"/>
                  </a:lnTo>
                  <a:lnTo>
                    <a:pt x="3040251" y="173334"/>
                  </a:lnTo>
                  <a:lnTo>
                    <a:pt x="3041902" y="212380"/>
                  </a:lnTo>
                  <a:lnTo>
                    <a:pt x="3043553" y="239168"/>
                  </a:lnTo>
                  <a:lnTo>
                    <a:pt x="3045205" y="238709"/>
                  </a:lnTo>
                  <a:lnTo>
                    <a:pt x="3046856" y="236560"/>
                  </a:lnTo>
                  <a:lnTo>
                    <a:pt x="3048508" y="242926"/>
                  </a:lnTo>
                  <a:lnTo>
                    <a:pt x="3050159" y="257700"/>
                  </a:lnTo>
                  <a:lnTo>
                    <a:pt x="3051810" y="259121"/>
                  </a:lnTo>
                  <a:lnTo>
                    <a:pt x="3053462" y="259121"/>
                  </a:lnTo>
                  <a:lnTo>
                    <a:pt x="3055113" y="267503"/>
                  </a:lnTo>
                  <a:lnTo>
                    <a:pt x="3056765" y="337736"/>
                  </a:lnTo>
                  <a:lnTo>
                    <a:pt x="3058416" y="342736"/>
                  </a:lnTo>
                  <a:lnTo>
                    <a:pt x="3060068" y="245410"/>
                  </a:lnTo>
                  <a:lnTo>
                    <a:pt x="3061719" y="245353"/>
                  </a:lnTo>
                  <a:lnTo>
                    <a:pt x="3063370" y="227698"/>
                  </a:lnTo>
                  <a:lnTo>
                    <a:pt x="3065022" y="290293"/>
                  </a:lnTo>
                  <a:lnTo>
                    <a:pt x="3066673" y="123592"/>
                  </a:lnTo>
                  <a:lnTo>
                    <a:pt x="3068325" y="123118"/>
                  </a:lnTo>
                  <a:lnTo>
                    <a:pt x="3069976" y="76215"/>
                  </a:lnTo>
                  <a:lnTo>
                    <a:pt x="3071627" y="38329"/>
                  </a:lnTo>
                  <a:lnTo>
                    <a:pt x="3073279" y="40904"/>
                  </a:lnTo>
                  <a:lnTo>
                    <a:pt x="3074930" y="38447"/>
                  </a:lnTo>
                  <a:lnTo>
                    <a:pt x="3076582" y="20118"/>
                  </a:lnTo>
                  <a:lnTo>
                    <a:pt x="3078233" y="25342"/>
                  </a:lnTo>
                  <a:lnTo>
                    <a:pt x="3079884" y="38045"/>
                  </a:lnTo>
                  <a:lnTo>
                    <a:pt x="3081536" y="34626"/>
                  </a:lnTo>
                  <a:lnTo>
                    <a:pt x="3083187" y="34626"/>
                  </a:lnTo>
                  <a:lnTo>
                    <a:pt x="3084839" y="41091"/>
                  </a:lnTo>
                  <a:lnTo>
                    <a:pt x="3086490" y="34626"/>
                  </a:lnTo>
                  <a:lnTo>
                    <a:pt x="3088142" y="38040"/>
                  </a:lnTo>
                  <a:lnTo>
                    <a:pt x="3089793" y="60265"/>
                  </a:lnTo>
                  <a:lnTo>
                    <a:pt x="3091444" y="50292"/>
                  </a:lnTo>
                  <a:lnTo>
                    <a:pt x="3093096" y="46745"/>
                  </a:lnTo>
                  <a:lnTo>
                    <a:pt x="3094747" y="61980"/>
                  </a:lnTo>
                  <a:lnTo>
                    <a:pt x="3096399" y="34019"/>
                  </a:lnTo>
                  <a:lnTo>
                    <a:pt x="3098050" y="37433"/>
                  </a:lnTo>
                  <a:lnTo>
                    <a:pt x="3099701" y="37433"/>
                  </a:lnTo>
                  <a:lnTo>
                    <a:pt x="3101353" y="37433"/>
                  </a:lnTo>
                  <a:lnTo>
                    <a:pt x="3103004" y="37303"/>
                  </a:lnTo>
                  <a:lnTo>
                    <a:pt x="3104656" y="37433"/>
                  </a:lnTo>
                  <a:lnTo>
                    <a:pt x="3106307" y="22331"/>
                  </a:lnTo>
                  <a:lnTo>
                    <a:pt x="3107958" y="28796"/>
                  </a:lnTo>
                  <a:lnTo>
                    <a:pt x="3109610" y="20635"/>
                  </a:lnTo>
                  <a:lnTo>
                    <a:pt x="3111261" y="3924"/>
                  </a:lnTo>
                  <a:lnTo>
                    <a:pt x="3112913" y="3924"/>
                  </a:lnTo>
                  <a:lnTo>
                    <a:pt x="3114564" y="8500"/>
                  </a:lnTo>
                  <a:lnTo>
                    <a:pt x="3116216" y="27523"/>
                  </a:lnTo>
                  <a:lnTo>
                    <a:pt x="3117867" y="34733"/>
                  </a:lnTo>
                  <a:lnTo>
                    <a:pt x="3119518" y="85897"/>
                  </a:lnTo>
                  <a:lnTo>
                    <a:pt x="3121170" y="87090"/>
                  </a:lnTo>
                  <a:lnTo>
                    <a:pt x="3122821" y="106395"/>
                  </a:lnTo>
                  <a:lnTo>
                    <a:pt x="3124473" y="155754"/>
                  </a:lnTo>
                  <a:lnTo>
                    <a:pt x="3126124" y="180486"/>
                  </a:lnTo>
                  <a:lnTo>
                    <a:pt x="3127775" y="180945"/>
                  </a:lnTo>
                  <a:lnTo>
                    <a:pt x="3129427" y="219938"/>
                  </a:lnTo>
                  <a:lnTo>
                    <a:pt x="3131078" y="246350"/>
                  </a:lnTo>
                  <a:lnTo>
                    <a:pt x="3132730" y="248413"/>
                  </a:lnTo>
                  <a:lnTo>
                    <a:pt x="3134381" y="260185"/>
                  </a:lnTo>
                  <a:lnTo>
                    <a:pt x="3136033" y="310261"/>
                  </a:lnTo>
                  <a:lnTo>
                    <a:pt x="3137684" y="338367"/>
                  </a:lnTo>
                  <a:lnTo>
                    <a:pt x="3139335" y="263031"/>
                  </a:lnTo>
                  <a:lnTo>
                    <a:pt x="3140987" y="237189"/>
                  </a:lnTo>
                  <a:lnTo>
                    <a:pt x="3142638" y="213006"/>
                  </a:lnTo>
                  <a:lnTo>
                    <a:pt x="3144290" y="213006"/>
                  </a:lnTo>
                  <a:lnTo>
                    <a:pt x="3145941" y="173176"/>
                  </a:lnTo>
                  <a:lnTo>
                    <a:pt x="3147592" y="168877"/>
                  </a:lnTo>
                  <a:lnTo>
                    <a:pt x="3149244" y="168652"/>
                  </a:lnTo>
                  <a:lnTo>
                    <a:pt x="3150895" y="119293"/>
                  </a:lnTo>
                  <a:lnTo>
                    <a:pt x="3152547" y="68602"/>
                  </a:lnTo>
                  <a:lnTo>
                    <a:pt x="3154198" y="73393"/>
                  </a:lnTo>
                  <a:lnTo>
                    <a:pt x="3155849" y="38881"/>
                  </a:lnTo>
                  <a:lnTo>
                    <a:pt x="3157501" y="43736"/>
                  </a:lnTo>
                  <a:lnTo>
                    <a:pt x="3159152" y="80081"/>
                  </a:lnTo>
                  <a:lnTo>
                    <a:pt x="3160804" y="106549"/>
                  </a:lnTo>
                  <a:lnTo>
                    <a:pt x="3162455" y="31262"/>
                  </a:lnTo>
                  <a:lnTo>
                    <a:pt x="3164107" y="24995"/>
                  </a:lnTo>
                  <a:lnTo>
                    <a:pt x="3165758" y="29003"/>
                  </a:lnTo>
                  <a:lnTo>
                    <a:pt x="3167409" y="34982"/>
                  </a:lnTo>
                  <a:lnTo>
                    <a:pt x="3169061" y="24995"/>
                  </a:lnTo>
                  <a:lnTo>
                    <a:pt x="3170712" y="36994"/>
                  </a:lnTo>
                  <a:lnTo>
                    <a:pt x="3172364" y="37124"/>
                  </a:lnTo>
                  <a:lnTo>
                    <a:pt x="3174015" y="33710"/>
                  </a:lnTo>
                  <a:lnTo>
                    <a:pt x="3175666" y="40096"/>
                  </a:lnTo>
                  <a:lnTo>
                    <a:pt x="3177318" y="24995"/>
                  </a:lnTo>
                  <a:lnTo>
                    <a:pt x="3178969" y="24995"/>
                  </a:lnTo>
                  <a:lnTo>
                    <a:pt x="3180621" y="24995"/>
                  </a:lnTo>
                  <a:lnTo>
                    <a:pt x="3182272" y="28408"/>
                  </a:lnTo>
                  <a:lnTo>
                    <a:pt x="3183923" y="24995"/>
                  </a:lnTo>
                  <a:lnTo>
                    <a:pt x="3185575" y="24995"/>
                  </a:lnTo>
                  <a:lnTo>
                    <a:pt x="3187226" y="24995"/>
                  </a:lnTo>
                  <a:lnTo>
                    <a:pt x="3188878" y="27255"/>
                  </a:lnTo>
                  <a:lnTo>
                    <a:pt x="3190529" y="28150"/>
                  </a:lnTo>
                  <a:lnTo>
                    <a:pt x="3192181" y="28150"/>
                  </a:lnTo>
                  <a:lnTo>
                    <a:pt x="3193832" y="29797"/>
                  </a:lnTo>
                  <a:lnTo>
                    <a:pt x="3195483" y="41915"/>
                  </a:lnTo>
                  <a:lnTo>
                    <a:pt x="3197135" y="45329"/>
                  </a:lnTo>
                  <a:lnTo>
                    <a:pt x="3198786" y="46617"/>
                  </a:lnTo>
                  <a:lnTo>
                    <a:pt x="3200438" y="46617"/>
                  </a:lnTo>
                  <a:lnTo>
                    <a:pt x="3202089" y="34499"/>
                  </a:lnTo>
                  <a:lnTo>
                    <a:pt x="3203740" y="31957"/>
                  </a:lnTo>
                  <a:lnTo>
                    <a:pt x="3205392" y="44362"/>
                  </a:lnTo>
                  <a:lnTo>
                    <a:pt x="3207043" y="43668"/>
                  </a:lnTo>
                  <a:lnTo>
                    <a:pt x="3208695" y="61500"/>
                  </a:lnTo>
                  <a:lnTo>
                    <a:pt x="3210346" y="51333"/>
                  </a:lnTo>
                  <a:lnTo>
                    <a:pt x="3211997" y="49073"/>
                  </a:lnTo>
                  <a:lnTo>
                    <a:pt x="3213649" y="41593"/>
                  </a:lnTo>
                  <a:lnTo>
                    <a:pt x="3215300" y="41593"/>
                  </a:lnTo>
                  <a:lnTo>
                    <a:pt x="3216952" y="41593"/>
                  </a:lnTo>
                  <a:lnTo>
                    <a:pt x="3218603" y="45601"/>
                  </a:lnTo>
                  <a:lnTo>
                    <a:pt x="3220255" y="50308"/>
                  </a:lnTo>
                  <a:lnTo>
                    <a:pt x="3221906" y="52209"/>
                  </a:lnTo>
                  <a:lnTo>
                    <a:pt x="3223557" y="53592"/>
                  </a:lnTo>
                  <a:lnTo>
                    <a:pt x="3225209" y="41593"/>
                  </a:lnTo>
                  <a:lnTo>
                    <a:pt x="3226860" y="41593"/>
                  </a:lnTo>
                  <a:lnTo>
                    <a:pt x="3228512" y="43853"/>
                  </a:lnTo>
                  <a:lnTo>
                    <a:pt x="3230163" y="32470"/>
                  </a:lnTo>
                  <a:lnTo>
                    <a:pt x="3231814" y="32384"/>
                  </a:lnTo>
                  <a:lnTo>
                    <a:pt x="3233466" y="34744"/>
                  </a:lnTo>
                  <a:lnTo>
                    <a:pt x="3235117" y="55530"/>
                  </a:lnTo>
                  <a:lnTo>
                    <a:pt x="3236769" y="61840"/>
                  </a:lnTo>
                  <a:lnTo>
                    <a:pt x="3238420" y="89043"/>
                  </a:lnTo>
                  <a:lnTo>
                    <a:pt x="3240072" y="96948"/>
                  </a:lnTo>
                  <a:lnTo>
                    <a:pt x="3241723" y="171667"/>
                  </a:lnTo>
                  <a:lnTo>
                    <a:pt x="3243374" y="80113"/>
                  </a:lnTo>
                  <a:lnTo>
                    <a:pt x="3245026" y="32939"/>
                  </a:lnTo>
                  <a:lnTo>
                    <a:pt x="3246677" y="32939"/>
                  </a:lnTo>
                  <a:lnTo>
                    <a:pt x="3248329" y="24172"/>
                  </a:lnTo>
                  <a:lnTo>
                    <a:pt x="3249980" y="17737"/>
                  </a:lnTo>
                  <a:lnTo>
                    <a:pt x="3251631" y="17106"/>
                  </a:lnTo>
                  <a:lnTo>
                    <a:pt x="3253283" y="36750"/>
                  </a:lnTo>
                  <a:lnTo>
                    <a:pt x="3254934" y="38498"/>
                  </a:lnTo>
                  <a:lnTo>
                    <a:pt x="3256586" y="38498"/>
                  </a:lnTo>
                  <a:lnTo>
                    <a:pt x="3258237" y="34490"/>
                  </a:lnTo>
                  <a:lnTo>
                    <a:pt x="3259888" y="34490"/>
                  </a:lnTo>
                  <a:lnTo>
                    <a:pt x="3261540" y="38498"/>
                  </a:lnTo>
                  <a:lnTo>
                    <a:pt x="3263191" y="38498"/>
                  </a:lnTo>
                  <a:lnTo>
                    <a:pt x="3264843" y="34490"/>
                  </a:lnTo>
                  <a:lnTo>
                    <a:pt x="3266494" y="34490"/>
                  </a:lnTo>
                  <a:lnTo>
                    <a:pt x="3268146" y="29788"/>
                  </a:lnTo>
                  <a:lnTo>
                    <a:pt x="3269797" y="41476"/>
                  </a:lnTo>
                  <a:lnTo>
                    <a:pt x="3271448" y="33322"/>
                  </a:lnTo>
                  <a:lnTo>
                    <a:pt x="3273100" y="33322"/>
                  </a:lnTo>
                  <a:lnTo>
                    <a:pt x="3274751" y="33322"/>
                  </a:lnTo>
                  <a:lnTo>
                    <a:pt x="3276403" y="33322"/>
                  </a:lnTo>
                  <a:lnTo>
                    <a:pt x="3278054" y="30886"/>
                  </a:lnTo>
                  <a:lnTo>
                    <a:pt x="3279705" y="15945"/>
                  </a:lnTo>
                  <a:lnTo>
                    <a:pt x="3281357" y="14670"/>
                  </a:lnTo>
                  <a:lnTo>
                    <a:pt x="3283008" y="16330"/>
                  </a:lnTo>
                  <a:lnTo>
                    <a:pt x="3284660" y="16204"/>
                  </a:lnTo>
                  <a:lnTo>
                    <a:pt x="3286311" y="31146"/>
                  </a:lnTo>
                  <a:lnTo>
                    <a:pt x="3287962" y="32632"/>
                  </a:lnTo>
                  <a:lnTo>
                    <a:pt x="3289614" y="33917"/>
                  </a:lnTo>
                  <a:lnTo>
                    <a:pt x="3291265" y="51295"/>
                  </a:lnTo>
                  <a:lnTo>
                    <a:pt x="3292917" y="51296"/>
                  </a:lnTo>
                  <a:lnTo>
                    <a:pt x="3294568" y="47734"/>
                  </a:lnTo>
                  <a:lnTo>
                    <a:pt x="3296220" y="44320"/>
                  </a:lnTo>
                  <a:lnTo>
                    <a:pt x="3297871" y="32632"/>
                  </a:lnTo>
                  <a:lnTo>
                    <a:pt x="3299522" y="32632"/>
                  </a:lnTo>
                  <a:lnTo>
                    <a:pt x="3301174" y="32632"/>
                  </a:lnTo>
                  <a:lnTo>
                    <a:pt x="3302825" y="31371"/>
                  </a:lnTo>
                  <a:lnTo>
                    <a:pt x="3304477" y="16430"/>
                  </a:lnTo>
                  <a:lnTo>
                    <a:pt x="3306128" y="13182"/>
                  </a:lnTo>
                  <a:lnTo>
                    <a:pt x="3307779" y="23496"/>
                  </a:lnTo>
                  <a:lnTo>
                    <a:pt x="3309431" y="36271"/>
                  </a:lnTo>
                  <a:lnTo>
                    <a:pt x="3311082" y="56119"/>
                  </a:lnTo>
                  <a:lnTo>
                    <a:pt x="3312734" y="93415"/>
                  </a:lnTo>
                  <a:lnTo>
                    <a:pt x="3314385" y="129973"/>
                  </a:lnTo>
                  <a:lnTo>
                    <a:pt x="3316037" y="200243"/>
                  </a:lnTo>
                  <a:lnTo>
                    <a:pt x="3317688" y="200755"/>
                  </a:lnTo>
                  <a:lnTo>
                    <a:pt x="3319339" y="327495"/>
                  </a:lnTo>
                  <a:lnTo>
                    <a:pt x="3320991" y="299286"/>
                  </a:lnTo>
                  <a:lnTo>
                    <a:pt x="3322642" y="218696"/>
                  </a:lnTo>
                  <a:lnTo>
                    <a:pt x="3324294" y="32795"/>
                  </a:lnTo>
                  <a:lnTo>
                    <a:pt x="3325945" y="28787"/>
                  </a:lnTo>
                  <a:lnTo>
                    <a:pt x="3327596" y="20020"/>
                  </a:lnTo>
                  <a:lnTo>
                    <a:pt x="3329248" y="5699"/>
                  </a:lnTo>
                  <a:lnTo>
                    <a:pt x="3330899" y="16962"/>
                  </a:lnTo>
                  <a:lnTo>
                    <a:pt x="3332551" y="47109"/>
                  </a:lnTo>
                  <a:lnTo>
                    <a:pt x="3334202" y="42720"/>
                  </a:lnTo>
                  <a:lnTo>
                    <a:pt x="3335853" y="37427"/>
                  </a:lnTo>
                  <a:lnTo>
                    <a:pt x="3337505" y="37427"/>
                  </a:lnTo>
                  <a:lnTo>
                    <a:pt x="3339156" y="37427"/>
                  </a:lnTo>
                  <a:lnTo>
                    <a:pt x="3340808" y="43892"/>
                  </a:lnTo>
                  <a:lnTo>
                    <a:pt x="3342459" y="47415"/>
                  </a:lnTo>
                  <a:lnTo>
                    <a:pt x="3344111" y="37040"/>
                  </a:lnTo>
                  <a:lnTo>
                    <a:pt x="3345762" y="16736"/>
                  </a:lnTo>
                  <a:lnTo>
                    <a:pt x="3347413" y="16736"/>
                  </a:lnTo>
                  <a:lnTo>
                    <a:pt x="3349065" y="16376"/>
                  </a:lnTo>
                  <a:lnTo>
                    <a:pt x="3350716" y="31966"/>
                  </a:lnTo>
                  <a:lnTo>
                    <a:pt x="3352368" y="42138"/>
                  </a:lnTo>
                  <a:lnTo>
                    <a:pt x="3354019" y="27090"/>
                  </a:lnTo>
                  <a:lnTo>
                    <a:pt x="3355670" y="12768"/>
                  </a:lnTo>
                  <a:lnTo>
                    <a:pt x="3357322" y="19233"/>
                  </a:lnTo>
                  <a:lnTo>
                    <a:pt x="3358973" y="24032"/>
                  </a:lnTo>
                  <a:lnTo>
                    <a:pt x="3360625" y="55472"/>
                  </a:lnTo>
                  <a:lnTo>
                    <a:pt x="3362276" y="44497"/>
                  </a:lnTo>
                  <a:lnTo>
                    <a:pt x="3363927" y="44497"/>
                  </a:lnTo>
                  <a:lnTo>
                    <a:pt x="3365579" y="47910"/>
                  </a:lnTo>
                  <a:lnTo>
                    <a:pt x="3367230" y="47780"/>
                  </a:lnTo>
                  <a:lnTo>
                    <a:pt x="3368882" y="56809"/>
                  </a:lnTo>
                  <a:lnTo>
                    <a:pt x="3370533" y="53395"/>
                  </a:lnTo>
                  <a:lnTo>
                    <a:pt x="3372185" y="53395"/>
                  </a:lnTo>
                  <a:lnTo>
                    <a:pt x="3373836" y="53395"/>
                  </a:lnTo>
                  <a:lnTo>
                    <a:pt x="3375487" y="53395"/>
                  </a:lnTo>
                  <a:lnTo>
                    <a:pt x="3377139" y="56809"/>
                  </a:lnTo>
                  <a:lnTo>
                    <a:pt x="3378790" y="53395"/>
                  </a:lnTo>
                  <a:lnTo>
                    <a:pt x="3380442" y="75561"/>
                  </a:lnTo>
                  <a:lnTo>
                    <a:pt x="3382093" y="79569"/>
                  </a:lnTo>
                  <a:lnTo>
                    <a:pt x="3383744" y="74687"/>
                  </a:lnTo>
                  <a:lnTo>
                    <a:pt x="3385396" y="37145"/>
                  </a:lnTo>
                  <a:lnTo>
                    <a:pt x="3387047" y="39877"/>
                  </a:lnTo>
                  <a:lnTo>
                    <a:pt x="3388699" y="76731"/>
                  </a:lnTo>
                  <a:lnTo>
                    <a:pt x="3390350" y="56986"/>
                  </a:lnTo>
                  <a:lnTo>
                    <a:pt x="3392002" y="62593"/>
                  </a:lnTo>
                  <a:lnTo>
                    <a:pt x="3393653" y="98694"/>
                  </a:lnTo>
                  <a:lnTo>
                    <a:pt x="3395304" y="146825"/>
                  </a:lnTo>
                  <a:lnTo>
                    <a:pt x="3396956" y="196184"/>
                  </a:lnTo>
                  <a:lnTo>
                    <a:pt x="3398607" y="196184"/>
                  </a:lnTo>
                  <a:lnTo>
                    <a:pt x="3400259" y="209052"/>
                  </a:lnTo>
                  <a:lnTo>
                    <a:pt x="3401910" y="295702"/>
                  </a:lnTo>
                  <a:lnTo>
                    <a:pt x="3403561" y="375833"/>
                  </a:lnTo>
                  <a:lnTo>
                    <a:pt x="3405213" y="374553"/>
                  </a:lnTo>
                  <a:lnTo>
                    <a:pt x="3406864" y="282811"/>
                  </a:lnTo>
                  <a:lnTo>
                    <a:pt x="3408516" y="313536"/>
                  </a:lnTo>
                  <a:lnTo>
                    <a:pt x="3410167" y="325684"/>
                  </a:lnTo>
                  <a:lnTo>
                    <a:pt x="3411818" y="295276"/>
                  </a:lnTo>
                  <a:lnTo>
                    <a:pt x="3413470" y="383290"/>
                  </a:lnTo>
                  <a:lnTo>
                    <a:pt x="3415121" y="395062"/>
                  </a:lnTo>
                  <a:lnTo>
                    <a:pt x="3416773" y="397380"/>
                  </a:lnTo>
                  <a:lnTo>
                    <a:pt x="3418424" y="406328"/>
                  </a:lnTo>
                  <a:lnTo>
                    <a:pt x="3420076" y="410336"/>
                  </a:lnTo>
                  <a:lnTo>
                    <a:pt x="3421727" y="401146"/>
                  </a:lnTo>
                  <a:lnTo>
                    <a:pt x="3423378" y="398797"/>
                  </a:lnTo>
                  <a:lnTo>
                    <a:pt x="3425030" y="434566"/>
                  </a:lnTo>
                  <a:lnTo>
                    <a:pt x="3426681" y="472881"/>
                  </a:lnTo>
                  <a:lnTo>
                    <a:pt x="3428333" y="415257"/>
                  </a:lnTo>
                  <a:lnTo>
                    <a:pt x="3429984" y="354459"/>
                  </a:lnTo>
                  <a:lnTo>
                    <a:pt x="3431635" y="366747"/>
                  </a:lnTo>
                  <a:lnTo>
                    <a:pt x="3433287" y="356187"/>
                  </a:lnTo>
                  <a:lnTo>
                    <a:pt x="3434938" y="360892"/>
                  </a:lnTo>
                  <a:lnTo>
                    <a:pt x="3436590" y="409623"/>
                  </a:lnTo>
                  <a:lnTo>
                    <a:pt x="3438241" y="364158"/>
                  </a:lnTo>
                  <a:lnTo>
                    <a:pt x="3439892" y="308330"/>
                  </a:lnTo>
                  <a:lnTo>
                    <a:pt x="3441544" y="302567"/>
                  </a:lnTo>
                  <a:lnTo>
                    <a:pt x="3443195" y="279381"/>
                  </a:lnTo>
                  <a:lnTo>
                    <a:pt x="3444847" y="242123"/>
                  </a:lnTo>
                  <a:lnTo>
                    <a:pt x="3446498" y="207238"/>
                  </a:lnTo>
                  <a:lnTo>
                    <a:pt x="3448150" y="246652"/>
                  </a:lnTo>
                  <a:lnTo>
                    <a:pt x="3449801" y="149299"/>
                  </a:lnTo>
                  <a:lnTo>
                    <a:pt x="3451452" y="141677"/>
                  </a:lnTo>
                  <a:lnTo>
                    <a:pt x="3453104" y="96570"/>
                  </a:lnTo>
                  <a:lnTo>
                    <a:pt x="3454755" y="96570"/>
                  </a:lnTo>
                  <a:lnTo>
                    <a:pt x="3456407" y="84639"/>
                  </a:lnTo>
                  <a:lnTo>
                    <a:pt x="3458058" y="81616"/>
                  </a:lnTo>
                  <a:lnTo>
                    <a:pt x="3459709" y="87672"/>
                  </a:lnTo>
                  <a:lnTo>
                    <a:pt x="3461361" y="87672"/>
                  </a:lnTo>
                  <a:lnTo>
                    <a:pt x="3463012" y="99360"/>
                  </a:lnTo>
                  <a:lnTo>
                    <a:pt x="3464664" y="87672"/>
                  </a:lnTo>
                  <a:lnTo>
                    <a:pt x="3466315" y="93569"/>
                  </a:lnTo>
                  <a:lnTo>
                    <a:pt x="3467966" y="96982"/>
                  </a:lnTo>
                  <a:lnTo>
                    <a:pt x="3469618" y="97576"/>
                  </a:lnTo>
                  <a:lnTo>
                    <a:pt x="3471269" y="200283"/>
                  </a:lnTo>
                  <a:lnTo>
                    <a:pt x="3472921" y="93569"/>
                  </a:lnTo>
                  <a:lnTo>
                    <a:pt x="3474572" y="105698"/>
                  </a:lnTo>
                  <a:lnTo>
                    <a:pt x="3476224" y="93569"/>
                  </a:lnTo>
                  <a:lnTo>
                    <a:pt x="3477875" y="93569"/>
                  </a:lnTo>
                  <a:lnTo>
                    <a:pt x="3479526" y="93569"/>
                  </a:lnTo>
                  <a:lnTo>
                    <a:pt x="3481178" y="93569"/>
                  </a:lnTo>
                  <a:lnTo>
                    <a:pt x="3482829" y="91520"/>
                  </a:lnTo>
                  <a:lnTo>
                    <a:pt x="3484481" y="99492"/>
                  </a:lnTo>
                  <a:lnTo>
                    <a:pt x="3486132" y="107132"/>
                  </a:lnTo>
                  <a:lnTo>
                    <a:pt x="3487783" y="96702"/>
                  </a:lnTo>
                  <a:lnTo>
                    <a:pt x="3489435" y="100034"/>
                  </a:lnTo>
                  <a:lnTo>
                    <a:pt x="3491086" y="100034"/>
                  </a:lnTo>
                  <a:lnTo>
                    <a:pt x="3492738" y="96982"/>
                  </a:lnTo>
                  <a:lnTo>
                    <a:pt x="3494389" y="105257"/>
                  </a:lnTo>
                  <a:lnTo>
                    <a:pt x="3496041" y="102278"/>
                  </a:lnTo>
                  <a:lnTo>
                    <a:pt x="3497692" y="113373"/>
                  </a:lnTo>
                  <a:lnTo>
                    <a:pt x="3499343" y="113243"/>
                  </a:lnTo>
                  <a:lnTo>
                    <a:pt x="3500995" y="109959"/>
                  </a:lnTo>
                  <a:lnTo>
                    <a:pt x="3502646" y="109959"/>
                  </a:lnTo>
                  <a:lnTo>
                    <a:pt x="3504298" y="113243"/>
                  </a:lnTo>
                  <a:lnTo>
                    <a:pt x="3505949" y="93569"/>
                  </a:lnTo>
                  <a:lnTo>
                    <a:pt x="3507600" y="93569"/>
                  </a:lnTo>
                  <a:lnTo>
                    <a:pt x="3509252" y="133969"/>
                  </a:lnTo>
                  <a:lnTo>
                    <a:pt x="3510903" y="130638"/>
                  </a:lnTo>
                  <a:lnTo>
                    <a:pt x="3512555" y="114993"/>
                  </a:lnTo>
                  <a:lnTo>
                    <a:pt x="3514206" y="130877"/>
                  </a:lnTo>
                  <a:lnTo>
                    <a:pt x="3515857" y="167715"/>
                  </a:lnTo>
                  <a:lnTo>
                    <a:pt x="3517509" y="147089"/>
                  </a:lnTo>
                  <a:lnTo>
                    <a:pt x="3519160" y="199864"/>
                  </a:lnTo>
                  <a:lnTo>
                    <a:pt x="3520812" y="257622"/>
                  </a:lnTo>
                  <a:lnTo>
                    <a:pt x="3522463" y="298915"/>
                  </a:lnTo>
                  <a:lnTo>
                    <a:pt x="3524115" y="298915"/>
                  </a:lnTo>
                  <a:lnTo>
                    <a:pt x="3525766" y="348274"/>
                  </a:lnTo>
                  <a:lnTo>
                    <a:pt x="3527417" y="373733"/>
                  </a:lnTo>
                  <a:lnTo>
                    <a:pt x="3529069" y="428554"/>
                  </a:lnTo>
                  <a:lnTo>
                    <a:pt x="3530720" y="407167"/>
                  </a:lnTo>
                  <a:lnTo>
                    <a:pt x="3532372" y="438993"/>
                  </a:lnTo>
                  <a:lnTo>
                    <a:pt x="3534023" y="445503"/>
                  </a:lnTo>
                  <a:lnTo>
                    <a:pt x="3535674" y="445503"/>
                  </a:lnTo>
                  <a:lnTo>
                    <a:pt x="3537326" y="452716"/>
                  </a:lnTo>
                  <a:lnTo>
                    <a:pt x="3538977" y="454413"/>
                  </a:lnTo>
                  <a:lnTo>
                    <a:pt x="3540629" y="503400"/>
                  </a:lnTo>
                  <a:lnTo>
                    <a:pt x="3542280" y="518006"/>
                  </a:lnTo>
                  <a:lnTo>
                    <a:pt x="3543931" y="518006"/>
                  </a:lnTo>
                  <a:lnTo>
                    <a:pt x="3545583" y="533062"/>
                  </a:lnTo>
                  <a:lnTo>
                    <a:pt x="3547234" y="582033"/>
                  </a:lnTo>
                  <a:lnTo>
                    <a:pt x="3548886" y="624237"/>
                  </a:lnTo>
                  <a:lnTo>
                    <a:pt x="3550537" y="584031"/>
                  </a:lnTo>
                  <a:lnTo>
                    <a:pt x="3552189" y="578609"/>
                  </a:lnTo>
                  <a:lnTo>
                    <a:pt x="3553840" y="677217"/>
                  </a:lnTo>
                  <a:lnTo>
                    <a:pt x="3555491" y="703791"/>
                  </a:lnTo>
                  <a:lnTo>
                    <a:pt x="3557143" y="684933"/>
                  </a:lnTo>
                  <a:lnTo>
                    <a:pt x="3558794" y="630982"/>
                  </a:lnTo>
                  <a:lnTo>
                    <a:pt x="3560446" y="630982"/>
                  </a:lnTo>
                  <a:lnTo>
                    <a:pt x="3562097" y="659104"/>
                  </a:lnTo>
                  <a:lnTo>
                    <a:pt x="3563748" y="689555"/>
                  </a:lnTo>
                  <a:lnTo>
                    <a:pt x="3565400" y="670471"/>
                  </a:lnTo>
                  <a:lnTo>
                    <a:pt x="3567051" y="646664"/>
                  </a:lnTo>
                  <a:lnTo>
                    <a:pt x="3568703" y="681356"/>
                  </a:lnTo>
                  <a:lnTo>
                    <a:pt x="3570354" y="660567"/>
                  </a:lnTo>
                  <a:lnTo>
                    <a:pt x="3572006" y="606175"/>
                  </a:lnTo>
                  <a:lnTo>
                    <a:pt x="3573657" y="558197"/>
                  </a:lnTo>
                  <a:lnTo>
                    <a:pt x="3575308" y="533416"/>
                  </a:lnTo>
                  <a:lnTo>
                    <a:pt x="3576960" y="524517"/>
                  </a:lnTo>
                  <a:lnTo>
                    <a:pt x="3578611" y="528903"/>
                  </a:lnTo>
                  <a:lnTo>
                    <a:pt x="3580263" y="515044"/>
                  </a:lnTo>
                  <a:lnTo>
                    <a:pt x="3581914" y="472926"/>
                  </a:lnTo>
                  <a:lnTo>
                    <a:pt x="3583565" y="472880"/>
                  </a:lnTo>
                  <a:lnTo>
                    <a:pt x="3585217" y="435054"/>
                  </a:lnTo>
                  <a:lnTo>
                    <a:pt x="3586868" y="448530"/>
                  </a:lnTo>
                  <a:lnTo>
                    <a:pt x="3588520" y="376655"/>
                  </a:lnTo>
                  <a:lnTo>
                    <a:pt x="3590171" y="338316"/>
                  </a:lnTo>
                  <a:lnTo>
                    <a:pt x="3591822" y="364512"/>
                  </a:lnTo>
                  <a:lnTo>
                    <a:pt x="3593474" y="386263"/>
                  </a:lnTo>
                  <a:lnTo>
                    <a:pt x="3595125" y="287719"/>
                  </a:lnTo>
                  <a:lnTo>
                    <a:pt x="3596777" y="149345"/>
                  </a:lnTo>
                  <a:lnTo>
                    <a:pt x="3598428" y="101564"/>
                  </a:lnTo>
                  <a:lnTo>
                    <a:pt x="3600080" y="102548"/>
                  </a:lnTo>
                  <a:lnTo>
                    <a:pt x="3601731" y="104907"/>
                  </a:lnTo>
                  <a:lnTo>
                    <a:pt x="3603382" y="101385"/>
                  </a:lnTo>
                  <a:lnTo>
                    <a:pt x="3605034" y="115922"/>
                  </a:lnTo>
                  <a:lnTo>
                    <a:pt x="3606685" y="156176"/>
                  </a:lnTo>
                  <a:lnTo>
                    <a:pt x="3608337" y="172075"/>
                  </a:lnTo>
                  <a:lnTo>
                    <a:pt x="3609988" y="184150"/>
                  </a:lnTo>
                  <a:lnTo>
                    <a:pt x="3611639" y="173615"/>
                  </a:lnTo>
                  <a:lnTo>
                    <a:pt x="3613291" y="125166"/>
                  </a:lnTo>
                  <a:lnTo>
                    <a:pt x="3614942" y="129174"/>
                  </a:lnTo>
                  <a:lnTo>
                    <a:pt x="3616594" y="139259"/>
                  </a:lnTo>
                  <a:lnTo>
                    <a:pt x="3618245" y="141798"/>
                  </a:lnTo>
                  <a:lnTo>
                    <a:pt x="3619896" y="167828"/>
                  </a:lnTo>
                  <a:lnTo>
                    <a:pt x="3621548" y="197475"/>
                  </a:lnTo>
                  <a:lnTo>
                    <a:pt x="3623199" y="231722"/>
                  </a:lnTo>
                  <a:lnTo>
                    <a:pt x="3624851" y="294446"/>
                  </a:lnTo>
                  <a:lnTo>
                    <a:pt x="3626502" y="391091"/>
                  </a:lnTo>
                  <a:lnTo>
                    <a:pt x="3628154" y="373787"/>
                  </a:lnTo>
                  <a:lnTo>
                    <a:pt x="3629805" y="400922"/>
                  </a:lnTo>
                  <a:lnTo>
                    <a:pt x="3631456" y="320097"/>
                  </a:lnTo>
                  <a:lnTo>
                    <a:pt x="3633108" y="266495"/>
                  </a:lnTo>
                  <a:lnTo>
                    <a:pt x="3634759" y="215330"/>
                  </a:lnTo>
                  <a:lnTo>
                    <a:pt x="3636411" y="272709"/>
                  </a:lnTo>
                  <a:lnTo>
                    <a:pt x="3638062" y="209848"/>
                  </a:lnTo>
                  <a:lnTo>
                    <a:pt x="3639713" y="151748"/>
                  </a:lnTo>
                  <a:lnTo>
                    <a:pt x="3641365" y="135864"/>
                  </a:lnTo>
                  <a:lnTo>
                    <a:pt x="3643016" y="124634"/>
                  </a:lnTo>
                  <a:lnTo>
                    <a:pt x="3644668" y="125141"/>
                  </a:lnTo>
                  <a:lnTo>
                    <a:pt x="3646319" y="130997"/>
                  </a:lnTo>
                  <a:lnTo>
                    <a:pt x="3647970" y="133455"/>
                  </a:lnTo>
                  <a:lnTo>
                    <a:pt x="3649622" y="133455"/>
                  </a:lnTo>
                  <a:lnTo>
                    <a:pt x="3651273" y="126990"/>
                  </a:lnTo>
                  <a:lnTo>
                    <a:pt x="3652925" y="109100"/>
                  </a:lnTo>
                  <a:lnTo>
                    <a:pt x="3654576" y="106745"/>
                  </a:lnTo>
                  <a:lnTo>
                    <a:pt x="3656228" y="81261"/>
                  </a:lnTo>
                  <a:lnTo>
                    <a:pt x="3657879" y="108647"/>
                  </a:lnTo>
                  <a:lnTo>
                    <a:pt x="3659530" y="114525"/>
                  </a:lnTo>
                  <a:lnTo>
                    <a:pt x="3661182" y="104298"/>
                  </a:lnTo>
                  <a:lnTo>
                    <a:pt x="3662833" y="110763"/>
                  </a:lnTo>
                  <a:lnTo>
                    <a:pt x="3664485" y="162131"/>
                  </a:lnTo>
                  <a:lnTo>
                    <a:pt x="3666136" y="132415"/>
                  </a:lnTo>
                  <a:lnTo>
                    <a:pt x="3667787" y="126196"/>
                  </a:lnTo>
                  <a:lnTo>
                    <a:pt x="3669439" y="128653"/>
                  </a:lnTo>
                  <a:lnTo>
                    <a:pt x="3671090" y="142030"/>
                  </a:lnTo>
                  <a:lnTo>
                    <a:pt x="3672742" y="118395"/>
                  </a:lnTo>
                  <a:lnTo>
                    <a:pt x="3674393" y="125529"/>
                  </a:lnTo>
                  <a:lnTo>
                    <a:pt x="3676045" y="179058"/>
                  </a:lnTo>
                  <a:lnTo>
                    <a:pt x="3677696" y="182373"/>
                  </a:lnTo>
                  <a:lnTo>
                    <a:pt x="3679347" y="237463"/>
                  </a:lnTo>
                  <a:lnTo>
                    <a:pt x="3680999" y="241805"/>
                  </a:lnTo>
                  <a:lnTo>
                    <a:pt x="3682650" y="270568"/>
                  </a:lnTo>
                  <a:lnTo>
                    <a:pt x="3684302" y="285220"/>
                  </a:lnTo>
                  <a:lnTo>
                    <a:pt x="3685953" y="347999"/>
                  </a:lnTo>
                  <a:lnTo>
                    <a:pt x="3687604" y="439873"/>
                  </a:lnTo>
                  <a:lnTo>
                    <a:pt x="3689256" y="434625"/>
                  </a:lnTo>
                  <a:lnTo>
                    <a:pt x="3690907" y="406503"/>
                  </a:lnTo>
                  <a:lnTo>
                    <a:pt x="3692559" y="375598"/>
                  </a:lnTo>
                  <a:lnTo>
                    <a:pt x="3694210" y="404768"/>
                  </a:lnTo>
                  <a:lnTo>
                    <a:pt x="3695861" y="401260"/>
                  </a:lnTo>
                  <a:lnTo>
                    <a:pt x="3697513" y="340598"/>
                  </a:lnTo>
                  <a:lnTo>
                    <a:pt x="3699164" y="291239"/>
                  </a:lnTo>
                  <a:lnTo>
                    <a:pt x="3700816" y="300893"/>
                  </a:lnTo>
                  <a:lnTo>
                    <a:pt x="3702467" y="233613"/>
                  </a:lnTo>
                  <a:lnTo>
                    <a:pt x="3704119" y="172194"/>
                  </a:lnTo>
                  <a:lnTo>
                    <a:pt x="3705770" y="99729"/>
                  </a:lnTo>
                  <a:lnTo>
                    <a:pt x="3707421" y="103379"/>
                  </a:lnTo>
                  <a:lnTo>
                    <a:pt x="3709073" y="67461"/>
                  </a:lnTo>
                  <a:lnTo>
                    <a:pt x="3710724" y="80401"/>
                  </a:lnTo>
                  <a:lnTo>
                    <a:pt x="3712376" y="162863"/>
                  </a:lnTo>
                  <a:lnTo>
                    <a:pt x="3714027" y="255612"/>
                  </a:lnTo>
                  <a:lnTo>
                    <a:pt x="3715678" y="330797"/>
                  </a:lnTo>
                  <a:lnTo>
                    <a:pt x="3717330" y="411085"/>
                  </a:lnTo>
                  <a:lnTo>
                    <a:pt x="3718981" y="400858"/>
                  </a:lnTo>
                  <a:lnTo>
                    <a:pt x="3720633" y="442047"/>
                  </a:lnTo>
                  <a:lnTo>
                    <a:pt x="3722284" y="443744"/>
                  </a:lnTo>
                  <a:lnTo>
                    <a:pt x="3723935" y="461593"/>
                  </a:lnTo>
                  <a:lnTo>
                    <a:pt x="3725587" y="464940"/>
                  </a:lnTo>
                  <a:lnTo>
                    <a:pt x="3727238" y="453954"/>
                  </a:lnTo>
                  <a:lnTo>
                    <a:pt x="3728890" y="486187"/>
                  </a:lnTo>
                  <a:lnTo>
                    <a:pt x="3730541" y="499524"/>
                  </a:lnTo>
                  <a:lnTo>
                    <a:pt x="3732193" y="525107"/>
                  </a:lnTo>
                  <a:lnTo>
                    <a:pt x="3733844" y="554473"/>
                  </a:lnTo>
                  <a:lnTo>
                    <a:pt x="3735495" y="580342"/>
                  </a:lnTo>
                  <a:lnTo>
                    <a:pt x="3737147" y="573484"/>
                  </a:lnTo>
                  <a:lnTo>
                    <a:pt x="3738798" y="672219"/>
                  </a:lnTo>
                  <a:lnTo>
                    <a:pt x="3740450" y="715786"/>
                  </a:lnTo>
                  <a:lnTo>
                    <a:pt x="3742101" y="740114"/>
                  </a:lnTo>
                  <a:lnTo>
                    <a:pt x="3743752" y="718032"/>
                  </a:lnTo>
                  <a:lnTo>
                    <a:pt x="3745404" y="755901"/>
                  </a:lnTo>
                  <a:lnTo>
                    <a:pt x="3747055" y="801082"/>
                  </a:lnTo>
                  <a:lnTo>
                    <a:pt x="3748707" y="794461"/>
                  </a:lnTo>
                  <a:lnTo>
                    <a:pt x="3750358" y="810322"/>
                  </a:lnTo>
                  <a:lnTo>
                    <a:pt x="3752010" y="831658"/>
                  </a:lnTo>
                  <a:lnTo>
                    <a:pt x="3753661" y="879329"/>
                  </a:lnTo>
                  <a:lnTo>
                    <a:pt x="3755312" y="906956"/>
                  </a:lnTo>
                  <a:lnTo>
                    <a:pt x="3756964" y="905815"/>
                  </a:lnTo>
                  <a:lnTo>
                    <a:pt x="3758615" y="909537"/>
                  </a:lnTo>
                  <a:lnTo>
                    <a:pt x="3760267" y="893174"/>
                  </a:lnTo>
                  <a:lnTo>
                    <a:pt x="3761918" y="887262"/>
                  </a:lnTo>
                  <a:lnTo>
                    <a:pt x="3763569" y="887262"/>
                  </a:lnTo>
                  <a:lnTo>
                    <a:pt x="3765221" y="893174"/>
                  </a:lnTo>
                  <a:lnTo>
                    <a:pt x="3766872" y="914388"/>
                  </a:lnTo>
                  <a:lnTo>
                    <a:pt x="3768524" y="918596"/>
                  </a:lnTo>
                  <a:lnTo>
                    <a:pt x="3770175" y="912323"/>
                  </a:lnTo>
                  <a:lnTo>
                    <a:pt x="3771826" y="916229"/>
                  </a:lnTo>
                  <a:lnTo>
                    <a:pt x="3773478" y="950311"/>
                  </a:lnTo>
                  <a:lnTo>
                    <a:pt x="3775129" y="931877"/>
                  </a:lnTo>
                  <a:lnTo>
                    <a:pt x="3776781" y="917372"/>
                  </a:lnTo>
                  <a:lnTo>
                    <a:pt x="3778432" y="919663"/>
                  </a:lnTo>
                  <a:lnTo>
                    <a:pt x="3780084" y="910169"/>
                  </a:lnTo>
                  <a:lnTo>
                    <a:pt x="3781735" y="932594"/>
                  </a:lnTo>
                  <a:lnTo>
                    <a:pt x="3783386" y="928561"/>
                  </a:lnTo>
                  <a:lnTo>
                    <a:pt x="3785038" y="913388"/>
                  </a:lnTo>
                  <a:lnTo>
                    <a:pt x="3786689" y="931401"/>
                  </a:lnTo>
                  <a:lnTo>
                    <a:pt x="3788341" y="950338"/>
                  </a:lnTo>
                  <a:lnTo>
                    <a:pt x="3789992" y="962248"/>
                  </a:lnTo>
                  <a:lnTo>
                    <a:pt x="3791643" y="980834"/>
                  </a:lnTo>
                  <a:lnTo>
                    <a:pt x="3793295" y="979369"/>
                  </a:lnTo>
                  <a:lnTo>
                    <a:pt x="3794946" y="965713"/>
                  </a:lnTo>
                  <a:lnTo>
                    <a:pt x="3796598" y="957897"/>
                  </a:lnTo>
                  <a:lnTo>
                    <a:pt x="3798249" y="947722"/>
                  </a:lnTo>
                  <a:lnTo>
                    <a:pt x="3799900" y="947722"/>
                  </a:lnTo>
                  <a:lnTo>
                    <a:pt x="3801552" y="993017"/>
                  </a:lnTo>
                  <a:lnTo>
                    <a:pt x="3803203" y="946344"/>
                  </a:lnTo>
                  <a:lnTo>
                    <a:pt x="3804855" y="958200"/>
                  </a:lnTo>
                  <a:lnTo>
                    <a:pt x="3806506" y="954038"/>
                  </a:lnTo>
                  <a:lnTo>
                    <a:pt x="3808158" y="958511"/>
                  </a:lnTo>
                  <a:lnTo>
                    <a:pt x="3809809" y="963162"/>
                  </a:lnTo>
                  <a:lnTo>
                    <a:pt x="3811460" y="965606"/>
                  </a:lnTo>
                  <a:lnTo>
                    <a:pt x="3813112" y="964054"/>
                  </a:lnTo>
                  <a:lnTo>
                    <a:pt x="3814763" y="974423"/>
                  </a:lnTo>
                  <a:lnTo>
                    <a:pt x="3816415" y="982480"/>
                  </a:lnTo>
                  <a:lnTo>
                    <a:pt x="3818066" y="987564"/>
                  </a:lnTo>
                  <a:lnTo>
                    <a:pt x="3819717" y="981053"/>
                  </a:lnTo>
                  <a:lnTo>
                    <a:pt x="3821369" y="945516"/>
                  </a:lnTo>
                  <a:lnTo>
                    <a:pt x="3823020" y="952725"/>
                  </a:lnTo>
                  <a:lnTo>
                    <a:pt x="3824672" y="946365"/>
                  </a:lnTo>
                  <a:lnTo>
                    <a:pt x="3826323" y="950001"/>
                  </a:lnTo>
                  <a:lnTo>
                    <a:pt x="3827974" y="967412"/>
                  </a:lnTo>
                  <a:lnTo>
                    <a:pt x="3829626" y="967157"/>
                  </a:lnTo>
                  <a:lnTo>
                    <a:pt x="3831277" y="1003215"/>
                  </a:lnTo>
                  <a:lnTo>
                    <a:pt x="3832929" y="973858"/>
                  </a:lnTo>
                  <a:lnTo>
                    <a:pt x="3834580" y="952837"/>
                  </a:lnTo>
                  <a:lnTo>
                    <a:pt x="3836232" y="945346"/>
                  </a:lnTo>
                  <a:lnTo>
                    <a:pt x="3837883" y="972662"/>
                  </a:lnTo>
                  <a:lnTo>
                    <a:pt x="3839534" y="968358"/>
                  </a:lnTo>
                  <a:lnTo>
                    <a:pt x="3841186" y="923044"/>
                  </a:lnTo>
                  <a:lnTo>
                    <a:pt x="3842837" y="903230"/>
                  </a:lnTo>
                  <a:lnTo>
                    <a:pt x="3844489" y="889021"/>
                  </a:lnTo>
                  <a:lnTo>
                    <a:pt x="3846140" y="896578"/>
                  </a:lnTo>
                  <a:lnTo>
                    <a:pt x="3847791" y="914231"/>
                  </a:lnTo>
                  <a:lnTo>
                    <a:pt x="3849443" y="875169"/>
                  </a:lnTo>
                  <a:lnTo>
                    <a:pt x="3851094" y="920086"/>
                  </a:lnTo>
                  <a:lnTo>
                    <a:pt x="3852746" y="895653"/>
                  </a:lnTo>
                  <a:lnTo>
                    <a:pt x="3854397" y="842620"/>
                  </a:lnTo>
                  <a:lnTo>
                    <a:pt x="3856049" y="839639"/>
                  </a:lnTo>
                  <a:lnTo>
                    <a:pt x="3857700" y="851622"/>
                  </a:lnTo>
                  <a:lnTo>
                    <a:pt x="3859351" y="839758"/>
                  </a:lnTo>
                  <a:lnTo>
                    <a:pt x="3861003" y="841542"/>
                  </a:lnTo>
                  <a:lnTo>
                    <a:pt x="3862654" y="731847"/>
                  </a:lnTo>
                  <a:lnTo>
                    <a:pt x="3864306" y="726577"/>
                  </a:lnTo>
                  <a:lnTo>
                    <a:pt x="3865957" y="771171"/>
                  </a:lnTo>
                  <a:lnTo>
                    <a:pt x="3867608" y="770602"/>
                  </a:lnTo>
                  <a:lnTo>
                    <a:pt x="3869260" y="762205"/>
                  </a:lnTo>
                  <a:lnTo>
                    <a:pt x="3870911" y="721830"/>
                  </a:lnTo>
                  <a:lnTo>
                    <a:pt x="3872563" y="655586"/>
                  </a:lnTo>
                  <a:lnTo>
                    <a:pt x="3874214" y="661138"/>
                  </a:lnTo>
                  <a:lnTo>
                    <a:pt x="3875865" y="668388"/>
                  </a:lnTo>
                  <a:lnTo>
                    <a:pt x="3877517" y="742667"/>
                  </a:lnTo>
                  <a:lnTo>
                    <a:pt x="3879168" y="752606"/>
                  </a:lnTo>
                  <a:lnTo>
                    <a:pt x="3880820" y="696096"/>
                  </a:lnTo>
                  <a:lnTo>
                    <a:pt x="3882471" y="692391"/>
                  </a:lnTo>
                  <a:lnTo>
                    <a:pt x="3884123" y="743925"/>
                  </a:lnTo>
                  <a:lnTo>
                    <a:pt x="3885774" y="872080"/>
                  </a:lnTo>
                  <a:lnTo>
                    <a:pt x="3887425" y="817382"/>
                  </a:lnTo>
                  <a:lnTo>
                    <a:pt x="3889077" y="849344"/>
                  </a:lnTo>
                  <a:lnTo>
                    <a:pt x="3890728" y="909269"/>
                  </a:lnTo>
                  <a:lnTo>
                    <a:pt x="3892380" y="841020"/>
                  </a:lnTo>
                  <a:lnTo>
                    <a:pt x="3894031" y="841956"/>
                  </a:lnTo>
                  <a:lnTo>
                    <a:pt x="3895682" y="914695"/>
                  </a:lnTo>
                  <a:lnTo>
                    <a:pt x="3897334" y="925033"/>
                  </a:lnTo>
                  <a:lnTo>
                    <a:pt x="3898985" y="866947"/>
                  </a:lnTo>
                  <a:lnTo>
                    <a:pt x="3900637" y="911717"/>
                  </a:lnTo>
                  <a:lnTo>
                    <a:pt x="3902288" y="951541"/>
                  </a:lnTo>
                  <a:lnTo>
                    <a:pt x="3903939" y="988090"/>
                  </a:lnTo>
                  <a:lnTo>
                    <a:pt x="3905591" y="976731"/>
                  </a:lnTo>
                  <a:lnTo>
                    <a:pt x="3907242" y="986680"/>
                  </a:lnTo>
                  <a:lnTo>
                    <a:pt x="3908894" y="998930"/>
                  </a:lnTo>
                  <a:lnTo>
                    <a:pt x="3910545" y="1020705"/>
                  </a:lnTo>
                  <a:lnTo>
                    <a:pt x="3912197" y="972338"/>
                  </a:lnTo>
                  <a:lnTo>
                    <a:pt x="3913848" y="973909"/>
                  </a:lnTo>
                  <a:lnTo>
                    <a:pt x="3915499" y="1009985"/>
                  </a:lnTo>
                  <a:lnTo>
                    <a:pt x="3917151" y="987463"/>
                  </a:lnTo>
                  <a:lnTo>
                    <a:pt x="3918802" y="966713"/>
                  </a:lnTo>
                  <a:lnTo>
                    <a:pt x="3920454" y="976300"/>
                  </a:lnTo>
                  <a:lnTo>
                    <a:pt x="3922105" y="995436"/>
                  </a:lnTo>
                  <a:lnTo>
                    <a:pt x="3923756" y="981955"/>
                  </a:lnTo>
                  <a:lnTo>
                    <a:pt x="3925408" y="970000"/>
                  </a:lnTo>
                  <a:lnTo>
                    <a:pt x="3927059" y="990590"/>
                  </a:lnTo>
                  <a:lnTo>
                    <a:pt x="3928711" y="987964"/>
                  </a:lnTo>
                  <a:lnTo>
                    <a:pt x="3930362" y="988114"/>
                  </a:lnTo>
                  <a:lnTo>
                    <a:pt x="3932014" y="1013240"/>
                  </a:lnTo>
                  <a:lnTo>
                    <a:pt x="3933665" y="1075757"/>
                  </a:lnTo>
                  <a:lnTo>
                    <a:pt x="3935316" y="1057908"/>
                  </a:lnTo>
                  <a:lnTo>
                    <a:pt x="3936968" y="1015163"/>
                  </a:lnTo>
                  <a:lnTo>
                    <a:pt x="3938619" y="1011951"/>
                  </a:lnTo>
                  <a:lnTo>
                    <a:pt x="3940271" y="1045023"/>
                  </a:lnTo>
                  <a:lnTo>
                    <a:pt x="3941922" y="1073215"/>
                  </a:lnTo>
                  <a:lnTo>
                    <a:pt x="3943573" y="1084023"/>
                  </a:lnTo>
                  <a:lnTo>
                    <a:pt x="3945225" y="1055632"/>
                  </a:lnTo>
                  <a:lnTo>
                    <a:pt x="3946876" y="1071934"/>
                  </a:lnTo>
                  <a:lnTo>
                    <a:pt x="3948528" y="1112346"/>
                  </a:lnTo>
                  <a:lnTo>
                    <a:pt x="3950179" y="1104569"/>
                  </a:lnTo>
                  <a:lnTo>
                    <a:pt x="3951830" y="1114168"/>
                  </a:lnTo>
                  <a:lnTo>
                    <a:pt x="3953482" y="1114659"/>
                  </a:lnTo>
                  <a:lnTo>
                    <a:pt x="3955133" y="1097351"/>
                  </a:lnTo>
                  <a:lnTo>
                    <a:pt x="3956785" y="1076242"/>
                  </a:lnTo>
                  <a:lnTo>
                    <a:pt x="3958436" y="1037133"/>
                  </a:lnTo>
                  <a:lnTo>
                    <a:pt x="3960088" y="1040485"/>
                  </a:lnTo>
                  <a:lnTo>
                    <a:pt x="3961739" y="1084545"/>
                  </a:lnTo>
                  <a:lnTo>
                    <a:pt x="3963390" y="1024541"/>
                  </a:lnTo>
                  <a:lnTo>
                    <a:pt x="3965042" y="1021777"/>
                  </a:lnTo>
                  <a:lnTo>
                    <a:pt x="3966693" y="993199"/>
                  </a:lnTo>
                  <a:lnTo>
                    <a:pt x="3968345" y="1029055"/>
                  </a:lnTo>
                  <a:lnTo>
                    <a:pt x="3969996" y="1039876"/>
                  </a:lnTo>
                  <a:lnTo>
                    <a:pt x="3971647" y="1019393"/>
                  </a:lnTo>
                  <a:lnTo>
                    <a:pt x="3973299" y="1023956"/>
                  </a:lnTo>
                  <a:lnTo>
                    <a:pt x="3974950" y="1039876"/>
                  </a:lnTo>
                  <a:lnTo>
                    <a:pt x="3976602" y="1027870"/>
                  </a:lnTo>
                  <a:lnTo>
                    <a:pt x="3978253" y="1016410"/>
                  </a:lnTo>
                  <a:lnTo>
                    <a:pt x="3979904" y="1037350"/>
                  </a:lnTo>
                  <a:lnTo>
                    <a:pt x="3981556" y="1079104"/>
                  </a:lnTo>
                  <a:lnTo>
                    <a:pt x="3983207" y="1055862"/>
                  </a:lnTo>
                  <a:lnTo>
                    <a:pt x="3984859" y="1073077"/>
                  </a:lnTo>
                  <a:lnTo>
                    <a:pt x="3986510" y="1080795"/>
                  </a:lnTo>
                  <a:lnTo>
                    <a:pt x="3988162" y="1086977"/>
                  </a:lnTo>
                  <a:lnTo>
                    <a:pt x="3989813" y="1095406"/>
                  </a:lnTo>
                  <a:lnTo>
                    <a:pt x="3991464" y="1092154"/>
                  </a:lnTo>
                  <a:lnTo>
                    <a:pt x="3993116" y="1043518"/>
                  </a:lnTo>
                  <a:lnTo>
                    <a:pt x="3994767" y="1038524"/>
                  </a:lnTo>
                  <a:lnTo>
                    <a:pt x="3996419" y="1069074"/>
                  </a:lnTo>
                  <a:lnTo>
                    <a:pt x="3998070" y="1073404"/>
                  </a:lnTo>
                  <a:lnTo>
                    <a:pt x="3999721" y="1103268"/>
                  </a:lnTo>
                  <a:lnTo>
                    <a:pt x="4001373" y="1119699"/>
                  </a:lnTo>
                  <a:lnTo>
                    <a:pt x="4003024" y="1089491"/>
                  </a:lnTo>
                  <a:lnTo>
                    <a:pt x="4004676" y="1081773"/>
                  </a:lnTo>
                  <a:lnTo>
                    <a:pt x="4006327" y="1081773"/>
                  </a:lnTo>
                  <a:lnTo>
                    <a:pt x="4007978" y="1084343"/>
                  </a:lnTo>
                  <a:lnTo>
                    <a:pt x="4009630" y="1051197"/>
                  </a:lnTo>
                  <a:lnTo>
                    <a:pt x="4011281" y="1061690"/>
                  </a:lnTo>
                  <a:lnTo>
                    <a:pt x="4012933" y="1080625"/>
                  </a:lnTo>
                  <a:lnTo>
                    <a:pt x="4014584" y="1069947"/>
                  </a:lnTo>
                  <a:lnTo>
                    <a:pt x="4016236" y="1066978"/>
                  </a:lnTo>
                  <a:lnTo>
                    <a:pt x="4017887" y="1080625"/>
                  </a:lnTo>
                  <a:lnTo>
                    <a:pt x="4019538" y="1076569"/>
                  </a:lnTo>
                  <a:lnTo>
                    <a:pt x="4021190" y="1090869"/>
                  </a:lnTo>
                  <a:lnTo>
                    <a:pt x="4022841" y="1132947"/>
                  </a:lnTo>
                  <a:lnTo>
                    <a:pt x="4024493" y="1245047"/>
                  </a:lnTo>
                  <a:lnTo>
                    <a:pt x="4026144" y="1201327"/>
                  </a:lnTo>
                  <a:lnTo>
                    <a:pt x="4027795" y="1204368"/>
                  </a:lnTo>
                  <a:lnTo>
                    <a:pt x="4029447" y="1196414"/>
                  </a:lnTo>
                  <a:lnTo>
                    <a:pt x="4031098" y="1208376"/>
                  </a:lnTo>
                  <a:lnTo>
                    <a:pt x="4032750" y="1269479"/>
                  </a:lnTo>
                  <a:lnTo>
                    <a:pt x="4034401" y="1266874"/>
                  </a:lnTo>
                  <a:lnTo>
                    <a:pt x="4036053" y="1250241"/>
                  </a:lnTo>
                  <a:lnTo>
                    <a:pt x="4037704" y="1221794"/>
                  </a:lnTo>
                  <a:lnTo>
                    <a:pt x="4039355" y="1230345"/>
                  </a:lnTo>
                  <a:lnTo>
                    <a:pt x="4041007" y="1267791"/>
                  </a:lnTo>
                  <a:lnTo>
                    <a:pt x="4042658" y="1271100"/>
                  </a:lnTo>
                  <a:lnTo>
                    <a:pt x="4044310" y="1269769"/>
                  </a:lnTo>
                  <a:lnTo>
                    <a:pt x="4045961" y="1264888"/>
                  </a:lnTo>
                  <a:lnTo>
                    <a:pt x="4047612" y="1234745"/>
                  </a:lnTo>
                  <a:lnTo>
                    <a:pt x="4049264" y="1258938"/>
                  </a:lnTo>
                  <a:lnTo>
                    <a:pt x="4050915" y="1244703"/>
                  </a:lnTo>
                  <a:lnTo>
                    <a:pt x="4052567" y="1222663"/>
                  </a:lnTo>
                  <a:lnTo>
                    <a:pt x="4054218" y="1212612"/>
                  </a:lnTo>
                  <a:lnTo>
                    <a:pt x="4055869" y="1197067"/>
                  </a:lnTo>
                  <a:lnTo>
                    <a:pt x="4057521" y="1205679"/>
                  </a:lnTo>
                  <a:lnTo>
                    <a:pt x="4059172" y="1222663"/>
                  </a:lnTo>
                  <a:lnTo>
                    <a:pt x="4060824" y="1222663"/>
                  </a:lnTo>
                  <a:lnTo>
                    <a:pt x="4062475" y="1204959"/>
                  </a:lnTo>
                  <a:lnTo>
                    <a:pt x="4064127" y="1238433"/>
                  </a:lnTo>
                  <a:lnTo>
                    <a:pt x="4065778" y="1268367"/>
                  </a:lnTo>
                  <a:lnTo>
                    <a:pt x="4067429" y="1264184"/>
                  </a:lnTo>
                  <a:lnTo>
                    <a:pt x="4069081" y="1229342"/>
                  </a:lnTo>
                  <a:lnTo>
                    <a:pt x="4070732" y="1229342"/>
                  </a:lnTo>
                  <a:lnTo>
                    <a:pt x="4072384" y="1245013"/>
                  </a:lnTo>
                  <a:lnTo>
                    <a:pt x="4074035" y="1223244"/>
                  </a:lnTo>
                  <a:lnTo>
                    <a:pt x="4075686" y="1214811"/>
                  </a:lnTo>
                  <a:lnTo>
                    <a:pt x="4077338" y="1208021"/>
                  </a:lnTo>
                  <a:lnTo>
                    <a:pt x="4078989" y="1202959"/>
                  </a:lnTo>
                  <a:lnTo>
                    <a:pt x="4080641" y="1228538"/>
                  </a:lnTo>
                  <a:lnTo>
                    <a:pt x="4082292" y="1242344"/>
                  </a:lnTo>
                  <a:lnTo>
                    <a:pt x="4083943" y="1242344"/>
                  </a:lnTo>
                  <a:lnTo>
                    <a:pt x="4085595" y="1242344"/>
                  </a:lnTo>
                  <a:lnTo>
                    <a:pt x="4087246" y="1235555"/>
                  </a:lnTo>
                  <a:lnTo>
                    <a:pt x="4088898" y="1266127"/>
                  </a:lnTo>
                  <a:lnTo>
                    <a:pt x="4090549" y="1281001"/>
                  </a:lnTo>
                  <a:lnTo>
                    <a:pt x="4092201" y="1280252"/>
                  </a:lnTo>
                  <a:lnTo>
                    <a:pt x="4093852" y="1219980"/>
                  </a:lnTo>
                  <a:lnTo>
                    <a:pt x="4095503" y="1180817"/>
                  </a:lnTo>
                  <a:lnTo>
                    <a:pt x="4097155" y="1159793"/>
                  </a:lnTo>
                  <a:lnTo>
                    <a:pt x="4098806" y="1152962"/>
                  </a:lnTo>
                  <a:lnTo>
                    <a:pt x="4100458" y="1142989"/>
                  </a:lnTo>
                  <a:lnTo>
                    <a:pt x="4102109" y="1152708"/>
                  </a:lnTo>
                  <a:lnTo>
                    <a:pt x="4103760" y="1172758"/>
                  </a:lnTo>
                  <a:lnTo>
                    <a:pt x="4105412" y="1194822"/>
                  </a:lnTo>
                  <a:lnTo>
                    <a:pt x="4107063" y="1234548"/>
                  </a:lnTo>
                  <a:lnTo>
                    <a:pt x="4108715" y="1259321"/>
                  </a:lnTo>
                  <a:lnTo>
                    <a:pt x="4110366" y="1223724"/>
                  </a:lnTo>
                  <a:lnTo>
                    <a:pt x="4112018" y="1227838"/>
                  </a:lnTo>
                  <a:lnTo>
                    <a:pt x="4113669" y="1226981"/>
                  </a:lnTo>
                  <a:lnTo>
                    <a:pt x="4115320" y="1221410"/>
                  </a:lnTo>
                  <a:lnTo>
                    <a:pt x="4116972" y="1218954"/>
                  </a:lnTo>
                  <a:lnTo>
                    <a:pt x="4118623" y="1238302"/>
                  </a:lnTo>
                  <a:lnTo>
                    <a:pt x="4120275" y="1260209"/>
                  </a:lnTo>
                  <a:lnTo>
                    <a:pt x="4121926" y="1227838"/>
                  </a:lnTo>
                  <a:lnTo>
                    <a:pt x="4123577" y="1218792"/>
                  </a:lnTo>
                  <a:lnTo>
                    <a:pt x="4125229" y="1215020"/>
                  </a:lnTo>
                  <a:lnTo>
                    <a:pt x="4126880" y="1230341"/>
                  </a:lnTo>
                  <a:lnTo>
                    <a:pt x="4128532" y="1238101"/>
                  </a:lnTo>
                  <a:lnTo>
                    <a:pt x="4130183" y="1247836"/>
                  </a:lnTo>
                  <a:lnTo>
                    <a:pt x="4131834" y="1263191"/>
                  </a:lnTo>
                  <a:lnTo>
                    <a:pt x="4133486" y="1265998"/>
                  </a:lnTo>
                  <a:lnTo>
                    <a:pt x="4135137" y="1231953"/>
                  </a:lnTo>
                  <a:lnTo>
                    <a:pt x="4136789" y="1262898"/>
                  </a:lnTo>
                  <a:lnTo>
                    <a:pt x="4138440" y="1240301"/>
                  </a:lnTo>
                  <a:lnTo>
                    <a:pt x="4140092" y="1260359"/>
                  </a:lnTo>
                  <a:lnTo>
                    <a:pt x="4141743" y="1243119"/>
                  </a:lnTo>
                  <a:lnTo>
                    <a:pt x="4143394" y="1246207"/>
                  </a:lnTo>
                  <a:lnTo>
                    <a:pt x="4145046" y="1215378"/>
                  </a:lnTo>
                  <a:lnTo>
                    <a:pt x="4146697" y="1183169"/>
                  </a:lnTo>
                  <a:lnTo>
                    <a:pt x="4148349" y="1188284"/>
                  </a:lnTo>
                  <a:lnTo>
                    <a:pt x="4150000" y="1221217"/>
                  </a:lnTo>
                  <a:lnTo>
                    <a:pt x="4151651" y="1205088"/>
                  </a:lnTo>
                  <a:lnTo>
                    <a:pt x="4153303" y="1204006"/>
                  </a:lnTo>
                  <a:lnTo>
                    <a:pt x="4154954" y="1252122"/>
                  </a:lnTo>
                  <a:lnTo>
                    <a:pt x="4156606" y="1238405"/>
                  </a:lnTo>
                  <a:lnTo>
                    <a:pt x="4158257" y="1222188"/>
                  </a:lnTo>
                  <a:lnTo>
                    <a:pt x="4159908" y="1196050"/>
                  </a:lnTo>
                  <a:lnTo>
                    <a:pt x="4161560" y="1196050"/>
                  </a:lnTo>
                  <a:lnTo>
                    <a:pt x="4163211" y="1220302"/>
                  </a:lnTo>
                  <a:lnTo>
                    <a:pt x="4164863" y="1205107"/>
                  </a:lnTo>
                  <a:lnTo>
                    <a:pt x="4166514" y="1207170"/>
                  </a:lnTo>
                  <a:lnTo>
                    <a:pt x="4168166" y="1220302"/>
                  </a:lnTo>
                  <a:lnTo>
                    <a:pt x="4169817" y="1194164"/>
                  </a:lnTo>
                  <a:lnTo>
                    <a:pt x="4171468" y="1179791"/>
                  </a:lnTo>
                  <a:lnTo>
                    <a:pt x="4173120" y="1181768"/>
                  </a:lnTo>
                  <a:lnTo>
                    <a:pt x="4174771" y="1211266"/>
                  </a:lnTo>
                  <a:lnTo>
                    <a:pt x="4176423" y="1220302"/>
                  </a:lnTo>
                  <a:lnTo>
                    <a:pt x="4178074" y="1194578"/>
                  </a:lnTo>
                  <a:lnTo>
                    <a:pt x="4179725" y="1200812"/>
                  </a:lnTo>
                  <a:lnTo>
                    <a:pt x="4181377" y="1220302"/>
                  </a:lnTo>
                  <a:lnTo>
                    <a:pt x="4183028" y="1205757"/>
                  </a:lnTo>
                  <a:lnTo>
                    <a:pt x="4184680" y="1231264"/>
                  </a:lnTo>
                  <a:lnTo>
                    <a:pt x="4186331" y="1256547"/>
                  </a:lnTo>
                  <a:lnTo>
                    <a:pt x="4187982" y="1232333"/>
                  </a:lnTo>
                  <a:lnTo>
                    <a:pt x="4189634" y="1196073"/>
                  </a:lnTo>
                  <a:lnTo>
                    <a:pt x="4191285" y="1182287"/>
                  </a:lnTo>
                  <a:lnTo>
                    <a:pt x="4192937" y="1224066"/>
                  </a:lnTo>
                  <a:lnTo>
                    <a:pt x="4194588" y="1232615"/>
                  </a:lnTo>
                  <a:lnTo>
                    <a:pt x="4196240" y="1198146"/>
                  </a:lnTo>
                  <a:lnTo>
                    <a:pt x="4197891" y="1165526"/>
                  </a:lnTo>
                  <a:lnTo>
                    <a:pt x="4199542" y="1176450"/>
                  </a:lnTo>
                  <a:lnTo>
                    <a:pt x="4201194" y="1196209"/>
                  </a:lnTo>
                  <a:lnTo>
                    <a:pt x="4202845" y="1211041"/>
                  </a:lnTo>
                  <a:lnTo>
                    <a:pt x="4204497" y="1210749"/>
                  </a:lnTo>
                  <a:lnTo>
                    <a:pt x="4206148" y="1179569"/>
                  </a:lnTo>
                  <a:lnTo>
                    <a:pt x="4207799" y="1154652"/>
                  </a:lnTo>
                  <a:lnTo>
                    <a:pt x="4209451" y="1131131"/>
                  </a:lnTo>
                  <a:lnTo>
                    <a:pt x="4211102" y="1144656"/>
                  </a:lnTo>
                  <a:lnTo>
                    <a:pt x="4212754" y="1119665"/>
                  </a:lnTo>
                  <a:lnTo>
                    <a:pt x="4214405" y="1120519"/>
                  </a:lnTo>
                  <a:lnTo>
                    <a:pt x="4216057" y="1126117"/>
                  </a:lnTo>
                  <a:lnTo>
                    <a:pt x="4217708" y="1121790"/>
                  </a:lnTo>
                  <a:lnTo>
                    <a:pt x="4219359" y="1127556"/>
                  </a:lnTo>
                  <a:lnTo>
                    <a:pt x="4221011" y="1103102"/>
                  </a:lnTo>
                  <a:lnTo>
                    <a:pt x="4222662" y="1083718"/>
                  </a:lnTo>
                  <a:lnTo>
                    <a:pt x="4224314" y="1094946"/>
                  </a:lnTo>
                  <a:lnTo>
                    <a:pt x="4225965" y="1164286"/>
                  </a:lnTo>
                  <a:lnTo>
                    <a:pt x="4227616" y="1168018"/>
                  </a:lnTo>
                  <a:lnTo>
                    <a:pt x="4229268" y="1161781"/>
                  </a:lnTo>
                  <a:lnTo>
                    <a:pt x="4230919" y="1154087"/>
                  </a:lnTo>
                  <a:lnTo>
                    <a:pt x="4232571" y="1152224"/>
                  </a:lnTo>
                  <a:lnTo>
                    <a:pt x="4234222" y="1140116"/>
                  </a:lnTo>
                  <a:lnTo>
                    <a:pt x="4235873" y="1141214"/>
                  </a:lnTo>
                  <a:lnTo>
                    <a:pt x="4237525" y="1124477"/>
                  </a:lnTo>
                  <a:lnTo>
                    <a:pt x="4239176" y="1085712"/>
                  </a:lnTo>
                  <a:lnTo>
                    <a:pt x="4240828" y="1081064"/>
                  </a:lnTo>
                  <a:lnTo>
                    <a:pt x="4242479" y="1085074"/>
                  </a:lnTo>
                  <a:lnTo>
                    <a:pt x="4244131" y="1072087"/>
                  </a:lnTo>
                  <a:lnTo>
                    <a:pt x="4245782" y="1004926"/>
                  </a:lnTo>
                  <a:lnTo>
                    <a:pt x="4247433" y="981571"/>
                  </a:lnTo>
                  <a:lnTo>
                    <a:pt x="4249085" y="972059"/>
                  </a:lnTo>
                  <a:lnTo>
                    <a:pt x="4250736" y="1020893"/>
                  </a:lnTo>
                  <a:lnTo>
                    <a:pt x="4252388" y="978799"/>
                  </a:lnTo>
                  <a:lnTo>
                    <a:pt x="4254039" y="951019"/>
                  </a:lnTo>
                  <a:lnTo>
                    <a:pt x="4255690" y="871819"/>
                  </a:lnTo>
                  <a:lnTo>
                    <a:pt x="4257342" y="828034"/>
                  </a:lnTo>
                  <a:lnTo>
                    <a:pt x="4258993" y="786472"/>
                  </a:lnTo>
                  <a:lnTo>
                    <a:pt x="4260645" y="704066"/>
                  </a:lnTo>
                  <a:lnTo>
                    <a:pt x="4262296" y="712815"/>
                  </a:lnTo>
                  <a:lnTo>
                    <a:pt x="4263947" y="722333"/>
                  </a:lnTo>
                  <a:lnTo>
                    <a:pt x="4265599" y="740822"/>
                  </a:lnTo>
                  <a:lnTo>
                    <a:pt x="4267250" y="747827"/>
                  </a:lnTo>
                  <a:lnTo>
                    <a:pt x="4268902" y="765856"/>
                  </a:lnTo>
                  <a:lnTo>
                    <a:pt x="4270553" y="787205"/>
                  </a:lnTo>
                  <a:lnTo>
                    <a:pt x="4272205" y="797063"/>
                  </a:lnTo>
                  <a:lnTo>
                    <a:pt x="4273856" y="811752"/>
                  </a:lnTo>
                  <a:lnTo>
                    <a:pt x="4275507" y="909861"/>
                  </a:lnTo>
                  <a:lnTo>
                    <a:pt x="4277159" y="927890"/>
                  </a:lnTo>
                  <a:lnTo>
                    <a:pt x="4278810" y="943043"/>
                  </a:lnTo>
                  <a:lnTo>
                    <a:pt x="4280462" y="965538"/>
                  </a:lnTo>
                  <a:lnTo>
                    <a:pt x="4282113" y="1066712"/>
                  </a:lnTo>
                  <a:lnTo>
                    <a:pt x="4283764" y="1125323"/>
                  </a:lnTo>
                  <a:lnTo>
                    <a:pt x="4285416" y="1082449"/>
                  </a:lnTo>
                  <a:lnTo>
                    <a:pt x="4287067" y="1037438"/>
                  </a:lnTo>
                  <a:lnTo>
                    <a:pt x="4288719" y="1059285"/>
                  </a:lnTo>
                  <a:lnTo>
                    <a:pt x="4290370" y="1087955"/>
                  </a:lnTo>
                  <a:lnTo>
                    <a:pt x="4292022" y="1109485"/>
                  </a:lnTo>
                  <a:lnTo>
                    <a:pt x="4293673" y="1109962"/>
                  </a:lnTo>
                  <a:lnTo>
                    <a:pt x="4295324" y="1130930"/>
                  </a:lnTo>
                  <a:lnTo>
                    <a:pt x="4296976" y="1142637"/>
                  </a:lnTo>
                  <a:lnTo>
                    <a:pt x="4298627" y="1121792"/>
                  </a:lnTo>
                  <a:lnTo>
                    <a:pt x="4300279" y="1129944"/>
                  </a:lnTo>
                  <a:lnTo>
                    <a:pt x="4301930" y="1155409"/>
                  </a:lnTo>
                  <a:lnTo>
                    <a:pt x="4303581" y="1161807"/>
                  </a:lnTo>
                  <a:lnTo>
                    <a:pt x="4305233" y="1166097"/>
                  </a:lnTo>
                  <a:lnTo>
                    <a:pt x="4306884" y="1145758"/>
                  </a:lnTo>
                  <a:lnTo>
                    <a:pt x="4308536" y="1126224"/>
                  </a:lnTo>
                  <a:lnTo>
                    <a:pt x="4310187" y="1128502"/>
                  </a:lnTo>
                  <a:lnTo>
                    <a:pt x="4311838" y="1184907"/>
                  </a:lnTo>
                  <a:lnTo>
                    <a:pt x="4313490" y="1214598"/>
                  </a:lnTo>
                  <a:lnTo>
                    <a:pt x="4315141" y="1173387"/>
                  </a:lnTo>
                  <a:lnTo>
                    <a:pt x="4316793" y="1140378"/>
                  </a:lnTo>
                  <a:lnTo>
                    <a:pt x="4318444" y="1148183"/>
                  </a:lnTo>
                  <a:lnTo>
                    <a:pt x="4320096" y="1175934"/>
                  </a:lnTo>
                  <a:lnTo>
                    <a:pt x="4321747" y="1167220"/>
                  </a:lnTo>
                  <a:lnTo>
                    <a:pt x="4323398" y="1153745"/>
                  </a:lnTo>
                  <a:lnTo>
                    <a:pt x="4325050" y="1156387"/>
                  </a:lnTo>
                  <a:lnTo>
                    <a:pt x="4326701" y="1161868"/>
                  </a:lnTo>
                  <a:lnTo>
                    <a:pt x="4328353" y="1172354"/>
                  </a:lnTo>
                  <a:lnTo>
                    <a:pt x="4330004" y="1174181"/>
                  </a:lnTo>
                  <a:lnTo>
                    <a:pt x="4331655" y="1168056"/>
                  </a:lnTo>
                  <a:lnTo>
                    <a:pt x="4333307" y="1192385"/>
                  </a:lnTo>
                  <a:lnTo>
                    <a:pt x="4334958" y="1192385"/>
                  </a:lnTo>
                  <a:lnTo>
                    <a:pt x="4336610" y="1165073"/>
                  </a:lnTo>
                  <a:lnTo>
                    <a:pt x="4338261" y="1161600"/>
                  </a:lnTo>
                  <a:lnTo>
                    <a:pt x="4339912" y="1195690"/>
                  </a:lnTo>
                  <a:lnTo>
                    <a:pt x="4341564" y="1213540"/>
                  </a:lnTo>
                  <a:lnTo>
                    <a:pt x="4343215" y="1219144"/>
                  </a:lnTo>
                  <a:lnTo>
                    <a:pt x="4344867" y="1266688"/>
                  </a:lnTo>
                  <a:lnTo>
                    <a:pt x="4346518" y="1256836"/>
                  </a:lnTo>
                  <a:lnTo>
                    <a:pt x="4348170" y="1282479"/>
                  </a:lnTo>
                  <a:lnTo>
                    <a:pt x="4349821" y="1279628"/>
                  </a:lnTo>
                  <a:lnTo>
                    <a:pt x="4351472" y="1259849"/>
                  </a:lnTo>
                  <a:lnTo>
                    <a:pt x="4353124" y="1256205"/>
                  </a:lnTo>
                  <a:lnTo>
                    <a:pt x="4354775" y="1246273"/>
                  </a:lnTo>
                  <a:lnTo>
                    <a:pt x="4356427" y="1257308"/>
                  </a:lnTo>
                  <a:lnTo>
                    <a:pt x="4358078" y="1256205"/>
                  </a:lnTo>
                  <a:lnTo>
                    <a:pt x="4359729" y="1250905"/>
                  </a:lnTo>
                  <a:lnTo>
                    <a:pt x="4361381" y="1235925"/>
                  </a:lnTo>
                  <a:lnTo>
                    <a:pt x="4363032" y="1225338"/>
                  </a:lnTo>
                  <a:lnTo>
                    <a:pt x="4364684" y="1234655"/>
                  </a:lnTo>
                  <a:lnTo>
                    <a:pt x="4366335" y="1239598"/>
                  </a:lnTo>
                  <a:lnTo>
                    <a:pt x="4367986" y="1244466"/>
                  </a:lnTo>
                  <a:lnTo>
                    <a:pt x="4369638" y="1268575"/>
                  </a:lnTo>
                  <a:lnTo>
                    <a:pt x="4371289" y="1253549"/>
                  </a:lnTo>
                  <a:lnTo>
                    <a:pt x="4372941" y="1249119"/>
                  </a:lnTo>
                  <a:lnTo>
                    <a:pt x="4374592" y="1242530"/>
                  </a:lnTo>
                  <a:lnTo>
                    <a:pt x="4376244" y="1234392"/>
                  </a:lnTo>
                  <a:lnTo>
                    <a:pt x="4377895" y="1248649"/>
                  </a:lnTo>
                  <a:lnTo>
                    <a:pt x="4379546" y="1236429"/>
                  </a:lnTo>
                  <a:lnTo>
                    <a:pt x="4381198" y="1216208"/>
                  </a:lnTo>
                  <a:lnTo>
                    <a:pt x="4382849" y="1213708"/>
                  </a:lnTo>
                  <a:lnTo>
                    <a:pt x="4384501" y="1220517"/>
                  </a:lnTo>
                  <a:lnTo>
                    <a:pt x="4386152" y="1230665"/>
                  </a:lnTo>
                  <a:lnTo>
                    <a:pt x="4387803" y="1244722"/>
                  </a:lnTo>
                  <a:lnTo>
                    <a:pt x="4389455" y="1277606"/>
                  </a:lnTo>
                  <a:lnTo>
                    <a:pt x="4391106" y="1272430"/>
                  </a:lnTo>
                  <a:lnTo>
                    <a:pt x="4392758" y="1263797"/>
                  </a:lnTo>
                  <a:lnTo>
                    <a:pt x="4394409" y="1257685"/>
                  </a:lnTo>
                  <a:lnTo>
                    <a:pt x="4396061" y="1255044"/>
                  </a:lnTo>
                  <a:lnTo>
                    <a:pt x="4397712" y="1230687"/>
                  </a:lnTo>
                  <a:lnTo>
                    <a:pt x="4399363" y="1230989"/>
                  </a:lnTo>
                  <a:lnTo>
                    <a:pt x="4401015" y="1246841"/>
                  </a:lnTo>
                  <a:lnTo>
                    <a:pt x="4402666" y="1231716"/>
                  </a:lnTo>
                  <a:lnTo>
                    <a:pt x="4404318" y="1226380"/>
                  </a:lnTo>
                  <a:lnTo>
                    <a:pt x="4405969" y="1230989"/>
                  </a:lnTo>
                  <a:lnTo>
                    <a:pt x="4407620" y="1230687"/>
                  </a:lnTo>
                  <a:lnTo>
                    <a:pt x="4409272" y="1223116"/>
                  </a:lnTo>
                  <a:lnTo>
                    <a:pt x="4410923" y="1243603"/>
                  </a:lnTo>
                  <a:lnTo>
                    <a:pt x="4412575" y="1274932"/>
                  </a:lnTo>
                  <a:lnTo>
                    <a:pt x="4414226" y="1266281"/>
                  </a:lnTo>
                  <a:lnTo>
                    <a:pt x="4415877" y="1273698"/>
                  </a:lnTo>
                  <a:lnTo>
                    <a:pt x="4417529" y="1241423"/>
                  </a:lnTo>
                  <a:lnTo>
                    <a:pt x="4419180" y="1235086"/>
                  </a:lnTo>
                  <a:lnTo>
                    <a:pt x="4420832" y="1235086"/>
                  </a:lnTo>
                  <a:lnTo>
                    <a:pt x="4422483" y="1258458"/>
                  </a:lnTo>
                  <a:lnTo>
                    <a:pt x="4424135" y="1256586"/>
                  </a:lnTo>
                  <a:lnTo>
                    <a:pt x="4425786" y="1239950"/>
                  </a:lnTo>
                  <a:lnTo>
                    <a:pt x="4427437" y="1235086"/>
                  </a:lnTo>
                  <a:lnTo>
                    <a:pt x="4429089" y="1235086"/>
                  </a:lnTo>
                  <a:lnTo>
                    <a:pt x="4430740" y="1220633"/>
                  </a:lnTo>
                  <a:lnTo>
                    <a:pt x="4432392" y="1235387"/>
                  </a:lnTo>
                  <a:lnTo>
                    <a:pt x="4434043" y="1237305"/>
                  </a:lnTo>
                  <a:lnTo>
                    <a:pt x="4435694" y="1246675"/>
                  </a:lnTo>
                  <a:lnTo>
                    <a:pt x="4437346" y="1248197"/>
                  </a:lnTo>
                  <a:lnTo>
                    <a:pt x="4438997" y="1293338"/>
                  </a:lnTo>
                  <a:lnTo>
                    <a:pt x="4440649" y="1277681"/>
                  </a:lnTo>
                  <a:lnTo>
                    <a:pt x="4442300" y="1241152"/>
                  </a:lnTo>
                  <a:lnTo>
                    <a:pt x="4443951" y="1229440"/>
                  </a:lnTo>
                  <a:lnTo>
                    <a:pt x="4445603" y="1222451"/>
                  </a:lnTo>
                  <a:lnTo>
                    <a:pt x="4447254" y="1226573"/>
                  </a:lnTo>
                  <a:lnTo>
                    <a:pt x="4448906" y="1244602"/>
                  </a:lnTo>
                  <a:lnTo>
                    <a:pt x="4450557" y="1236003"/>
                  </a:lnTo>
                  <a:lnTo>
                    <a:pt x="4452209" y="1263513"/>
                  </a:lnTo>
                  <a:lnTo>
                    <a:pt x="4453860" y="1290992"/>
                  </a:lnTo>
                  <a:lnTo>
                    <a:pt x="4455511" y="1271322"/>
                  </a:lnTo>
                  <a:lnTo>
                    <a:pt x="4457163" y="1273145"/>
                  </a:lnTo>
                  <a:lnTo>
                    <a:pt x="4458814" y="1267822"/>
                  </a:lnTo>
                  <a:lnTo>
                    <a:pt x="4460466" y="1271306"/>
                  </a:lnTo>
                  <a:lnTo>
                    <a:pt x="4462117" y="1266192"/>
                  </a:lnTo>
                  <a:lnTo>
                    <a:pt x="4463768" y="1261629"/>
                  </a:lnTo>
                  <a:lnTo>
                    <a:pt x="4465420" y="1263973"/>
                  </a:lnTo>
                  <a:lnTo>
                    <a:pt x="4467071" y="1271985"/>
                  </a:lnTo>
                  <a:lnTo>
                    <a:pt x="4468723" y="1260523"/>
                  </a:lnTo>
                  <a:lnTo>
                    <a:pt x="4470374" y="1256937"/>
                  </a:lnTo>
                  <a:lnTo>
                    <a:pt x="4472026" y="1271985"/>
                  </a:lnTo>
                  <a:lnTo>
                    <a:pt x="4473677" y="1277845"/>
                  </a:lnTo>
                  <a:lnTo>
                    <a:pt x="4475328" y="1266634"/>
                  </a:lnTo>
                  <a:lnTo>
                    <a:pt x="4476980" y="1263851"/>
                  </a:lnTo>
                  <a:lnTo>
                    <a:pt x="4478631" y="1288209"/>
                  </a:lnTo>
                  <a:lnTo>
                    <a:pt x="4480283" y="1283828"/>
                  </a:lnTo>
                  <a:lnTo>
                    <a:pt x="4481934" y="1274944"/>
                  </a:lnTo>
                  <a:lnTo>
                    <a:pt x="4483585" y="1285373"/>
                  </a:lnTo>
                  <a:lnTo>
                    <a:pt x="4485237" y="1299788"/>
                  </a:lnTo>
                  <a:lnTo>
                    <a:pt x="4486888" y="1303322"/>
                  </a:lnTo>
                  <a:lnTo>
                    <a:pt x="4488540" y="1305837"/>
                  </a:lnTo>
                  <a:lnTo>
                    <a:pt x="4490191" y="1307893"/>
                  </a:lnTo>
                  <a:lnTo>
                    <a:pt x="4491842" y="1268399"/>
                  </a:lnTo>
                  <a:lnTo>
                    <a:pt x="4493494" y="1277469"/>
                  </a:lnTo>
                  <a:lnTo>
                    <a:pt x="4495145" y="1300663"/>
                  </a:lnTo>
                  <a:lnTo>
                    <a:pt x="4496797" y="1293156"/>
                  </a:lnTo>
                  <a:lnTo>
                    <a:pt x="4498448" y="1284974"/>
                  </a:lnTo>
                  <a:lnTo>
                    <a:pt x="4500100" y="1274822"/>
                  </a:lnTo>
                  <a:lnTo>
                    <a:pt x="4501751" y="1269040"/>
                  </a:lnTo>
                  <a:lnTo>
                    <a:pt x="4503402" y="1271211"/>
                  </a:lnTo>
                  <a:lnTo>
                    <a:pt x="4505054" y="1274822"/>
                  </a:lnTo>
                  <a:lnTo>
                    <a:pt x="4506705" y="1298563"/>
                  </a:lnTo>
                  <a:lnTo>
                    <a:pt x="4508357" y="1298563"/>
                  </a:lnTo>
                  <a:lnTo>
                    <a:pt x="4510008" y="1294479"/>
                  </a:lnTo>
                  <a:lnTo>
                    <a:pt x="4511659" y="1283256"/>
                  </a:lnTo>
                  <a:lnTo>
                    <a:pt x="4513311" y="1283256"/>
                  </a:lnTo>
                  <a:lnTo>
                    <a:pt x="4514962" y="1291421"/>
                  </a:lnTo>
                  <a:lnTo>
                    <a:pt x="4516614" y="1281397"/>
                  </a:lnTo>
                  <a:lnTo>
                    <a:pt x="4518265" y="1274754"/>
                  </a:lnTo>
                  <a:lnTo>
                    <a:pt x="4519916" y="1290006"/>
                  </a:lnTo>
                  <a:lnTo>
                    <a:pt x="4521568" y="1293395"/>
                  </a:lnTo>
                  <a:lnTo>
                    <a:pt x="4523219" y="1286297"/>
                  </a:lnTo>
                  <a:lnTo>
                    <a:pt x="4524871" y="1292157"/>
                  </a:lnTo>
                  <a:lnTo>
                    <a:pt x="4526522" y="1275105"/>
                  </a:lnTo>
                  <a:lnTo>
                    <a:pt x="4528174" y="1279997"/>
                  </a:lnTo>
                  <a:lnTo>
                    <a:pt x="4529825" y="1294132"/>
                  </a:lnTo>
                  <a:lnTo>
                    <a:pt x="4531476" y="1255195"/>
                  </a:lnTo>
                  <a:lnTo>
                    <a:pt x="4533128" y="1240457"/>
                  </a:lnTo>
                  <a:lnTo>
                    <a:pt x="4534779" y="1272885"/>
                  </a:lnTo>
                  <a:lnTo>
                    <a:pt x="4536431" y="1282934"/>
                  </a:lnTo>
                  <a:lnTo>
                    <a:pt x="4538082" y="1269436"/>
                  </a:lnTo>
                  <a:lnTo>
                    <a:pt x="4539733" y="1269436"/>
                  </a:lnTo>
                  <a:lnTo>
                    <a:pt x="4541385" y="1255195"/>
                  </a:lnTo>
                  <a:lnTo>
                    <a:pt x="4543036" y="1237795"/>
                  </a:lnTo>
                  <a:lnTo>
                    <a:pt x="4544688" y="1265661"/>
                  </a:lnTo>
                  <a:lnTo>
                    <a:pt x="4546339" y="1270042"/>
                  </a:lnTo>
                  <a:lnTo>
                    <a:pt x="4547990" y="1267430"/>
                  </a:lnTo>
                  <a:lnTo>
                    <a:pt x="4549642" y="1257026"/>
                  </a:lnTo>
                  <a:lnTo>
                    <a:pt x="4551293" y="1262867"/>
                  </a:lnTo>
                  <a:lnTo>
                    <a:pt x="4552945" y="1270042"/>
                  </a:lnTo>
                  <a:lnTo>
                    <a:pt x="4554596" y="1257026"/>
                  </a:lnTo>
                  <a:lnTo>
                    <a:pt x="4556248" y="1262867"/>
                  </a:lnTo>
                  <a:lnTo>
                    <a:pt x="4557899" y="1280448"/>
                  </a:lnTo>
                  <a:lnTo>
                    <a:pt x="4559550" y="1291338"/>
                  </a:lnTo>
                  <a:lnTo>
                    <a:pt x="4561202" y="1269650"/>
                  </a:lnTo>
                  <a:lnTo>
                    <a:pt x="4562853" y="1255892"/>
                  </a:lnTo>
                  <a:lnTo>
                    <a:pt x="4564505" y="1266200"/>
                  </a:lnTo>
                  <a:lnTo>
                    <a:pt x="4566156" y="1308212"/>
                  </a:lnTo>
                  <a:lnTo>
                    <a:pt x="4567807" y="1315173"/>
                  </a:lnTo>
                  <a:lnTo>
                    <a:pt x="4569459" y="1316760"/>
                  </a:lnTo>
                  <a:lnTo>
                    <a:pt x="4571110" y="1313241"/>
                  </a:lnTo>
                  <a:lnTo>
                    <a:pt x="4572762" y="1276123"/>
                  </a:lnTo>
                  <a:lnTo>
                    <a:pt x="4574413" y="1269111"/>
                  </a:lnTo>
                  <a:lnTo>
                    <a:pt x="4576065" y="1256967"/>
                  </a:lnTo>
                  <a:lnTo>
                    <a:pt x="4577716" y="1270502"/>
                  </a:lnTo>
                  <a:lnTo>
                    <a:pt x="4579367" y="1307555"/>
                  </a:lnTo>
                  <a:lnTo>
                    <a:pt x="4581019" y="1301259"/>
                  </a:lnTo>
                  <a:lnTo>
                    <a:pt x="4582670" y="1300289"/>
                  </a:lnTo>
                  <a:lnTo>
                    <a:pt x="4584322" y="1313179"/>
                  </a:lnTo>
                  <a:lnTo>
                    <a:pt x="4585973" y="1328234"/>
                  </a:lnTo>
                  <a:lnTo>
                    <a:pt x="4587624" y="1317178"/>
                  </a:lnTo>
                  <a:lnTo>
                    <a:pt x="4589276" y="1293481"/>
                  </a:lnTo>
                  <a:lnTo>
                    <a:pt x="4590927" y="1290106"/>
                  </a:lnTo>
                  <a:lnTo>
                    <a:pt x="4592579" y="1280965"/>
                  </a:lnTo>
                  <a:lnTo>
                    <a:pt x="4594230" y="1285502"/>
                  </a:lnTo>
                  <a:lnTo>
                    <a:pt x="4595881" y="1276447"/>
                  </a:lnTo>
                  <a:lnTo>
                    <a:pt x="4597533" y="1268012"/>
                  </a:lnTo>
                  <a:lnTo>
                    <a:pt x="4599184" y="1290498"/>
                  </a:lnTo>
                  <a:lnTo>
                    <a:pt x="4600836" y="1278447"/>
                  </a:lnTo>
                  <a:lnTo>
                    <a:pt x="4602487" y="1281981"/>
                  </a:lnTo>
                  <a:lnTo>
                    <a:pt x="4604139" y="1281981"/>
                  </a:lnTo>
                  <a:lnTo>
                    <a:pt x="4605790" y="1269455"/>
                  </a:lnTo>
                  <a:lnTo>
                    <a:pt x="4607441" y="1284572"/>
                  </a:lnTo>
                  <a:lnTo>
                    <a:pt x="4609093" y="1302186"/>
                  </a:lnTo>
                  <a:lnTo>
                    <a:pt x="4610744" y="1278447"/>
                  </a:lnTo>
                  <a:lnTo>
                    <a:pt x="4612396" y="1268012"/>
                  </a:lnTo>
                  <a:lnTo>
                    <a:pt x="4614047" y="1255273"/>
                  </a:lnTo>
                  <a:lnTo>
                    <a:pt x="4615698" y="1272882"/>
                  </a:lnTo>
                  <a:lnTo>
                    <a:pt x="4617350" y="1295272"/>
                  </a:lnTo>
                  <a:lnTo>
                    <a:pt x="4619001" y="1291494"/>
                  </a:lnTo>
                  <a:lnTo>
                    <a:pt x="4620653" y="1264033"/>
                  </a:lnTo>
                  <a:lnTo>
                    <a:pt x="4622304" y="1255954"/>
                  </a:lnTo>
                  <a:lnTo>
                    <a:pt x="4623955" y="1246320"/>
                  </a:lnTo>
                  <a:lnTo>
                    <a:pt x="4625607" y="1239972"/>
                  </a:lnTo>
                  <a:lnTo>
                    <a:pt x="4627258" y="1254077"/>
                  </a:lnTo>
                  <a:lnTo>
                    <a:pt x="4628910" y="1253629"/>
                  </a:lnTo>
                  <a:lnTo>
                    <a:pt x="4630561" y="1224138"/>
                  </a:lnTo>
                  <a:lnTo>
                    <a:pt x="4632213" y="1216783"/>
                  </a:lnTo>
                  <a:lnTo>
                    <a:pt x="4633864" y="1225834"/>
                  </a:lnTo>
                  <a:lnTo>
                    <a:pt x="4635515" y="1218355"/>
                  </a:lnTo>
                  <a:lnTo>
                    <a:pt x="4637167" y="1199696"/>
                  </a:lnTo>
                  <a:lnTo>
                    <a:pt x="4638818" y="1187201"/>
                  </a:lnTo>
                  <a:lnTo>
                    <a:pt x="4640470" y="1163224"/>
                  </a:lnTo>
                  <a:lnTo>
                    <a:pt x="4642121" y="1102717"/>
                  </a:lnTo>
                  <a:lnTo>
                    <a:pt x="4643772" y="1073208"/>
                  </a:lnTo>
                  <a:lnTo>
                    <a:pt x="4645424" y="1043131"/>
                  </a:lnTo>
                  <a:lnTo>
                    <a:pt x="4647075" y="1043131"/>
                  </a:lnTo>
                  <a:lnTo>
                    <a:pt x="4648727" y="1007496"/>
                  </a:lnTo>
                  <a:lnTo>
                    <a:pt x="4650378" y="1001322"/>
                  </a:lnTo>
                  <a:lnTo>
                    <a:pt x="4652030" y="1010469"/>
                  </a:lnTo>
                  <a:lnTo>
                    <a:pt x="4653681" y="1041184"/>
                  </a:lnTo>
                  <a:lnTo>
                    <a:pt x="4655332" y="1064395"/>
                  </a:lnTo>
                  <a:lnTo>
                    <a:pt x="4656984" y="1102507"/>
                  </a:lnTo>
                  <a:lnTo>
                    <a:pt x="4658635" y="1123167"/>
                  </a:lnTo>
                  <a:lnTo>
                    <a:pt x="4660287" y="1155887"/>
                  </a:lnTo>
                  <a:lnTo>
                    <a:pt x="4661938" y="1197098"/>
                  </a:lnTo>
                  <a:lnTo>
                    <a:pt x="4663589" y="1199659"/>
                  </a:lnTo>
                  <a:lnTo>
                    <a:pt x="4665241" y="1180082"/>
                  </a:lnTo>
                  <a:lnTo>
                    <a:pt x="4666892" y="1207051"/>
                  </a:lnTo>
                  <a:lnTo>
                    <a:pt x="4668544" y="1258059"/>
                  </a:lnTo>
                  <a:lnTo>
                    <a:pt x="4670195" y="1225749"/>
                  </a:lnTo>
                  <a:lnTo>
                    <a:pt x="4671846" y="1208934"/>
                  </a:lnTo>
                  <a:lnTo>
                    <a:pt x="4673498" y="1207556"/>
                  </a:lnTo>
                  <a:lnTo>
                    <a:pt x="4675149" y="1206682"/>
                  </a:lnTo>
                  <a:lnTo>
                    <a:pt x="4676801" y="1230748"/>
                  </a:lnTo>
                  <a:lnTo>
                    <a:pt x="4678452" y="1275849"/>
                  </a:lnTo>
                  <a:lnTo>
                    <a:pt x="4680104" y="1275080"/>
                  </a:lnTo>
                  <a:lnTo>
                    <a:pt x="4681755" y="1290657"/>
                  </a:lnTo>
                  <a:lnTo>
                    <a:pt x="4683406" y="1315651"/>
                  </a:lnTo>
                  <a:lnTo>
                    <a:pt x="4685058" y="1300874"/>
                  </a:lnTo>
                  <a:lnTo>
                    <a:pt x="4686709" y="1287189"/>
                  </a:lnTo>
                  <a:lnTo>
                    <a:pt x="4688361" y="1275165"/>
                  </a:lnTo>
                  <a:lnTo>
                    <a:pt x="4690012" y="1242785"/>
                  </a:lnTo>
                  <a:lnTo>
                    <a:pt x="4691663" y="1248192"/>
                  </a:lnTo>
                  <a:lnTo>
                    <a:pt x="4693315" y="1284711"/>
                  </a:lnTo>
                  <a:lnTo>
                    <a:pt x="4694966" y="1271200"/>
                  </a:lnTo>
                  <a:lnTo>
                    <a:pt x="4696618" y="1254163"/>
                  </a:lnTo>
                  <a:lnTo>
                    <a:pt x="4698269" y="1284951"/>
                  </a:lnTo>
                  <a:lnTo>
                    <a:pt x="4699920" y="1280077"/>
                  </a:lnTo>
                  <a:lnTo>
                    <a:pt x="4701572" y="1272411"/>
                  </a:lnTo>
                  <a:lnTo>
                    <a:pt x="4703223" y="1279875"/>
                  </a:lnTo>
                  <a:lnTo>
                    <a:pt x="4704875" y="1286620"/>
                  </a:lnTo>
                  <a:lnTo>
                    <a:pt x="4706526" y="1305157"/>
                  </a:lnTo>
                  <a:lnTo>
                    <a:pt x="4708178" y="1285142"/>
                  </a:lnTo>
                  <a:lnTo>
                    <a:pt x="4709829" y="1283315"/>
                  </a:lnTo>
                  <a:lnTo>
                    <a:pt x="4711480" y="1283315"/>
                  </a:lnTo>
                  <a:lnTo>
                    <a:pt x="4713132" y="1284855"/>
                  </a:lnTo>
                  <a:lnTo>
                    <a:pt x="4714783" y="1281612"/>
                  </a:lnTo>
                  <a:lnTo>
                    <a:pt x="4716435" y="1288323"/>
                  </a:lnTo>
                  <a:lnTo>
                    <a:pt x="4718086" y="1286815"/>
                  </a:lnTo>
                  <a:lnTo>
                    <a:pt x="4719737" y="1276308"/>
                  </a:lnTo>
                  <a:lnTo>
                    <a:pt x="4721389" y="1234554"/>
                  </a:lnTo>
                  <a:lnTo>
                    <a:pt x="4723040" y="1209133"/>
                  </a:lnTo>
                  <a:lnTo>
                    <a:pt x="4724692" y="1219056"/>
                  </a:lnTo>
                  <a:lnTo>
                    <a:pt x="4726343" y="1230478"/>
                  </a:lnTo>
                  <a:lnTo>
                    <a:pt x="4727994" y="1240084"/>
                  </a:lnTo>
                  <a:lnTo>
                    <a:pt x="4729646" y="1220662"/>
                  </a:lnTo>
                  <a:lnTo>
                    <a:pt x="4731297" y="1220662"/>
                  </a:lnTo>
                  <a:lnTo>
                    <a:pt x="4732949" y="1223574"/>
                  </a:lnTo>
                  <a:lnTo>
                    <a:pt x="4734600" y="1217178"/>
                  </a:lnTo>
                  <a:lnTo>
                    <a:pt x="4736252" y="1221377"/>
                  </a:lnTo>
                  <a:lnTo>
                    <a:pt x="4737903" y="1242838"/>
                  </a:lnTo>
                  <a:lnTo>
                    <a:pt x="4739554" y="1264196"/>
                  </a:lnTo>
                  <a:lnTo>
                    <a:pt x="4741206" y="1264871"/>
                  </a:lnTo>
                  <a:lnTo>
                    <a:pt x="4742857" y="1270810"/>
                  </a:lnTo>
                  <a:lnTo>
                    <a:pt x="4744509" y="1261935"/>
                  </a:lnTo>
                  <a:lnTo>
                    <a:pt x="4746160" y="1238320"/>
                  </a:lnTo>
                  <a:lnTo>
                    <a:pt x="4747811" y="1242307"/>
                  </a:lnTo>
                  <a:lnTo>
                    <a:pt x="4749463" y="1252470"/>
                  </a:lnTo>
                  <a:lnTo>
                    <a:pt x="4751114" y="1220110"/>
                  </a:lnTo>
                  <a:lnTo>
                    <a:pt x="4752766" y="1204338"/>
                  </a:lnTo>
                  <a:lnTo>
                    <a:pt x="4754417" y="1219871"/>
                  </a:lnTo>
                  <a:lnTo>
                    <a:pt x="4756069" y="1196047"/>
                  </a:lnTo>
                  <a:lnTo>
                    <a:pt x="4757720" y="1184340"/>
                  </a:lnTo>
                  <a:lnTo>
                    <a:pt x="4759371" y="1163508"/>
                  </a:lnTo>
                  <a:lnTo>
                    <a:pt x="4761023" y="1187004"/>
                  </a:lnTo>
                  <a:lnTo>
                    <a:pt x="4762674" y="1144197"/>
                  </a:lnTo>
                  <a:lnTo>
                    <a:pt x="4764326" y="1101634"/>
                  </a:lnTo>
                  <a:lnTo>
                    <a:pt x="4765977" y="1105484"/>
                  </a:lnTo>
                  <a:lnTo>
                    <a:pt x="4767628" y="1128589"/>
                  </a:lnTo>
                  <a:lnTo>
                    <a:pt x="4769280" y="1065669"/>
                  </a:lnTo>
                  <a:lnTo>
                    <a:pt x="4770931" y="1026240"/>
                  </a:lnTo>
                  <a:lnTo>
                    <a:pt x="4772583" y="1036440"/>
                  </a:lnTo>
                  <a:lnTo>
                    <a:pt x="4774234" y="1003980"/>
                  </a:lnTo>
                  <a:lnTo>
                    <a:pt x="4775885" y="992638"/>
                  </a:lnTo>
                  <a:lnTo>
                    <a:pt x="4777537" y="986381"/>
                  </a:lnTo>
                  <a:lnTo>
                    <a:pt x="4779188" y="988390"/>
                  </a:lnTo>
                  <a:lnTo>
                    <a:pt x="4780840" y="1037930"/>
                  </a:lnTo>
                  <a:lnTo>
                    <a:pt x="4782491" y="1094094"/>
                  </a:lnTo>
                  <a:lnTo>
                    <a:pt x="4784143" y="1107591"/>
                  </a:lnTo>
                  <a:lnTo>
                    <a:pt x="4785794" y="1147066"/>
                  </a:lnTo>
                  <a:lnTo>
                    <a:pt x="4787445" y="1147168"/>
                  </a:lnTo>
                  <a:lnTo>
                    <a:pt x="4789097" y="1151984"/>
                  </a:lnTo>
                  <a:lnTo>
                    <a:pt x="4790748" y="1168031"/>
                  </a:lnTo>
                  <a:lnTo>
                    <a:pt x="4792400" y="1203827"/>
                  </a:lnTo>
                  <a:lnTo>
                    <a:pt x="4794051" y="1199018"/>
                  </a:lnTo>
                  <a:lnTo>
                    <a:pt x="4795702" y="1168694"/>
                  </a:lnTo>
                  <a:lnTo>
                    <a:pt x="4797354" y="1173673"/>
                  </a:lnTo>
                  <a:lnTo>
                    <a:pt x="4799005" y="1184814"/>
                  </a:lnTo>
                  <a:lnTo>
                    <a:pt x="4800657" y="1188236"/>
                  </a:lnTo>
                  <a:lnTo>
                    <a:pt x="4802308" y="1209461"/>
                  </a:lnTo>
                  <a:lnTo>
                    <a:pt x="4803959" y="1270274"/>
                  </a:lnTo>
                  <a:lnTo>
                    <a:pt x="4805611" y="1268415"/>
                  </a:lnTo>
                  <a:lnTo>
                    <a:pt x="4807262" y="1250946"/>
                  </a:lnTo>
                  <a:lnTo>
                    <a:pt x="4808914" y="1248104"/>
                  </a:lnTo>
                  <a:lnTo>
                    <a:pt x="4810565" y="1257198"/>
                  </a:lnTo>
                  <a:lnTo>
                    <a:pt x="4812217" y="1259585"/>
                  </a:lnTo>
                  <a:lnTo>
                    <a:pt x="4813868" y="1238185"/>
                  </a:lnTo>
                  <a:lnTo>
                    <a:pt x="4815519" y="1226876"/>
                  </a:lnTo>
                  <a:lnTo>
                    <a:pt x="4817171" y="1231904"/>
                  </a:lnTo>
                  <a:lnTo>
                    <a:pt x="4818822" y="1232764"/>
                  </a:lnTo>
                  <a:lnTo>
                    <a:pt x="4820474" y="1236721"/>
                  </a:lnTo>
                  <a:lnTo>
                    <a:pt x="4822125" y="1263106"/>
                  </a:lnTo>
                  <a:lnTo>
                    <a:pt x="4823776" y="1249883"/>
                  </a:lnTo>
                  <a:lnTo>
                    <a:pt x="4825428" y="1248740"/>
                  </a:lnTo>
                  <a:lnTo>
                    <a:pt x="4827079" y="1262700"/>
                  </a:lnTo>
                  <a:lnTo>
                    <a:pt x="4828731" y="1266165"/>
                  </a:lnTo>
                  <a:lnTo>
                    <a:pt x="4830382" y="1269699"/>
                  </a:lnTo>
                  <a:lnTo>
                    <a:pt x="4832034" y="1277426"/>
                  </a:lnTo>
                  <a:lnTo>
                    <a:pt x="4833685" y="1236362"/>
                  </a:lnTo>
                  <a:lnTo>
                    <a:pt x="4835336" y="1207102"/>
                  </a:lnTo>
                  <a:lnTo>
                    <a:pt x="4836988" y="1210524"/>
                  </a:lnTo>
                  <a:lnTo>
                    <a:pt x="4838639" y="1225742"/>
                  </a:lnTo>
                  <a:lnTo>
                    <a:pt x="4840291" y="1242190"/>
                  </a:lnTo>
                  <a:lnTo>
                    <a:pt x="4841942" y="1268914"/>
                  </a:lnTo>
                  <a:lnTo>
                    <a:pt x="4843593" y="1261098"/>
                  </a:lnTo>
                  <a:lnTo>
                    <a:pt x="4845245" y="1238208"/>
                  </a:lnTo>
                  <a:lnTo>
                    <a:pt x="4846896" y="1244669"/>
                  </a:lnTo>
                  <a:lnTo>
                    <a:pt x="4848548" y="1242563"/>
                  </a:lnTo>
                  <a:lnTo>
                    <a:pt x="4850199" y="1242563"/>
                  </a:lnTo>
                  <a:lnTo>
                    <a:pt x="4851850" y="1252895"/>
                  </a:lnTo>
                  <a:lnTo>
                    <a:pt x="4853502" y="1271614"/>
                  </a:lnTo>
                  <a:lnTo>
                    <a:pt x="4855153" y="1263302"/>
                  </a:lnTo>
                  <a:lnTo>
                    <a:pt x="4856805" y="1267383"/>
                  </a:lnTo>
                  <a:lnTo>
                    <a:pt x="4858456" y="1264158"/>
                  </a:lnTo>
                  <a:lnTo>
                    <a:pt x="4860108" y="1250539"/>
                  </a:lnTo>
                  <a:lnTo>
                    <a:pt x="4861759" y="1252961"/>
                  </a:lnTo>
                  <a:lnTo>
                    <a:pt x="4863410" y="1263827"/>
                  </a:lnTo>
                  <a:lnTo>
                    <a:pt x="4865062" y="1273778"/>
                  </a:lnTo>
                  <a:lnTo>
                    <a:pt x="4866713" y="1268207"/>
                  </a:lnTo>
                  <a:lnTo>
                    <a:pt x="4868365" y="1278009"/>
                  </a:lnTo>
                  <a:lnTo>
                    <a:pt x="4870016" y="1261416"/>
                  </a:lnTo>
                  <a:lnTo>
                    <a:pt x="4871667" y="1249951"/>
                  </a:lnTo>
                  <a:lnTo>
                    <a:pt x="4873319" y="1254512"/>
                  </a:lnTo>
                  <a:lnTo>
                    <a:pt x="4874970" y="1254512"/>
                  </a:lnTo>
                  <a:lnTo>
                    <a:pt x="4876622" y="1252424"/>
                  </a:lnTo>
                  <a:lnTo>
                    <a:pt x="4878273" y="1262760"/>
                  </a:lnTo>
                  <a:lnTo>
                    <a:pt x="4879924" y="1262106"/>
                  </a:lnTo>
                  <a:lnTo>
                    <a:pt x="4881576" y="1239676"/>
                  </a:lnTo>
                  <a:lnTo>
                    <a:pt x="4883227" y="1249752"/>
                  </a:lnTo>
                  <a:lnTo>
                    <a:pt x="4884879" y="1274136"/>
                  </a:lnTo>
                  <a:lnTo>
                    <a:pt x="4886530" y="1284980"/>
                  </a:lnTo>
                  <a:lnTo>
                    <a:pt x="4888182" y="1289550"/>
                  </a:lnTo>
                  <a:lnTo>
                    <a:pt x="4889833" y="1292723"/>
                  </a:lnTo>
                  <a:lnTo>
                    <a:pt x="4891484" y="1290566"/>
                  </a:lnTo>
                  <a:lnTo>
                    <a:pt x="4893136" y="1285837"/>
                  </a:lnTo>
                  <a:lnTo>
                    <a:pt x="4894787" y="1273647"/>
                  </a:lnTo>
                  <a:lnTo>
                    <a:pt x="4896439" y="1261865"/>
                  </a:lnTo>
                  <a:lnTo>
                    <a:pt x="4898090" y="1254829"/>
                  </a:lnTo>
                  <a:lnTo>
                    <a:pt x="4899741" y="1245055"/>
                  </a:lnTo>
                  <a:lnTo>
                    <a:pt x="4901393" y="1244154"/>
                  </a:lnTo>
                  <a:lnTo>
                    <a:pt x="4903044" y="1278693"/>
                  </a:lnTo>
                  <a:lnTo>
                    <a:pt x="4904696" y="1280781"/>
                  </a:lnTo>
                  <a:lnTo>
                    <a:pt x="4906347" y="1277987"/>
                  </a:lnTo>
                  <a:lnTo>
                    <a:pt x="4907998" y="1279953"/>
                  </a:lnTo>
                  <a:lnTo>
                    <a:pt x="4909650" y="1295035"/>
                  </a:lnTo>
                  <a:lnTo>
                    <a:pt x="4911301" y="1254718"/>
                  </a:lnTo>
                  <a:lnTo>
                    <a:pt x="4912953" y="1245832"/>
                  </a:lnTo>
                  <a:lnTo>
                    <a:pt x="4914604" y="1240968"/>
                  </a:lnTo>
                  <a:lnTo>
                    <a:pt x="4916256" y="1233270"/>
                  </a:lnTo>
                  <a:lnTo>
                    <a:pt x="4917907" y="1232969"/>
                  </a:lnTo>
                  <a:lnTo>
                    <a:pt x="4919558" y="1241269"/>
                  </a:lnTo>
                  <a:lnTo>
                    <a:pt x="4921210" y="1245832"/>
                  </a:lnTo>
                  <a:lnTo>
                    <a:pt x="4922861" y="1255580"/>
                  </a:lnTo>
                  <a:lnTo>
                    <a:pt x="4924513" y="1288414"/>
                  </a:lnTo>
                  <a:lnTo>
                    <a:pt x="4926164" y="1272951"/>
                  </a:lnTo>
                  <a:lnTo>
                    <a:pt x="4927815" y="1259162"/>
                  </a:lnTo>
                  <a:lnTo>
                    <a:pt x="4929467" y="1259162"/>
                  </a:lnTo>
                  <a:lnTo>
                    <a:pt x="4931118" y="1244793"/>
                  </a:lnTo>
                  <a:lnTo>
                    <a:pt x="4932770" y="1243402"/>
                  </a:lnTo>
                  <a:lnTo>
                    <a:pt x="4934421" y="1232357"/>
                  </a:lnTo>
                  <a:lnTo>
                    <a:pt x="4936073" y="1253302"/>
                  </a:lnTo>
                  <a:lnTo>
                    <a:pt x="4937724" y="1266412"/>
                  </a:lnTo>
                  <a:lnTo>
                    <a:pt x="4939375" y="1236440"/>
                  </a:lnTo>
                  <a:lnTo>
                    <a:pt x="4941027" y="1212211"/>
                  </a:lnTo>
                  <a:lnTo>
                    <a:pt x="4942678" y="1229180"/>
                  </a:lnTo>
                  <a:lnTo>
                    <a:pt x="4944330" y="1274408"/>
                  </a:lnTo>
                  <a:lnTo>
                    <a:pt x="4945981" y="1253223"/>
                  </a:lnTo>
                  <a:lnTo>
                    <a:pt x="4947632" y="1234470"/>
                  </a:lnTo>
                  <a:lnTo>
                    <a:pt x="4949284" y="1244714"/>
                  </a:lnTo>
                  <a:lnTo>
                    <a:pt x="4950935" y="1252080"/>
                  </a:lnTo>
                  <a:lnTo>
                    <a:pt x="4952587" y="1231048"/>
                  </a:lnTo>
                  <a:lnTo>
                    <a:pt x="4954238" y="1227584"/>
                  </a:lnTo>
                  <a:lnTo>
                    <a:pt x="4955889" y="1216586"/>
                  </a:lnTo>
                  <a:lnTo>
                    <a:pt x="4957541" y="1202124"/>
                  </a:lnTo>
                  <a:lnTo>
                    <a:pt x="4959192" y="1204543"/>
                  </a:lnTo>
                  <a:lnTo>
                    <a:pt x="4960844" y="1217013"/>
                  </a:lnTo>
                  <a:lnTo>
                    <a:pt x="4962495" y="1199565"/>
                  </a:lnTo>
                  <a:lnTo>
                    <a:pt x="4964147" y="1211501"/>
                  </a:lnTo>
                  <a:lnTo>
                    <a:pt x="4965798" y="1230274"/>
                  </a:lnTo>
                  <a:lnTo>
                    <a:pt x="4967449" y="1234131"/>
                  </a:lnTo>
                  <a:lnTo>
                    <a:pt x="4969101" y="1235264"/>
                  </a:lnTo>
                  <a:lnTo>
                    <a:pt x="4970752" y="1229082"/>
                  </a:lnTo>
                  <a:lnTo>
                    <a:pt x="4972404" y="1248202"/>
                  </a:lnTo>
                  <a:lnTo>
                    <a:pt x="4974055" y="1229958"/>
                  </a:lnTo>
                  <a:lnTo>
                    <a:pt x="4975706" y="1206400"/>
                  </a:lnTo>
                  <a:lnTo>
                    <a:pt x="4977358" y="1189752"/>
                  </a:lnTo>
                  <a:lnTo>
                    <a:pt x="4979009" y="1178312"/>
                  </a:lnTo>
                  <a:lnTo>
                    <a:pt x="4980661" y="1194838"/>
                  </a:lnTo>
                  <a:lnTo>
                    <a:pt x="4982312" y="1225609"/>
                  </a:lnTo>
                  <a:lnTo>
                    <a:pt x="4983963" y="1225263"/>
                  </a:lnTo>
                  <a:lnTo>
                    <a:pt x="4985615" y="1206493"/>
                  </a:lnTo>
                  <a:lnTo>
                    <a:pt x="4987266" y="1158889"/>
                  </a:lnTo>
                  <a:lnTo>
                    <a:pt x="4988918" y="1132790"/>
                  </a:lnTo>
                  <a:lnTo>
                    <a:pt x="4990569" y="1107209"/>
                  </a:lnTo>
                  <a:lnTo>
                    <a:pt x="4992221" y="1043697"/>
                  </a:lnTo>
                  <a:lnTo>
                    <a:pt x="4993872" y="1056978"/>
                  </a:lnTo>
                  <a:lnTo>
                    <a:pt x="4995523" y="1074578"/>
                  </a:lnTo>
                  <a:lnTo>
                    <a:pt x="4997175" y="1081152"/>
                  </a:lnTo>
                  <a:lnTo>
                    <a:pt x="4998826" y="1075392"/>
                  </a:lnTo>
                  <a:lnTo>
                    <a:pt x="5000478" y="1050702"/>
                  </a:lnTo>
                  <a:lnTo>
                    <a:pt x="5002129" y="992029"/>
                  </a:lnTo>
                  <a:lnTo>
                    <a:pt x="5003780" y="971555"/>
                  </a:lnTo>
                  <a:lnTo>
                    <a:pt x="5005432" y="934567"/>
                  </a:lnTo>
                  <a:lnTo>
                    <a:pt x="5007083" y="910564"/>
                  </a:lnTo>
                  <a:lnTo>
                    <a:pt x="5008735" y="897980"/>
                  </a:lnTo>
                  <a:lnTo>
                    <a:pt x="5010386" y="899880"/>
                  </a:lnTo>
                  <a:lnTo>
                    <a:pt x="5012038" y="854687"/>
                  </a:lnTo>
                  <a:lnTo>
                    <a:pt x="5013689" y="851779"/>
                  </a:lnTo>
                  <a:lnTo>
                    <a:pt x="5015340" y="855681"/>
                  </a:lnTo>
                  <a:lnTo>
                    <a:pt x="5016992" y="845040"/>
                  </a:lnTo>
                  <a:lnTo>
                    <a:pt x="5018643" y="853181"/>
                  </a:lnTo>
                  <a:lnTo>
                    <a:pt x="5020295" y="873645"/>
                  </a:lnTo>
                  <a:lnTo>
                    <a:pt x="5021946" y="884632"/>
                  </a:lnTo>
                  <a:lnTo>
                    <a:pt x="5023597" y="928358"/>
                  </a:lnTo>
                  <a:lnTo>
                    <a:pt x="5025249" y="1001050"/>
                  </a:lnTo>
                  <a:lnTo>
                    <a:pt x="5026900" y="976778"/>
                  </a:lnTo>
                  <a:lnTo>
                    <a:pt x="5028552" y="992280"/>
                  </a:lnTo>
                  <a:lnTo>
                    <a:pt x="5030203" y="997984"/>
                  </a:lnTo>
                  <a:lnTo>
                    <a:pt x="5031854" y="1009986"/>
                  </a:lnTo>
                  <a:lnTo>
                    <a:pt x="5033506" y="1036126"/>
                  </a:lnTo>
                  <a:lnTo>
                    <a:pt x="5035157" y="1103491"/>
                  </a:lnTo>
                  <a:lnTo>
                    <a:pt x="5036809" y="1077490"/>
                  </a:lnTo>
                  <a:lnTo>
                    <a:pt x="5038460" y="1107535"/>
                  </a:lnTo>
                  <a:lnTo>
                    <a:pt x="5040112" y="1145906"/>
                  </a:lnTo>
                  <a:lnTo>
                    <a:pt x="5041763" y="1141241"/>
                  </a:lnTo>
                  <a:lnTo>
                    <a:pt x="5043414" y="1145704"/>
                  </a:lnTo>
                  <a:lnTo>
                    <a:pt x="5045066" y="1167335"/>
                  </a:lnTo>
                  <a:lnTo>
                    <a:pt x="5046717" y="1194712"/>
                  </a:lnTo>
                  <a:lnTo>
                    <a:pt x="5048369" y="1234645"/>
                  </a:lnTo>
                  <a:lnTo>
                    <a:pt x="5050020" y="1234645"/>
                  </a:lnTo>
                  <a:lnTo>
                    <a:pt x="5051671" y="1215881"/>
                  </a:lnTo>
                  <a:lnTo>
                    <a:pt x="5053323" y="1266128"/>
                  </a:lnTo>
                  <a:lnTo>
                    <a:pt x="5054974" y="1273069"/>
                  </a:lnTo>
                  <a:lnTo>
                    <a:pt x="5056626" y="1272557"/>
                  </a:lnTo>
                  <a:lnTo>
                    <a:pt x="5058277" y="1257485"/>
                  </a:lnTo>
                  <a:lnTo>
                    <a:pt x="5059928" y="1249542"/>
                  </a:lnTo>
                  <a:lnTo>
                    <a:pt x="5061580" y="1222203"/>
                  </a:lnTo>
                  <a:lnTo>
                    <a:pt x="5063231" y="1218514"/>
                  </a:lnTo>
                  <a:lnTo>
                    <a:pt x="5064883" y="1261633"/>
                  </a:lnTo>
                  <a:lnTo>
                    <a:pt x="5066534" y="1238332"/>
                  </a:lnTo>
                  <a:lnTo>
                    <a:pt x="5068186" y="1218823"/>
                  </a:lnTo>
                  <a:lnTo>
                    <a:pt x="5069837" y="1223057"/>
                  </a:lnTo>
                  <a:lnTo>
                    <a:pt x="5071488" y="1233117"/>
                  </a:lnTo>
                  <a:lnTo>
                    <a:pt x="5073140" y="1285464"/>
                  </a:lnTo>
                  <a:lnTo>
                    <a:pt x="5074791" y="1299115"/>
                  </a:lnTo>
                  <a:lnTo>
                    <a:pt x="5076443" y="1282818"/>
                  </a:lnTo>
                  <a:lnTo>
                    <a:pt x="5078094" y="1292470"/>
                  </a:lnTo>
                  <a:lnTo>
                    <a:pt x="5079745" y="1290714"/>
                  </a:lnTo>
                  <a:lnTo>
                    <a:pt x="5081397" y="1281650"/>
                  </a:lnTo>
                  <a:lnTo>
                    <a:pt x="5083048" y="1281650"/>
                  </a:lnTo>
                  <a:lnTo>
                    <a:pt x="5084700" y="1282437"/>
                  </a:lnTo>
                  <a:lnTo>
                    <a:pt x="5086351" y="1247825"/>
                  </a:lnTo>
                  <a:lnTo>
                    <a:pt x="5088003" y="1263965"/>
                  </a:lnTo>
                  <a:lnTo>
                    <a:pt x="5089654" y="1303128"/>
                  </a:lnTo>
                  <a:lnTo>
                    <a:pt x="5091305" y="1287024"/>
                  </a:lnTo>
                  <a:lnTo>
                    <a:pt x="5092957" y="1264342"/>
                  </a:lnTo>
                  <a:lnTo>
                    <a:pt x="5094608" y="1280759"/>
                  </a:lnTo>
                  <a:lnTo>
                    <a:pt x="5096260" y="1249658"/>
                  </a:lnTo>
                  <a:lnTo>
                    <a:pt x="5097911" y="1242661"/>
                  </a:lnTo>
                  <a:lnTo>
                    <a:pt x="5099562" y="1264614"/>
                  </a:lnTo>
                  <a:lnTo>
                    <a:pt x="5101214" y="1284770"/>
                  </a:lnTo>
                  <a:lnTo>
                    <a:pt x="5102865" y="1287028"/>
                  </a:lnTo>
                  <a:lnTo>
                    <a:pt x="5104517" y="1303179"/>
                  </a:lnTo>
                  <a:lnTo>
                    <a:pt x="5106168" y="1276735"/>
                  </a:lnTo>
                  <a:lnTo>
                    <a:pt x="5107819" y="1245127"/>
                  </a:lnTo>
                  <a:lnTo>
                    <a:pt x="5109471" y="1256026"/>
                  </a:lnTo>
                  <a:lnTo>
                    <a:pt x="5111122" y="1268274"/>
                  </a:lnTo>
                  <a:lnTo>
                    <a:pt x="5112774" y="1269131"/>
                  </a:lnTo>
                  <a:lnTo>
                    <a:pt x="5114425" y="1273239"/>
                  </a:lnTo>
                  <a:lnTo>
                    <a:pt x="5116077" y="1270748"/>
                  </a:lnTo>
                  <a:lnTo>
                    <a:pt x="5117728" y="1279606"/>
                  </a:lnTo>
                  <a:lnTo>
                    <a:pt x="5119379" y="1285877"/>
                  </a:lnTo>
                  <a:lnTo>
                    <a:pt x="5121031" y="1308309"/>
                  </a:lnTo>
                  <a:lnTo>
                    <a:pt x="5122682" y="1302520"/>
                  </a:lnTo>
                  <a:lnTo>
                    <a:pt x="5124334" y="1315200"/>
                  </a:lnTo>
                  <a:lnTo>
                    <a:pt x="5125985" y="1321141"/>
                  </a:lnTo>
                  <a:lnTo>
                    <a:pt x="5127636" y="1287230"/>
                  </a:lnTo>
                  <a:lnTo>
                    <a:pt x="5129288" y="1271189"/>
                  </a:lnTo>
                  <a:lnTo>
                    <a:pt x="5130939" y="1295038"/>
                  </a:lnTo>
                  <a:lnTo>
                    <a:pt x="5132591" y="1299339"/>
                  </a:lnTo>
                  <a:lnTo>
                    <a:pt x="5134242" y="1298278"/>
                  </a:lnTo>
                  <a:lnTo>
                    <a:pt x="5135893" y="1299731"/>
                  </a:lnTo>
                  <a:lnTo>
                    <a:pt x="5137545" y="1306624"/>
                  </a:lnTo>
                  <a:lnTo>
                    <a:pt x="5139196" y="1323551"/>
                  </a:lnTo>
                  <a:lnTo>
                    <a:pt x="5140848" y="1320081"/>
                  </a:lnTo>
                  <a:lnTo>
                    <a:pt x="5142499" y="1306849"/>
                  </a:lnTo>
                  <a:lnTo>
                    <a:pt x="5144151" y="1314463"/>
                  </a:lnTo>
                  <a:lnTo>
                    <a:pt x="5145802" y="1300891"/>
                  </a:lnTo>
                  <a:lnTo>
                    <a:pt x="5147453" y="1291999"/>
                  </a:lnTo>
                  <a:lnTo>
                    <a:pt x="5149105" y="1276610"/>
                  </a:lnTo>
                  <a:lnTo>
                    <a:pt x="5150756" y="1298729"/>
                  </a:lnTo>
                  <a:lnTo>
                    <a:pt x="5152408" y="1320943"/>
                  </a:lnTo>
                  <a:lnTo>
                    <a:pt x="5154059" y="1320943"/>
                  </a:lnTo>
                  <a:lnTo>
                    <a:pt x="5155710" y="1320943"/>
                  </a:lnTo>
                  <a:lnTo>
                    <a:pt x="5157362" y="1324440"/>
                  </a:lnTo>
                  <a:lnTo>
                    <a:pt x="5159013" y="1321816"/>
                  </a:lnTo>
                  <a:lnTo>
                    <a:pt x="5160665" y="1296958"/>
                  </a:lnTo>
                  <a:lnTo>
                    <a:pt x="5162316" y="1276610"/>
                  </a:lnTo>
                  <a:lnTo>
                    <a:pt x="5163967" y="1308001"/>
                  </a:lnTo>
                  <a:lnTo>
                    <a:pt x="5165619" y="1319148"/>
                  </a:lnTo>
                  <a:lnTo>
                    <a:pt x="5167270" y="1319148"/>
                  </a:lnTo>
                  <a:lnTo>
                    <a:pt x="5168922" y="1323545"/>
                  </a:lnTo>
                  <a:lnTo>
                    <a:pt x="5170573" y="1318111"/>
                  </a:lnTo>
                  <a:lnTo>
                    <a:pt x="5172225" y="1314042"/>
                  </a:lnTo>
                  <a:lnTo>
                    <a:pt x="5173876" y="1307361"/>
                  </a:lnTo>
                  <a:lnTo>
                    <a:pt x="5175527" y="1313337"/>
                  </a:lnTo>
                  <a:lnTo>
                    <a:pt x="5177179" y="1324209"/>
                  </a:lnTo>
                  <a:lnTo>
                    <a:pt x="5178830" y="1322533"/>
                  </a:lnTo>
                  <a:lnTo>
                    <a:pt x="5180482" y="1312533"/>
                  </a:lnTo>
                  <a:lnTo>
                    <a:pt x="5182133" y="1306710"/>
                  </a:lnTo>
                  <a:lnTo>
                    <a:pt x="5183784" y="1301146"/>
                  </a:lnTo>
                  <a:lnTo>
                    <a:pt x="5185436" y="1319624"/>
                  </a:lnTo>
                  <a:lnTo>
                    <a:pt x="5187087" y="1326914"/>
                  </a:lnTo>
                  <a:lnTo>
                    <a:pt x="5188739" y="1319624"/>
                  </a:lnTo>
                  <a:lnTo>
                    <a:pt x="5190390" y="1318458"/>
                  </a:lnTo>
                  <a:lnTo>
                    <a:pt x="5192042" y="1314730"/>
                  </a:lnTo>
                  <a:lnTo>
                    <a:pt x="5193693" y="1316340"/>
                  </a:lnTo>
                  <a:lnTo>
                    <a:pt x="5195344" y="1314730"/>
                  </a:lnTo>
                  <a:lnTo>
                    <a:pt x="5196996" y="1320550"/>
                  </a:lnTo>
                  <a:lnTo>
                    <a:pt x="5198647" y="1319624"/>
                  </a:lnTo>
                  <a:lnTo>
                    <a:pt x="5200299" y="1319624"/>
                  </a:lnTo>
                  <a:lnTo>
                    <a:pt x="5201950" y="1316776"/>
                  </a:lnTo>
                  <a:lnTo>
                    <a:pt x="5203601" y="1317560"/>
                  </a:lnTo>
                  <a:lnTo>
                    <a:pt x="5205253" y="1304759"/>
                  </a:lnTo>
                  <a:lnTo>
                    <a:pt x="5206904" y="1317937"/>
                  </a:lnTo>
                  <a:lnTo>
                    <a:pt x="5208556" y="1314106"/>
                  </a:lnTo>
                  <a:lnTo>
                    <a:pt x="5210207" y="1305342"/>
                  </a:lnTo>
                  <a:lnTo>
                    <a:pt x="5211858" y="1317121"/>
                  </a:lnTo>
                  <a:lnTo>
                    <a:pt x="5213510" y="1315189"/>
                  </a:lnTo>
                  <a:lnTo>
                    <a:pt x="5215161" y="1323926"/>
                  </a:lnTo>
                  <a:lnTo>
                    <a:pt x="5216813" y="1325290"/>
                  </a:lnTo>
                  <a:lnTo>
                    <a:pt x="5218464" y="1289136"/>
                  </a:lnTo>
                  <a:lnTo>
                    <a:pt x="5220116" y="1296292"/>
                  </a:lnTo>
                  <a:lnTo>
                    <a:pt x="5221767" y="1319624"/>
                  </a:lnTo>
                  <a:lnTo>
                    <a:pt x="5223418" y="1307463"/>
                  </a:lnTo>
                  <a:lnTo>
                    <a:pt x="5225070" y="1312854"/>
                  </a:lnTo>
                  <a:lnTo>
                    <a:pt x="5226721" y="1312246"/>
                  </a:lnTo>
                  <a:lnTo>
                    <a:pt x="5228373" y="1295276"/>
                  </a:lnTo>
                  <a:lnTo>
                    <a:pt x="5230024" y="1299886"/>
                  </a:lnTo>
                  <a:lnTo>
                    <a:pt x="5231675" y="1314440"/>
                  </a:lnTo>
                  <a:lnTo>
                    <a:pt x="5233327" y="1304759"/>
                  </a:lnTo>
                  <a:lnTo>
                    <a:pt x="5234978" y="1308954"/>
                  </a:lnTo>
                  <a:lnTo>
                    <a:pt x="5236630" y="1306259"/>
                  </a:lnTo>
                  <a:lnTo>
                    <a:pt x="5238281" y="1317720"/>
                  </a:lnTo>
                  <a:lnTo>
                    <a:pt x="5239932" y="1330120"/>
                  </a:lnTo>
                  <a:lnTo>
                    <a:pt x="5241584" y="1317437"/>
                  </a:lnTo>
                  <a:lnTo>
                    <a:pt x="5243235" y="1324234"/>
                  </a:lnTo>
                  <a:lnTo>
                    <a:pt x="5244887" y="1311524"/>
                  </a:lnTo>
                  <a:lnTo>
                    <a:pt x="5246538" y="1304759"/>
                  </a:lnTo>
                  <a:lnTo>
                    <a:pt x="5248190" y="1315079"/>
                  </a:lnTo>
                  <a:lnTo>
                    <a:pt x="5249841" y="1321654"/>
                  </a:lnTo>
                  <a:lnTo>
                    <a:pt x="5251492" y="1329606"/>
                  </a:lnTo>
                  <a:lnTo>
                    <a:pt x="5253144" y="1315260"/>
                  </a:lnTo>
                  <a:lnTo>
                    <a:pt x="5254795" y="1311631"/>
                  </a:lnTo>
                  <a:lnTo>
                    <a:pt x="5256447" y="1333828"/>
                  </a:lnTo>
                  <a:lnTo>
                    <a:pt x="5258098" y="1332205"/>
                  </a:lnTo>
                  <a:lnTo>
                    <a:pt x="5259749" y="1314869"/>
                  </a:lnTo>
                  <a:lnTo>
                    <a:pt x="5261401" y="1318389"/>
                  </a:lnTo>
                  <a:lnTo>
                    <a:pt x="5263052" y="1322963"/>
                  </a:lnTo>
                  <a:lnTo>
                    <a:pt x="5264704" y="1303488"/>
                  </a:lnTo>
                  <a:lnTo>
                    <a:pt x="5266355" y="1300528"/>
                  </a:lnTo>
                  <a:lnTo>
                    <a:pt x="5268007" y="1318708"/>
                  </a:lnTo>
                  <a:lnTo>
                    <a:pt x="5269658" y="1317339"/>
                  </a:lnTo>
                  <a:lnTo>
                    <a:pt x="5271309" y="1319271"/>
                  </a:lnTo>
                  <a:lnTo>
                    <a:pt x="5272961" y="1315449"/>
                  </a:lnTo>
                  <a:lnTo>
                    <a:pt x="5274612" y="1310428"/>
                  </a:lnTo>
                  <a:lnTo>
                    <a:pt x="5276264" y="1320182"/>
                  </a:lnTo>
                  <a:lnTo>
                    <a:pt x="5277915" y="1331248"/>
                  </a:lnTo>
                  <a:lnTo>
                    <a:pt x="5279566" y="1331217"/>
                  </a:lnTo>
                  <a:lnTo>
                    <a:pt x="5281218" y="1333382"/>
                  </a:lnTo>
                  <a:lnTo>
                    <a:pt x="5282869" y="1321134"/>
                  </a:lnTo>
                  <a:lnTo>
                    <a:pt x="5284521" y="1328947"/>
                  </a:lnTo>
                  <a:lnTo>
                    <a:pt x="5286172" y="1315233"/>
                  </a:lnTo>
                  <a:lnTo>
                    <a:pt x="5287823" y="1273635"/>
                  </a:lnTo>
                  <a:lnTo>
                    <a:pt x="5289475" y="1302131"/>
                  </a:lnTo>
                  <a:lnTo>
                    <a:pt x="5291126" y="1309826"/>
                  </a:lnTo>
                  <a:lnTo>
                    <a:pt x="5292778" y="1309826"/>
                  </a:lnTo>
                  <a:lnTo>
                    <a:pt x="5294429" y="1311700"/>
                  </a:lnTo>
                  <a:lnTo>
                    <a:pt x="5296081" y="1328947"/>
                  </a:lnTo>
                  <a:lnTo>
                    <a:pt x="5297732" y="1336431"/>
                  </a:lnTo>
                  <a:lnTo>
                    <a:pt x="5299383" y="1335948"/>
                  </a:lnTo>
                  <a:lnTo>
                    <a:pt x="5301035" y="1337886"/>
                  </a:lnTo>
                  <a:lnTo>
                    <a:pt x="5302686" y="1340197"/>
                  </a:lnTo>
                  <a:lnTo>
                    <a:pt x="5304338" y="1321073"/>
                  </a:lnTo>
                  <a:lnTo>
                    <a:pt x="5305989" y="1310428"/>
                  </a:lnTo>
                  <a:lnTo>
                    <a:pt x="5307640" y="1320182"/>
                  </a:lnTo>
                  <a:lnTo>
                    <a:pt x="5309292" y="1310428"/>
                  </a:lnTo>
                  <a:lnTo>
                    <a:pt x="5310943" y="1315733"/>
                  </a:lnTo>
                  <a:lnTo>
                    <a:pt x="5312595" y="1320128"/>
                  </a:lnTo>
                  <a:lnTo>
                    <a:pt x="5314246" y="1311700"/>
                  </a:lnTo>
                  <a:lnTo>
                    <a:pt x="5315897" y="1306835"/>
                  </a:lnTo>
                  <a:lnTo>
                    <a:pt x="5317549" y="1324714"/>
                  </a:lnTo>
                  <a:lnTo>
                    <a:pt x="5319200" y="1330496"/>
                  </a:lnTo>
                  <a:lnTo>
                    <a:pt x="5320852" y="1306835"/>
                  </a:lnTo>
                  <a:lnTo>
                    <a:pt x="5322503" y="1323377"/>
                  </a:lnTo>
                  <a:lnTo>
                    <a:pt x="5324155" y="1316321"/>
                  </a:lnTo>
                  <a:lnTo>
                    <a:pt x="5325806" y="1292953"/>
                  </a:lnTo>
                  <a:lnTo>
                    <a:pt x="5327457" y="1310121"/>
                  </a:lnTo>
                  <a:lnTo>
                    <a:pt x="5329109" y="1311441"/>
                  </a:lnTo>
                  <a:lnTo>
                    <a:pt x="5330760" y="1311027"/>
                  </a:lnTo>
                  <a:lnTo>
                    <a:pt x="5332412" y="1322764"/>
                  </a:lnTo>
                  <a:lnTo>
                    <a:pt x="5334063" y="1318329"/>
                  </a:lnTo>
                  <a:lnTo>
                    <a:pt x="5335714" y="1324718"/>
                  </a:lnTo>
                  <a:lnTo>
                    <a:pt x="5337366" y="1327312"/>
                  </a:lnTo>
                  <a:lnTo>
                    <a:pt x="5339017" y="1294808"/>
                  </a:lnTo>
                  <a:lnTo>
                    <a:pt x="5340669" y="1305198"/>
                  </a:lnTo>
                  <a:lnTo>
                    <a:pt x="5342320" y="1315945"/>
                  </a:lnTo>
                  <a:lnTo>
                    <a:pt x="5343971" y="1304570"/>
                  </a:lnTo>
                  <a:lnTo>
                    <a:pt x="5345623" y="1308824"/>
                  </a:lnTo>
                  <a:lnTo>
                    <a:pt x="5347274" y="1329379"/>
                  </a:lnTo>
                  <a:lnTo>
                    <a:pt x="5348926" y="1326903"/>
                  </a:lnTo>
                  <a:lnTo>
                    <a:pt x="5350577" y="1318470"/>
                  </a:lnTo>
                  <a:lnTo>
                    <a:pt x="5352229" y="1314065"/>
                  </a:lnTo>
                  <a:lnTo>
                    <a:pt x="5353880" y="1321375"/>
                  </a:lnTo>
                  <a:lnTo>
                    <a:pt x="5355531" y="1326508"/>
                  </a:lnTo>
                  <a:lnTo>
                    <a:pt x="5357183" y="1321375"/>
                  </a:lnTo>
                  <a:lnTo>
                    <a:pt x="5358834" y="1290141"/>
                  </a:lnTo>
                  <a:lnTo>
                    <a:pt x="5360486" y="1267305"/>
                  </a:lnTo>
                  <a:lnTo>
                    <a:pt x="5362137" y="1292862"/>
                  </a:lnTo>
                  <a:lnTo>
                    <a:pt x="5363788" y="1318980"/>
                  </a:lnTo>
                  <a:lnTo>
                    <a:pt x="5365440" y="1320561"/>
                  </a:lnTo>
                  <a:lnTo>
                    <a:pt x="5367091" y="1301543"/>
                  </a:lnTo>
                  <a:lnTo>
                    <a:pt x="5368743" y="1325919"/>
                  </a:lnTo>
                  <a:lnTo>
                    <a:pt x="5370394" y="1328966"/>
                  </a:lnTo>
                  <a:lnTo>
                    <a:pt x="5372046" y="1308914"/>
                  </a:lnTo>
                  <a:lnTo>
                    <a:pt x="5373697" y="1301543"/>
                  </a:lnTo>
                  <a:lnTo>
                    <a:pt x="5375348" y="1308729"/>
                  </a:lnTo>
                  <a:lnTo>
                    <a:pt x="5377000" y="1308729"/>
                  </a:lnTo>
                  <a:lnTo>
                    <a:pt x="5378651" y="1325673"/>
                  </a:lnTo>
                  <a:lnTo>
                    <a:pt x="5380303" y="1324888"/>
                  </a:lnTo>
                  <a:lnTo>
                    <a:pt x="5381954" y="1325673"/>
                  </a:lnTo>
                  <a:lnTo>
                    <a:pt x="5383605" y="1321372"/>
                  </a:lnTo>
                  <a:lnTo>
                    <a:pt x="5385257" y="1311821"/>
                  </a:lnTo>
                  <a:lnTo>
                    <a:pt x="5386908" y="1307432"/>
                  </a:lnTo>
                  <a:lnTo>
                    <a:pt x="5388560" y="1304010"/>
                  </a:lnTo>
                  <a:lnTo>
                    <a:pt x="5390211" y="1293415"/>
                  </a:lnTo>
                  <a:lnTo>
                    <a:pt x="5391862" y="1293829"/>
                  </a:lnTo>
                  <a:lnTo>
                    <a:pt x="5393514" y="1289313"/>
                  </a:lnTo>
                  <a:lnTo>
                    <a:pt x="5395165" y="1294686"/>
                  </a:lnTo>
                  <a:lnTo>
                    <a:pt x="5396817" y="1293829"/>
                  </a:lnTo>
                  <a:lnTo>
                    <a:pt x="5398468" y="1290455"/>
                  </a:lnTo>
                  <a:lnTo>
                    <a:pt x="5400120" y="1300272"/>
                  </a:lnTo>
                  <a:lnTo>
                    <a:pt x="5401771" y="1307849"/>
                  </a:lnTo>
                  <a:lnTo>
                    <a:pt x="5403422" y="1300272"/>
                  </a:lnTo>
                  <a:lnTo>
                    <a:pt x="5405074" y="1319505"/>
                  </a:lnTo>
                  <a:lnTo>
                    <a:pt x="5406725" y="1316936"/>
                  </a:lnTo>
                  <a:lnTo>
                    <a:pt x="5408377" y="1325673"/>
                  </a:lnTo>
                  <a:lnTo>
                    <a:pt x="5410028" y="1323754"/>
                  </a:lnTo>
                  <a:lnTo>
                    <a:pt x="5411679" y="1308850"/>
                  </a:lnTo>
                  <a:lnTo>
                    <a:pt x="5413331" y="1292282"/>
                  </a:lnTo>
                  <a:lnTo>
                    <a:pt x="5414982" y="1293829"/>
                  </a:lnTo>
                  <a:lnTo>
                    <a:pt x="5416634" y="1305576"/>
                  </a:lnTo>
                  <a:lnTo>
                    <a:pt x="5418285" y="1325919"/>
                  </a:lnTo>
                  <a:lnTo>
                    <a:pt x="5419936" y="1328527"/>
                  </a:lnTo>
                  <a:lnTo>
                    <a:pt x="5421588" y="1327494"/>
                  </a:lnTo>
                  <a:lnTo>
                    <a:pt x="5423239" y="1321862"/>
                  </a:lnTo>
                  <a:lnTo>
                    <a:pt x="5424891" y="1325638"/>
                  </a:lnTo>
                  <a:lnTo>
                    <a:pt x="5426542" y="1304610"/>
                  </a:lnTo>
                  <a:lnTo>
                    <a:pt x="5428194" y="1276158"/>
                  </a:lnTo>
                  <a:lnTo>
                    <a:pt x="5429845" y="1276956"/>
                  </a:lnTo>
                  <a:lnTo>
                    <a:pt x="5431496" y="1287753"/>
                  </a:lnTo>
                  <a:lnTo>
                    <a:pt x="5433148" y="1309896"/>
                  </a:lnTo>
                  <a:lnTo>
                    <a:pt x="5434799" y="1318211"/>
                  </a:lnTo>
                  <a:lnTo>
                    <a:pt x="5436451" y="1318211"/>
                  </a:lnTo>
                  <a:lnTo>
                    <a:pt x="5438102" y="1311459"/>
                  </a:lnTo>
                  <a:lnTo>
                    <a:pt x="5439753" y="1275576"/>
                  </a:lnTo>
                  <a:lnTo>
                    <a:pt x="5441405" y="1301779"/>
                  </a:lnTo>
                  <a:lnTo>
                    <a:pt x="5443056" y="1274313"/>
                  </a:lnTo>
                  <a:lnTo>
                    <a:pt x="5444708" y="1299408"/>
                  </a:lnTo>
                  <a:lnTo>
                    <a:pt x="5446359" y="1327653"/>
                  </a:lnTo>
                  <a:lnTo>
                    <a:pt x="5448011" y="1330400"/>
                  </a:lnTo>
                  <a:lnTo>
                    <a:pt x="5449662" y="1308516"/>
                  </a:lnTo>
                  <a:lnTo>
                    <a:pt x="5451313" y="1312080"/>
                  </a:lnTo>
                  <a:lnTo>
                    <a:pt x="5452965" y="1321302"/>
                  </a:lnTo>
                  <a:lnTo>
                    <a:pt x="5454616" y="1298588"/>
                  </a:lnTo>
                  <a:lnTo>
                    <a:pt x="5456268" y="1320386"/>
                  </a:lnTo>
                  <a:lnTo>
                    <a:pt x="5457919" y="1311431"/>
                  </a:lnTo>
                  <a:lnTo>
                    <a:pt x="5459570" y="1290129"/>
                  </a:lnTo>
                  <a:lnTo>
                    <a:pt x="5461222" y="1327452"/>
                  </a:lnTo>
                  <a:lnTo>
                    <a:pt x="5462873" y="1328080"/>
                  </a:lnTo>
                  <a:lnTo>
                    <a:pt x="5464525" y="1326919"/>
                  </a:lnTo>
                  <a:lnTo>
                    <a:pt x="5466176" y="1326445"/>
                  </a:lnTo>
                  <a:lnTo>
                    <a:pt x="5467827" y="1325921"/>
                  </a:lnTo>
                  <a:lnTo>
                    <a:pt x="5469479" y="1324890"/>
                  </a:lnTo>
                  <a:lnTo>
                    <a:pt x="5471130" y="1320124"/>
                  </a:lnTo>
                  <a:lnTo>
                    <a:pt x="5472782" y="1307253"/>
                  </a:lnTo>
                  <a:lnTo>
                    <a:pt x="5474433" y="1285618"/>
                  </a:lnTo>
                  <a:lnTo>
                    <a:pt x="5476085" y="1317023"/>
                  </a:lnTo>
                  <a:lnTo>
                    <a:pt x="5477736" y="1313936"/>
                  </a:lnTo>
                  <a:lnTo>
                    <a:pt x="5479387" y="1321388"/>
                  </a:lnTo>
                  <a:lnTo>
                    <a:pt x="5481039" y="1288986"/>
                  </a:lnTo>
                  <a:lnTo>
                    <a:pt x="5482690" y="1293356"/>
                  </a:lnTo>
                  <a:lnTo>
                    <a:pt x="5484342" y="1301728"/>
                  </a:lnTo>
                  <a:lnTo>
                    <a:pt x="5485993" y="1263732"/>
                  </a:lnTo>
                  <a:lnTo>
                    <a:pt x="5487644" y="1252972"/>
                  </a:lnTo>
                  <a:lnTo>
                    <a:pt x="5489296" y="1261396"/>
                  </a:lnTo>
                  <a:lnTo>
                    <a:pt x="5490947" y="1244647"/>
                  </a:lnTo>
                  <a:lnTo>
                    <a:pt x="5492599" y="1244939"/>
                  </a:lnTo>
                  <a:lnTo>
                    <a:pt x="5494250" y="1257519"/>
                  </a:lnTo>
                  <a:lnTo>
                    <a:pt x="5495901" y="1252639"/>
                  </a:lnTo>
                  <a:lnTo>
                    <a:pt x="5497553" y="1288657"/>
                  </a:lnTo>
                  <a:lnTo>
                    <a:pt x="5499204" y="1300353"/>
                  </a:lnTo>
                  <a:lnTo>
                    <a:pt x="5500856" y="1279352"/>
                  </a:lnTo>
                  <a:lnTo>
                    <a:pt x="5502507" y="1276510"/>
                  </a:lnTo>
                  <a:lnTo>
                    <a:pt x="5504159" y="1258434"/>
                  </a:lnTo>
                  <a:lnTo>
                    <a:pt x="5505810" y="1217372"/>
                  </a:lnTo>
                  <a:lnTo>
                    <a:pt x="5507461" y="1167350"/>
                  </a:lnTo>
                  <a:lnTo>
                    <a:pt x="5509113" y="1173937"/>
                  </a:lnTo>
                  <a:lnTo>
                    <a:pt x="5510764" y="1213515"/>
                  </a:lnTo>
                  <a:lnTo>
                    <a:pt x="5512416" y="1207587"/>
                  </a:lnTo>
                  <a:lnTo>
                    <a:pt x="5514067" y="1182366"/>
                  </a:lnTo>
                  <a:lnTo>
                    <a:pt x="5515718" y="1176367"/>
                  </a:lnTo>
                  <a:lnTo>
                    <a:pt x="5517370" y="1176678"/>
                  </a:lnTo>
                  <a:lnTo>
                    <a:pt x="5519021" y="1143836"/>
                  </a:lnTo>
                  <a:lnTo>
                    <a:pt x="5520673" y="1118372"/>
                  </a:lnTo>
                  <a:lnTo>
                    <a:pt x="5522324" y="1063964"/>
                  </a:lnTo>
                  <a:lnTo>
                    <a:pt x="5523975" y="1015169"/>
                  </a:lnTo>
                  <a:lnTo>
                    <a:pt x="5525627" y="974371"/>
                  </a:lnTo>
                  <a:lnTo>
                    <a:pt x="5527278" y="960450"/>
                  </a:lnTo>
                  <a:lnTo>
                    <a:pt x="5528930" y="950992"/>
                  </a:lnTo>
                  <a:lnTo>
                    <a:pt x="5530581" y="944490"/>
                  </a:lnTo>
                  <a:lnTo>
                    <a:pt x="5532233" y="959753"/>
                  </a:lnTo>
                  <a:lnTo>
                    <a:pt x="5533884" y="961012"/>
                  </a:lnTo>
                  <a:lnTo>
                    <a:pt x="5535535" y="964588"/>
                  </a:lnTo>
                  <a:lnTo>
                    <a:pt x="5537187" y="942548"/>
                  </a:lnTo>
                  <a:lnTo>
                    <a:pt x="5538838" y="958946"/>
                  </a:lnTo>
                  <a:lnTo>
                    <a:pt x="5540490" y="975777"/>
                  </a:lnTo>
                  <a:lnTo>
                    <a:pt x="5542141" y="1014618"/>
                  </a:lnTo>
                  <a:lnTo>
                    <a:pt x="5543792" y="1026711"/>
                  </a:lnTo>
                  <a:lnTo>
                    <a:pt x="5545444" y="1092504"/>
                  </a:lnTo>
                  <a:lnTo>
                    <a:pt x="5547095" y="1138257"/>
                  </a:lnTo>
                  <a:lnTo>
                    <a:pt x="5548747" y="1153297"/>
                  </a:lnTo>
                  <a:lnTo>
                    <a:pt x="5550398" y="1172949"/>
                  </a:lnTo>
                  <a:lnTo>
                    <a:pt x="5552050" y="1184556"/>
                  </a:lnTo>
                  <a:lnTo>
                    <a:pt x="5553701" y="1187079"/>
                  </a:lnTo>
                  <a:lnTo>
                    <a:pt x="5555352" y="1160617"/>
                  </a:lnTo>
                  <a:lnTo>
                    <a:pt x="5557004" y="1169060"/>
                  </a:lnTo>
                  <a:lnTo>
                    <a:pt x="5558655" y="1200630"/>
                  </a:lnTo>
                  <a:lnTo>
                    <a:pt x="5560307" y="1219870"/>
                  </a:lnTo>
                  <a:lnTo>
                    <a:pt x="5561958" y="1226403"/>
                  </a:lnTo>
                  <a:lnTo>
                    <a:pt x="5563609" y="1254265"/>
                  </a:lnTo>
                  <a:lnTo>
                    <a:pt x="5565261" y="1274156"/>
                  </a:lnTo>
                  <a:lnTo>
                    <a:pt x="5566912" y="1278567"/>
                  </a:lnTo>
                  <a:lnTo>
                    <a:pt x="5568564" y="1274258"/>
                  </a:lnTo>
                  <a:lnTo>
                    <a:pt x="5570215" y="1279562"/>
                  </a:lnTo>
                  <a:lnTo>
                    <a:pt x="5571866" y="1278333"/>
                  </a:lnTo>
                  <a:lnTo>
                    <a:pt x="5573518" y="1275302"/>
                  </a:lnTo>
                  <a:lnTo>
                    <a:pt x="5575169" y="1271824"/>
                  </a:lnTo>
                  <a:lnTo>
                    <a:pt x="5576821" y="1272010"/>
                  </a:lnTo>
                  <a:lnTo>
                    <a:pt x="5578472" y="1223284"/>
                  </a:lnTo>
                  <a:lnTo>
                    <a:pt x="5580124" y="1228342"/>
                  </a:lnTo>
                  <a:lnTo>
                    <a:pt x="5581775" y="1271531"/>
                  </a:lnTo>
                  <a:lnTo>
                    <a:pt x="5583426" y="1280731"/>
                  </a:lnTo>
                  <a:lnTo>
                    <a:pt x="5585078" y="1273705"/>
                  </a:lnTo>
                  <a:lnTo>
                    <a:pt x="5586729" y="1303659"/>
                  </a:lnTo>
                  <a:lnTo>
                    <a:pt x="5588381" y="1307216"/>
                  </a:lnTo>
                  <a:lnTo>
                    <a:pt x="5590032" y="1305707"/>
                  </a:lnTo>
                  <a:lnTo>
                    <a:pt x="5591683" y="1286152"/>
                  </a:lnTo>
                  <a:lnTo>
                    <a:pt x="5593335" y="1263285"/>
                  </a:lnTo>
                  <a:lnTo>
                    <a:pt x="5594986" y="1293462"/>
                  </a:lnTo>
                  <a:lnTo>
                    <a:pt x="5596638" y="1315908"/>
                  </a:lnTo>
                  <a:lnTo>
                    <a:pt x="5598289" y="1310111"/>
                  </a:lnTo>
                  <a:lnTo>
                    <a:pt x="5599940" y="1268514"/>
                  </a:lnTo>
                  <a:lnTo>
                    <a:pt x="5601592" y="1249343"/>
                  </a:lnTo>
                  <a:lnTo>
                    <a:pt x="5603243" y="1254139"/>
                  </a:lnTo>
                  <a:lnTo>
                    <a:pt x="5604895" y="1263997"/>
                  </a:lnTo>
                  <a:lnTo>
                    <a:pt x="5606546" y="1259093"/>
                  </a:lnTo>
                  <a:lnTo>
                    <a:pt x="5608198" y="1262910"/>
                  </a:lnTo>
                  <a:lnTo>
                    <a:pt x="5609849" y="1273172"/>
                  </a:lnTo>
                  <a:lnTo>
                    <a:pt x="5611500" y="1273172"/>
                  </a:lnTo>
                  <a:lnTo>
                    <a:pt x="5613152" y="1298234"/>
                  </a:lnTo>
                  <a:lnTo>
                    <a:pt x="5614803" y="1292879"/>
                  </a:lnTo>
                  <a:lnTo>
                    <a:pt x="5616455" y="1258658"/>
                  </a:lnTo>
                  <a:lnTo>
                    <a:pt x="5618106" y="1263342"/>
                  </a:lnTo>
                  <a:lnTo>
                    <a:pt x="5619757" y="1264199"/>
                  </a:lnTo>
                  <a:lnTo>
                    <a:pt x="5621409" y="1287236"/>
                  </a:lnTo>
                  <a:lnTo>
                    <a:pt x="5623060" y="1296380"/>
                  </a:lnTo>
                  <a:lnTo>
                    <a:pt x="5624712" y="1270332"/>
                  </a:lnTo>
                  <a:lnTo>
                    <a:pt x="5626363" y="1259715"/>
                  </a:lnTo>
                  <a:lnTo>
                    <a:pt x="5628015" y="1260572"/>
                  </a:lnTo>
                  <a:lnTo>
                    <a:pt x="5629666" y="1262288"/>
                  </a:lnTo>
                  <a:lnTo>
                    <a:pt x="5631317" y="1241108"/>
                  </a:lnTo>
                  <a:lnTo>
                    <a:pt x="5632969" y="1228154"/>
                  </a:lnTo>
                  <a:lnTo>
                    <a:pt x="5634620" y="1225615"/>
                  </a:lnTo>
                  <a:lnTo>
                    <a:pt x="5636272" y="1235069"/>
                  </a:lnTo>
                  <a:lnTo>
                    <a:pt x="5637923" y="1237670"/>
                  </a:lnTo>
                  <a:lnTo>
                    <a:pt x="5639574" y="1255378"/>
                  </a:lnTo>
                  <a:lnTo>
                    <a:pt x="5641226" y="1287449"/>
                  </a:lnTo>
                  <a:lnTo>
                    <a:pt x="5642877" y="1283536"/>
                  </a:lnTo>
                  <a:lnTo>
                    <a:pt x="5644529" y="1293296"/>
                  </a:lnTo>
                  <a:lnTo>
                    <a:pt x="5646180" y="1286641"/>
                  </a:lnTo>
                  <a:lnTo>
                    <a:pt x="5647831" y="1275444"/>
                  </a:lnTo>
                  <a:lnTo>
                    <a:pt x="5649483" y="1254468"/>
                  </a:lnTo>
                  <a:lnTo>
                    <a:pt x="5651134" y="1255600"/>
                  </a:lnTo>
                  <a:lnTo>
                    <a:pt x="5652786" y="1253000"/>
                  </a:lnTo>
                  <a:lnTo>
                    <a:pt x="5654437" y="1252022"/>
                  </a:lnTo>
                  <a:lnTo>
                    <a:pt x="5656089" y="1259607"/>
                  </a:lnTo>
                  <a:lnTo>
                    <a:pt x="5657740" y="1285881"/>
                  </a:lnTo>
                  <a:lnTo>
                    <a:pt x="5659391" y="1289111"/>
                  </a:lnTo>
                  <a:lnTo>
                    <a:pt x="5661043" y="1273353"/>
                  </a:lnTo>
                  <a:lnTo>
                    <a:pt x="5662694" y="1290453"/>
                  </a:lnTo>
                  <a:lnTo>
                    <a:pt x="5664346" y="1290879"/>
                  </a:lnTo>
                  <a:lnTo>
                    <a:pt x="5665997" y="1300634"/>
                  </a:lnTo>
                  <a:lnTo>
                    <a:pt x="5667648" y="1297336"/>
                  </a:lnTo>
                  <a:lnTo>
                    <a:pt x="5669300" y="1287613"/>
                  </a:lnTo>
                  <a:lnTo>
                    <a:pt x="5670951" y="1289596"/>
                  </a:lnTo>
                  <a:lnTo>
                    <a:pt x="5672603" y="1288048"/>
                  </a:lnTo>
                  <a:lnTo>
                    <a:pt x="5674254" y="1288906"/>
                  </a:lnTo>
                  <a:lnTo>
                    <a:pt x="5675905" y="1307648"/>
                  </a:lnTo>
                  <a:lnTo>
                    <a:pt x="5677557" y="1289486"/>
                  </a:lnTo>
                  <a:lnTo>
                    <a:pt x="5679208" y="1276769"/>
                  </a:lnTo>
                  <a:lnTo>
                    <a:pt x="5680860" y="1286222"/>
                  </a:lnTo>
                  <a:lnTo>
                    <a:pt x="5682511" y="1305251"/>
                  </a:lnTo>
                  <a:lnTo>
                    <a:pt x="5684163" y="1305251"/>
                  </a:lnTo>
                  <a:lnTo>
                    <a:pt x="5685814" y="1288354"/>
                  </a:lnTo>
                  <a:lnTo>
                    <a:pt x="5687465" y="1282387"/>
                  </a:lnTo>
                  <a:lnTo>
                    <a:pt x="5689117" y="1289486"/>
                  </a:lnTo>
                  <a:lnTo>
                    <a:pt x="5690768" y="1300026"/>
                  </a:lnTo>
                  <a:lnTo>
                    <a:pt x="5692420" y="1289051"/>
                  </a:lnTo>
                  <a:lnTo>
                    <a:pt x="5694071" y="1291288"/>
                  </a:lnTo>
                  <a:lnTo>
                    <a:pt x="5695722" y="1275093"/>
                  </a:lnTo>
                  <a:lnTo>
                    <a:pt x="5697374" y="1265229"/>
                  </a:lnTo>
                  <a:lnTo>
                    <a:pt x="5699025" y="1262617"/>
                  </a:lnTo>
                  <a:lnTo>
                    <a:pt x="5700677" y="1252213"/>
                  </a:lnTo>
                  <a:lnTo>
                    <a:pt x="5702328" y="1225837"/>
                  </a:lnTo>
                  <a:lnTo>
                    <a:pt x="5703979" y="1230686"/>
                  </a:lnTo>
                  <a:lnTo>
                    <a:pt x="5705631" y="1266345"/>
                  </a:lnTo>
                  <a:lnTo>
                    <a:pt x="5707282" y="1271597"/>
                  </a:lnTo>
                  <a:lnTo>
                    <a:pt x="5708934" y="1286033"/>
                  </a:lnTo>
                  <a:lnTo>
                    <a:pt x="5710585" y="1303245"/>
                  </a:lnTo>
                  <a:lnTo>
                    <a:pt x="5712237" y="1307876"/>
                  </a:lnTo>
                  <a:lnTo>
                    <a:pt x="5713888" y="1305216"/>
                  </a:lnTo>
                  <a:lnTo>
                    <a:pt x="5715539" y="1295777"/>
                  </a:lnTo>
                  <a:lnTo>
                    <a:pt x="5717191" y="1315771"/>
                  </a:lnTo>
                  <a:lnTo>
                    <a:pt x="5718842" y="1325926"/>
                  </a:lnTo>
                  <a:lnTo>
                    <a:pt x="5720494" y="1307377"/>
                  </a:lnTo>
                  <a:lnTo>
                    <a:pt x="5722145" y="1307377"/>
                  </a:lnTo>
                  <a:lnTo>
                    <a:pt x="5723796" y="1316475"/>
                  </a:lnTo>
                  <a:lnTo>
                    <a:pt x="5725448" y="1309648"/>
                  </a:lnTo>
                  <a:lnTo>
                    <a:pt x="5727099" y="1296838"/>
                  </a:lnTo>
                  <a:lnTo>
                    <a:pt x="5728751" y="1297432"/>
                  </a:lnTo>
                  <a:lnTo>
                    <a:pt x="5730402" y="1258756"/>
                  </a:lnTo>
                  <a:lnTo>
                    <a:pt x="5732054" y="1234951"/>
                  </a:lnTo>
                  <a:lnTo>
                    <a:pt x="5733705" y="1271974"/>
                  </a:lnTo>
                  <a:lnTo>
                    <a:pt x="5735356" y="1309218"/>
                  </a:lnTo>
                  <a:lnTo>
                    <a:pt x="5737008" y="1308689"/>
                  </a:lnTo>
                  <a:lnTo>
                    <a:pt x="5738659" y="1297045"/>
                  </a:lnTo>
                  <a:lnTo>
                    <a:pt x="5740311" y="1287784"/>
                  </a:lnTo>
                  <a:lnTo>
                    <a:pt x="5741962" y="1282458"/>
                  </a:lnTo>
                  <a:lnTo>
                    <a:pt x="5743613" y="1299008"/>
                  </a:lnTo>
                  <a:lnTo>
                    <a:pt x="5745265" y="1287921"/>
                  </a:lnTo>
                  <a:lnTo>
                    <a:pt x="5746916" y="1293657"/>
                  </a:lnTo>
                  <a:lnTo>
                    <a:pt x="5748568" y="1308108"/>
                  </a:lnTo>
                  <a:lnTo>
                    <a:pt x="5750219" y="1300531"/>
                  </a:lnTo>
                  <a:lnTo>
                    <a:pt x="5751870" y="1304832"/>
                  </a:lnTo>
                  <a:lnTo>
                    <a:pt x="5753522" y="1273457"/>
                  </a:lnTo>
                  <a:lnTo>
                    <a:pt x="5755173" y="1262422"/>
                  </a:lnTo>
                  <a:lnTo>
                    <a:pt x="5756825" y="1285613"/>
                  </a:lnTo>
                  <a:lnTo>
                    <a:pt x="5758476" y="1310563"/>
                  </a:lnTo>
                  <a:lnTo>
                    <a:pt x="5760128" y="1301982"/>
                  </a:lnTo>
                  <a:lnTo>
                    <a:pt x="5761779" y="1294779"/>
                  </a:lnTo>
                  <a:lnTo>
                    <a:pt x="5763430" y="1322303"/>
                  </a:lnTo>
                  <a:lnTo>
                    <a:pt x="5765082" y="1320516"/>
                  </a:lnTo>
                  <a:lnTo>
                    <a:pt x="5766733" y="1312806"/>
                  </a:lnTo>
                  <a:lnTo>
                    <a:pt x="5768385" y="1323261"/>
                  </a:lnTo>
                  <a:lnTo>
                    <a:pt x="5770036" y="1313961"/>
                  </a:lnTo>
                  <a:lnTo>
                    <a:pt x="5771687" y="1304676"/>
                  </a:lnTo>
                  <a:lnTo>
                    <a:pt x="5773339" y="1298076"/>
                  </a:lnTo>
                  <a:lnTo>
                    <a:pt x="5774990" y="1299210"/>
                  </a:lnTo>
                  <a:lnTo>
                    <a:pt x="5776642" y="1318577"/>
                  </a:lnTo>
                  <a:lnTo>
                    <a:pt x="5778293" y="1315433"/>
                  </a:lnTo>
                  <a:lnTo>
                    <a:pt x="5779944" y="1299624"/>
                  </a:lnTo>
                  <a:lnTo>
                    <a:pt x="5781596" y="1315937"/>
                  </a:lnTo>
                  <a:lnTo>
                    <a:pt x="5783247" y="1309530"/>
                  </a:lnTo>
                  <a:lnTo>
                    <a:pt x="5784899" y="1303405"/>
                  </a:lnTo>
                  <a:lnTo>
                    <a:pt x="5786550" y="1318506"/>
                  </a:lnTo>
                  <a:lnTo>
                    <a:pt x="5788202" y="1313467"/>
                  </a:lnTo>
                  <a:lnTo>
                    <a:pt x="5789853" y="1306938"/>
                  </a:lnTo>
                  <a:lnTo>
                    <a:pt x="5791504" y="1302802"/>
                  </a:lnTo>
                  <a:lnTo>
                    <a:pt x="5793156" y="1295107"/>
                  </a:lnTo>
                  <a:lnTo>
                    <a:pt x="5794807" y="1303573"/>
                  </a:lnTo>
                  <a:lnTo>
                    <a:pt x="5796459" y="1315115"/>
                  </a:lnTo>
                  <a:lnTo>
                    <a:pt x="5798110" y="1296548"/>
                  </a:lnTo>
                  <a:lnTo>
                    <a:pt x="5799761" y="1315509"/>
                  </a:lnTo>
                  <a:lnTo>
                    <a:pt x="5801413" y="1312253"/>
                  </a:lnTo>
                  <a:lnTo>
                    <a:pt x="5803064" y="1319849"/>
                  </a:lnTo>
                  <a:lnTo>
                    <a:pt x="5804716" y="1316386"/>
                  </a:lnTo>
                  <a:lnTo>
                    <a:pt x="5806367" y="1314713"/>
                  </a:lnTo>
                  <a:lnTo>
                    <a:pt x="5808019" y="1325588"/>
                  </a:lnTo>
                  <a:lnTo>
                    <a:pt x="5809670" y="1307246"/>
                  </a:lnTo>
                  <a:lnTo>
                    <a:pt x="5811321" y="1319769"/>
                  </a:lnTo>
                  <a:lnTo>
                    <a:pt x="5812973" y="1328997"/>
                  </a:lnTo>
                  <a:lnTo>
                    <a:pt x="5814624" y="1322141"/>
                  </a:lnTo>
                  <a:lnTo>
                    <a:pt x="5816276" y="1322850"/>
                  </a:lnTo>
                  <a:lnTo>
                    <a:pt x="5817927" y="1333913"/>
                  </a:lnTo>
                  <a:lnTo>
                    <a:pt x="5819578" y="1304676"/>
                  </a:lnTo>
                  <a:lnTo>
                    <a:pt x="5821230" y="1290547"/>
                  </a:lnTo>
                  <a:lnTo>
                    <a:pt x="5822881" y="1296134"/>
                  </a:lnTo>
                  <a:lnTo>
                    <a:pt x="5824533" y="1290547"/>
                  </a:lnTo>
                  <a:lnTo>
                    <a:pt x="5826184" y="1307246"/>
                  </a:lnTo>
                  <a:lnTo>
                    <a:pt x="5827835" y="1316443"/>
                  </a:lnTo>
                  <a:lnTo>
                    <a:pt x="5829487" y="1305915"/>
                  </a:lnTo>
                  <a:lnTo>
                    <a:pt x="5831138" y="1294168"/>
                  </a:lnTo>
                  <a:lnTo>
                    <a:pt x="5832790" y="1287753"/>
                  </a:lnTo>
                  <a:lnTo>
                    <a:pt x="5834441" y="1298329"/>
                  </a:lnTo>
                  <a:lnTo>
                    <a:pt x="5836093" y="1306736"/>
                  </a:lnTo>
                  <a:lnTo>
                    <a:pt x="5837744" y="1306736"/>
                  </a:lnTo>
                  <a:lnTo>
                    <a:pt x="5839395" y="1310926"/>
                  </a:lnTo>
                  <a:lnTo>
                    <a:pt x="5841047" y="1306346"/>
                  </a:lnTo>
                  <a:lnTo>
                    <a:pt x="5842698" y="1300431"/>
                  </a:lnTo>
                  <a:lnTo>
                    <a:pt x="5844350" y="1292717"/>
                  </a:lnTo>
                  <a:lnTo>
                    <a:pt x="5846001" y="1312938"/>
                  </a:lnTo>
                  <a:lnTo>
                    <a:pt x="5847652" y="1320372"/>
                  </a:lnTo>
                  <a:lnTo>
                    <a:pt x="5849304" y="1296894"/>
                  </a:lnTo>
                  <a:lnTo>
                    <a:pt x="5850955" y="1309243"/>
                  </a:lnTo>
                  <a:lnTo>
                    <a:pt x="5852607" y="1307810"/>
                  </a:lnTo>
                  <a:lnTo>
                    <a:pt x="5854258" y="1306116"/>
                  </a:lnTo>
                  <a:lnTo>
                    <a:pt x="5855909" y="1301487"/>
                  </a:lnTo>
                  <a:lnTo>
                    <a:pt x="5857561" y="1295259"/>
                  </a:lnTo>
                  <a:lnTo>
                    <a:pt x="5859212" y="1313627"/>
                  </a:lnTo>
                  <a:lnTo>
                    <a:pt x="5860864" y="1317093"/>
                  </a:lnTo>
                  <a:lnTo>
                    <a:pt x="5862515" y="1313149"/>
                  </a:lnTo>
                  <a:lnTo>
                    <a:pt x="5864167" y="1280353"/>
                  </a:lnTo>
                  <a:lnTo>
                    <a:pt x="5865818" y="1264821"/>
                  </a:lnTo>
                  <a:lnTo>
                    <a:pt x="5867469" y="1262181"/>
                  </a:lnTo>
                  <a:lnTo>
                    <a:pt x="5869121" y="1286067"/>
                  </a:lnTo>
                  <a:lnTo>
                    <a:pt x="5870772" y="1292473"/>
                  </a:lnTo>
                  <a:lnTo>
                    <a:pt x="5872424" y="1298708"/>
                  </a:lnTo>
                  <a:lnTo>
                    <a:pt x="5874075" y="1284253"/>
                  </a:lnTo>
                  <a:lnTo>
                    <a:pt x="5875726" y="1253427"/>
                  </a:lnTo>
                  <a:lnTo>
                    <a:pt x="5877378" y="1265931"/>
                  </a:lnTo>
                  <a:lnTo>
                    <a:pt x="5879029" y="1295018"/>
                  </a:lnTo>
                  <a:lnTo>
                    <a:pt x="5880681" y="1290596"/>
                  </a:lnTo>
                  <a:lnTo>
                    <a:pt x="5882332" y="1246972"/>
                  </a:lnTo>
                  <a:lnTo>
                    <a:pt x="5883983" y="1222139"/>
                  </a:lnTo>
                  <a:lnTo>
                    <a:pt x="5885635" y="1216828"/>
                  </a:lnTo>
                  <a:lnTo>
                    <a:pt x="5887286" y="1219642"/>
                  </a:lnTo>
                  <a:lnTo>
                    <a:pt x="5888938" y="1247576"/>
                  </a:lnTo>
                  <a:lnTo>
                    <a:pt x="5890589" y="1254734"/>
                  </a:lnTo>
                  <a:lnTo>
                    <a:pt x="5892241" y="1192650"/>
                  </a:lnTo>
                  <a:lnTo>
                    <a:pt x="5893892" y="1168183"/>
                  </a:lnTo>
                  <a:lnTo>
                    <a:pt x="5895543" y="1132498"/>
                  </a:lnTo>
                  <a:lnTo>
                    <a:pt x="5897195" y="1090918"/>
                  </a:lnTo>
                  <a:lnTo>
                    <a:pt x="5898846" y="1090918"/>
                  </a:lnTo>
                  <a:lnTo>
                    <a:pt x="5900498" y="1089699"/>
                  </a:lnTo>
                  <a:lnTo>
                    <a:pt x="5902149" y="1080207"/>
                  </a:lnTo>
                  <a:lnTo>
                    <a:pt x="5903800" y="1084228"/>
                  </a:lnTo>
                  <a:lnTo>
                    <a:pt x="5905452" y="1140528"/>
                  </a:lnTo>
                  <a:lnTo>
                    <a:pt x="5907103" y="1174837"/>
                  </a:lnTo>
                  <a:lnTo>
                    <a:pt x="5908755" y="1181721"/>
                  </a:lnTo>
                  <a:lnTo>
                    <a:pt x="5910406" y="1178884"/>
                  </a:lnTo>
                  <a:lnTo>
                    <a:pt x="5912058" y="1196360"/>
                  </a:lnTo>
                  <a:lnTo>
                    <a:pt x="5913709" y="1226481"/>
                  </a:lnTo>
                  <a:lnTo>
                    <a:pt x="5915360" y="1274119"/>
                  </a:lnTo>
                  <a:lnTo>
                    <a:pt x="5917012" y="1296326"/>
                  </a:lnTo>
                  <a:lnTo>
                    <a:pt x="5918663" y="1279401"/>
                  </a:lnTo>
                  <a:lnTo>
                    <a:pt x="5920315" y="1246844"/>
                  </a:lnTo>
                  <a:lnTo>
                    <a:pt x="5921966" y="1240381"/>
                  </a:lnTo>
                  <a:lnTo>
                    <a:pt x="5923617" y="1277057"/>
                  </a:lnTo>
                  <a:lnTo>
                    <a:pt x="5925269" y="1283386"/>
                  </a:lnTo>
                  <a:lnTo>
                    <a:pt x="5926920" y="1246964"/>
                  </a:lnTo>
                  <a:lnTo>
                    <a:pt x="5928572" y="1243638"/>
                  </a:lnTo>
                  <a:lnTo>
                    <a:pt x="5930223" y="1263374"/>
                  </a:lnTo>
                  <a:lnTo>
                    <a:pt x="5931874" y="1295860"/>
                  </a:lnTo>
                  <a:lnTo>
                    <a:pt x="5933526" y="1303998"/>
                  </a:lnTo>
                  <a:lnTo>
                    <a:pt x="5935177" y="1298370"/>
                  </a:lnTo>
                  <a:lnTo>
                    <a:pt x="5936829" y="1287054"/>
                  </a:lnTo>
                  <a:lnTo>
                    <a:pt x="5938480" y="1298176"/>
                  </a:lnTo>
                  <a:lnTo>
                    <a:pt x="5940132" y="1318085"/>
                  </a:lnTo>
                  <a:lnTo>
                    <a:pt x="5941783" y="1290198"/>
                  </a:lnTo>
                  <a:lnTo>
                    <a:pt x="5943434" y="1269631"/>
                  </a:lnTo>
                  <a:lnTo>
                    <a:pt x="5945086" y="1302289"/>
                  </a:lnTo>
                  <a:lnTo>
                    <a:pt x="5946737" y="1289456"/>
                  </a:lnTo>
                  <a:lnTo>
                    <a:pt x="5948389" y="1290198"/>
                  </a:lnTo>
                  <a:lnTo>
                    <a:pt x="5950040" y="1291326"/>
                  </a:lnTo>
                  <a:lnTo>
                    <a:pt x="5951691" y="1305458"/>
                  </a:lnTo>
                  <a:lnTo>
                    <a:pt x="5953343" y="1292510"/>
                  </a:lnTo>
                  <a:lnTo>
                    <a:pt x="5954994" y="1292452"/>
                  </a:lnTo>
                  <a:lnTo>
                    <a:pt x="5956646" y="1300975"/>
                  </a:lnTo>
                  <a:lnTo>
                    <a:pt x="5958297" y="1291268"/>
                  </a:lnTo>
                  <a:lnTo>
                    <a:pt x="5959948" y="1274855"/>
                  </a:lnTo>
                  <a:lnTo>
                    <a:pt x="5961600" y="1287255"/>
                  </a:lnTo>
                  <a:lnTo>
                    <a:pt x="5963251" y="1286398"/>
                  </a:lnTo>
                  <a:lnTo>
                    <a:pt x="5964903" y="1301552"/>
                  </a:lnTo>
                  <a:lnTo>
                    <a:pt x="5966554" y="1318889"/>
                  </a:lnTo>
                  <a:lnTo>
                    <a:pt x="5968206" y="1313972"/>
                  </a:lnTo>
                  <a:lnTo>
                    <a:pt x="5969857" y="1311471"/>
                  </a:lnTo>
                  <a:lnTo>
                    <a:pt x="5971508" y="1313972"/>
                  </a:lnTo>
                  <a:lnTo>
                    <a:pt x="5973160" y="1309337"/>
                  </a:lnTo>
                  <a:lnTo>
                    <a:pt x="5974811" y="1301161"/>
                  </a:lnTo>
                  <a:lnTo>
                    <a:pt x="5976463" y="1288803"/>
                  </a:lnTo>
                  <a:lnTo>
                    <a:pt x="5978114" y="1289660"/>
                  </a:lnTo>
                  <a:lnTo>
                    <a:pt x="5979765" y="1300551"/>
                  </a:lnTo>
                  <a:lnTo>
                    <a:pt x="5981417" y="1284286"/>
                  </a:lnTo>
                  <a:lnTo>
                    <a:pt x="5983068" y="1287255"/>
                  </a:lnTo>
                  <a:lnTo>
                    <a:pt x="5984720" y="1301552"/>
                  </a:lnTo>
                  <a:lnTo>
                    <a:pt x="5986371" y="1312879"/>
                  </a:lnTo>
                  <a:lnTo>
                    <a:pt x="5988023" y="1297509"/>
                  </a:lnTo>
                  <a:lnTo>
                    <a:pt x="5989674" y="1300100"/>
                  </a:lnTo>
                  <a:lnTo>
                    <a:pt x="5991325" y="1300100"/>
                  </a:lnTo>
                  <a:lnTo>
                    <a:pt x="5992977" y="1308348"/>
                  </a:lnTo>
                  <a:lnTo>
                    <a:pt x="5994628" y="1287255"/>
                  </a:lnTo>
                  <a:lnTo>
                    <a:pt x="5996280" y="1280897"/>
                  </a:lnTo>
                  <a:lnTo>
                    <a:pt x="5997931" y="1278431"/>
                  </a:lnTo>
                  <a:lnTo>
                    <a:pt x="5999582" y="1287255"/>
                  </a:lnTo>
                  <a:lnTo>
                    <a:pt x="6001234" y="1315179"/>
                  </a:lnTo>
                  <a:lnTo>
                    <a:pt x="6002885" y="1310977"/>
                  </a:lnTo>
                  <a:lnTo>
                    <a:pt x="6004537" y="1301688"/>
                  </a:lnTo>
                  <a:lnTo>
                    <a:pt x="6006188" y="1297239"/>
                  </a:lnTo>
                  <a:lnTo>
                    <a:pt x="6007839" y="1293382"/>
                  </a:lnTo>
                  <a:lnTo>
                    <a:pt x="6009491" y="1293382"/>
                  </a:lnTo>
                  <a:lnTo>
                    <a:pt x="6011142" y="1311223"/>
                  </a:lnTo>
                  <a:lnTo>
                    <a:pt x="6012794" y="1316851"/>
                  </a:lnTo>
                  <a:lnTo>
                    <a:pt x="6014445" y="1316700"/>
                  </a:lnTo>
                  <a:lnTo>
                    <a:pt x="6016097" y="1302682"/>
                  </a:lnTo>
                  <a:lnTo>
                    <a:pt x="6017748" y="1306172"/>
                  </a:lnTo>
                  <a:lnTo>
                    <a:pt x="6019399" y="1306172"/>
                  </a:lnTo>
                  <a:lnTo>
                    <a:pt x="6021051" y="1290810"/>
                  </a:lnTo>
                  <a:lnTo>
                    <a:pt x="6022702" y="1292318"/>
                  </a:lnTo>
                  <a:lnTo>
                    <a:pt x="6024354" y="1300987"/>
                  </a:lnTo>
                  <a:lnTo>
                    <a:pt x="6026005" y="1300067"/>
                  </a:lnTo>
                  <a:lnTo>
                    <a:pt x="6027656" y="1304806"/>
                  </a:lnTo>
                  <a:lnTo>
                    <a:pt x="6029308" y="1295432"/>
                  </a:lnTo>
                  <a:lnTo>
                    <a:pt x="6030959" y="1303036"/>
                  </a:lnTo>
                  <a:lnTo>
                    <a:pt x="6032611" y="1280522"/>
                  </a:lnTo>
                  <a:lnTo>
                    <a:pt x="6034262" y="1281819"/>
                  </a:lnTo>
                  <a:lnTo>
                    <a:pt x="6035913" y="1289894"/>
                  </a:lnTo>
                  <a:lnTo>
                    <a:pt x="6037565" y="1283589"/>
                  </a:lnTo>
                  <a:lnTo>
                    <a:pt x="6039216" y="1276065"/>
                  </a:lnTo>
                  <a:lnTo>
                    <a:pt x="6040868" y="1273782"/>
                  </a:lnTo>
                  <a:lnTo>
                    <a:pt x="6042519" y="1273782"/>
                  </a:lnTo>
                  <a:lnTo>
                    <a:pt x="6044171" y="1276281"/>
                  </a:lnTo>
                  <a:lnTo>
                    <a:pt x="6045822" y="1285425"/>
                  </a:lnTo>
                  <a:lnTo>
                    <a:pt x="6047473" y="1280642"/>
                  </a:lnTo>
                  <a:lnTo>
                    <a:pt x="6049125" y="1279466"/>
                  </a:lnTo>
                  <a:lnTo>
                    <a:pt x="6050776" y="1277062"/>
                  </a:lnTo>
                  <a:lnTo>
                    <a:pt x="6052428" y="1283415"/>
                  </a:lnTo>
                  <a:lnTo>
                    <a:pt x="6054079" y="1298011"/>
                  </a:lnTo>
                  <a:lnTo>
                    <a:pt x="6055730" y="1308635"/>
                  </a:lnTo>
                  <a:lnTo>
                    <a:pt x="6057382" y="1314825"/>
                  </a:lnTo>
                  <a:lnTo>
                    <a:pt x="6059033" y="1302135"/>
                  </a:lnTo>
                  <a:lnTo>
                    <a:pt x="6060685" y="1271735"/>
                  </a:lnTo>
                  <a:lnTo>
                    <a:pt x="6062336" y="1269095"/>
                  </a:lnTo>
                  <a:lnTo>
                    <a:pt x="6063987" y="1269998"/>
                  </a:lnTo>
                  <a:lnTo>
                    <a:pt x="6065639" y="1268217"/>
                  </a:lnTo>
                  <a:lnTo>
                    <a:pt x="6067290" y="1288565"/>
                  </a:lnTo>
                  <a:lnTo>
                    <a:pt x="6068942" y="1308547"/>
                  </a:lnTo>
                  <a:lnTo>
                    <a:pt x="6070593" y="1288082"/>
                  </a:lnTo>
                  <a:lnTo>
                    <a:pt x="6072245" y="1268802"/>
                  </a:lnTo>
                  <a:lnTo>
                    <a:pt x="6073896" y="1270628"/>
                  </a:lnTo>
                  <a:lnTo>
                    <a:pt x="6075547" y="1283328"/>
                  </a:lnTo>
                  <a:lnTo>
                    <a:pt x="6077199" y="1283025"/>
                  </a:lnTo>
                  <a:lnTo>
                    <a:pt x="6078850" y="1270670"/>
                  </a:lnTo>
                  <a:lnTo>
                    <a:pt x="6080502" y="1270670"/>
                  </a:lnTo>
                  <a:lnTo>
                    <a:pt x="6082153" y="1273240"/>
                  </a:lnTo>
                  <a:lnTo>
                    <a:pt x="6083804" y="1261575"/>
                  </a:lnTo>
                  <a:lnTo>
                    <a:pt x="6085456" y="1261575"/>
                  </a:lnTo>
                  <a:lnTo>
                    <a:pt x="6087107" y="1300600"/>
                  </a:lnTo>
                  <a:lnTo>
                    <a:pt x="6088759" y="1281774"/>
                  </a:lnTo>
                  <a:lnTo>
                    <a:pt x="6090410" y="1245198"/>
                  </a:lnTo>
                  <a:lnTo>
                    <a:pt x="6092062" y="1284553"/>
                  </a:lnTo>
                  <a:lnTo>
                    <a:pt x="6093713" y="1306558"/>
                  </a:lnTo>
                  <a:lnTo>
                    <a:pt x="6095364" y="1272919"/>
                  </a:lnTo>
                  <a:lnTo>
                    <a:pt x="6097016" y="1276452"/>
                  </a:lnTo>
                  <a:lnTo>
                    <a:pt x="6098667" y="1274785"/>
                  </a:lnTo>
                  <a:lnTo>
                    <a:pt x="6100319" y="1266393"/>
                  </a:lnTo>
                  <a:lnTo>
                    <a:pt x="6101970" y="1281316"/>
                  </a:lnTo>
                  <a:lnTo>
                    <a:pt x="6103621" y="1276971"/>
                  </a:lnTo>
                  <a:lnTo>
                    <a:pt x="6105273" y="1252800"/>
                  </a:lnTo>
                  <a:lnTo>
                    <a:pt x="6106924" y="1252800"/>
                  </a:lnTo>
                  <a:lnTo>
                    <a:pt x="6108576" y="1272822"/>
                  </a:lnTo>
                  <a:lnTo>
                    <a:pt x="6110227" y="1263761"/>
                  </a:lnTo>
                  <a:lnTo>
                    <a:pt x="6111878" y="1252800"/>
                  </a:lnTo>
                  <a:lnTo>
                    <a:pt x="6113530" y="1256346"/>
                  </a:lnTo>
                  <a:lnTo>
                    <a:pt x="6115181" y="1250689"/>
                  </a:lnTo>
                  <a:lnTo>
                    <a:pt x="6116833" y="1265717"/>
                  </a:lnTo>
                  <a:lnTo>
                    <a:pt x="6118484" y="1245695"/>
                  </a:lnTo>
                  <a:lnTo>
                    <a:pt x="6120136" y="1232126"/>
                  </a:lnTo>
                  <a:lnTo>
                    <a:pt x="6121787" y="1256656"/>
                  </a:lnTo>
                  <a:lnTo>
                    <a:pt x="6123438" y="1232126"/>
                  </a:lnTo>
                  <a:lnTo>
                    <a:pt x="6125090" y="1205540"/>
                  </a:lnTo>
                  <a:lnTo>
                    <a:pt x="6126741" y="1206475"/>
                  </a:lnTo>
                  <a:lnTo>
                    <a:pt x="6128393" y="1214501"/>
                  </a:lnTo>
                  <a:lnTo>
                    <a:pt x="6130044" y="1238396"/>
                  </a:lnTo>
                  <a:lnTo>
                    <a:pt x="6131695" y="1222523"/>
                  </a:lnTo>
                  <a:lnTo>
                    <a:pt x="6133347" y="1209815"/>
                  </a:lnTo>
                  <a:lnTo>
                    <a:pt x="6134998" y="1186987"/>
                  </a:lnTo>
                  <a:lnTo>
                    <a:pt x="6136650" y="1183274"/>
                  </a:lnTo>
                  <a:lnTo>
                    <a:pt x="6138301" y="1198013"/>
                  </a:lnTo>
                  <a:lnTo>
                    <a:pt x="6139952" y="1221881"/>
                  </a:lnTo>
                  <a:lnTo>
                    <a:pt x="6141604" y="1247072"/>
                  </a:lnTo>
                  <a:lnTo>
                    <a:pt x="6143255" y="1224354"/>
                  </a:lnTo>
                  <a:lnTo>
                    <a:pt x="6144907" y="1226352"/>
                  </a:lnTo>
                  <a:lnTo>
                    <a:pt x="6146558" y="1226352"/>
                  </a:lnTo>
                  <a:lnTo>
                    <a:pt x="6148210" y="1216887"/>
                  </a:lnTo>
                  <a:lnTo>
                    <a:pt x="6149861" y="1226997"/>
                  </a:lnTo>
                  <a:lnTo>
                    <a:pt x="6151512" y="1209795"/>
                  </a:lnTo>
                  <a:lnTo>
                    <a:pt x="6153164" y="1186013"/>
                  </a:lnTo>
                  <a:lnTo>
                    <a:pt x="6154815" y="1172845"/>
                  </a:lnTo>
                  <a:lnTo>
                    <a:pt x="6156467" y="1196993"/>
                  </a:lnTo>
                  <a:lnTo>
                    <a:pt x="6158118" y="1225578"/>
                  </a:lnTo>
                  <a:lnTo>
                    <a:pt x="6159769" y="1201744"/>
                  </a:lnTo>
                  <a:lnTo>
                    <a:pt x="6161421" y="1159010"/>
                  </a:lnTo>
                  <a:lnTo>
                    <a:pt x="6163072" y="1163851"/>
                  </a:lnTo>
                  <a:lnTo>
                    <a:pt x="6164724" y="1167229"/>
                  </a:lnTo>
                  <a:lnTo>
                    <a:pt x="6166375" y="1139718"/>
                  </a:lnTo>
                  <a:lnTo>
                    <a:pt x="6168027" y="1122017"/>
                  </a:lnTo>
                  <a:lnTo>
                    <a:pt x="6169678" y="1108889"/>
                  </a:lnTo>
                  <a:lnTo>
                    <a:pt x="6171329" y="1073823"/>
                  </a:lnTo>
                  <a:lnTo>
                    <a:pt x="6172981" y="1025628"/>
                  </a:lnTo>
                  <a:lnTo>
                    <a:pt x="6174632" y="1010035"/>
                  </a:lnTo>
                  <a:lnTo>
                    <a:pt x="6176284" y="1013199"/>
                  </a:lnTo>
                  <a:lnTo>
                    <a:pt x="6177935" y="971890"/>
                  </a:lnTo>
                  <a:lnTo>
                    <a:pt x="6179586" y="920011"/>
                  </a:lnTo>
                  <a:lnTo>
                    <a:pt x="6181238" y="881240"/>
                  </a:lnTo>
                  <a:lnTo>
                    <a:pt x="6182889" y="879522"/>
                  </a:lnTo>
                  <a:lnTo>
                    <a:pt x="6184541" y="885438"/>
                  </a:lnTo>
                  <a:lnTo>
                    <a:pt x="6186192" y="896508"/>
                  </a:lnTo>
                  <a:lnTo>
                    <a:pt x="6187843" y="899641"/>
                  </a:lnTo>
                  <a:lnTo>
                    <a:pt x="6189495" y="927654"/>
                  </a:lnTo>
                  <a:lnTo>
                    <a:pt x="6191146" y="971708"/>
                  </a:lnTo>
                  <a:lnTo>
                    <a:pt x="6192798" y="1014362"/>
                  </a:lnTo>
                  <a:lnTo>
                    <a:pt x="6194449" y="1055716"/>
                  </a:lnTo>
                  <a:lnTo>
                    <a:pt x="6196101" y="1068266"/>
                  </a:lnTo>
                  <a:lnTo>
                    <a:pt x="6197752" y="1069714"/>
                  </a:lnTo>
                  <a:lnTo>
                    <a:pt x="6199403" y="1145313"/>
                  </a:lnTo>
                  <a:lnTo>
                    <a:pt x="6201055" y="1187993"/>
                  </a:lnTo>
                  <a:lnTo>
                    <a:pt x="6202706" y="1182290"/>
                  </a:lnTo>
                  <a:lnTo>
                    <a:pt x="6204358" y="1171803"/>
                  </a:lnTo>
                  <a:lnTo>
                    <a:pt x="6206009" y="1172555"/>
                  </a:lnTo>
                  <a:lnTo>
                    <a:pt x="6207660" y="1197421"/>
                  </a:lnTo>
                  <a:lnTo>
                    <a:pt x="6209312" y="1193243"/>
                  </a:lnTo>
                  <a:lnTo>
                    <a:pt x="6210963" y="1213206"/>
                  </a:lnTo>
                  <a:lnTo>
                    <a:pt x="6212615" y="1184936"/>
                  </a:lnTo>
                  <a:lnTo>
                    <a:pt x="6214266" y="1176301"/>
                  </a:lnTo>
                  <a:lnTo>
                    <a:pt x="6215917" y="1167106"/>
                  </a:lnTo>
                  <a:lnTo>
                    <a:pt x="6217569" y="1152541"/>
                  </a:lnTo>
                  <a:lnTo>
                    <a:pt x="6219220" y="1150369"/>
                  </a:lnTo>
                  <a:lnTo>
                    <a:pt x="6220872" y="1155211"/>
                  </a:lnTo>
                  <a:lnTo>
                    <a:pt x="6222523" y="1203870"/>
                  </a:lnTo>
                  <a:lnTo>
                    <a:pt x="6224175" y="1183821"/>
                  </a:lnTo>
                  <a:lnTo>
                    <a:pt x="6225826" y="1182681"/>
                  </a:lnTo>
                  <a:lnTo>
                    <a:pt x="6227477" y="1181355"/>
                  </a:lnTo>
                  <a:lnTo>
                    <a:pt x="6229129" y="1189197"/>
                  </a:lnTo>
                  <a:lnTo>
                    <a:pt x="6230780" y="1187379"/>
                  </a:lnTo>
                  <a:lnTo>
                    <a:pt x="6232432" y="1203250"/>
                  </a:lnTo>
                  <a:lnTo>
                    <a:pt x="6234083" y="1199141"/>
                  </a:lnTo>
                  <a:lnTo>
                    <a:pt x="6235734" y="1198940"/>
                  </a:lnTo>
                  <a:lnTo>
                    <a:pt x="6237386" y="1219772"/>
                  </a:lnTo>
                  <a:lnTo>
                    <a:pt x="6239037" y="1196495"/>
                  </a:lnTo>
                  <a:lnTo>
                    <a:pt x="6240689" y="1182147"/>
                  </a:lnTo>
                  <a:lnTo>
                    <a:pt x="6242340" y="1167762"/>
                  </a:lnTo>
                  <a:lnTo>
                    <a:pt x="6243991" y="1140861"/>
                  </a:lnTo>
                  <a:lnTo>
                    <a:pt x="6245643" y="1139035"/>
                  </a:lnTo>
                  <a:lnTo>
                    <a:pt x="6247294" y="1119129"/>
                  </a:lnTo>
                  <a:lnTo>
                    <a:pt x="6248946" y="1067433"/>
                  </a:lnTo>
                  <a:lnTo>
                    <a:pt x="6250597" y="1061195"/>
                  </a:lnTo>
                  <a:lnTo>
                    <a:pt x="6252249" y="997474"/>
                  </a:lnTo>
                  <a:lnTo>
                    <a:pt x="6253900" y="992488"/>
                  </a:lnTo>
                  <a:lnTo>
                    <a:pt x="6255551" y="953163"/>
                  </a:lnTo>
                  <a:lnTo>
                    <a:pt x="6257203" y="927508"/>
                  </a:lnTo>
                  <a:lnTo>
                    <a:pt x="6258854" y="905058"/>
                  </a:lnTo>
                  <a:lnTo>
                    <a:pt x="6260506" y="870972"/>
                  </a:lnTo>
                  <a:lnTo>
                    <a:pt x="6262157" y="772362"/>
                  </a:lnTo>
                  <a:lnTo>
                    <a:pt x="6263808" y="717813"/>
                  </a:lnTo>
                  <a:lnTo>
                    <a:pt x="6265460" y="716585"/>
                  </a:lnTo>
                  <a:lnTo>
                    <a:pt x="6267111" y="700518"/>
                  </a:lnTo>
                  <a:lnTo>
                    <a:pt x="6268763" y="667355"/>
                  </a:lnTo>
                  <a:lnTo>
                    <a:pt x="6270414" y="666068"/>
                  </a:lnTo>
                  <a:lnTo>
                    <a:pt x="6272066" y="658972"/>
                  </a:lnTo>
                  <a:lnTo>
                    <a:pt x="6273717" y="651253"/>
                  </a:lnTo>
                  <a:lnTo>
                    <a:pt x="6275368" y="644957"/>
                  </a:lnTo>
                  <a:lnTo>
                    <a:pt x="6277020" y="632911"/>
                  </a:lnTo>
                  <a:lnTo>
                    <a:pt x="6278671" y="661022"/>
                  </a:lnTo>
                  <a:lnTo>
                    <a:pt x="6280323" y="666913"/>
                  </a:lnTo>
                  <a:lnTo>
                    <a:pt x="6281974" y="675867"/>
                  </a:lnTo>
                  <a:lnTo>
                    <a:pt x="6283625" y="707321"/>
                  </a:lnTo>
                  <a:lnTo>
                    <a:pt x="6285277" y="766448"/>
                  </a:lnTo>
                  <a:lnTo>
                    <a:pt x="6286928" y="787562"/>
                  </a:lnTo>
                  <a:lnTo>
                    <a:pt x="6288580" y="831519"/>
                  </a:lnTo>
                  <a:lnTo>
                    <a:pt x="6290231" y="850743"/>
                  </a:lnTo>
                  <a:lnTo>
                    <a:pt x="6291882" y="935626"/>
                  </a:lnTo>
                  <a:lnTo>
                    <a:pt x="6293534" y="977002"/>
                  </a:lnTo>
                  <a:lnTo>
                    <a:pt x="6295185" y="993191"/>
                  </a:lnTo>
                  <a:lnTo>
                    <a:pt x="6296837" y="970532"/>
                  </a:lnTo>
                  <a:lnTo>
                    <a:pt x="6298488" y="1008078"/>
                  </a:lnTo>
                  <a:lnTo>
                    <a:pt x="6300140" y="998211"/>
                  </a:lnTo>
                  <a:lnTo>
                    <a:pt x="6301791" y="1051332"/>
                  </a:lnTo>
                  <a:lnTo>
                    <a:pt x="6303442" y="1067604"/>
                  </a:lnTo>
                  <a:lnTo>
                    <a:pt x="6305094" y="1072264"/>
                  </a:lnTo>
                  <a:lnTo>
                    <a:pt x="6306745" y="1103860"/>
                  </a:lnTo>
                  <a:lnTo>
                    <a:pt x="6308397" y="1094904"/>
                  </a:lnTo>
                  <a:lnTo>
                    <a:pt x="6310048" y="1085187"/>
                  </a:lnTo>
                  <a:lnTo>
                    <a:pt x="6311699" y="1078754"/>
                  </a:lnTo>
                  <a:lnTo>
                    <a:pt x="6313351" y="1106145"/>
                  </a:lnTo>
                  <a:lnTo>
                    <a:pt x="6315002" y="1113819"/>
                  </a:lnTo>
                  <a:lnTo>
                    <a:pt x="6316654" y="1104334"/>
                  </a:lnTo>
                  <a:lnTo>
                    <a:pt x="6318305" y="1115497"/>
                  </a:lnTo>
                  <a:lnTo>
                    <a:pt x="6319956" y="1107849"/>
                  </a:lnTo>
                  <a:lnTo>
                    <a:pt x="6321608" y="1104039"/>
                  </a:lnTo>
                  <a:lnTo>
                    <a:pt x="6323259" y="1131430"/>
                  </a:lnTo>
                  <a:lnTo>
                    <a:pt x="6324911" y="1122575"/>
                  </a:lnTo>
                  <a:lnTo>
                    <a:pt x="6326562" y="1108333"/>
                  </a:lnTo>
                  <a:lnTo>
                    <a:pt x="6328214" y="1112229"/>
                  </a:lnTo>
                  <a:lnTo>
                    <a:pt x="6329865" y="1119932"/>
                  </a:lnTo>
                  <a:lnTo>
                    <a:pt x="6331516" y="1120022"/>
                  </a:lnTo>
                  <a:lnTo>
                    <a:pt x="6333168" y="1083122"/>
                  </a:lnTo>
                  <a:lnTo>
                    <a:pt x="6334819" y="1083660"/>
                  </a:lnTo>
                  <a:lnTo>
                    <a:pt x="6336471" y="1023025"/>
                  </a:lnTo>
                  <a:lnTo>
                    <a:pt x="6338122" y="1005001"/>
                  </a:lnTo>
                  <a:lnTo>
                    <a:pt x="6339773" y="953272"/>
                  </a:lnTo>
                  <a:lnTo>
                    <a:pt x="6341425" y="930352"/>
                  </a:lnTo>
                  <a:lnTo>
                    <a:pt x="6343076" y="869511"/>
                  </a:lnTo>
                  <a:lnTo>
                    <a:pt x="6344728" y="869511"/>
                  </a:lnTo>
                  <a:lnTo>
                    <a:pt x="6346379" y="857552"/>
                  </a:lnTo>
                  <a:lnTo>
                    <a:pt x="6348031" y="842043"/>
                  </a:lnTo>
                  <a:lnTo>
                    <a:pt x="6349682" y="857074"/>
                  </a:lnTo>
                  <a:lnTo>
                    <a:pt x="6351333" y="907164"/>
                  </a:lnTo>
                  <a:lnTo>
                    <a:pt x="6352985" y="922380"/>
                  </a:lnTo>
                  <a:lnTo>
                    <a:pt x="6354636" y="967250"/>
                  </a:lnTo>
                  <a:lnTo>
                    <a:pt x="6356288" y="1002100"/>
                  </a:lnTo>
                  <a:lnTo>
                    <a:pt x="6357939" y="1104984"/>
                  </a:lnTo>
                  <a:lnTo>
                    <a:pt x="6359590" y="1075658"/>
                  </a:lnTo>
                  <a:lnTo>
                    <a:pt x="6361242" y="1100201"/>
                  </a:lnTo>
                  <a:lnTo>
                    <a:pt x="6362893" y="1145515"/>
                  </a:lnTo>
                  <a:lnTo>
                    <a:pt x="6364545" y="1184661"/>
                  </a:lnTo>
                  <a:lnTo>
                    <a:pt x="6366196" y="1206323"/>
                  </a:lnTo>
                  <a:lnTo>
                    <a:pt x="6367847" y="1188907"/>
                  </a:lnTo>
                  <a:lnTo>
                    <a:pt x="6369499" y="1197217"/>
                  </a:lnTo>
                  <a:lnTo>
                    <a:pt x="6371150" y="1189081"/>
                  </a:lnTo>
                  <a:lnTo>
                    <a:pt x="6372802" y="1199534"/>
                  </a:lnTo>
                  <a:lnTo>
                    <a:pt x="6374453" y="1177724"/>
                  </a:lnTo>
                  <a:lnTo>
                    <a:pt x="6376105" y="1257522"/>
                  </a:lnTo>
                  <a:lnTo>
                    <a:pt x="6377756" y="1273492"/>
                  </a:lnTo>
                  <a:lnTo>
                    <a:pt x="6379407" y="1257416"/>
                  </a:lnTo>
                  <a:lnTo>
                    <a:pt x="6381059" y="1249517"/>
                  </a:lnTo>
                  <a:lnTo>
                    <a:pt x="6382710" y="1223424"/>
                  </a:lnTo>
                  <a:lnTo>
                    <a:pt x="6384362" y="1212829"/>
                  </a:lnTo>
                  <a:lnTo>
                    <a:pt x="6386013" y="1233451"/>
                  </a:lnTo>
                  <a:lnTo>
                    <a:pt x="6387664" y="1253804"/>
                  </a:lnTo>
                  <a:lnTo>
                    <a:pt x="6389316" y="1279330"/>
                  </a:lnTo>
                  <a:lnTo>
                    <a:pt x="6390967" y="1272562"/>
                  </a:lnTo>
                  <a:lnTo>
                    <a:pt x="6392619" y="1201538"/>
                  </a:lnTo>
                  <a:lnTo>
                    <a:pt x="6394270" y="1196058"/>
                  </a:lnTo>
                  <a:lnTo>
                    <a:pt x="6395921" y="1200020"/>
                  </a:lnTo>
                  <a:lnTo>
                    <a:pt x="6397573" y="1189181"/>
                  </a:lnTo>
                  <a:lnTo>
                    <a:pt x="6399224" y="1182697"/>
                  </a:lnTo>
                  <a:lnTo>
                    <a:pt x="6400876" y="1180460"/>
                  </a:lnTo>
                  <a:lnTo>
                    <a:pt x="6402527" y="1171799"/>
                  </a:lnTo>
                  <a:lnTo>
                    <a:pt x="6404179" y="1192148"/>
                  </a:lnTo>
                  <a:lnTo>
                    <a:pt x="6405830" y="1233131"/>
                  </a:lnTo>
                  <a:lnTo>
                    <a:pt x="6407481" y="1247999"/>
                  </a:lnTo>
                  <a:lnTo>
                    <a:pt x="6409133" y="1225644"/>
                  </a:lnTo>
                  <a:lnTo>
                    <a:pt x="6410784" y="1237475"/>
                  </a:lnTo>
                  <a:lnTo>
                    <a:pt x="6412436" y="1288835"/>
                  </a:lnTo>
                  <a:lnTo>
                    <a:pt x="6414087" y="1266044"/>
                  </a:lnTo>
                  <a:lnTo>
                    <a:pt x="6415738" y="1219708"/>
                  </a:lnTo>
                  <a:lnTo>
                    <a:pt x="6417390" y="1236057"/>
                  </a:lnTo>
                  <a:lnTo>
                    <a:pt x="6419041" y="1276781"/>
                  </a:lnTo>
                  <a:lnTo>
                    <a:pt x="6420693" y="1225535"/>
                  </a:lnTo>
                  <a:lnTo>
                    <a:pt x="6422344" y="1213934"/>
                  </a:lnTo>
                  <a:lnTo>
                    <a:pt x="6423995" y="1205201"/>
                  </a:lnTo>
                  <a:lnTo>
                    <a:pt x="6425647" y="1201971"/>
                  </a:lnTo>
                  <a:lnTo>
                    <a:pt x="6427298" y="1204581"/>
                  </a:lnTo>
                  <a:lnTo>
                    <a:pt x="6428950" y="1166909"/>
                  </a:lnTo>
                  <a:lnTo>
                    <a:pt x="6430601" y="1144246"/>
                  </a:lnTo>
                  <a:lnTo>
                    <a:pt x="6432253" y="1127239"/>
                  </a:lnTo>
                  <a:lnTo>
                    <a:pt x="6433904" y="1123384"/>
                  </a:lnTo>
                  <a:lnTo>
                    <a:pt x="6435555" y="1109989"/>
                  </a:lnTo>
                  <a:lnTo>
                    <a:pt x="6437207" y="1099595"/>
                  </a:lnTo>
                  <a:lnTo>
                    <a:pt x="6438858" y="1084141"/>
                  </a:lnTo>
                  <a:lnTo>
                    <a:pt x="6440510" y="1051654"/>
                  </a:lnTo>
                  <a:lnTo>
                    <a:pt x="6442161" y="1027323"/>
                  </a:lnTo>
                  <a:lnTo>
                    <a:pt x="6443812" y="971057"/>
                  </a:lnTo>
                  <a:lnTo>
                    <a:pt x="6445464" y="980105"/>
                  </a:lnTo>
                  <a:lnTo>
                    <a:pt x="6447115" y="967318"/>
                  </a:lnTo>
                  <a:lnTo>
                    <a:pt x="6448767" y="963869"/>
                  </a:lnTo>
                  <a:lnTo>
                    <a:pt x="6450418" y="976226"/>
                  </a:lnTo>
                  <a:lnTo>
                    <a:pt x="6452070" y="999094"/>
                  </a:lnTo>
                  <a:lnTo>
                    <a:pt x="6453721" y="1041832"/>
                  </a:lnTo>
                  <a:lnTo>
                    <a:pt x="6455372" y="1074721"/>
                  </a:lnTo>
                  <a:lnTo>
                    <a:pt x="6457024" y="1132481"/>
                  </a:lnTo>
                  <a:lnTo>
                    <a:pt x="6458675" y="1140868"/>
                  </a:lnTo>
                  <a:lnTo>
                    <a:pt x="6460327" y="1135500"/>
                  </a:lnTo>
                  <a:lnTo>
                    <a:pt x="6461978" y="1159439"/>
                  </a:lnTo>
                  <a:lnTo>
                    <a:pt x="6463629" y="1157701"/>
                  </a:lnTo>
                  <a:lnTo>
                    <a:pt x="6465281" y="1155158"/>
                  </a:lnTo>
                  <a:lnTo>
                    <a:pt x="6466932" y="1143726"/>
                  </a:lnTo>
                  <a:lnTo>
                    <a:pt x="6468584" y="1185975"/>
                  </a:lnTo>
                  <a:lnTo>
                    <a:pt x="6470235" y="1216621"/>
                  </a:lnTo>
                  <a:lnTo>
                    <a:pt x="6471886" y="1212388"/>
                  </a:lnTo>
                  <a:lnTo>
                    <a:pt x="6473538" y="1221283"/>
                  </a:lnTo>
                  <a:lnTo>
                    <a:pt x="6475189" y="1234453"/>
                  </a:lnTo>
                  <a:lnTo>
                    <a:pt x="6476841" y="1283333"/>
                  </a:lnTo>
                  <a:lnTo>
                    <a:pt x="6478492" y="1271178"/>
                  </a:lnTo>
                  <a:lnTo>
                    <a:pt x="6480144" y="1238459"/>
                  </a:lnTo>
                  <a:lnTo>
                    <a:pt x="6481795" y="1231562"/>
                  </a:lnTo>
                  <a:lnTo>
                    <a:pt x="6483446" y="1231998"/>
                  </a:lnTo>
                  <a:lnTo>
                    <a:pt x="6485098" y="1221175"/>
                  </a:lnTo>
                  <a:lnTo>
                    <a:pt x="6486749" y="1237952"/>
                  </a:lnTo>
                  <a:lnTo>
                    <a:pt x="6488401" y="1235443"/>
                  </a:lnTo>
                  <a:lnTo>
                    <a:pt x="6490052" y="1245175"/>
                  </a:lnTo>
                  <a:lnTo>
                    <a:pt x="6491703" y="1276025"/>
                  </a:lnTo>
                  <a:lnTo>
                    <a:pt x="6493355" y="1277075"/>
                  </a:lnTo>
                  <a:lnTo>
                    <a:pt x="6495006" y="1267226"/>
                  </a:lnTo>
                  <a:lnTo>
                    <a:pt x="6496658" y="1281364"/>
                  </a:lnTo>
                  <a:lnTo>
                    <a:pt x="6498309" y="1245175"/>
                  </a:lnTo>
                  <a:lnTo>
                    <a:pt x="6499960" y="1241577"/>
                  </a:lnTo>
                  <a:lnTo>
                    <a:pt x="6501612" y="1268979"/>
                  </a:lnTo>
                  <a:lnTo>
                    <a:pt x="6503263" y="1299883"/>
                  </a:lnTo>
                  <a:lnTo>
                    <a:pt x="6504915" y="1286907"/>
                  </a:lnTo>
                  <a:lnTo>
                    <a:pt x="6506566" y="1284974"/>
                  </a:lnTo>
                  <a:lnTo>
                    <a:pt x="6508218" y="1261817"/>
                  </a:lnTo>
                  <a:lnTo>
                    <a:pt x="6509869" y="1257563"/>
                  </a:lnTo>
                  <a:lnTo>
                    <a:pt x="6511520" y="1277915"/>
                  </a:lnTo>
                  <a:lnTo>
                    <a:pt x="6513172" y="1298743"/>
                  </a:lnTo>
                  <a:lnTo>
                    <a:pt x="6514823" y="1301780"/>
                  </a:lnTo>
                  <a:lnTo>
                    <a:pt x="6516475" y="1251001"/>
                  </a:lnTo>
                  <a:lnTo>
                    <a:pt x="6518126" y="1249586"/>
                  </a:lnTo>
                  <a:lnTo>
                    <a:pt x="6519777" y="1260136"/>
                  </a:lnTo>
                  <a:lnTo>
                    <a:pt x="6521429" y="1287912"/>
                  </a:lnTo>
                  <a:lnTo>
                    <a:pt x="6523080" y="1306799"/>
                  </a:lnTo>
                  <a:lnTo>
                    <a:pt x="6524732" y="1294524"/>
                  </a:lnTo>
                  <a:lnTo>
                    <a:pt x="6526383" y="1253199"/>
                  </a:lnTo>
                  <a:lnTo>
                    <a:pt x="6528035" y="1244339"/>
                  </a:lnTo>
                  <a:lnTo>
                    <a:pt x="6529686" y="1248842"/>
                  </a:lnTo>
                  <a:lnTo>
                    <a:pt x="6531337" y="1249114"/>
                  </a:lnTo>
                  <a:lnTo>
                    <a:pt x="6532989" y="1241606"/>
                  </a:lnTo>
                  <a:lnTo>
                    <a:pt x="6534640" y="1243727"/>
                  </a:lnTo>
                  <a:lnTo>
                    <a:pt x="6536292" y="1249003"/>
                  </a:lnTo>
                  <a:lnTo>
                    <a:pt x="6537943" y="1246327"/>
                  </a:lnTo>
                  <a:lnTo>
                    <a:pt x="6539594" y="1256039"/>
                  </a:lnTo>
                  <a:lnTo>
                    <a:pt x="6541246" y="1277501"/>
                  </a:lnTo>
                  <a:lnTo>
                    <a:pt x="6542897" y="1301154"/>
                  </a:lnTo>
                  <a:lnTo>
                    <a:pt x="6544549" y="1282159"/>
                  </a:lnTo>
                  <a:lnTo>
                    <a:pt x="6546200" y="1248185"/>
                  </a:lnTo>
                  <a:lnTo>
                    <a:pt x="6547851" y="1248185"/>
                  </a:lnTo>
                  <a:lnTo>
                    <a:pt x="6549503" y="1242824"/>
                  </a:lnTo>
                  <a:lnTo>
                    <a:pt x="6551154" y="1242834"/>
                  </a:lnTo>
                  <a:lnTo>
                    <a:pt x="6552806" y="1258707"/>
                  </a:lnTo>
                  <a:lnTo>
                    <a:pt x="6554457" y="1249715"/>
                  </a:lnTo>
                  <a:lnTo>
                    <a:pt x="6556109" y="1258825"/>
                  </a:lnTo>
                  <a:lnTo>
                    <a:pt x="6557760" y="1267649"/>
                  </a:lnTo>
                  <a:lnTo>
                    <a:pt x="6559411" y="1253732"/>
                  </a:lnTo>
                  <a:lnTo>
                    <a:pt x="6561063" y="1254557"/>
                  </a:lnTo>
                  <a:lnTo>
                    <a:pt x="6562714" y="1254790"/>
                  </a:lnTo>
                  <a:lnTo>
                    <a:pt x="6564366" y="1233040"/>
                  </a:lnTo>
                  <a:lnTo>
                    <a:pt x="6566017" y="1254908"/>
                  </a:lnTo>
                  <a:lnTo>
                    <a:pt x="6567668" y="1251633"/>
                  </a:lnTo>
                  <a:lnTo>
                    <a:pt x="6569320" y="1251888"/>
                  </a:lnTo>
                  <a:lnTo>
                    <a:pt x="6570971" y="1273098"/>
                  </a:lnTo>
                  <a:lnTo>
                    <a:pt x="6572623" y="1274135"/>
                  </a:lnTo>
                  <a:lnTo>
                    <a:pt x="6574274" y="1253014"/>
                  </a:lnTo>
                  <a:lnTo>
                    <a:pt x="6575925" y="1285247"/>
                  </a:lnTo>
                  <a:lnTo>
                    <a:pt x="6577577" y="1310440"/>
                  </a:lnTo>
                  <a:lnTo>
                    <a:pt x="6579228" y="1312578"/>
                  </a:lnTo>
                  <a:lnTo>
                    <a:pt x="6580880" y="1309655"/>
                  </a:lnTo>
                  <a:lnTo>
                    <a:pt x="6582531" y="1268011"/>
                  </a:lnTo>
                  <a:lnTo>
                    <a:pt x="6584183" y="1242551"/>
                  </a:lnTo>
                  <a:lnTo>
                    <a:pt x="6585834" y="1232998"/>
                  </a:lnTo>
                  <a:lnTo>
                    <a:pt x="6587485" y="1235043"/>
                  </a:lnTo>
                  <a:lnTo>
                    <a:pt x="6589137" y="1242079"/>
                  </a:lnTo>
                  <a:lnTo>
                    <a:pt x="6590788" y="1253708"/>
                  </a:lnTo>
                  <a:lnTo>
                    <a:pt x="6592440" y="1258994"/>
                  </a:lnTo>
                  <a:lnTo>
                    <a:pt x="6594091" y="1243119"/>
                  </a:lnTo>
                  <a:lnTo>
                    <a:pt x="6595742" y="1243591"/>
                  </a:lnTo>
                  <a:lnTo>
                    <a:pt x="6597394" y="1226309"/>
                  </a:lnTo>
                  <a:lnTo>
                    <a:pt x="6599045" y="1226309"/>
                  </a:lnTo>
                  <a:lnTo>
                    <a:pt x="6600697" y="1251351"/>
                  </a:lnTo>
                  <a:lnTo>
                    <a:pt x="6602348" y="1262035"/>
                  </a:lnTo>
                  <a:lnTo>
                    <a:pt x="6603999" y="1254565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236971" y="5211762"/>
              <a:ext cx="6605651" cy="0"/>
            </a:xfrm>
            <a:custGeom>
              <a:avLst/>
              <a:pathLst>
                <a:path w="6605651" h="0">
                  <a:moveTo>
                    <a:pt x="0" y="0"/>
                  </a:moveTo>
                  <a:lnTo>
                    <a:pt x="6605651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236971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888384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539797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191210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7842623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849125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54000000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500538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54200000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51951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54400000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03364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54600000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7454777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54800000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1005839" y="3905422"/>
              <a:ext cx="0" cy="1071538"/>
            </a:xfrm>
            <a:custGeom>
              <a:avLst/>
              <a:pathLst>
                <a:path w="0" h="1071538">
                  <a:moveTo>
                    <a:pt x="0" y="107153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914399" y="49769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14399" y="461978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14399" y="426260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914399" y="390542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 rot="-5400000">
              <a:off x="681348" y="4920406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40" name="tx39"/>
            <p:cNvSpPr/>
            <p:nvPr/>
          </p:nvSpPr>
          <p:spPr>
            <a:xfrm rot="-5400000">
              <a:off x="682353" y="456423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41" name="tx40"/>
            <p:cNvSpPr/>
            <p:nvPr/>
          </p:nvSpPr>
          <p:spPr>
            <a:xfrm rot="-5400000">
              <a:off x="680269" y="4204968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2" name="tx41"/>
            <p:cNvSpPr/>
            <p:nvPr/>
          </p:nvSpPr>
          <p:spPr>
            <a:xfrm rot="-5400000">
              <a:off x="680269" y="3847788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3" name="pg42"/>
            <p:cNvSpPr/>
            <p:nvPr/>
          </p:nvSpPr>
          <p:spPr>
            <a:xfrm>
              <a:off x="1005839" y="3694042"/>
              <a:ext cx="7132319" cy="1517720"/>
            </a:xfrm>
            <a:custGeom>
              <a:avLst/>
              <a:pathLst>
                <a:path w="7132319" h="1517720">
                  <a:moveTo>
                    <a:pt x="0" y="1517720"/>
                  </a:moveTo>
                  <a:lnTo>
                    <a:pt x="7132319" y="1517720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3"/>
            <p:cNvSpPr/>
            <p:nvPr/>
          </p:nvSpPr>
          <p:spPr>
            <a:xfrm>
              <a:off x="4111228" y="3492275"/>
              <a:ext cx="921543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prediction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353520" y="5788760"/>
              <a:ext cx="436959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chr12</a:t>
              </a:r>
            </a:p>
          </p:txBody>
        </p:sp>
        <p:sp>
          <p:nvSpPr>
            <p:cNvPr id="46" name="tx45"/>
            <p:cNvSpPr/>
            <p:nvPr/>
          </p:nvSpPr>
          <p:spPr>
            <a:xfrm rot="-5400000">
              <a:off x="17783" y="4377037"/>
              <a:ext cx="653950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pred_sm</a:t>
              </a:r>
            </a:p>
          </p:txBody>
        </p:sp>
        <p:sp>
          <p:nvSpPr>
            <p:cNvPr id="47" name="pg46"/>
            <p:cNvSpPr/>
            <p:nvPr/>
          </p:nvSpPr>
          <p:spPr>
            <a:xfrm>
              <a:off x="1270000" y="3797865"/>
              <a:ext cx="6603999" cy="1357685"/>
            </a:xfrm>
            <a:custGeom>
              <a:avLst/>
              <a:pathLst>
                <a:path w="6603999" h="1357685">
                  <a:moveTo>
                    <a:pt x="0" y="1315930"/>
                  </a:moveTo>
                  <a:lnTo>
                    <a:pt x="1651" y="1322525"/>
                  </a:lnTo>
                  <a:lnTo>
                    <a:pt x="3302" y="1337977"/>
                  </a:lnTo>
                  <a:lnTo>
                    <a:pt x="4954" y="1321162"/>
                  </a:lnTo>
                  <a:lnTo>
                    <a:pt x="6605" y="1317269"/>
                  </a:lnTo>
                  <a:lnTo>
                    <a:pt x="8257" y="1312396"/>
                  </a:lnTo>
                  <a:lnTo>
                    <a:pt x="9908" y="1329482"/>
                  </a:lnTo>
                  <a:lnTo>
                    <a:pt x="11559" y="1322525"/>
                  </a:lnTo>
                  <a:lnTo>
                    <a:pt x="13211" y="1322586"/>
                  </a:lnTo>
                  <a:lnTo>
                    <a:pt x="14862" y="1303172"/>
                  </a:lnTo>
                  <a:lnTo>
                    <a:pt x="16514" y="1303172"/>
                  </a:lnTo>
                  <a:lnTo>
                    <a:pt x="18165" y="1305719"/>
                  </a:lnTo>
                  <a:lnTo>
                    <a:pt x="19816" y="1304999"/>
                  </a:lnTo>
                  <a:lnTo>
                    <a:pt x="21468" y="1309666"/>
                  </a:lnTo>
                  <a:lnTo>
                    <a:pt x="23119" y="1338451"/>
                  </a:lnTo>
                  <a:lnTo>
                    <a:pt x="24771" y="1343002"/>
                  </a:lnTo>
                  <a:lnTo>
                    <a:pt x="26422" y="1341368"/>
                  </a:lnTo>
                  <a:lnTo>
                    <a:pt x="28074" y="1313838"/>
                  </a:lnTo>
                  <a:lnTo>
                    <a:pt x="29725" y="1323168"/>
                  </a:lnTo>
                  <a:lnTo>
                    <a:pt x="31376" y="1330154"/>
                  </a:lnTo>
                  <a:lnTo>
                    <a:pt x="33028" y="1337175"/>
                  </a:lnTo>
                  <a:lnTo>
                    <a:pt x="34679" y="1337614"/>
                  </a:lnTo>
                  <a:lnTo>
                    <a:pt x="36331" y="1329674"/>
                  </a:lnTo>
                  <a:lnTo>
                    <a:pt x="37982" y="1305658"/>
                  </a:lnTo>
                  <a:lnTo>
                    <a:pt x="39633" y="1298308"/>
                  </a:lnTo>
                  <a:lnTo>
                    <a:pt x="41285" y="1307532"/>
                  </a:lnTo>
                  <a:lnTo>
                    <a:pt x="42936" y="1330454"/>
                  </a:lnTo>
                  <a:lnTo>
                    <a:pt x="44588" y="1313446"/>
                  </a:lnTo>
                  <a:lnTo>
                    <a:pt x="46239" y="1327923"/>
                  </a:lnTo>
                  <a:lnTo>
                    <a:pt x="47890" y="1316564"/>
                  </a:lnTo>
                  <a:lnTo>
                    <a:pt x="49542" y="1302066"/>
                  </a:lnTo>
                  <a:lnTo>
                    <a:pt x="51193" y="1319996"/>
                  </a:lnTo>
                  <a:lnTo>
                    <a:pt x="52845" y="1306674"/>
                  </a:lnTo>
                  <a:lnTo>
                    <a:pt x="54496" y="1309244"/>
                  </a:lnTo>
                  <a:lnTo>
                    <a:pt x="56148" y="1311565"/>
                  </a:lnTo>
                  <a:lnTo>
                    <a:pt x="57799" y="1303979"/>
                  </a:lnTo>
                  <a:lnTo>
                    <a:pt x="59450" y="1313838"/>
                  </a:lnTo>
                  <a:lnTo>
                    <a:pt x="61102" y="1339048"/>
                  </a:lnTo>
                  <a:lnTo>
                    <a:pt x="62753" y="1338848"/>
                  </a:lnTo>
                  <a:lnTo>
                    <a:pt x="64405" y="1339014"/>
                  </a:lnTo>
                  <a:lnTo>
                    <a:pt x="66056" y="1337219"/>
                  </a:lnTo>
                  <a:lnTo>
                    <a:pt x="67707" y="1336916"/>
                  </a:lnTo>
                  <a:lnTo>
                    <a:pt x="69359" y="1327217"/>
                  </a:lnTo>
                  <a:lnTo>
                    <a:pt x="71010" y="1304387"/>
                  </a:lnTo>
                  <a:lnTo>
                    <a:pt x="72662" y="1326803"/>
                  </a:lnTo>
                  <a:lnTo>
                    <a:pt x="74313" y="1306260"/>
                  </a:lnTo>
                  <a:lnTo>
                    <a:pt x="75964" y="1306260"/>
                  </a:lnTo>
                  <a:lnTo>
                    <a:pt x="77616" y="1299404"/>
                  </a:lnTo>
                  <a:lnTo>
                    <a:pt x="79267" y="1300771"/>
                  </a:lnTo>
                  <a:lnTo>
                    <a:pt x="80919" y="1289446"/>
                  </a:lnTo>
                  <a:lnTo>
                    <a:pt x="82570" y="1275872"/>
                  </a:lnTo>
                  <a:lnTo>
                    <a:pt x="84222" y="1278484"/>
                  </a:lnTo>
                  <a:lnTo>
                    <a:pt x="85873" y="1326700"/>
                  </a:lnTo>
                  <a:lnTo>
                    <a:pt x="87524" y="1334204"/>
                  </a:lnTo>
                  <a:lnTo>
                    <a:pt x="89176" y="1333282"/>
                  </a:lnTo>
                  <a:lnTo>
                    <a:pt x="90827" y="1333721"/>
                  </a:lnTo>
                  <a:lnTo>
                    <a:pt x="92479" y="1326899"/>
                  </a:lnTo>
                  <a:lnTo>
                    <a:pt x="94130" y="1317136"/>
                  </a:lnTo>
                  <a:lnTo>
                    <a:pt x="95781" y="1324137"/>
                  </a:lnTo>
                  <a:lnTo>
                    <a:pt x="97433" y="1308271"/>
                  </a:lnTo>
                  <a:lnTo>
                    <a:pt x="99084" y="1299750"/>
                  </a:lnTo>
                  <a:lnTo>
                    <a:pt x="100736" y="1272781"/>
                  </a:lnTo>
                  <a:lnTo>
                    <a:pt x="102387" y="1284273"/>
                  </a:lnTo>
                  <a:lnTo>
                    <a:pt x="104039" y="1299649"/>
                  </a:lnTo>
                  <a:lnTo>
                    <a:pt x="105690" y="1318270"/>
                  </a:lnTo>
                  <a:lnTo>
                    <a:pt x="107341" y="1321563"/>
                  </a:lnTo>
                  <a:lnTo>
                    <a:pt x="108993" y="1314407"/>
                  </a:lnTo>
                  <a:lnTo>
                    <a:pt x="110644" y="1303259"/>
                  </a:lnTo>
                  <a:lnTo>
                    <a:pt x="112296" y="1310951"/>
                  </a:lnTo>
                  <a:lnTo>
                    <a:pt x="113947" y="1286540"/>
                  </a:lnTo>
                  <a:lnTo>
                    <a:pt x="115598" y="1274277"/>
                  </a:lnTo>
                  <a:lnTo>
                    <a:pt x="117250" y="1253502"/>
                  </a:lnTo>
                  <a:lnTo>
                    <a:pt x="118901" y="1230721"/>
                  </a:lnTo>
                  <a:lnTo>
                    <a:pt x="120553" y="1225619"/>
                  </a:lnTo>
                  <a:lnTo>
                    <a:pt x="122204" y="1207397"/>
                  </a:lnTo>
                  <a:lnTo>
                    <a:pt x="123855" y="1147374"/>
                  </a:lnTo>
                  <a:lnTo>
                    <a:pt x="125507" y="1168507"/>
                  </a:lnTo>
                  <a:lnTo>
                    <a:pt x="127158" y="1153481"/>
                  </a:lnTo>
                  <a:lnTo>
                    <a:pt x="128810" y="1098799"/>
                  </a:lnTo>
                  <a:lnTo>
                    <a:pt x="130461" y="1089566"/>
                  </a:lnTo>
                  <a:lnTo>
                    <a:pt x="132113" y="1081122"/>
                  </a:lnTo>
                  <a:lnTo>
                    <a:pt x="133764" y="1097314"/>
                  </a:lnTo>
                  <a:lnTo>
                    <a:pt x="135415" y="1158941"/>
                  </a:lnTo>
                  <a:lnTo>
                    <a:pt x="137067" y="1169319"/>
                  </a:lnTo>
                  <a:lnTo>
                    <a:pt x="138718" y="1182262"/>
                  </a:lnTo>
                  <a:lnTo>
                    <a:pt x="140370" y="1198750"/>
                  </a:lnTo>
                  <a:lnTo>
                    <a:pt x="142021" y="1207234"/>
                  </a:lnTo>
                  <a:lnTo>
                    <a:pt x="143672" y="1231931"/>
                  </a:lnTo>
                  <a:lnTo>
                    <a:pt x="145324" y="1252741"/>
                  </a:lnTo>
                  <a:lnTo>
                    <a:pt x="146975" y="1253883"/>
                  </a:lnTo>
                  <a:lnTo>
                    <a:pt x="148627" y="1279022"/>
                  </a:lnTo>
                  <a:lnTo>
                    <a:pt x="150278" y="1227766"/>
                  </a:lnTo>
                  <a:lnTo>
                    <a:pt x="151929" y="1227766"/>
                  </a:lnTo>
                  <a:lnTo>
                    <a:pt x="153581" y="1248831"/>
                  </a:lnTo>
                  <a:lnTo>
                    <a:pt x="155232" y="1294387"/>
                  </a:lnTo>
                  <a:lnTo>
                    <a:pt x="156884" y="1301391"/>
                  </a:lnTo>
                  <a:lnTo>
                    <a:pt x="158535" y="1280240"/>
                  </a:lnTo>
                  <a:lnTo>
                    <a:pt x="160187" y="1328240"/>
                  </a:lnTo>
                  <a:lnTo>
                    <a:pt x="161838" y="1329712"/>
                  </a:lnTo>
                  <a:lnTo>
                    <a:pt x="163489" y="1329202"/>
                  </a:lnTo>
                  <a:lnTo>
                    <a:pt x="165141" y="1332208"/>
                  </a:lnTo>
                  <a:lnTo>
                    <a:pt x="166792" y="1307968"/>
                  </a:lnTo>
                  <a:lnTo>
                    <a:pt x="168444" y="1314955"/>
                  </a:lnTo>
                  <a:lnTo>
                    <a:pt x="170095" y="1311492"/>
                  </a:lnTo>
                  <a:lnTo>
                    <a:pt x="171746" y="1332015"/>
                  </a:lnTo>
                  <a:lnTo>
                    <a:pt x="173398" y="1334143"/>
                  </a:lnTo>
                  <a:lnTo>
                    <a:pt x="175049" y="1323440"/>
                  </a:lnTo>
                  <a:lnTo>
                    <a:pt x="176701" y="1295921"/>
                  </a:lnTo>
                  <a:lnTo>
                    <a:pt x="178352" y="1301201"/>
                  </a:lnTo>
                  <a:lnTo>
                    <a:pt x="180004" y="1276548"/>
                  </a:lnTo>
                  <a:lnTo>
                    <a:pt x="181655" y="1295099"/>
                  </a:lnTo>
                  <a:lnTo>
                    <a:pt x="183306" y="1332225"/>
                  </a:lnTo>
                  <a:lnTo>
                    <a:pt x="184958" y="1337187"/>
                  </a:lnTo>
                  <a:lnTo>
                    <a:pt x="186609" y="1325580"/>
                  </a:lnTo>
                  <a:lnTo>
                    <a:pt x="188261" y="1307532"/>
                  </a:lnTo>
                  <a:lnTo>
                    <a:pt x="189912" y="1306260"/>
                  </a:lnTo>
                  <a:lnTo>
                    <a:pt x="191563" y="1299404"/>
                  </a:lnTo>
                  <a:lnTo>
                    <a:pt x="193215" y="1311565"/>
                  </a:lnTo>
                  <a:lnTo>
                    <a:pt x="194866" y="1328979"/>
                  </a:lnTo>
                  <a:lnTo>
                    <a:pt x="196518" y="1326803"/>
                  </a:lnTo>
                  <a:lnTo>
                    <a:pt x="198169" y="1338044"/>
                  </a:lnTo>
                  <a:lnTo>
                    <a:pt x="199820" y="1340531"/>
                  </a:lnTo>
                  <a:lnTo>
                    <a:pt x="201472" y="1340531"/>
                  </a:lnTo>
                  <a:lnTo>
                    <a:pt x="203123" y="1299404"/>
                  </a:lnTo>
                  <a:lnTo>
                    <a:pt x="204775" y="1313446"/>
                  </a:lnTo>
                  <a:lnTo>
                    <a:pt x="206426" y="1331727"/>
                  </a:lnTo>
                  <a:lnTo>
                    <a:pt x="208078" y="1313838"/>
                  </a:lnTo>
                  <a:lnTo>
                    <a:pt x="209729" y="1327923"/>
                  </a:lnTo>
                  <a:lnTo>
                    <a:pt x="211380" y="1315546"/>
                  </a:lnTo>
                  <a:lnTo>
                    <a:pt x="213032" y="1294375"/>
                  </a:lnTo>
                  <a:lnTo>
                    <a:pt x="214683" y="1310840"/>
                  </a:lnTo>
                  <a:lnTo>
                    <a:pt x="216335" y="1335581"/>
                  </a:lnTo>
                  <a:lnTo>
                    <a:pt x="217986" y="1334195"/>
                  </a:lnTo>
                  <a:lnTo>
                    <a:pt x="219637" y="1334537"/>
                  </a:lnTo>
                  <a:lnTo>
                    <a:pt x="221289" y="1312502"/>
                  </a:lnTo>
                  <a:lnTo>
                    <a:pt x="222940" y="1308459"/>
                  </a:lnTo>
                  <a:lnTo>
                    <a:pt x="224592" y="1297869"/>
                  </a:lnTo>
                  <a:lnTo>
                    <a:pt x="226243" y="1311911"/>
                  </a:lnTo>
                  <a:lnTo>
                    <a:pt x="227894" y="1316652"/>
                  </a:lnTo>
                  <a:lnTo>
                    <a:pt x="229546" y="1332242"/>
                  </a:lnTo>
                  <a:lnTo>
                    <a:pt x="231197" y="1335066"/>
                  </a:lnTo>
                  <a:lnTo>
                    <a:pt x="232849" y="1331620"/>
                  </a:lnTo>
                  <a:lnTo>
                    <a:pt x="234500" y="1310419"/>
                  </a:lnTo>
                  <a:lnTo>
                    <a:pt x="236152" y="1303454"/>
                  </a:lnTo>
                  <a:lnTo>
                    <a:pt x="237803" y="1327048"/>
                  </a:lnTo>
                  <a:lnTo>
                    <a:pt x="239454" y="1334737"/>
                  </a:lnTo>
                  <a:lnTo>
                    <a:pt x="241106" y="1312373"/>
                  </a:lnTo>
                  <a:lnTo>
                    <a:pt x="242757" y="1292493"/>
                  </a:lnTo>
                  <a:lnTo>
                    <a:pt x="244409" y="1297438"/>
                  </a:lnTo>
                  <a:lnTo>
                    <a:pt x="246060" y="1300122"/>
                  </a:lnTo>
                  <a:lnTo>
                    <a:pt x="247711" y="1318372"/>
                  </a:lnTo>
                  <a:lnTo>
                    <a:pt x="249363" y="1318395"/>
                  </a:lnTo>
                  <a:lnTo>
                    <a:pt x="251014" y="1306248"/>
                  </a:lnTo>
                  <a:lnTo>
                    <a:pt x="252666" y="1313825"/>
                  </a:lnTo>
                  <a:lnTo>
                    <a:pt x="254317" y="1319229"/>
                  </a:lnTo>
                  <a:lnTo>
                    <a:pt x="255968" y="1302467"/>
                  </a:lnTo>
                  <a:lnTo>
                    <a:pt x="257620" y="1315097"/>
                  </a:lnTo>
                  <a:lnTo>
                    <a:pt x="259271" y="1306248"/>
                  </a:lnTo>
                  <a:lnTo>
                    <a:pt x="260923" y="1320427"/>
                  </a:lnTo>
                  <a:lnTo>
                    <a:pt x="262574" y="1313434"/>
                  </a:lnTo>
                  <a:lnTo>
                    <a:pt x="264226" y="1317958"/>
                  </a:lnTo>
                  <a:lnTo>
                    <a:pt x="265877" y="1324657"/>
                  </a:lnTo>
                  <a:lnTo>
                    <a:pt x="267528" y="1311586"/>
                  </a:lnTo>
                  <a:lnTo>
                    <a:pt x="269180" y="1298295"/>
                  </a:lnTo>
                  <a:lnTo>
                    <a:pt x="270831" y="1306248"/>
                  </a:lnTo>
                  <a:lnTo>
                    <a:pt x="272483" y="1324985"/>
                  </a:lnTo>
                  <a:lnTo>
                    <a:pt x="274134" y="1324985"/>
                  </a:lnTo>
                  <a:lnTo>
                    <a:pt x="275785" y="1313825"/>
                  </a:lnTo>
                  <a:lnTo>
                    <a:pt x="277437" y="1302053"/>
                  </a:lnTo>
                  <a:lnTo>
                    <a:pt x="279088" y="1293983"/>
                  </a:lnTo>
                  <a:lnTo>
                    <a:pt x="280740" y="1302211"/>
                  </a:lnTo>
                  <a:lnTo>
                    <a:pt x="282391" y="1301832"/>
                  </a:lnTo>
                  <a:lnTo>
                    <a:pt x="284043" y="1322599"/>
                  </a:lnTo>
                  <a:lnTo>
                    <a:pt x="285694" y="1335755"/>
                  </a:lnTo>
                  <a:lnTo>
                    <a:pt x="287345" y="1334163"/>
                  </a:lnTo>
                  <a:lnTo>
                    <a:pt x="288997" y="1329493"/>
                  </a:lnTo>
                  <a:lnTo>
                    <a:pt x="290648" y="1331560"/>
                  </a:lnTo>
                  <a:lnTo>
                    <a:pt x="292300" y="1328586"/>
                  </a:lnTo>
                  <a:lnTo>
                    <a:pt x="293951" y="1331190"/>
                  </a:lnTo>
                  <a:lnTo>
                    <a:pt x="295602" y="1329757"/>
                  </a:lnTo>
                  <a:lnTo>
                    <a:pt x="297254" y="1324571"/>
                  </a:lnTo>
                  <a:lnTo>
                    <a:pt x="298905" y="1315900"/>
                  </a:lnTo>
                  <a:lnTo>
                    <a:pt x="300557" y="1308855"/>
                  </a:lnTo>
                  <a:lnTo>
                    <a:pt x="302208" y="1313619"/>
                  </a:lnTo>
                  <a:lnTo>
                    <a:pt x="303859" y="1310901"/>
                  </a:lnTo>
                  <a:lnTo>
                    <a:pt x="305511" y="1325496"/>
                  </a:lnTo>
                  <a:lnTo>
                    <a:pt x="307162" y="1324132"/>
                  </a:lnTo>
                  <a:lnTo>
                    <a:pt x="308814" y="1311622"/>
                  </a:lnTo>
                  <a:lnTo>
                    <a:pt x="310465" y="1309852"/>
                  </a:lnTo>
                  <a:lnTo>
                    <a:pt x="312117" y="1317454"/>
                  </a:lnTo>
                  <a:lnTo>
                    <a:pt x="313768" y="1331665"/>
                  </a:lnTo>
                  <a:lnTo>
                    <a:pt x="315419" y="1335064"/>
                  </a:lnTo>
                  <a:lnTo>
                    <a:pt x="317071" y="1318442"/>
                  </a:lnTo>
                  <a:lnTo>
                    <a:pt x="318722" y="1298365"/>
                  </a:lnTo>
                  <a:lnTo>
                    <a:pt x="320374" y="1292194"/>
                  </a:lnTo>
                  <a:lnTo>
                    <a:pt x="322025" y="1286942"/>
                  </a:lnTo>
                  <a:lnTo>
                    <a:pt x="323676" y="1297094"/>
                  </a:lnTo>
                  <a:lnTo>
                    <a:pt x="325328" y="1312443"/>
                  </a:lnTo>
                  <a:lnTo>
                    <a:pt x="326979" y="1338480"/>
                  </a:lnTo>
                  <a:lnTo>
                    <a:pt x="328631" y="1338480"/>
                  </a:lnTo>
                  <a:lnTo>
                    <a:pt x="330282" y="1338480"/>
                  </a:lnTo>
                  <a:lnTo>
                    <a:pt x="331933" y="1334632"/>
                  </a:lnTo>
                  <a:lnTo>
                    <a:pt x="333585" y="1308888"/>
                  </a:lnTo>
                  <a:lnTo>
                    <a:pt x="335236" y="1303622"/>
                  </a:lnTo>
                  <a:lnTo>
                    <a:pt x="336888" y="1320497"/>
                  </a:lnTo>
                  <a:lnTo>
                    <a:pt x="338539" y="1319760"/>
                  </a:lnTo>
                  <a:lnTo>
                    <a:pt x="340191" y="1302418"/>
                  </a:lnTo>
                  <a:lnTo>
                    <a:pt x="341842" y="1312734"/>
                  </a:lnTo>
                  <a:lnTo>
                    <a:pt x="343493" y="1319760"/>
                  </a:lnTo>
                  <a:lnTo>
                    <a:pt x="345145" y="1316197"/>
                  </a:lnTo>
                  <a:lnTo>
                    <a:pt x="346796" y="1329032"/>
                  </a:lnTo>
                  <a:lnTo>
                    <a:pt x="348448" y="1329353"/>
                  </a:lnTo>
                  <a:lnTo>
                    <a:pt x="350099" y="1328983"/>
                  </a:lnTo>
                  <a:lnTo>
                    <a:pt x="351750" y="1316197"/>
                  </a:lnTo>
                  <a:lnTo>
                    <a:pt x="353402" y="1322575"/>
                  </a:lnTo>
                  <a:lnTo>
                    <a:pt x="355053" y="1308543"/>
                  </a:lnTo>
                  <a:lnTo>
                    <a:pt x="356705" y="1316197"/>
                  </a:lnTo>
                  <a:lnTo>
                    <a:pt x="358356" y="1330140"/>
                  </a:lnTo>
                  <a:lnTo>
                    <a:pt x="360008" y="1330588"/>
                  </a:lnTo>
                  <a:lnTo>
                    <a:pt x="361659" y="1330407"/>
                  </a:lnTo>
                  <a:lnTo>
                    <a:pt x="363310" y="1330624"/>
                  </a:lnTo>
                  <a:lnTo>
                    <a:pt x="364962" y="1303689"/>
                  </a:lnTo>
                  <a:lnTo>
                    <a:pt x="366613" y="1328983"/>
                  </a:lnTo>
                  <a:lnTo>
                    <a:pt x="368265" y="1330072"/>
                  </a:lnTo>
                  <a:lnTo>
                    <a:pt x="369916" y="1332049"/>
                  </a:lnTo>
                  <a:lnTo>
                    <a:pt x="371567" y="1333629"/>
                  </a:lnTo>
                  <a:lnTo>
                    <a:pt x="373219" y="1331121"/>
                  </a:lnTo>
                  <a:lnTo>
                    <a:pt x="374870" y="1304765"/>
                  </a:lnTo>
                  <a:lnTo>
                    <a:pt x="376522" y="1304436"/>
                  </a:lnTo>
                  <a:lnTo>
                    <a:pt x="378173" y="1308422"/>
                  </a:lnTo>
                  <a:lnTo>
                    <a:pt x="379824" y="1324508"/>
                  </a:lnTo>
                  <a:lnTo>
                    <a:pt x="381476" y="1318368"/>
                  </a:lnTo>
                  <a:lnTo>
                    <a:pt x="383127" y="1301026"/>
                  </a:lnTo>
                  <a:lnTo>
                    <a:pt x="384779" y="1324282"/>
                  </a:lnTo>
                  <a:lnTo>
                    <a:pt x="386430" y="1324645"/>
                  </a:lnTo>
                  <a:lnTo>
                    <a:pt x="388082" y="1310389"/>
                  </a:lnTo>
                  <a:lnTo>
                    <a:pt x="389733" y="1302297"/>
                  </a:lnTo>
                  <a:lnTo>
                    <a:pt x="391384" y="1321182"/>
                  </a:lnTo>
                  <a:lnTo>
                    <a:pt x="393036" y="1322238"/>
                  </a:lnTo>
                  <a:lnTo>
                    <a:pt x="394687" y="1310222"/>
                  </a:lnTo>
                  <a:lnTo>
                    <a:pt x="396339" y="1301440"/>
                  </a:lnTo>
                  <a:lnTo>
                    <a:pt x="397990" y="1322026"/>
                  </a:lnTo>
                  <a:lnTo>
                    <a:pt x="399641" y="1320922"/>
                  </a:lnTo>
                  <a:lnTo>
                    <a:pt x="401293" y="1301972"/>
                  </a:lnTo>
                  <a:lnTo>
                    <a:pt x="402944" y="1291743"/>
                  </a:lnTo>
                  <a:lnTo>
                    <a:pt x="404596" y="1296511"/>
                  </a:lnTo>
                  <a:lnTo>
                    <a:pt x="406247" y="1312372"/>
                  </a:lnTo>
                  <a:lnTo>
                    <a:pt x="407898" y="1322924"/>
                  </a:lnTo>
                  <a:lnTo>
                    <a:pt x="409550" y="1321636"/>
                  </a:lnTo>
                  <a:lnTo>
                    <a:pt x="411201" y="1304765"/>
                  </a:lnTo>
                  <a:lnTo>
                    <a:pt x="412853" y="1294099"/>
                  </a:lnTo>
                  <a:lnTo>
                    <a:pt x="414504" y="1304010"/>
                  </a:lnTo>
                  <a:lnTo>
                    <a:pt x="416156" y="1299566"/>
                  </a:lnTo>
                  <a:lnTo>
                    <a:pt x="417807" y="1314804"/>
                  </a:lnTo>
                  <a:lnTo>
                    <a:pt x="419458" y="1311341"/>
                  </a:lnTo>
                  <a:lnTo>
                    <a:pt x="421110" y="1289554"/>
                  </a:lnTo>
                  <a:lnTo>
                    <a:pt x="422761" y="1289269"/>
                  </a:lnTo>
                  <a:lnTo>
                    <a:pt x="424413" y="1308212"/>
                  </a:lnTo>
                  <a:lnTo>
                    <a:pt x="426064" y="1324282"/>
                  </a:lnTo>
                  <a:lnTo>
                    <a:pt x="427715" y="1301026"/>
                  </a:lnTo>
                  <a:lnTo>
                    <a:pt x="429367" y="1307304"/>
                  </a:lnTo>
                  <a:lnTo>
                    <a:pt x="431018" y="1312670"/>
                  </a:lnTo>
                  <a:lnTo>
                    <a:pt x="432670" y="1294584"/>
                  </a:lnTo>
                  <a:lnTo>
                    <a:pt x="434321" y="1300092"/>
                  </a:lnTo>
                  <a:lnTo>
                    <a:pt x="435972" y="1291381"/>
                  </a:lnTo>
                  <a:lnTo>
                    <a:pt x="437624" y="1311341"/>
                  </a:lnTo>
                  <a:lnTo>
                    <a:pt x="439275" y="1303932"/>
                  </a:lnTo>
                  <a:lnTo>
                    <a:pt x="440927" y="1298427"/>
                  </a:lnTo>
                  <a:lnTo>
                    <a:pt x="442578" y="1278650"/>
                  </a:lnTo>
                  <a:lnTo>
                    <a:pt x="444230" y="1274494"/>
                  </a:lnTo>
                  <a:lnTo>
                    <a:pt x="445881" y="1308223"/>
                  </a:lnTo>
                  <a:lnTo>
                    <a:pt x="447532" y="1316582"/>
                  </a:lnTo>
                  <a:lnTo>
                    <a:pt x="449184" y="1308896"/>
                  </a:lnTo>
                  <a:lnTo>
                    <a:pt x="450835" y="1301606"/>
                  </a:lnTo>
                  <a:lnTo>
                    <a:pt x="452487" y="1296090"/>
                  </a:lnTo>
                  <a:lnTo>
                    <a:pt x="454138" y="1272606"/>
                  </a:lnTo>
                  <a:lnTo>
                    <a:pt x="455789" y="1294707"/>
                  </a:lnTo>
                  <a:lnTo>
                    <a:pt x="457441" y="1307633"/>
                  </a:lnTo>
                  <a:lnTo>
                    <a:pt x="459092" y="1300386"/>
                  </a:lnTo>
                  <a:lnTo>
                    <a:pt x="460744" y="1276152"/>
                  </a:lnTo>
                  <a:lnTo>
                    <a:pt x="462395" y="1271284"/>
                  </a:lnTo>
                  <a:lnTo>
                    <a:pt x="464047" y="1276152"/>
                  </a:lnTo>
                  <a:lnTo>
                    <a:pt x="465698" y="1299309"/>
                  </a:lnTo>
                  <a:lnTo>
                    <a:pt x="467349" y="1309647"/>
                  </a:lnTo>
                  <a:lnTo>
                    <a:pt x="469001" y="1318865"/>
                  </a:lnTo>
                  <a:lnTo>
                    <a:pt x="470652" y="1309379"/>
                  </a:lnTo>
                  <a:lnTo>
                    <a:pt x="472304" y="1307560"/>
                  </a:lnTo>
                  <a:lnTo>
                    <a:pt x="473955" y="1289616"/>
                  </a:lnTo>
                  <a:lnTo>
                    <a:pt x="475606" y="1324247"/>
                  </a:lnTo>
                  <a:lnTo>
                    <a:pt x="477258" y="1302834"/>
                  </a:lnTo>
                  <a:lnTo>
                    <a:pt x="478909" y="1278497"/>
                  </a:lnTo>
                  <a:lnTo>
                    <a:pt x="480561" y="1279354"/>
                  </a:lnTo>
                  <a:lnTo>
                    <a:pt x="482212" y="1298489"/>
                  </a:lnTo>
                  <a:lnTo>
                    <a:pt x="483863" y="1283480"/>
                  </a:lnTo>
                  <a:lnTo>
                    <a:pt x="485515" y="1283172"/>
                  </a:lnTo>
                  <a:lnTo>
                    <a:pt x="487166" y="1287987"/>
                  </a:lnTo>
                  <a:lnTo>
                    <a:pt x="488818" y="1294170"/>
                  </a:lnTo>
                  <a:lnTo>
                    <a:pt x="490469" y="1255411"/>
                  </a:lnTo>
                  <a:lnTo>
                    <a:pt x="492121" y="1253969"/>
                  </a:lnTo>
                  <a:lnTo>
                    <a:pt x="493772" y="1294388"/>
                  </a:lnTo>
                  <a:lnTo>
                    <a:pt x="495423" y="1295660"/>
                  </a:lnTo>
                  <a:lnTo>
                    <a:pt x="497075" y="1277575"/>
                  </a:lnTo>
                  <a:lnTo>
                    <a:pt x="498726" y="1249255"/>
                  </a:lnTo>
                  <a:lnTo>
                    <a:pt x="500378" y="1256930"/>
                  </a:lnTo>
                  <a:lnTo>
                    <a:pt x="502029" y="1258165"/>
                  </a:lnTo>
                  <a:lnTo>
                    <a:pt x="503680" y="1279860"/>
                  </a:lnTo>
                  <a:lnTo>
                    <a:pt x="505332" y="1272150"/>
                  </a:lnTo>
                  <a:lnTo>
                    <a:pt x="506983" y="1239570"/>
                  </a:lnTo>
                  <a:lnTo>
                    <a:pt x="508635" y="1205890"/>
                  </a:lnTo>
                  <a:lnTo>
                    <a:pt x="510286" y="1231835"/>
                  </a:lnTo>
                  <a:lnTo>
                    <a:pt x="511937" y="1212772"/>
                  </a:lnTo>
                  <a:lnTo>
                    <a:pt x="513589" y="1204869"/>
                  </a:lnTo>
                  <a:lnTo>
                    <a:pt x="515240" y="1219541"/>
                  </a:lnTo>
                  <a:lnTo>
                    <a:pt x="516892" y="1222844"/>
                  </a:lnTo>
                  <a:lnTo>
                    <a:pt x="518543" y="1185323"/>
                  </a:lnTo>
                  <a:lnTo>
                    <a:pt x="520195" y="1211828"/>
                  </a:lnTo>
                  <a:lnTo>
                    <a:pt x="521846" y="1205885"/>
                  </a:lnTo>
                  <a:lnTo>
                    <a:pt x="523497" y="1187048"/>
                  </a:lnTo>
                  <a:lnTo>
                    <a:pt x="525149" y="1190389"/>
                  </a:lnTo>
                  <a:lnTo>
                    <a:pt x="526800" y="1165502"/>
                  </a:lnTo>
                  <a:lnTo>
                    <a:pt x="528452" y="1165722"/>
                  </a:lnTo>
                  <a:lnTo>
                    <a:pt x="530103" y="1172292"/>
                  </a:lnTo>
                  <a:lnTo>
                    <a:pt x="531754" y="1188654"/>
                  </a:lnTo>
                  <a:lnTo>
                    <a:pt x="533406" y="1148158"/>
                  </a:lnTo>
                  <a:lnTo>
                    <a:pt x="535057" y="1099278"/>
                  </a:lnTo>
                  <a:lnTo>
                    <a:pt x="536709" y="1032164"/>
                  </a:lnTo>
                  <a:lnTo>
                    <a:pt x="538360" y="1011049"/>
                  </a:lnTo>
                  <a:lnTo>
                    <a:pt x="540012" y="987940"/>
                  </a:lnTo>
                  <a:lnTo>
                    <a:pt x="541663" y="941071"/>
                  </a:lnTo>
                  <a:lnTo>
                    <a:pt x="543314" y="927969"/>
                  </a:lnTo>
                  <a:lnTo>
                    <a:pt x="544966" y="934267"/>
                  </a:lnTo>
                  <a:lnTo>
                    <a:pt x="546617" y="928226"/>
                  </a:lnTo>
                  <a:lnTo>
                    <a:pt x="548269" y="921160"/>
                  </a:lnTo>
                  <a:lnTo>
                    <a:pt x="549920" y="916814"/>
                  </a:lnTo>
                  <a:lnTo>
                    <a:pt x="551571" y="937180"/>
                  </a:lnTo>
                  <a:lnTo>
                    <a:pt x="553223" y="936450"/>
                  </a:lnTo>
                  <a:lnTo>
                    <a:pt x="554874" y="967661"/>
                  </a:lnTo>
                  <a:lnTo>
                    <a:pt x="556526" y="1000077"/>
                  </a:lnTo>
                  <a:lnTo>
                    <a:pt x="558177" y="1003447"/>
                  </a:lnTo>
                  <a:lnTo>
                    <a:pt x="559828" y="1044525"/>
                  </a:lnTo>
                  <a:lnTo>
                    <a:pt x="561480" y="1112880"/>
                  </a:lnTo>
                  <a:lnTo>
                    <a:pt x="563131" y="1122924"/>
                  </a:lnTo>
                  <a:lnTo>
                    <a:pt x="564783" y="1140590"/>
                  </a:lnTo>
                  <a:lnTo>
                    <a:pt x="566434" y="1141514"/>
                  </a:lnTo>
                  <a:lnTo>
                    <a:pt x="568086" y="1162802"/>
                  </a:lnTo>
                  <a:lnTo>
                    <a:pt x="569737" y="1182573"/>
                  </a:lnTo>
                  <a:lnTo>
                    <a:pt x="571388" y="1197044"/>
                  </a:lnTo>
                  <a:lnTo>
                    <a:pt x="573040" y="1217079"/>
                  </a:lnTo>
                  <a:lnTo>
                    <a:pt x="574691" y="1215830"/>
                  </a:lnTo>
                  <a:lnTo>
                    <a:pt x="576343" y="1202272"/>
                  </a:lnTo>
                  <a:lnTo>
                    <a:pt x="577994" y="1235757"/>
                  </a:lnTo>
                  <a:lnTo>
                    <a:pt x="579645" y="1264760"/>
                  </a:lnTo>
                  <a:lnTo>
                    <a:pt x="581297" y="1268807"/>
                  </a:lnTo>
                  <a:lnTo>
                    <a:pt x="582948" y="1239664"/>
                  </a:lnTo>
                  <a:lnTo>
                    <a:pt x="584600" y="1213776"/>
                  </a:lnTo>
                  <a:lnTo>
                    <a:pt x="586251" y="1219480"/>
                  </a:lnTo>
                  <a:lnTo>
                    <a:pt x="587902" y="1239791"/>
                  </a:lnTo>
                  <a:lnTo>
                    <a:pt x="589554" y="1238095"/>
                  </a:lnTo>
                  <a:lnTo>
                    <a:pt x="591205" y="1244452"/>
                  </a:lnTo>
                  <a:lnTo>
                    <a:pt x="592857" y="1279807"/>
                  </a:lnTo>
                  <a:lnTo>
                    <a:pt x="594508" y="1267046"/>
                  </a:lnTo>
                  <a:lnTo>
                    <a:pt x="596160" y="1221449"/>
                  </a:lnTo>
                  <a:lnTo>
                    <a:pt x="597811" y="1208319"/>
                  </a:lnTo>
                  <a:lnTo>
                    <a:pt x="599462" y="1225447"/>
                  </a:lnTo>
                  <a:lnTo>
                    <a:pt x="601114" y="1272127"/>
                  </a:lnTo>
                  <a:lnTo>
                    <a:pt x="602765" y="1297357"/>
                  </a:lnTo>
                  <a:lnTo>
                    <a:pt x="604417" y="1294538"/>
                  </a:lnTo>
                  <a:lnTo>
                    <a:pt x="606068" y="1290257"/>
                  </a:lnTo>
                  <a:lnTo>
                    <a:pt x="607719" y="1290236"/>
                  </a:lnTo>
                  <a:lnTo>
                    <a:pt x="609371" y="1298488"/>
                  </a:lnTo>
                  <a:lnTo>
                    <a:pt x="611022" y="1278633"/>
                  </a:lnTo>
                  <a:lnTo>
                    <a:pt x="612674" y="1279354"/>
                  </a:lnTo>
                  <a:lnTo>
                    <a:pt x="614325" y="1285368"/>
                  </a:lnTo>
                  <a:lnTo>
                    <a:pt x="615976" y="1269913"/>
                  </a:lnTo>
                  <a:lnTo>
                    <a:pt x="617628" y="1249026"/>
                  </a:lnTo>
                  <a:lnTo>
                    <a:pt x="619279" y="1232437"/>
                  </a:lnTo>
                  <a:lnTo>
                    <a:pt x="620931" y="1257863"/>
                  </a:lnTo>
                  <a:lnTo>
                    <a:pt x="622582" y="1269625"/>
                  </a:lnTo>
                  <a:lnTo>
                    <a:pt x="624234" y="1249055"/>
                  </a:lnTo>
                  <a:lnTo>
                    <a:pt x="625885" y="1268474"/>
                  </a:lnTo>
                  <a:lnTo>
                    <a:pt x="627536" y="1268416"/>
                  </a:lnTo>
                  <a:lnTo>
                    <a:pt x="629188" y="1283797"/>
                  </a:lnTo>
                  <a:lnTo>
                    <a:pt x="630839" y="1248792"/>
                  </a:lnTo>
                  <a:lnTo>
                    <a:pt x="632491" y="1260175"/>
                  </a:lnTo>
                  <a:lnTo>
                    <a:pt x="634142" y="1295419"/>
                  </a:lnTo>
                  <a:lnTo>
                    <a:pt x="635793" y="1292188"/>
                  </a:lnTo>
                  <a:lnTo>
                    <a:pt x="637445" y="1295576"/>
                  </a:lnTo>
                  <a:lnTo>
                    <a:pt x="639096" y="1284613"/>
                  </a:lnTo>
                  <a:lnTo>
                    <a:pt x="640748" y="1244132"/>
                  </a:lnTo>
                  <a:lnTo>
                    <a:pt x="642399" y="1251674"/>
                  </a:lnTo>
                  <a:lnTo>
                    <a:pt x="644051" y="1270244"/>
                  </a:lnTo>
                  <a:lnTo>
                    <a:pt x="645702" y="1256953"/>
                  </a:lnTo>
                  <a:lnTo>
                    <a:pt x="647353" y="1243867"/>
                  </a:lnTo>
                  <a:lnTo>
                    <a:pt x="649005" y="1251550"/>
                  </a:lnTo>
                  <a:lnTo>
                    <a:pt x="650656" y="1249114"/>
                  </a:lnTo>
                  <a:lnTo>
                    <a:pt x="652308" y="1285496"/>
                  </a:lnTo>
                  <a:lnTo>
                    <a:pt x="653959" y="1280684"/>
                  </a:lnTo>
                  <a:lnTo>
                    <a:pt x="655610" y="1271871"/>
                  </a:lnTo>
                  <a:lnTo>
                    <a:pt x="657262" y="1224790"/>
                  </a:lnTo>
                  <a:lnTo>
                    <a:pt x="658913" y="1249998"/>
                  </a:lnTo>
                  <a:lnTo>
                    <a:pt x="660565" y="1260335"/>
                  </a:lnTo>
                  <a:lnTo>
                    <a:pt x="662216" y="1282693"/>
                  </a:lnTo>
                  <a:lnTo>
                    <a:pt x="663867" y="1267621"/>
                  </a:lnTo>
                  <a:lnTo>
                    <a:pt x="665519" y="1261595"/>
                  </a:lnTo>
                  <a:lnTo>
                    <a:pt x="667170" y="1265234"/>
                  </a:lnTo>
                  <a:lnTo>
                    <a:pt x="668822" y="1232281"/>
                  </a:lnTo>
                  <a:lnTo>
                    <a:pt x="670473" y="1218141"/>
                  </a:lnTo>
                  <a:lnTo>
                    <a:pt x="672125" y="1255618"/>
                  </a:lnTo>
                  <a:lnTo>
                    <a:pt x="673776" y="1273425"/>
                  </a:lnTo>
                  <a:lnTo>
                    <a:pt x="675427" y="1257162"/>
                  </a:lnTo>
                  <a:lnTo>
                    <a:pt x="677079" y="1191405"/>
                  </a:lnTo>
                  <a:lnTo>
                    <a:pt x="678730" y="1189714"/>
                  </a:lnTo>
                  <a:lnTo>
                    <a:pt x="680382" y="1188450"/>
                  </a:lnTo>
                  <a:lnTo>
                    <a:pt x="682033" y="1183120"/>
                  </a:lnTo>
                  <a:lnTo>
                    <a:pt x="683684" y="1178927"/>
                  </a:lnTo>
                  <a:lnTo>
                    <a:pt x="685336" y="1156137"/>
                  </a:lnTo>
                  <a:lnTo>
                    <a:pt x="686987" y="1124674"/>
                  </a:lnTo>
                  <a:lnTo>
                    <a:pt x="688639" y="1146610"/>
                  </a:lnTo>
                  <a:lnTo>
                    <a:pt x="690290" y="1087668"/>
                  </a:lnTo>
                  <a:lnTo>
                    <a:pt x="691941" y="1075219"/>
                  </a:lnTo>
                  <a:lnTo>
                    <a:pt x="693593" y="1065685"/>
                  </a:lnTo>
                  <a:lnTo>
                    <a:pt x="695244" y="1028619"/>
                  </a:lnTo>
                  <a:lnTo>
                    <a:pt x="696896" y="958181"/>
                  </a:lnTo>
                  <a:lnTo>
                    <a:pt x="698547" y="938860"/>
                  </a:lnTo>
                  <a:lnTo>
                    <a:pt x="700199" y="934313"/>
                  </a:lnTo>
                  <a:lnTo>
                    <a:pt x="701850" y="915346"/>
                  </a:lnTo>
                  <a:lnTo>
                    <a:pt x="703501" y="903185"/>
                  </a:lnTo>
                  <a:lnTo>
                    <a:pt x="705153" y="897245"/>
                  </a:lnTo>
                  <a:lnTo>
                    <a:pt x="706804" y="928734"/>
                  </a:lnTo>
                  <a:lnTo>
                    <a:pt x="708456" y="940500"/>
                  </a:lnTo>
                  <a:lnTo>
                    <a:pt x="710107" y="1013152"/>
                  </a:lnTo>
                  <a:lnTo>
                    <a:pt x="711758" y="1012345"/>
                  </a:lnTo>
                  <a:lnTo>
                    <a:pt x="713410" y="1020624"/>
                  </a:lnTo>
                  <a:lnTo>
                    <a:pt x="715061" y="1034747"/>
                  </a:lnTo>
                  <a:lnTo>
                    <a:pt x="716713" y="1075651"/>
                  </a:lnTo>
                  <a:lnTo>
                    <a:pt x="718364" y="1079286"/>
                  </a:lnTo>
                  <a:lnTo>
                    <a:pt x="720016" y="1106512"/>
                  </a:lnTo>
                  <a:lnTo>
                    <a:pt x="721667" y="1122412"/>
                  </a:lnTo>
                  <a:lnTo>
                    <a:pt x="723318" y="1153173"/>
                  </a:lnTo>
                  <a:lnTo>
                    <a:pt x="724970" y="1204890"/>
                  </a:lnTo>
                  <a:lnTo>
                    <a:pt x="726621" y="1177187"/>
                  </a:lnTo>
                  <a:lnTo>
                    <a:pt x="728273" y="1164805"/>
                  </a:lnTo>
                  <a:lnTo>
                    <a:pt x="729924" y="1237833"/>
                  </a:lnTo>
                  <a:lnTo>
                    <a:pt x="731575" y="1277935"/>
                  </a:lnTo>
                  <a:lnTo>
                    <a:pt x="733227" y="1270747"/>
                  </a:lnTo>
                  <a:lnTo>
                    <a:pt x="734878" y="1271812"/>
                  </a:lnTo>
                  <a:lnTo>
                    <a:pt x="736530" y="1261169"/>
                  </a:lnTo>
                  <a:lnTo>
                    <a:pt x="738181" y="1200041"/>
                  </a:lnTo>
                  <a:lnTo>
                    <a:pt x="739832" y="1196744"/>
                  </a:lnTo>
                  <a:lnTo>
                    <a:pt x="741484" y="1255949"/>
                  </a:lnTo>
                  <a:lnTo>
                    <a:pt x="743135" y="1288888"/>
                  </a:lnTo>
                  <a:lnTo>
                    <a:pt x="744787" y="1277395"/>
                  </a:lnTo>
                  <a:lnTo>
                    <a:pt x="746438" y="1252798"/>
                  </a:lnTo>
                  <a:lnTo>
                    <a:pt x="748090" y="1287066"/>
                  </a:lnTo>
                  <a:lnTo>
                    <a:pt x="749741" y="1291656"/>
                  </a:lnTo>
                  <a:lnTo>
                    <a:pt x="751392" y="1287349"/>
                  </a:lnTo>
                  <a:lnTo>
                    <a:pt x="753044" y="1279835"/>
                  </a:lnTo>
                  <a:lnTo>
                    <a:pt x="754695" y="1243104"/>
                  </a:lnTo>
                  <a:lnTo>
                    <a:pt x="756347" y="1223156"/>
                  </a:lnTo>
                  <a:lnTo>
                    <a:pt x="757998" y="1227085"/>
                  </a:lnTo>
                  <a:lnTo>
                    <a:pt x="759649" y="1234991"/>
                  </a:lnTo>
                  <a:lnTo>
                    <a:pt x="761301" y="1237631"/>
                  </a:lnTo>
                  <a:lnTo>
                    <a:pt x="762952" y="1243542"/>
                  </a:lnTo>
                  <a:lnTo>
                    <a:pt x="764604" y="1293046"/>
                  </a:lnTo>
                  <a:lnTo>
                    <a:pt x="766255" y="1279968"/>
                  </a:lnTo>
                  <a:lnTo>
                    <a:pt x="767906" y="1273502"/>
                  </a:lnTo>
                  <a:lnTo>
                    <a:pt x="769558" y="1276704"/>
                  </a:lnTo>
                  <a:lnTo>
                    <a:pt x="771209" y="1307339"/>
                  </a:lnTo>
                  <a:lnTo>
                    <a:pt x="772861" y="1307339"/>
                  </a:lnTo>
                  <a:lnTo>
                    <a:pt x="774512" y="1308101"/>
                  </a:lnTo>
                  <a:lnTo>
                    <a:pt x="776164" y="1313402"/>
                  </a:lnTo>
                  <a:lnTo>
                    <a:pt x="777815" y="1310118"/>
                  </a:lnTo>
                  <a:lnTo>
                    <a:pt x="779466" y="1290973"/>
                  </a:lnTo>
                  <a:lnTo>
                    <a:pt x="781118" y="1294420"/>
                  </a:lnTo>
                  <a:lnTo>
                    <a:pt x="782769" y="1278660"/>
                  </a:lnTo>
                  <a:lnTo>
                    <a:pt x="784421" y="1313746"/>
                  </a:lnTo>
                  <a:lnTo>
                    <a:pt x="786072" y="1301390"/>
                  </a:lnTo>
                  <a:lnTo>
                    <a:pt x="787723" y="1279574"/>
                  </a:lnTo>
                  <a:lnTo>
                    <a:pt x="789375" y="1274873"/>
                  </a:lnTo>
                  <a:lnTo>
                    <a:pt x="791026" y="1275283"/>
                  </a:lnTo>
                  <a:lnTo>
                    <a:pt x="792678" y="1276573"/>
                  </a:lnTo>
                  <a:lnTo>
                    <a:pt x="794329" y="1280159"/>
                  </a:lnTo>
                  <a:lnTo>
                    <a:pt x="795980" y="1297215"/>
                  </a:lnTo>
                  <a:lnTo>
                    <a:pt x="797632" y="1319290"/>
                  </a:lnTo>
                  <a:lnTo>
                    <a:pt x="799283" y="1307289"/>
                  </a:lnTo>
                  <a:lnTo>
                    <a:pt x="800935" y="1275458"/>
                  </a:lnTo>
                  <a:lnTo>
                    <a:pt x="802586" y="1272488"/>
                  </a:lnTo>
                  <a:lnTo>
                    <a:pt x="804238" y="1291387"/>
                  </a:lnTo>
                  <a:lnTo>
                    <a:pt x="805889" y="1295402"/>
                  </a:lnTo>
                  <a:lnTo>
                    <a:pt x="807540" y="1296154"/>
                  </a:lnTo>
                  <a:lnTo>
                    <a:pt x="809192" y="1304829"/>
                  </a:lnTo>
                  <a:lnTo>
                    <a:pt x="810843" y="1330154"/>
                  </a:lnTo>
                  <a:lnTo>
                    <a:pt x="812495" y="1328432"/>
                  </a:lnTo>
                  <a:lnTo>
                    <a:pt x="814146" y="1305509"/>
                  </a:lnTo>
                  <a:lnTo>
                    <a:pt x="815797" y="1294289"/>
                  </a:lnTo>
                  <a:lnTo>
                    <a:pt x="817449" y="1283797"/>
                  </a:lnTo>
                  <a:lnTo>
                    <a:pt x="819100" y="1280828"/>
                  </a:lnTo>
                  <a:lnTo>
                    <a:pt x="820752" y="1276399"/>
                  </a:lnTo>
                  <a:lnTo>
                    <a:pt x="822403" y="1278663"/>
                  </a:lnTo>
                  <a:lnTo>
                    <a:pt x="824055" y="1291526"/>
                  </a:lnTo>
                  <a:lnTo>
                    <a:pt x="825706" y="1276520"/>
                  </a:lnTo>
                  <a:lnTo>
                    <a:pt x="827357" y="1282080"/>
                  </a:lnTo>
                  <a:lnTo>
                    <a:pt x="829009" y="1292572"/>
                  </a:lnTo>
                  <a:lnTo>
                    <a:pt x="830660" y="1267209"/>
                  </a:lnTo>
                  <a:lnTo>
                    <a:pt x="832312" y="1282080"/>
                  </a:lnTo>
                  <a:lnTo>
                    <a:pt x="833963" y="1291752"/>
                  </a:lnTo>
                  <a:lnTo>
                    <a:pt x="835614" y="1279489"/>
                  </a:lnTo>
                  <a:lnTo>
                    <a:pt x="837266" y="1280408"/>
                  </a:lnTo>
                  <a:lnTo>
                    <a:pt x="838917" y="1288604"/>
                  </a:lnTo>
                  <a:lnTo>
                    <a:pt x="840569" y="1267545"/>
                  </a:lnTo>
                  <a:lnTo>
                    <a:pt x="842220" y="1266431"/>
                  </a:lnTo>
                  <a:lnTo>
                    <a:pt x="843871" y="1270994"/>
                  </a:lnTo>
                  <a:lnTo>
                    <a:pt x="845523" y="1266140"/>
                  </a:lnTo>
                  <a:lnTo>
                    <a:pt x="847174" y="1271644"/>
                  </a:lnTo>
                  <a:lnTo>
                    <a:pt x="848826" y="1264313"/>
                  </a:lnTo>
                  <a:lnTo>
                    <a:pt x="850477" y="1267089"/>
                  </a:lnTo>
                  <a:lnTo>
                    <a:pt x="852129" y="1270181"/>
                  </a:lnTo>
                  <a:lnTo>
                    <a:pt x="853780" y="1254843"/>
                  </a:lnTo>
                  <a:lnTo>
                    <a:pt x="855431" y="1267089"/>
                  </a:lnTo>
                  <a:lnTo>
                    <a:pt x="857083" y="1272125"/>
                  </a:lnTo>
                  <a:lnTo>
                    <a:pt x="858734" y="1272545"/>
                  </a:lnTo>
                  <a:lnTo>
                    <a:pt x="860386" y="1272545"/>
                  </a:lnTo>
                  <a:lnTo>
                    <a:pt x="862037" y="1269905"/>
                  </a:lnTo>
                  <a:lnTo>
                    <a:pt x="863688" y="1276302"/>
                  </a:lnTo>
                  <a:lnTo>
                    <a:pt x="865340" y="1272545"/>
                  </a:lnTo>
                  <a:lnTo>
                    <a:pt x="866991" y="1281862"/>
                  </a:lnTo>
                  <a:lnTo>
                    <a:pt x="868643" y="1283305"/>
                  </a:lnTo>
                  <a:lnTo>
                    <a:pt x="870294" y="1264568"/>
                  </a:lnTo>
                  <a:lnTo>
                    <a:pt x="871945" y="1254271"/>
                  </a:lnTo>
                  <a:lnTo>
                    <a:pt x="873597" y="1264869"/>
                  </a:lnTo>
                  <a:lnTo>
                    <a:pt x="875248" y="1269433"/>
                  </a:lnTo>
                  <a:lnTo>
                    <a:pt x="876900" y="1285525"/>
                  </a:lnTo>
                  <a:lnTo>
                    <a:pt x="878551" y="1291111"/>
                  </a:lnTo>
                  <a:lnTo>
                    <a:pt x="880203" y="1302720"/>
                  </a:lnTo>
                  <a:lnTo>
                    <a:pt x="881854" y="1312554"/>
                  </a:lnTo>
                  <a:lnTo>
                    <a:pt x="883505" y="1298521"/>
                  </a:lnTo>
                  <a:lnTo>
                    <a:pt x="885157" y="1308258"/>
                  </a:lnTo>
                  <a:lnTo>
                    <a:pt x="886808" y="1312904"/>
                  </a:lnTo>
                  <a:lnTo>
                    <a:pt x="888460" y="1298399"/>
                  </a:lnTo>
                  <a:lnTo>
                    <a:pt x="890111" y="1326516"/>
                  </a:lnTo>
                  <a:lnTo>
                    <a:pt x="891762" y="1331654"/>
                  </a:lnTo>
                  <a:lnTo>
                    <a:pt x="893414" y="1320787"/>
                  </a:lnTo>
                  <a:lnTo>
                    <a:pt x="895065" y="1290685"/>
                  </a:lnTo>
                  <a:lnTo>
                    <a:pt x="896717" y="1289059"/>
                  </a:lnTo>
                  <a:lnTo>
                    <a:pt x="898368" y="1290685"/>
                  </a:lnTo>
                  <a:lnTo>
                    <a:pt x="900020" y="1295255"/>
                  </a:lnTo>
                  <a:lnTo>
                    <a:pt x="901671" y="1313630"/>
                  </a:lnTo>
                  <a:lnTo>
                    <a:pt x="903322" y="1297607"/>
                  </a:lnTo>
                  <a:lnTo>
                    <a:pt x="904974" y="1293563"/>
                  </a:lnTo>
                  <a:lnTo>
                    <a:pt x="906625" y="1323302"/>
                  </a:lnTo>
                  <a:lnTo>
                    <a:pt x="908277" y="1329653"/>
                  </a:lnTo>
                  <a:lnTo>
                    <a:pt x="909928" y="1324945"/>
                  </a:lnTo>
                  <a:lnTo>
                    <a:pt x="911579" y="1328229"/>
                  </a:lnTo>
                  <a:lnTo>
                    <a:pt x="913231" y="1322563"/>
                  </a:lnTo>
                  <a:lnTo>
                    <a:pt x="914882" y="1320876"/>
                  </a:lnTo>
                  <a:lnTo>
                    <a:pt x="916534" y="1290324"/>
                  </a:lnTo>
                  <a:lnTo>
                    <a:pt x="918185" y="1265867"/>
                  </a:lnTo>
                  <a:lnTo>
                    <a:pt x="919836" y="1292912"/>
                  </a:lnTo>
                  <a:lnTo>
                    <a:pt x="921488" y="1286437"/>
                  </a:lnTo>
                  <a:lnTo>
                    <a:pt x="923139" y="1266672"/>
                  </a:lnTo>
                  <a:lnTo>
                    <a:pt x="924791" y="1276788"/>
                  </a:lnTo>
                  <a:lnTo>
                    <a:pt x="926442" y="1304925"/>
                  </a:lnTo>
                  <a:lnTo>
                    <a:pt x="928094" y="1312503"/>
                  </a:lnTo>
                  <a:lnTo>
                    <a:pt x="929745" y="1335755"/>
                  </a:lnTo>
                  <a:lnTo>
                    <a:pt x="931396" y="1331312"/>
                  </a:lnTo>
                  <a:lnTo>
                    <a:pt x="933048" y="1295131"/>
                  </a:lnTo>
                  <a:lnTo>
                    <a:pt x="934699" y="1275063"/>
                  </a:lnTo>
                  <a:lnTo>
                    <a:pt x="936351" y="1262587"/>
                  </a:lnTo>
                  <a:lnTo>
                    <a:pt x="938002" y="1282852"/>
                  </a:lnTo>
                  <a:lnTo>
                    <a:pt x="939653" y="1294398"/>
                  </a:lnTo>
                  <a:lnTo>
                    <a:pt x="941305" y="1302488"/>
                  </a:lnTo>
                  <a:lnTo>
                    <a:pt x="942956" y="1312903"/>
                  </a:lnTo>
                  <a:lnTo>
                    <a:pt x="944608" y="1293171"/>
                  </a:lnTo>
                  <a:lnTo>
                    <a:pt x="946259" y="1293436"/>
                  </a:lnTo>
                  <a:lnTo>
                    <a:pt x="947910" y="1275279"/>
                  </a:lnTo>
                  <a:lnTo>
                    <a:pt x="949562" y="1251437"/>
                  </a:lnTo>
                  <a:lnTo>
                    <a:pt x="951213" y="1244305"/>
                  </a:lnTo>
                  <a:lnTo>
                    <a:pt x="952865" y="1259965"/>
                  </a:lnTo>
                  <a:lnTo>
                    <a:pt x="954516" y="1250192"/>
                  </a:lnTo>
                  <a:lnTo>
                    <a:pt x="956168" y="1238522"/>
                  </a:lnTo>
                  <a:lnTo>
                    <a:pt x="957819" y="1244533"/>
                  </a:lnTo>
                  <a:lnTo>
                    <a:pt x="959470" y="1248890"/>
                  </a:lnTo>
                  <a:lnTo>
                    <a:pt x="961122" y="1257048"/>
                  </a:lnTo>
                  <a:lnTo>
                    <a:pt x="962773" y="1203454"/>
                  </a:lnTo>
                  <a:lnTo>
                    <a:pt x="964425" y="1166403"/>
                  </a:lnTo>
                  <a:lnTo>
                    <a:pt x="966076" y="1166293"/>
                  </a:lnTo>
                  <a:lnTo>
                    <a:pt x="967727" y="1146385"/>
                  </a:lnTo>
                  <a:lnTo>
                    <a:pt x="969379" y="1138585"/>
                  </a:lnTo>
                  <a:lnTo>
                    <a:pt x="971030" y="1202037"/>
                  </a:lnTo>
                  <a:lnTo>
                    <a:pt x="972682" y="1214786"/>
                  </a:lnTo>
                  <a:lnTo>
                    <a:pt x="974333" y="1231987"/>
                  </a:lnTo>
                  <a:lnTo>
                    <a:pt x="975984" y="1263753"/>
                  </a:lnTo>
                  <a:lnTo>
                    <a:pt x="977636" y="1271606"/>
                  </a:lnTo>
                  <a:lnTo>
                    <a:pt x="979287" y="1279014"/>
                  </a:lnTo>
                  <a:lnTo>
                    <a:pt x="980939" y="1285122"/>
                  </a:lnTo>
                  <a:lnTo>
                    <a:pt x="982590" y="1297841"/>
                  </a:lnTo>
                  <a:lnTo>
                    <a:pt x="984242" y="1307224"/>
                  </a:lnTo>
                  <a:lnTo>
                    <a:pt x="985893" y="1313318"/>
                  </a:lnTo>
                  <a:lnTo>
                    <a:pt x="987544" y="1291577"/>
                  </a:lnTo>
                  <a:lnTo>
                    <a:pt x="989196" y="1277957"/>
                  </a:lnTo>
                  <a:lnTo>
                    <a:pt x="990847" y="1294919"/>
                  </a:lnTo>
                  <a:lnTo>
                    <a:pt x="992499" y="1327790"/>
                  </a:lnTo>
                  <a:lnTo>
                    <a:pt x="994150" y="1302103"/>
                  </a:lnTo>
                  <a:lnTo>
                    <a:pt x="995801" y="1287784"/>
                  </a:lnTo>
                  <a:lnTo>
                    <a:pt x="997453" y="1315712"/>
                  </a:lnTo>
                  <a:lnTo>
                    <a:pt x="999104" y="1327445"/>
                  </a:lnTo>
                  <a:lnTo>
                    <a:pt x="1000756" y="1315984"/>
                  </a:lnTo>
                  <a:lnTo>
                    <a:pt x="1002407" y="1307396"/>
                  </a:lnTo>
                  <a:lnTo>
                    <a:pt x="1004059" y="1299208"/>
                  </a:lnTo>
                  <a:lnTo>
                    <a:pt x="1005710" y="1306754"/>
                  </a:lnTo>
                  <a:lnTo>
                    <a:pt x="1007361" y="1311908"/>
                  </a:lnTo>
                  <a:lnTo>
                    <a:pt x="1009013" y="1322167"/>
                  </a:lnTo>
                  <a:lnTo>
                    <a:pt x="1010664" y="1300844"/>
                  </a:lnTo>
                  <a:lnTo>
                    <a:pt x="1012316" y="1301258"/>
                  </a:lnTo>
                  <a:lnTo>
                    <a:pt x="1013967" y="1301327"/>
                  </a:lnTo>
                  <a:lnTo>
                    <a:pt x="1015618" y="1298354"/>
                  </a:lnTo>
                  <a:lnTo>
                    <a:pt x="1017270" y="1313271"/>
                  </a:lnTo>
                  <a:lnTo>
                    <a:pt x="1018921" y="1314605"/>
                  </a:lnTo>
                  <a:lnTo>
                    <a:pt x="1020573" y="1287826"/>
                  </a:lnTo>
                  <a:lnTo>
                    <a:pt x="1022224" y="1301176"/>
                  </a:lnTo>
                  <a:lnTo>
                    <a:pt x="1023875" y="1277395"/>
                  </a:lnTo>
                  <a:lnTo>
                    <a:pt x="1025527" y="1291203"/>
                  </a:lnTo>
                  <a:lnTo>
                    <a:pt x="1027178" y="1280499"/>
                  </a:lnTo>
                  <a:lnTo>
                    <a:pt x="1028830" y="1257706"/>
                  </a:lnTo>
                  <a:lnTo>
                    <a:pt x="1030481" y="1279287"/>
                  </a:lnTo>
                  <a:lnTo>
                    <a:pt x="1032133" y="1285926"/>
                  </a:lnTo>
                  <a:lnTo>
                    <a:pt x="1033784" y="1230736"/>
                  </a:lnTo>
                  <a:lnTo>
                    <a:pt x="1035435" y="1190819"/>
                  </a:lnTo>
                  <a:lnTo>
                    <a:pt x="1037087" y="1190329"/>
                  </a:lnTo>
                  <a:lnTo>
                    <a:pt x="1038738" y="1198633"/>
                  </a:lnTo>
                  <a:lnTo>
                    <a:pt x="1040390" y="1179790"/>
                  </a:lnTo>
                  <a:lnTo>
                    <a:pt x="1042041" y="1177472"/>
                  </a:lnTo>
                  <a:lnTo>
                    <a:pt x="1043692" y="1163008"/>
                  </a:lnTo>
                  <a:lnTo>
                    <a:pt x="1045344" y="1123427"/>
                  </a:lnTo>
                  <a:lnTo>
                    <a:pt x="1046995" y="1117491"/>
                  </a:lnTo>
                  <a:lnTo>
                    <a:pt x="1048647" y="1101913"/>
                  </a:lnTo>
                  <a:lnTo>
                    <a:pt x="1050298" y="1090607"/>
                  </a:lnTo>
                  <a:lnTo>
                    <a:pt x="1051949" y="1049591"/>
                  </a:lnTo>
                  <a:lnTo>
                    <a:pt x="1053601" y="1037164"/>
                  </a:lnTo>
                  <a:lnTo>
                    <a:pt x="1055252" y="1018536"/>
                  </a:lnTo>
                  <a:lnTo>
                    <a:pt x="1056904" y="1018536"/>
                  </a:lnTo>
                  <a:lnTo>
                    <a:pt x="1058555" y="997193"/>
                  </a:lnTo>
                  <a:lnTo>
                    <a:pt x="1060207" y="995788"/>
                  </a:lnTo>
                  <a:lnTo>
                    <a:pt x="1061858" y="1007280"/>
                  </a:lnTo>
                  <a:lnTo>
                    <a:pt x="1063509" y="988032"/>
                  </a:lnTo>
                  <a:lnTo>
                    <a:pt x="1065161" y="1000957"/>
                  </a:lnTo>
                  <a:lnTo>
                    <a:pt x="1066812" y="1026315"/>
                  </a:lnTo>
                  <a:lnTo>
                    <a:pt x="1068464" y="1055091"/>
                  </a:lnTo>
                  <a:lnTo>
                    <a:pt x="1070115" y="1037312"/>
                  </a:lnTo>
                  <a:lnTo>
                    <a:pt x="1071766" y="1053449"/>
                  </a:lnTo>
                  <a:lnTo>
                    <a:pt x="1073418" y="1081829"/>
                  </a:lnTo>
                  <a:lnTo>
                    <a:pt x="1075069" y="1126641"/>
                  </a:lnTo>
                  <a:lnTo>
                    <a:pt x="1076721" y="1159384"/>
                  </a:lnTo>
                  <a:lnTo>
                    <a:pt x="1078372" y="1160481"/>
                  </a:lnTo>
                  <a:lnTo>
                    <a:pt x="1080024" y="1134021"/>
                  </a:lnTo>
                  <a:lnTo>
                    <a:pt x="1081675" y="1150082"/>
                  </a:lnTo>
                  <a:lnTo>
                    <a:pt x="1083326" y="1177268"/>
                  </a:lnTo>
                  <a:lnTo>
                    <a:pt x="1084978" y="1208631"/>
                  </a:lnTo>
                  <a:lnTo>
                    <a:pt x="1086629" y="1233782"/>
                  </a:lnTo>
                  <a:lnTo>
                    <a:pt x="1088281" y="1217779"/>
                  </a:lnTo>
                  <a:lnTo>
                    <a:pt x="1089932" y="1231799"/>
                  </a:lnTo>
                  <a:lnTo>
                    <a:pt x="1091583" y="1225855"/>
                  </a:lnTo>
                  <a:lnTo>
                    <a:pt x="1093235" y="1213423"/>
                  </a:lnTo>
                  <a:lnTo>
                    <a:pt x="1094886" y="1231909"/>
                  </a:lnTo>
                  <a:lnTo>
                    <a:pt x="1096538" y="1240500"/>
                  </a:lnTo>
                  <a:lnTo>
                    <a:pt x="1098189" y="1220079"/>
                  </a:lnTo>
                  <a:lnTo>
                    <a:pt x="1099840" y="1213693"/>
                  </a:lnTo>
                  <a:lnTo>
                    <a:pt x="1101492" y="1226831"/>
                  </a:lnTo>
                  <a:lnTo>
                    <a:pt x="1103143" y="1269035"/>
                  </a:lnTo>
                  <a:lnTo>
                    <a:pt x="1104795" y="1282256"/>
                  </a:lnTo>
                  <a:lnTo>
                    <a:pt x="1106446" y="1252502"/>
                  </a:lnTo>
                  <a:lnTo>
                    <a:pt x="1108098" y="1238320"/>
                  </a:lnTo>
                  <a:lnTo>
                    <a:pt x="1109749" y="1252502"/>
                  </a:lnTo>
                  <a:lnTo>
                    <a:pt x="1111400" y="1237962"/>
                  </a:lnTo>
                  <a:lnTo>
                    <a:pt x="1113052" y="1253225"/>
                  </a:lnTo>
                  <a:lnTo>
                    <a:pt x="1114703" y="1265876"/>
                  </a:lnTo>
                  <a:lnTo>
                    <a:pt x="1116355" y="1270446"/>
                  </a:lnTo>
                  <a:lnTo>
                    <a:pt x="1118006" y="1273334"/>
                  </a:lnTo>
                  <a:lnTo>
                    <a:pt x="1119657" y="1238425"/>
                  </a:lnTo>
                  <a:lnTo>
                    <a:pt x="1121309" y="1255949"/>
                  </a:lnTo>
                  <a:lnTo>
                    <a:pt x="1122960" y="1262051"/>
                  </a:lnTo>
                  <a:lnTo>
                    <a:pt x="1124612" y="1239324"/>
                  </a:lnTo>
                  <a:lnTo>
                    <a:pt x="1126263" y="1229553"/>
                  </a:lnTo>
                  <a:lnTo>
                    <a:pt x="1127914" y="1253428"/>
                  </a:lnTo>
                  <a:lnTo>
                    <a:pt x="1129566" y="1258212"/>
                  </a:lnTo>
                  <a:lnTo>
                    <a:pt x="1131217" y="1232085"/>
                  </a:lnTo>
                  <a:lnTo>
                    <a:pt x="1132869" y="1238272"/>
                  </a:lnTo>
                  <a:lnTo>
                    <a:pt x="1134520" y="1248385"/>
                  </a:lnTo>
                  <a:lnTo>
                    <a:pt x="1136172" y="1232775"/>
                  </a:lnTo>
                  <a:lnTo>
                    <a:pt x="1137823" y="1212136"/>
                  </a:lnTo>
                  <a:lnTo>
                    <a:pt x="1139474" y="1202602"/>
                  </a:lnTo>
                  <a:lnTo>
                    <a:pt x="1141126" y="1217631"/>
                  </a:lnTo>
                  <a:lnTo>
                    <a:pt x="1142777" y="1217631"/>
                  </a:lnTo>
                  <a:lnTo>
                    <a:pt x="1144429" y="1221411"/>
                  </a:lnTo>
                  <a:lnTo>
                    <a:pt x="1146080" y="1240769"/>
                  </a:lnTo>
                  <a:lnTo>
                    <a:pt x="1147731" y="1248714"/>
                  </a:lnTo>
                  <a:lnTo>
                    <a:pt x="1149383" y="1250745"/>
                  </a:lnTo>
                  <a:lnTo>
                    <a:pt x="1151034" y="1246865"/>
                  </a:lnTo>
                  <a:lnTo>
                    <a:pt x="1152686" y="1238369"/>
                  </a:lnTo>
                  <a:lnTo>
                    <a:pt x="1154337" y="1219064"/>
                  </a:lnTo>
                  <a:lnTo>
                    <a:pt x="1155988" y="1163160"/>
                  </a:lnTo>
                  <a:lnTo>
                    <a:pt x="1157640" y="1171690"/>
                  </a:lnTo>
                  <a:lnTo>
                    <a:pt x="1159291" y="1154348"/>
                  </a:lnTo>
                  <a:lnTo>
                    <a:pt x="1160943" y="1118742"/>
                  </a:lnTo>
                  <a:lnTo>
                    <a:pt x="1162594" y="1017420"/>
                  </a:lnTo>
                  <a:lnTo>
                    <a:pt x="1164246" y="993614"/>
                  </a:lnTo>
                  <a:lnTo>
                    <a:pt x="1165897" y="993614"/>
                  </a:lnTo>
                  <a:lnTo>
                    <a:pt x="1167548" y="982071"/>
                  </a:lnTo>
                  <a:lnTo>
                    <a:pt x="1169200" y="1012595"/>
                  </a:lnTo>
                  <a:lnTo>
                    <a:pt x="1170851" y="1012595"/>
                  </a:lnTo>
                  <a:lnTo>
                    <a:pt x="1172503" y="1130606"/>
                  </a:lnTo>
                  <a:lnTo>
                    <a:pt x="1174154" y="1174793"/>
                  </a:lnTo>
                  <a:lnTo>
                    <a:pt x="1175805" y="1202215"/>
                  </a:lnTo>
                  <a:lnTo>
                    <a:pt x="1177457" y="1175852"/>
                  </a:lnTo>
                  <a:lnTo>
                    <a:pt x="1179108" y="1236614"/>
                  </a:lnTo>
                  <a:lnTo>
                    <a:pt x="1180760" y="1236575"/>
                  </a:lnTo>
                  <a:lnTo>
                    <a:pt x="1182411" y="1253587"/>
                  </a:lnTo>
                  <a:lnTo>
                    <a:pt x="1184063" y="1255476"/>
                  </a:lnTo>
                  <a:lnTo>
                    <a:pt x="1185714" y="1245655"/>
                  </a:lnTo>
                  <a:lnTo>
                    <a:pt x="1187365" y="1270183"/>
                  </a:lnTo>
                  <a:lnTo>
                    <a:pt x="1189017" y="1284423"/>
                  </a:lnTo>
                  <a:lnTo>
                    <a:pt x="1190668" y="1294027"/>
                  </a:lnTo>
                  <a:lnTo>
                    <a:pt x="1192320" y="1298331"/>
                  </a:lnTo>
                  <a:lnTo>
                    <a:pt x="1193971" y="1279335"/>
                  </a:lnTo>
                  <a:lnTo>
                    <a:pt x="1195622" y="1277256"/>
                  </a:lnTo>
                  <a:lnTo>
                    <a:pt x="1197274" y="1297068"/>
                  </a:lnTo>
                  <a:lnTo>
                    <a:pt x="1198925" y="1296442"/>
                  </a:lnTo>
                  <a:lnTo>
                    <a:pt x="1200577" y="1266423"/>
                  </a:lnTo>
                  <a:lnTo>
                    <a:pt x="1202228" y="1271612"/>
                  </a:lnTo>
                  <a:lnTo>
                    <a:pt x="1203879" y="1264885"/>
                  </a:lnTo>
                  <a:lnTo>
                    <a:pt x="1205531" y="1279840"/>
                  </a:lnTo>
                  <a:lnTo>
                    <a:pt x="1207182" y="1287580"/>
                  </a:lnTo>
                  <a:lnTo>
                    <a:pt x="1208834" y="1268179"/>
                  </a:lnTo>
                  <a:lnTo>
                    <a:pt x="1210485" y="1262245"/>
                  </a:lnTo>
                  <a:lnTo>
                    <a:pt x="1212137" y="1264214"/>
                  </a:lnTo>
                  <a:lnTo>
                    <a:pt x="1213788" y="1250186"/>
                  </a:lnTo>
                  <a:lnTo>
                    <a:pt x="1215439" y="1275130"/>
                  </a:lnTo>
                  <a:lnTo>
                    <a:pt x="1217091" y="1279926"/>
                  </a:lnTo>
                  <a:lnTo>
                    <a:pt x="1218742" y="1293694"/>
                  </a:lnTo>
                  <a:lnTo>
                    <a:pt x="1220394" y="1294658"/>
                  </a:lnTo>
                  <a:lnTo>
                    <a:pt x="1222045" y="1269877"/>
                  </a:lnTo>
                  <a:lnTo>
                    <a:pt x="1223696" y="1268486"/>
                  </a:lnTo>
                  <a:lnTo>
                    <a:pt x="1225348" y="1276988"/>
                  </a:lnTo>
                  <a:lnTo>
                    <a:pt x="1226999" y="1275130"/>
                  </a:lnTo>
                  <a:lnTo>
                    <a:pt x="1228651" y="1266971"/>
                  </a:lnTo>
                  <a:lnTo>
                    <a:pt x="1230302" y="1265347"/>
                  </a:lnTo>
                  <a:lnTo>
                    <a:pt x="1231953" y="1281583"/>
                  </a:lnTo>
                  <a:lnTo>
                    <a:pt x="1233605" y="1307271"/>
                  </a:lnTo>
                  <a:lnTo>
                    <a:pt x="1235256" y="1298535"/>
                  </a:lnTo>
                  <a:lnTo>
                    <a:pt x="1236908" y="1305038"/>
                  </a:lnTo>
                  <a:lnTo>
                    <a:pt x="1238559" y="1298535"/>
                  </a:lnTo>
                  <a:lnTo>
                    <a:pt x="1240211" y="1297334"/>
                  </a:lnTo>
                  <a:lnTo>
                    <a:pt x="1241862" y="1288849"/>
                  </a:lnTo>
                  <a:lnTo>
                    <a:pt x="1243513" y="1290241"/>
                  </a:lnTo>
                  <a:lnTo>
                    <a:pt x="1245165" y="1292100"/>
                  </a:lnTo>
                  <a:lnTo>
                    <a:pt x="1246816" y="1282258"/>
                  </a:lnTo>
                  <a:lnTo>
                    <a:pt x="1248468" y="1275146"/>
                  </a:lnTo>
                  <a:lnTo>
                    <a:pt x="1250119" y="1290979"/>
                  </a:lnTo>
                  <a:lnTo>
                    <a:pt x="1251770" y="1314299"/>
                  </a:lnTo>
                  <a:lnTo>
                    <a:pt x="1253422" y="1326796"/>
                  </a:lnTo>
                  <a:lnTo>
                    <a:pt x="1255073" y="1325358"/>
                  </a:lnTo>
                  <a:lnTo>
                    <a:pt x="1256725" y="1326274"/>
                  </a:lnTo>
                  <a:lnTo>
                    <a:pt x="1258376" y="1334125"/>
                  </a:lnTo>
                  <a:lnTo>
                    <a:pt x="1260028" y="1311319"/>
                  </a:lnTo>
                  <a:lnTo>
                    <a:pt x="1261679" y="1319067"/>
                  </a:lnTo>
                  <a:lnTo>
                    <a:pt x="1263330" y="1319659"/>
                  </a:lnTo>
                  <a:lnTo>
                    <a:pt x="1264982" y="1308858"/>
                  </a:lnTo>
                  <a:lnTo>
                    <a:pt x="1266633" y="1318539"/>
                  </a:lnTo>
                  <a:lnTo>
                    <a:pt x="1268285" y="1317926"/>
                  </a:lnTo>
                  <a:lnTo>
                    <a:pt x="1269936" y="1308535"/>
                  </a:lnTo>
                  <a:lnTo>
                    <a:pt x="1271587" y="1300864"/>
                  </a:lnTo>
                  <a:lnTo>
                    <a:pt x="1273239" y="1304553"/>
                  </a:lnTo>
                  <a:lnTo>
                    <a:pt x="1274890" y="1324686"/>
                  </a:lnTo>
                  <a:lnTo>
                    <a:pt x="1276542" y="1327434"/>
                  </a:lnTo>
                  <a:lnTo>
                    <a:pt x="1278193" y="1322302"/>
                  </a:lnTo>
                  <a:lnTo>
                    <a:pt x="1279844" y="1324456"/>
                  </a:lnTo>
                  <a:lnTo>
                    <a:pt x="1281496" y="1331573"/>
                  </a:lnTo>
                  <a:lnTo>
                    <a:pt x="1283147" y="1337381"/>
                  </a:lnTo>
                  <a:lnTo>
                    <a:pt x="1284799" y="1329642"/>
                  </a:lnTo>
                  <a:lnTo>
                    <a:pt x="1286450" y="1322073"/>
                  </a:lnTo>
                  <a:lnTo>
                    <a:pt x="1288102" y="1333944"/>
                  </a:lnTo>
                  <a:lnTo>
                    <a:pt x="1289753" y="1336755"/>
                  </a:lnTo>
                  <a:lnTo>
                    <a:pt x="1291404" y="1334435"/>
                  </a:lnTo>
                  <a:lnTo>
                    <a:pt x="1293056" y="1327955"/>
                  </a:lnTo>
                  <a:lnTo>
                    <a:pt x="1294707" y="1300330"/>
                  </a:lnTo>
                  <a:lnTo>
                    <a:pt x="1296359" y="1294693"/>
                  </a:lnTo>
                  <a:lnTo>
                    <a:pt x="1298010" y="1309736"/>
                  </a:lnTo>
                  <a:lnTo>
                    <a:pt x="1299661" y="1321958"/>
                  </a:lnTo>
                  <a:lnTo>
                    <a:pt x="1301313" y="1303834"/>
                  </a:lnTo>
                  <a:lnTo>
                    <a:pt x="1302964" y="1285890"/>
                  </a:lnTo>
                  <a:lnTo>
                    <a:pt x="1304616" y="1307036"/>
                  </a:lnTo>
                  <a:lnTo>
                    <a:pt x="1306267" y="1323630"/>
                  </a:lnTo>
                  <a:lnTo>
                    <a:pt x="1307918" y="1336234"/>
                  </a:lnTo>
                  <a:lnTo>
                    <a:pt x="1309570" y="1327955"/>
                  </a:lnTo>
                  <a:lnTo>
                    <a:pt x="1311221" y="1309100"/>
                  </a:lnTo>
                  <a:lnTo>
                    <a:pt x="1312873" y="1307516"/>
                  </a:lnTo>
                  <a:lnTo>
                    <a:pt x="1314524" y="1324686"/>
                  </a:lnTo>
                  <a:lnTo>
                    <a:pt x="1316176" y="1333914"/>
                  </a:lnTo>
                  <a:lnTo>
                    <a:pt x="1317827" y="1326730"/>
                  </a:lnTo>
                  <a:lnTo>
                    <a:pt x="1319478" y="1330521"/>
                  </a:lnTo>
                  <a:lnTo>
                    <a:pt x="1321130" y="1330038"/>
                  </a:lnTo>
                  <a:lnTo>
                    <a:pt x="1322781" y="1335236"/>
                  </a:lnTo>
                  <a:lnTo>
                    <a:pt x="1324433" y="1338777"/>
                  </a:lnTo>
                  <a:lnTo>
                    <a:pt x="1326084" y="1325994"/>
                  </a:lnTo>
                  <a:lnTo>
                    <a:pt x="1327735" y="1317146"/>
                  </a:lnTo>
                  <a:lnTo>
                    <a:pt x="1329387" y="1331625"/>
                  </a:lnTo>
                  <a:lnTo>
                    <a:pt x="1331038" y="1331652"/>
                  </a:lnTo>
                  <a:lnTo>
                    <a:pt x="1332690" y="1315735"/>
                  </a:lnTo>
                  <a:lnTo>
                    <a:pt x="1334341" y="1307516"/>
                  </a:lnTo>
                  <a:lnTo>
                    <a:pt x="1335992" y="1312984"/>
                  </a:lnTo>
                  <a:lnTo>
                    <a:pt x="1337644" y="1313817"/>
                  </a:lnTo>
                  <a:lnTo>
                    <a:pt x="1339295" y="1327955"/>
                  </a:lnTo>
                  <a:lnTo>
                    <a:pt x="1340947" y="1321275"/>
                  </a:lnTo>
                  <a:lnTo>
                    <a:pt x="1342598" y="1310808"/>
                  </a:lnTo>
                  <a:lnTo>
                    <a:pt x="1344250" y="1329206"/>
                  </a:lnTo>
                  <a:lnTo>
                    <a:pt x="1345901" y="1339151"/>
                  </a:lnTo>
                  <a:lnTo>
                    <a:pt x="1347552" y="1337558"/>
                  </a:lnTo>
                  <a:lnTo>
                    <a:pt x="1349204" y="1316085"/>
                  </a:lnTo>
                  <a:lnTo>
                    <a:pt x="1350855" y="1307264"/>
                  </a:lnTo>
                  <a:lnTo>
                    <a:pt x="1352507" y="1309960"/>
                  </a:lnTo>
                  <a:lnTo>
                    <a:pt x="1354158" y="1323494"/>
                  </a:lnTo>
                  <a:lnTo>
                    <a:pt x="1355809" y="1323494"/>
                  </a:lnTo>
                  <a:lnTo>
                    <a:pt x="1357461" y="1306179"/>
                  </a:lnTo>
                  <a:lnTo>
                    <a:pt x="1359112" y="1321739"/>
                  </a:lnTo>
                  <a:lnTo>
                    <a:pt x="1360764" y="1331800"/>
                  </a:lnTo>
                  <a:lnTo>
                    <a:pt x="1362415" y="1334851"/>
                  </a:lnTo>
                  <a:lnTo>
                    <a:pt x="1364067" y="1334240"/>
                  </a:lnTo>
                  <a:lnTo>
                    <a:pt x="1365718" y="1313280"/>
                  </a:lnTo>
                  <a:lnTo>
                    <a:pt x="1367369" y="1300627"/>
                  </a:lnTo>
                  <a:lnTo>
                    <a:pt x="1369021" y="1311856"/>
                  </a:lnTo>
                  <a:lnTo>
                    <a:pt x="1370672" y="1319639"/>
                  </a:lnTo>
                  <a:lnTo>
                    <a:pt x="1372324" y="1305931"/>
                  </a:lnTo>
                  <a:lnTo>
                    <a:pt x="1373975" y="1300627"/>
                  </a:lnTo>
                  <a:lnTo>
                    <a:pt x="1375626" y="1321571"/>
                  </a:lnTo>
                  <a:lnTo>
                    <a:pt x="1377278" y="1327547"/>
                  </a:lnTo>
                  <a:lnTo>
                    <a:pt x="1378929" y="1327547"/>
                  </a:lnTo>
                  <a:lnTo>
                    <a:pt x="1380581" y="1311104"/>
                  </a:lnTo>
                  <a:lnTo>
                    <a:pt x="1382232" y="1312105"/>
                  </a:lnTo>
                  <a:lnTo>
                    <a:pt x="1383883" y="1337785"/>
                  </a:lnTo>
                  <a:lnTo>
                    <a:pt x="1385535" y="1332837"/>
                  </a:lnTo>
                  <a:lnTo>
                    <a:pt x="1387186" y="1332213"/>
                  </a:lnTo>
                  <a:lnTo>
                    <a:pt x="1388838" y="1325846"/>
                  </a:lnTo>
                  <a:lnTo>
                    <a:pt x="1390489" y="1319198"/>
                  </a:lnTo>
                  <a:lnTo>
                    <a:pt x="1392141" y="1332846"/>
                  </a:lnTo>
                  <a:lnTo>
                    <a:pt x="1393792" y="1312361"/>
                  </a:lnTo>
                  <a:lnTo>
                    <a:pt x="1395443" y="1321188"/>
                  </a:lnTo>
                  <a:lnTo>
                    <a:pt x="1397095" y="1337435"/>
                  </a:lnTo>
                  <a:lnTo>
                    <a:pt x="1398746" y="1334558"/>
                  </a:lnTo>
                  <a:lnTo>
                    <a:pt x="1400398" y="1336342"/>
                  </a:lnTo>
                  <a:lnTo>
                    <a:pt x="1402049" y="1326875"/>
                  </a:lnTo>
                  <a:lnTo>
                    <a:pt x="1403700" y="1327995"/>
                  </a:lnTo>
                  <a:lnTo>
                    <a:pt x="1405352" y="1336239"/>
                  </a:lnTo>
                  <a:lnTo>
                    <a:pt x="1407003" y="1316324"/>
                  </a:lnTo>
                  <a:lnTo>
                    <a:pt x="1408655" y="1316324"/>
                  </a:lnTo>
                  <a:lnTo>
                    <a:pt x="1410306" y="1335078"/>
                  </a:lnTo>
                  <a:lnTo>
                    <a:pt x="1411957" y="1322584"/>
                  </a:lnTo>
                  <a:lnTo>
                    <a:pt x="1413609" y="1316324"/>
                  </a:lnTo>
                  <a:lnTo>
                    <a:pt x="1415260" y="1319333"/>
                  </a:lnTo>
                  <a:lnTo>
                    <a:pt x="1416912" y="1324916"/>
                  </a:lnTo>
                  <a:lnTo>
                    <a:pt x="1418563" y="1328176"/>
                  </a:lnTo>
                  <a:lnTo>
                    <a:pt x="1420215" y="1330304"/>
                  </a:lnTo>
                  <a:lnTo>
                    <a:pt x="1421866" y="1332695"/>
                  </a:lnTo>
                  <a:lnTo>
                    <a:pt x="1423517" y="1329258"/>
                  </a:lnTo>
                  <a:lnTo>
                    <a:pt x="1425169" y="1298837"/>
                  </a:lnTo>
                  <a:lnTo>
                    <a:pt x="1426820" y="1307066"/>
                  </a:lnTo>
                  <a:lnTo>
                    <a:pt x="1428472" y="1319359"/>
                  </a:lnTo>
                  <a:lnTo>
                    <a:pt x="1430123" y="1317103"/>
                  </a:lnTo>
                  <a:lnTo>
                    <a:pt x="1431774" y="1323179"/>
                  </a:lnTo>
                  <a:lnTo>
                    <a:pt x="1433426" y="1316676"/>
                  </a:lnTo>
                  <a:lnTo>
                    <a:pt x="1435077" y="1313142"/>
                  </a:lnTo>
                  <a:lnTo>
                    <a:pt x="1436729" y="1313142"/>
                  </a:lnTo>
                  <a:lnTo>
                    <a:pt x="1438380" y="1309361"/>
                  </a:lnTo>
                  <a:lnTo>
                    <a:pt x="1440032" y="1321990"/>
                  </a:lnTo>
                  <a:lnTo>
                    <a:pt x="1441683" y="1332722"/>
                  </a:lnTo>
                  <a:lnTo>
                    <a:pt x="1443334" y="1321391"/>
                  </a:lnTo>
                  <a:lnTo>
                    <a:pt x="1444986" y="1300209"/>
                  </a:lnTo>
                  <a:lnTo>
                    <a:pt x="1446637" y="1309380"/>
                  </a:lnTo>
                  <a:lnTo>
                    <a:pt x="1448289" y="1334083"/>
                  </a:lnTo>
                  <a:lnTo>
                    <a:pt x="1449940" y="1338228"/>
                  </a:lnTo>
                  <a:lnTo>
                    <a:pt x="1451591" y="1331008"/>
                  </a:lnTo>
                  <a:lnTo>
                    <a:pt x="1453243" y="1316952"/>
                  </a:lnTo>
                  <a:lnTo>
                    <a:pt x="1454894" y="1278051"/>
                  </a:lnTo>
                  <a:lnTo>
                    <a:pt x="1456546" y="1292750"/>
                  </a:lnTo>
                  <a:lnTo>
                    <a:pt x="1458197" y="1331915"/>
                  </a:lnTo>
                  <a:lnTo>
                    <a:pt x="1459848" y="1335105"/>
                  </a:lnTo>
                  <a:lnTo>
                    <a:pt x="1461500" y="1331035"/>
                  </a:lnTo>
                  <a:lnTo>
                    <a:pt x="1463151" y="1339253"/>
                  </a:lnTo>
                  <a:lnTo>
                    <a:pt x="1464803" y="1331417"/>
                  </a:lnTo>
                  <a:lnTo>
                    <a:pt x="1466454" y="1320719"/>
                  </a:lnTo>
                  <a:lnTo>
                    <a:pt x="1468106" y="1318447"/>
                  </a:lnTo>
                  <a:lnTo>
                    <a:pt x="1469757" y="1326902"/>
                  </a:lnTo>
                  <a:lnTo>
                    <a:pt x="1471408" y="1338904"/>
                  </a:lnTo>
                  <a:lnTo>
                    <a:pt x="1473060" y="1337024"/>
                  </a:lnTo>
                  <a:lnTo>
                    <a:pt x="1474711" y="1331942"/>
                  </a:lnTo>
                  <a:lnTo>
                    <a:pt x="1476363" y="1326875"/>
                  </a:lnTo>
                  <a:lnTo>
                    <a:pt x="1478014" y="1330304"/>
                  </a:lnTo>
                  <a:lnTo>
                    <a:pt x="1479665" y="1339226"/>
                  </a:lnTo>
                  <a:lnTo>
                    <a:pt x="1481317" y="1336212"/>
                  </a:lnTo>
                  <a:lnTo>
                    <a:pt x="1482968" y="1332695"/>
                  </a:lnTo>
                  <a:lnTo>
                    <a:pt x="1484620" y="1332722"/>
                  </a:lnTo>
                  <a:lnTo>
                    <a:pt x="1486271" y="1329258"/>
                  </a:lnTo>
                  <a:lnTo>
                    <a:pt x="1487922" y="1325813"/>
                  </a:lnTo>
                  <a:lnTo>
                    <a:pt x="1489574" y="1310218"/>
                  </a:lnTo>
                  <a:lnTo>
                    <a:pt x="1491225" y="1317947"/>
                  </a:lnTo>
                  <a:lnTo>
                    <a:pt x="1492877" y="1314413"/>
                  </a:lnTo>
                  <a:lnTo>
                    <a:pt x="1494528" y="1343885"/>
                  </a:lnTo>
                  <a:lnTo>
                    <a:pt x="1496180" y="1341076"/>
                  </a:lnTo>
                  <a:lnTo>
                    <a:pt x="1497831" y="1341076"/>
                  </a:lnTo>
                  <a:lnTo>
                    <a:pt x="1499482" y="1319333"/>
                  </a:lnTo>
                  <a:lnTo>
                    <a:pt x="1501134" y="1292750"/>
                  </a:lnTo>
                  <a:lnTo>
                    <a:pt x="1502785" y="1294649"/>
                  </a:lnTo>
                  <a:lnTo>
                    <a:pt x="1504437" y="1303151"/>
                  </a:lnTo>
                  <a:lnTo>
                    <a:pt x="1506088" y="1318500"/>
                  </a:lnTo>
                  <a:lnTo>
                    <a:pt x="1507739" y="1323865"/>
                  </a:lnTo>
                  <a:lnTo>
                    <a:pt x="1509391" y="1323865"/>
                  </a:lnTo>
                  <a:lnTo>
                    <a:pt x="1511042" y="1321364"/>
                  </a:lnTo>
                  <a:lnTo>
                    <a:pt x="1512694" y="1321364"/>
                  </a:lnTo>
                  <a:lnTo>
                    <a:pt x="1514345" y="1321364"/>
                  </a:lnTo>
                  <a:lnTo>
                    <a:pt x="1515996" y="1305846"/>
                  </a:lnTo>
                  <a:lnTo>
                    <a:pt x="1517648" y="1303151"/>
                  </a:lnTo>
                  <a:lnTo>
                    <a:pt x="1519299" y="1316351"/>
                  </a:lnTo>
                  <a:lnTo>
                    <a:pt x="1520951" y="1329258"/>
                  </a:lnTo>
                  <a:lnTo>
                    <a:pt x="1522602" y="1338255"/>
                  </a:lnTo>
                  <a:lnTo>
                    <a:pt x="1524254" y="1337515"/>
                  </a:lnTo>
                  <a:lnTo>
                    <a:pt x="1525905" y="1329258"/>
                  </a:lnTo>
                  <a:lnTo>
                    <a:pt x="1527556" y="1327995"/>
                  </a:lnTo>
                  <a:lnTo>
                    <a:pt x="1529208" y="1338752"/>
                  </a:lnTo>
                  <a:lnTo>
                    <a:pt x="1530859" y="1332695"/>
                  </a:lnTo>
                  <a:lnTo>
                    <a:pt x="1532511" y="1311971"/>
                  </a:lnTo>
                  <a:lnTo>
                    <a:pt x="1534162" y="1292750"/>
                  </a:lnTo>
                  <a:lnTo>
                    <a:pt x="1535813" y="1297618"/>
                  </a:lnTo>
                  <a:lnTo>
                    <a:pt x="1537465" y="1313032"/>
                  </a:lnTo>
                  <a:lnTo>
                    <a:pt x="1539116" y="1329232"/>
                  </a:lnTo>
                  <a:lnTo>
                    <a:pt x="1540768" y="1331008"/>
                  </a:lnTo>
                  <a:lnTo>
                    <a:pt x="1542419" y="1326848"/>
                  </a:lnTo>
                  <a:lnTo>
                    <a:pt x="1544071" y="1305846"/>
                  </a:lnTo>
                  <a:lnTo>
                    <a:pt x="1545722" y="1305846"/>
                  </a:lnTo>
                  <a:lnTo>
                    <a:pt x="1547373" y="1333771"/>
                  </a:lnTo>
                  <a:lnTo>
                    <a:pt x="1549025" y="1336371"/>
                  </a:lnTo>
                  <a:lnTo>
                    <a:pt x="1550676" y="1331168"/>
                  </a:lnTo>
                  <a:lnTo>
                    <a:pt x="1552328" y="1335237"/>
                  </a:lnTo>
                  <a:lnTo>
                    <a:pt x="1553979" y="1325893"/>
                  </a:lnTo>
                  <a:lnTo>
                    <a:pt x="1555630" y="1308104"/>
                  </a:lnTo>
                  <a:lnTo>
                    <a:pt x="1557282" y="1311637"/>
                  </a:lnTo>
                  <a:lnTo>
                    <a:pt x="1558933" y="1316873"/>
                  </a:lnTo>
                  <a:lnTo>
                    <a:pt x="1560585" y="1324841"/>
                  </a:lnTo>
                  <a:lnTo>
                    <a:pt x="1562236" y="1323648"/>
                  </a:lnTo>
                  <a:lnTo>
                    <a:pt x="1563887" y="1319886"/>
                  </a:lnTo>
                  <a:lnTo>
                    <a:pt x="1565539" y="1327122"/>
                  </a:lnTo>
                  <a:lnTo>
                    <a:pt x="1567190" y="1319886"/>
                  </a:lnTo>
                  <a:lnTo>
                    <a:pt x="1568842" y="1314996"/>
                  </a:lnTo>
                  <a:lnTo>
                    <a:pt x="1570493" y="1331194"/>
                  </a:lnTo>
                  <a:lnTo>
                    <a:pt x="1572145" y="1333432"/>
                  </a:lnTo>
                  <a:lnTo>
                    <a:pt x="1573796" y="1340038"/>
                  </a:lnTo>
                  <a:lnTo>
                    <a:pt x="1575447" y="1338388"/>
                  </a:lnTo>
                  <a:lnTo>
                    <a:pt x="1577099" y="1331168"/>
                  </a:lnTo>
                  <a:lnTo>
                    <a:pt x="1578750" y="1328335"/>
                  </a:lnTo>
                  <a:lnTo>
                    <a:pt x="1580402" y="1331168"/>
                  </a:lnTo>
                  <a:lnTo>
                    <a:pt x="1582053" y="1329391"/>
                  </a:lnTo>
                  <a:lnTo>
                    <a:pt x="1583704" y="1315289"/>
                  </a:lnTo>
                  <a:lnTo>
                    <a:pt x="1585356" y="1299875"/>
                  </a:lnTo>
                  <a:lnTo>
                    <a:pt x="1587007" y="1306230"/>
                  </a:lnTo>
                  <a:lnTo>
                    <a:pt x="1588659" y="1314229"/>
                  </a:lnTo>
                  <a:lnTo>
                    <a:pt x="1590310" y="1313408"/>
                  </a:lnTo>
                  <a:lnTo>
                    <a:pt x="1591961" y="1299268"/>
                  </a:lnTo>
                  <a:lnTo>
                    <a:pt x="1593613" y="1316900"/>
                  </a:lnTo>
                  <a:lnTo>
                    <a:pt x="1595264" y="1320707"/>
                  </a:lnTo>
                  <a:lnTo>
                    <a:pt x="1596916" y="1318116"/>
                  </a:lnTo>
                  <a:lnTo>
                    <a:pt x="1598567" y="1314627"/>
                  </a:lnTo>
                  <a:lnTo>
                    <a:pt x="1600219" y="1309323"/>
                  </a:lnTo>
                  <a:lnTo>
                    <a:pt x="1601870" y="1316900"/>
                  </a:lnTo>
                  <a:lnTo>
                    <a:pt x="1603521" y="1309323"/>
                  </a:lnTo>
                  <a:lnTo>
                    <a:pt x="1605173" y="1305128"/>
                  </a:lnTo>
                  <a:lnTo>
                    <a:pt x="1606824" y="1303686"/>
                  </a:lnTo>
                  <a:lnTo>
                    <a:pt x="1608476" y="1308104"/>
                  </a:lnTo>
                  <a:lnTo>
                    <a:pt x="1610127" y="1331168"/>
                  </a:lnTo>
                  <a:lnTo>
                    <a:pt x="1611778" y="1340314"/>
                  </a:lnTo>
                  <a:lnTo>
                    <a:pt x="1613430" y="1337156"/>
                  </a:lnTo>
                  <a:lnTo>
                    <a:pt x="1615081" y="1314229"/>
                  </a:lnTo>
                  <a:lnTo>
                    <a:pt x="1616733" y="1299875"/>
                  </a:lnTo>
                  <a:lnTo>
                    <a:pt x="1618384" y="1315681"/>
                  </a:lnTo>
                  <a:lnTo>
                    <a:pt x="1620036" y="1323621"/>
                  </a:lnTo>
                  <a:lnTo>
                    <a:pt x="1621687" y="1311637"/>
                  </a:lnTo>
                  <a:lnTo>
                    <a:pt x="1623338" y="1322481"/>
                  </a:lnTo>
                  <a:lnTo>
                    <a:pt x="1624990" y="1335728"/>
                  </a:lnTo>
                  <a:lnTo>
                    <a:pt x="1626641" y="1323032"/>
                  </a:lnTo>
                  <a:lnTo>
                    <a:pt x="1628293" y="1308104"/>
                  </a:lnTo>
                  <a:lnTo>
                    <a:pt x="1629944" y="1314229"/>
                  </a:lnTo>
                  <a:lnTo>
                    <a:pt x="1631595" y="1330588"/>
                  </a:lnTo>
                  <a:lnTo>
                    <a:pt x="1633247" y="1328127"/>
                  </a:lnTo>
                  <a:lnTo>
                    <a:pt x="1634898" y="1306230"/>
                  </a:lnTo>
                  <a:lnTo>
                    <a:pt x="1636550" y="1298048"/>
                  </a:lnTo>
                  <a:lnTo>
                    <a:pt x="1638201" y="1308104"/>
                  </a:lnTo>
                  <a:lnTo>
                    <a:pt x="1639852" y="1323621"/>
                  </a:lnTo>
                  <a:lnTo>
                    <a:pt x="1641504" y="1323621"/>
                  </a:lnTo>
                  <a:lnTo>
                    <a:pt x="1643155" y="1315289"/>
                  </a:lnTo>
                  <a:lnTo>
                    <a:pt x="1644807" y="1321590"/>
                  </a:lnTo>
                  <a:lnTo>
                    <a:pt x="1646458" y="1329391"/>
                  </a:lnTo>
                  <a:lnTo>
                    <a:pt x="1648110" y="1330463"/>
                  </a:lnTo>
                  <a:lnTo>
                    <a:pt x="1649761" y="1329391"/>
                  </a:lnTo>
                  <a:lnTo>
                    <a:pt x="1651412" y="1328154"/>
                  </a:lnTo>
                  <a:lnTo>
                    <a:pt x="1653064" y="1321617"/>
                  </a:lnTo>
                  <a:lnTo>
                    <a:pt x="1654715" y="1328231"/>
                  </a:lnTo>
                  <a:lnTo>
                    <a:pt x="1656367" y="1335264"/>
                  </a:lnTo>
                  <a:lnTo>
                    <a:pt x="1658018" y="1331194"/>
                  </a:lnTo>
                  <a:lnTo>
                    <a:pt x="1659669" y="1316900"/>
                  </a:lnTo>
                  <a:lnTo>
                    <a:pt x="1661321" y="1315289"/>
                  </a:lnTo>
                  <a:lnTo>
                    <a:pt x="1662972" y="1308104"/>
                  </a:lnTo>
                  <a:lnTo>
                    <a:pt x="1664624" y="1303909"/>
                  </a:lnTo>
                  <a:lnTo>
                    <a:pt x="1666275" y="1333704"/>
                  </a:lnTo>
                  <a:lnTo>
                    <a:pt x="1667926" y="1341249"/>
                  </a:lnTo>
                  <a:lnTo>
                    <a:pt x="1669578" y="1332632"/>
                  </a:lnTo>
                  <a:lnTo>
                    <a:pt x="1671229" y="1318116"/>
                  </a:lnTo>
                  <a:lnTo>
                    <a:pt x="1672881" y="1319360"/>
                  </a:lnTo>
                  <a:lnTo>
                    <a:pt x="1674532" y="1323648"/>
                  </a:lnTo>
                  <a:lnTo>
                    <a:pt x="1676184" y="1327034"/>
                  </a:lnTo>
                  <a:lnTo>
                    <a:pt x="1677835" y="1327007"/>
                  </a:lnTo>
                  <a:lnTo>
                    <a:pt x="1679486" y="1323621"/>
                  </a:lnTo>
                  <a:lnTo>
                    <a:pt x="1681138" y="1325893"/>
                  </a:lnTo>
                  <a:lnTo>
                    <a:pt x="1682789" y="1315289"/>
                  </a:lnTo>
                  <a:lnTo>
                    <a:pt x="1684441" y="1331194"/>
                  </a:lnTo>
                  <a:lnTo>
                    <a:pt x="1686092" y="1329417"/>
                  </a:lnTo>
                  <a:lnTo>
                    <a:pt x="1687743" y="1322159"/>
                  </a:lnTo>
                  <a:lnTo>
                    <a:pt x="1689395" y="1310387"/>
                  </a:lnTo>
                  <a:lnTo>
                    <a:pt x="1691046" y="1315840"/>
                  </a:lnTo>
                  <a:lnTo>
                    <a:pt x="1692698" y="1314582"/>
                  </a:lnTo>
                  <a:lnTo>
                    <a:pt x="1694349" y="1317152"/>
                  </a:lnTo>
                  <a:lnTo>
                    <a:pt x="1696001" y="1331576"/>
                  </a:lnTo>
                  <a:lnTo>
                    <a:pt x="1697652" y="1321768"/>
                  </a:lnTo>
                  <a:lnTo>
                    <a:pt x="1699303" y="1314582"/>
                  </a:lnTo>
                  <a:lnTo>
                    <a:pt x="1700955" y="1318608"/>
                  </a:lnTo>
                  <a:lnTo>
                    <a:pt x="1702606" y="1316900"/>
                  </a:lnTo>
                  <a:lnTo>
                    <a:pt x="1704258" y="1308104"/>
                  </a:lnTo>
                  <a:lnTo>
                    <a:pt x="1705909" y="1293149"/>
                  </a:lnTo>
                  <a:lnTo>
                    <a:pt x="1707560" y="1295008"/>
                  </a:lnTo>
                  <a:lnTo>
                    <a:pt x="1709212" y="1303909"/>
                  </a:lnTo>
                  <a:lnTo>
                    <a:pt x="1710863" y="1314229"/>
                  </a:lnTo>
                  <a:lnTo>
                    <a:pt x="1712515" y="1329391"/>
                  </a:lnTo>
                  <a:lnTo>
                    <a:pt x="1714166" y="1331168"/>
                  </a:lnTo>
                  <a:lnTo>
                    <a:pt x="1715817" y="1319333"/>
                  </a:lnTo>
                  <a:lnTo>
                    <a:pt x="1717469" y="1308104"/>
                  </a:lnTo>
                  <a:lnTo>
                    <a:pt x="1719120" y="1293517"/>
                  </a:lnTo>
                  <a:lnTo>
                    <a:pt x="1720772" y="1300595"/>
                  </a:lnTo>
                  <a:lnTo>
                    <a:pt x="1722423" y="1314229"/>
                  </a:lnTo>
                  <a:lnTo>
                    <a:pt x="1724075" y="1328127"/>
                  </a:lnTo>
                  <a:lnTo>
                    <a:pt x="1725726" y="1315289"/>
                  </a:lnTo>
                  <a:lnTo>
                    <a:pt x="1727377" y="1315448"/>
                  </a:lnTo>
                  <a:lnTo>
                    <a:pt x="1729029" y="1331194"/>
                  </a:lnTo>
                  <a:lnTo>
                    <a:pt x="1730680" y="1322159"/>
                  </a:lnTo>
                  <a:lnTo>
                    <a:pt x="1732332" y="1332632"/>
                  </a:lnTo>
                  <a:lnTo>
                    <a:pt x="1733983" y="1338938"/>
                  </a:lnTo>
                  <a:lnTo>
                    <a:pt x="1735634" y="1323648"/>
                  </a:lnTo>
                  <a:lnTo>
                    <a:pt x="1737286" y="1315289"/>
                  </a:lnTo>
                  <a:lnTo>
                    <a:pt x="1738937" y="1322508"/>
                  </a:lnTo>
                  <a:lnTo>
                    <a:pt x="1740589" y="1323648"/>
                  </a:lnTo>
                  <a:lnTo>
                    <a:pt x="1742240" y="1329393"/>
                  </a:lnTo>
                  <a:lnTo>
                    <a:pt x="1743891" y="1329417"/>
                  </a:lnTo>
                  <a:lnTo>
                    <a:pt x="1745543" y="1333286"/>
                  </a:lnTo>
                  <a:lnTo>
                    <a:pt x="1747194" y="1332881"/>
                  </a:lnTo>
                  <a:lnTo>
                    <a:pt x="1748846" y="1331745"/>
                  </a:lnTo>
                  <a:lnTo>
                    <a:pt x="1750497" y="1320707"/>
                  </a:lnTo>
                  <a:lnTo>
                    <a:pt x="1752149" y="1309530"/>
                  </a:lnTo>
                  <a:lnTo>
                    <a:pt x="1753800" y="1314582"/>
                  </a:lnTo>
                  <a:lnTo>
                    <a:pt x="1755451" y="1334068"/>
                  </a:lnTo>
                  <a:lnTo>
                    <a:pt x="1757103" y="1332101"/>
                  </a:lnTo>
                  <a:lnTo>
                    <a:pt x="1758754" y="1319360"/>
                  </a:lnTo>
                  <a:lnTo>
                    <a:pt x="1760406" y="1329417"/>
                  </a:lnTo>
                  <a:lnTo>
                    <a:pt x="1762057" y="1336398"/>
                  </a:lnTo>
                  <a:lnTo>
                    <a:pt x="1763708" y="1335264"/>
                  </a:lnTo>
                  <a:lnTo>
                    <a:pt x="1765360" y="1316509"/>
                  </a:lnTo>
                  <a:lnTo>
                    <a:pt x="1767011" y="1305128"/>
                  </a:lnTo>
                  <a:lnTo>
                    <a:pt x="1768663" y="1324619"/>
                  </a:lnTo>
                  <a:lnTo>
                    <a:pt x="1770314" y="1314582"/>
                  </a:lnTo>
                  <a:lnTo>
                    <a:pt x="1771965" y="1315448"/>
                  </a:lnTo>
                  <a:lnTo>
                    <a:pt x="1773617" y="1325920"/>
                  </a:lnTo>
                  <a:lnTo>
                    <a:pt x="1775268" y="1314719"/>
                  </a:lnTo>
                  <a:lnTo>
                    <a:pt x="1776920" y="1308503"/>
                  </a:lnTo>
                  <a:lnTo>
                    <a:pt x="1778571" y="1325636"/>
                  </a:lnTo>
                  <a:lnTo>
                    <a:pt x="1780223" y="1325308"/>
                  </a:lnTo>
                  <a:lnTo>
                    <a:pt x="1781874" y="1314799"/>
                  </a:lnTo>
                  <a:lnTo>
                    <a:pt x="1783525" y="1322829"/>
                  </a:lnTo>
                  <a:lnTo>
                    <a:pt x="1785177" y="1332062"/>
                  </a:lnTo>
                  <a:lnTo>
                    <a:pt x="1786828" y="1338593"/>
                  </a:lnTo>
                  <a:lnTo>
                    <a:pt x="1788480" y="1335579"/>
                  </a:lnTo>
                  <a:lnTo>
                    <a:pt x="1790131" y="1333349"/>
                  </a:lnTo>
                  <a:lnTo>
                    <a:pt x="1791782" y="1318540"/>
                  </a:lnTo>
                  <a:lnTo>
                    <a:pt x="1793434" y="1317789"/>
                  </a:lnTo>
                  <a:lnTo>
                    <a:pt x="1795085" y="1339685"/>
                  </a:lnTo>
                  <a:lnTo>
                    <a:pt x="1796737" y="1340416"/>
                  </a:lnTo>
                  <a:lnTo>
                    <a:pt x="1798388" y="1340271"/>
                  </a:lnTo>
                  <a:lnTo>
                    <a:pt x="1800040" y="1326260"/>
                  </a:lnTo>
                  <a:lnTo>
                    <a:pt x="1801691" y="1323648"/>
                  </a:lnTo>
                  <a:lnTo>
                    <a:pt x="1803342" y="1332062"/>
                  </a:lnTo>
                  <a:lnTo>
                    <a:pt x="1804994" y="1328598"/>
                  </a:lnTo>
                  <a:lnTo>
                    <a:pt x="1806645" y="1330375"/>
                  </a:lnTo>
                  <a:lnTo>
                    <a:pt x="1808297" y="1325187"/>
                  </a:lnTo>
                  <a:lnTo>
                    <a:pt x="1809948" y="1308503"/>
                  </a:lnTo>
                  <a:lnTo>
                    <a:pt x="1811599" y="1330375"/>
                  </a:lnTo>
                  <a:lnTo>
                    <a:pt x="1813251" y="1339218"/>
                  </a:lnTo>
                  <a:lnTo>
                    <a:pt x="1814902" y="1341346"/>
                  </a:lnTo>
                  <a:lnTo>
                    <a:pt x="1816554" y="1328598"/>
                  </a:lnTo>
                  <a:lnTo>
                    <a:pt x="1818205" y="1316081"/>
                  </a:lnTo>
                  <a:lnTo>
                    <a:pt x="1819856" y="1319964"/>
                  </a:lnTo>
                  <a:lnTo>
                    <a:pt x="1821508" y="1314799"/>
                  </a:lnTo>
                  <a:lnTo>
                    <a:pt x="1823159" y="1308673"/>
                  </a:lnTo>
                  <a:lnTo>
                    <a:pt x="1824811" y="1327339"/>
                  </a:lnTo>
                  <a:lnTo>
                    <a:pt x="1826462" y="1335204"/>
                  </a:lnTo>
                  <a:lnTo>
                    <a:pt x="1828114" y="1330375"/>
                  </a:lnTo>
                  <a:lnTo>
                    <a:pt x="1829765" y="1321689"/>
                  </a:lnTo>
                  <a:lnTo>
                    <a:pt x="1831416" y="1318540"/>
                  </a:lnTo>
                  <a:lnTo>
                    <a:pt x="1833068" y="1334513"/>
                  </a:lnTo>
                  <a:lnTo>
                    <a:pt x="1834719" y="1334965"/>
                  </a:lnTo>
                  <a:lnTo>
                    <a:pt x="1836371" y="1317513"/>
                  </a:lnTo>
                  <a:lnTo>
                    <a:pt x="1838022" y="1327313"/>
                  </a:lnTo>
                  <a:lnTo>
                    <a:pt x="1839673" y="1330185"/>
                  </a:lnTo>
                  <a:lnTo>
                    <a:pt x="1841325" y="1333922"/>
                  </a:lnTo>
                  <a:lnTo>
                    <a:pt x="1842976" y="1339218"/>
                  </a:lnTo>
                  <a:lnTo>
                    <a:pt x="1844628" y="1337374"/>
                  </a:lnTo>
                  <a:lnTo>
                    <a:pt x="1846279" y="1330904"/>
                  </a:lnTo>
                  <a:lnTo>
                    <a:pt x="1847930" y="1327441"/>
                  </a:lnTo>
                  <a:lnTo>
                    <a:pt x="1849582" y="1318433"/>
                  </a:lnTo>
                  <a:lnTo>
                    <a:pt x="1851233" y="1333287"/>
                  </a:lnTo>
                  <a:lnTo>
                    <a:pt x="1852885" y="1336072"/>
                  </a:lnTo>
                  <a:lnTo>
                    <a:pt x="1854536" y="1322870"/>
                  </a:lnTo>
                  <a:lnTo>
                    <a:pt x="1856188" y="1338213"/>
                  </a:lnTo>
                  <a:lnTo>
                    <a:pt x="1857839" y="1336438"/>
                  </a:lnTo>
                  <a:lnTo>
                    <a:pt x="1859490" y="1323822"/>
                  </a:lnTo>
                  <a:lnTo>
                    <a:pt x="1861142" y="1318486"/>
                  </a:lnTo>
                  <a:lnTo>
                    <a:pt x="1862793" y="1308782"/>
                  </a:lnTo>
                  <a:lnTo>
                    <a:pt x="1864445" y="1312825"/>
                  </a:lnTo>
                  <a:lnTo>
                    <a:pt x="1866096" y="1312798"/>
                  </a:lnTo>
                  <a:lnTo>
                    <a:pt x="1867747" y="1318733"/>
                  </a:lnTo>
                  <a:lnTo>
                    <a:pt x="1869399" y="1328170"/>
                  </a:lnTo>
                  <a:lnTo>
                    <a:pt x="1871050" y="1305236"/>
                  </a:lnTo>
                  <a:lnTo>
                    <a:pt x="1872702" y="1307806"/>
                  </a:lnTo>
                  <a:lnTo>
                    <a:pt x="1874353" y="1325622"/>
                  </a:lnTo>
                  <a:lnTo>
                    <a:pt x="1876005" y="1336534"/>
                  </a:lnTo>
                  <a:lnTo>
                    <a:pt x="1877656" y="1336094"/>
                  </a:lnTo>
                  <a:lnTo>
                    <a:pt x="1879307" y="1337159"/>
                  </a:lnTo>
                  <a:lnTo>
                    <a:pt x="1880959" y="1335202"/>
                  </a:lnTo>
                  <a:lnTo>
                    <a:pt x="1882610" y="1336722"/>
                  </a:lnTo>
                  <a:lnTo>
                    <a:pt x="1884262" y="1336534"/>
                  </a:lnTo>
                  <a:lnTo>
                    <a:pt x="1885913" y="1322823"/>
                  </a:lnTo>
                  <a:lnTo>
                    <a:pt x="1887564" y="1310125"/>
                  </a:lnTo>
                  <a:lnTo>
                    <a:pt x="1889216" y="1302947"/>
                  </a:lnTo>
                  <a:lnTo>
                    <a:pt x="1890867" y="1318391"/>
                  </a:lnTo>
                  <a:lnTo>
                    <a:pt x="1892519" y="1314858"/>
                  </a:lnTo>
                  <a:lnTo>
                    <a:pt x="1894170" y="1314079"/>
                  </a:lnTo>
                  <a:lnTo>
                    <a:pt x="1895821" y="1325031"/>
                  </a:lnTo>
                  <a:lnTo>
                    <a:pt x="1897473" y="1323099"/>
                  </a:lnTo>
                  <a:lnTo>
                    <a:pt x="1899124" y="1302172"/>
                  </a:lnTo>
                  <a:lnTo>
                    <a:pt x="1900776" y="1307028"/>
                  </a:lnTo>
                  <a:lnTo>
                    <a:pt x="1902427" y="1317065"/>
                  </a:lnTo>
                  <a:lnTo>
                    <a:pt x="1904079" y="1331698"/>
                  </a:lnTo>
                  <a:lnTo>
                    <a:pt x="1905730" y="1335595"/>
                  </a:lnTo>
                  <a:lnTo>
                    <a:pt x="1907381" y="1324310"/>
                  </a:lnTo>
                  <a:lnTo>
                    <a:pt x="1909033" y="1326342"/>
                  </a:lnTo>
                  <a:lnTo>
                    <a:pt x="1910684" y="1314629"/>
                  </a:lnTo>
                  <a:lnTo>
                    <a:pt x="1912336" y="1303248"/>
                  </a:lnTo>
                  <a:lnTo>
                    <a:pt x="1913987" y="1321014"/>
                  </a:lnTo>
                  <a:lnTo>
                    <a:pt x="1915638" y="1326156"/>
                  </a:lnTo>
                  <a:lnTo>
                    <a:pt x="1917290" y="1318290"/>
                  </a:lnTo>
                  <a:lnTo>
                    <a:pt x="1918941" y="1310989"/>
                  </a:lnTo>
                  <a:lnTo>
                    <a:pt x="1920593" y="1305582"/>
                  </a:lnTo>
                  <a:lnTo>
                    <a:pt x="1922244" y="1325317"/>
                  </a:lnTo>
                  <a:lnTo>
                    <a:pt x="1923895" y="1308769"/>
                  </a:lnTo>
                  <a:lnTo>
                    <a:pt x="1925547" y="1305235"/>
                  </a:lnTo>
                  <a:lnTo>
                    <a:pt x="1927198" y="1299598"/>
                  </a:lnTo>
                  <a:lnTo>
                    <a:pt x="1928850" y="1305235"/>
                  </a:lnTo>
                  <a:lnTo>
                    <a:pt x="1930501" y="1297007"/>
                  </a:lnTo>
                  <a:lnTo>
                    <a:pt x="1932153" y="1290649"/>
                  </a:lnTo>
                  <a:lnTo>
                    <a:pt x="1933804" y="1300062"/>
                  </a:lnTo>
                  <a:lnTo>
                    <a:pt x="1935455" y="1305235"/>
                  </a:lnTo>
                  <a:lnTo>
                    <a:pt x="1937107" y="1314005"/>
                  </a:lnTo>
                  <a:lnTo>
                    <a:pt x="1938758" y="1333633"/>
                  </a:lnTo>
                  <a:lnTo>
                    <a:pt x="1940410" y="1329419"/>
                  </a:lnTo>
                  <a:lnTo>
                    <a:pt x="1942061" y="1295180"/>
                  </a:lnTo>
                  <a:lnTo>
                    <a:pt x="1943712" y="1295180"/>
                  </a:lnTo>
                  <a:lnTo>
                    <a:pt x="1945364" y="1305235"/>
                  </a:lnTo>
                  <a:lnTo>
                    <a:pt x="1947015" y="1301041"/>
                  </a:lnTo>
                  <a:lnTo>
                    <a:pt x="1948667" y="1321973"/>
                  </a:lnTo>
                  <a:lnTo>
                    <a:pt x="1950318" y="1319749"/>
                  </a:lnTo>
                  <a:lnTo>
                    <a:pt x="1951969" y="1321781"/>
                  </a:lnTo>
                  <a:lnTo>
                    <a:pt x="1953621" y="1339682"/>
                  </a:lnTo>
                  <a:lnTo>
                    <a:pt x="1955272" y="1339682"/>
                  </a:lnTo>
                  <a:lnTo>
                    <a:pt x="1956924" y="1337905"/>
                  </a:lnTo>
                  <a:lnTo>
                    <a:pt x="1958575" y="1338372"/>
                  </a:lnTo>
                  <a:lnTo>
                    <a:pt x="1960227" y="1333035"/>
                  </a:lnTo>
                  <a:lnTo>
                    <a:pt x="1961878" y="1338054"/>
                  </a:lnTo>
                  <a:lnTo>
                    <a:pt x="1963529" y="1334796"/>
                  </a:lnTo>
                  <a:lnTo>
                    <a:pt x="1965181" y="1332653"/>
                  </a:lnTo>
                  <a:lnTo>
                    <a:pt x="1966832" y="1329857"/>
                  </a:lnTo>
                  <a:lnTo>
                    <a:pt x="1968484" y="1307643"/>
                  </a:lnTo>
                  <a:lnTo>
                    <a:pt x="1970135" y="1290429"/>
                  </a:lnTo>
                  <a:lnTo>
                    <a:pt x="1971786" y="1284995"/>
                  </a:lnTo>
                  <a:lnTo>
                    <a:pt x="1973438" y="1283442"/>
                  </a:lnTo>
                  <a:lnTo>
                    <a:pt x="1975089" y="1303347"/>
                  </a:lnTo>
                  <a:lnTo>
                    <a:pt x="1976741" y="1329460"/>
                  </a:lnTo>
                  <a:lnTo>
                    <a:pt x="1978392" y="1319149"/>
                  </a:lnTo>
                  <a:lnTo>
                    <a:pt x="1980044" y="1321533"/>
                  </a:lnTo>
                  <a:lnTo>
                    <a:pt x="1981695" y="1314717"/>
                  </a:lnTo>
                  <a:lnTo>
                    <a:pt x="1983346" y="1313689"/>
                  </a:lnTo>
                  <a:lnTo>
                    <a:pt x="1984998" y="1317899"/>
                  </a:lnTo>
                  <a:lnTo>
                    <a:pt x="1986649" y="1326894"/>
                  </a:lnTo>
                  <a:lnTo>
                    <a:pt x="1988301" y="1325239"/>
                  </a:lnTo>
                  <a:lnTo>
                    <a:pt x="1989952" y="1313796"/>
                  </a:lnTo>
                  <a:lnTo>
                    <a:pt x="1991603" y="1305030"/>
                  </a:lnTo>
                  <a:lnTo>
                    <a:pt x="1993255" y="1292267"/>
                  </a:lnTo>
                  <a:lnTo>
                    <a:pt x="1994906" y="1309694"/>
                  </a:lnTo>
                  <a:lnTo>
                    <a:pt x="1996558" y="1327649"/>
                  </a:lnTo>
                  <a:lnTo>
                    <a:pt x="1998209" y="1325744"/>
                  </a:lnTo>
                  <a:lnTo>
                    <a:pt x="1999860" y="1319366"/>
                  </a:lnTo>
                  <a:lnTo>
                    <a:pt x="2001512" y="1314600"/>
                  </a:lnTo>
                  <a:lnTo>
                    <a:pt x="2003163" y="1314050"/>
                  </a:lnTo>
                  <a:lnTo>
                    <a:pt x="2004815" y="1308288"/>
                  </a:lnTo>
                  <a:lnTo>
                    <a:pt x="2006466" y="1327941"/>
                  </a:lnTo>
                  <a:lnTo>
                    <a:pt x="2008118" y="1330459"/>
                  </a:lnTo>
                  <a:lnTo>
                    <a:pt x="2009769" y="1317467"/>
                  </a:lnTo>
                  <a:lnTo>
                    <a:pt x="2011420" y="1313346"/>
                  </a:lnTo>
                  <a:lnTo>
                    <a:pt x="2013072" y="1327941"/>
                  </a:lnTo>
                  <a:lnTo>
                    <a:pt x="2014723" y="1324626"/>
                  </a:lnTo>
                  <a:lnTo>
                    <a:pt x="2016375" y="1318569"/>
                  </a:lnTo>
                  <a:lnTo>
                    <a:pt x="2018026" y="1312769"/>
                  </a:lnTo>
                  <a:lnTo>
                    <a:pt x="2019677" y="1311549"/>
                  </a:lnTo>
                  <a:lnTo>
                    <a:pt x="2021329" y="1323377"/>
                  </a:lnTo>
                  <a:lnTo>
                    <a:pt x="2022980" y="1318337"/>
                  </a:lnTo>
                  <a:lnTo>
                    <a:pt x="2024632" y="1321169"/>
                  </a:lnTo>
                  <a:lnTo>
                    <a:pt x="2026283" y="1319392"/>
                  </a:lnTo>
                  <a:lnTo>
                    <a:pt x="2027934" y="1319392"/>
                  </a:lnTo>
                  <a:lnTo>
                    <a:pt x="2029586" y="1320465"/>
                  </a:lnTo>
                  <a:lnTo>
                    <a:pt x="2031237" y="1297452"/>
                  </a:lnTo>
                  <a:lnTo>
                    <a:pt x="2032889" y="1317009"/>
                  </a:lnTo>
                  <a:lnTo>
                    <a:pt x="2034540" y="1329564"/>
                  </a:lnTo>
                  <a:lnTo>
                    <a:pt x="2036192" y="1321791"/>
                  </a:lnTo>
                  <a:lnTo>
                    <a:pt x="2037843" y="1315724"/>
                  </a:lnTo>
                  <a:lnTo>
                    <a:pt x="2039494" y="1330270"/>
                  </a:lnTo>
                  <a:lnTo>
                    <a:pt x="2041146" y="1333796"/>
                  </a:lnTo>
                  <a:lnTo>
                    <a:pt x="2042797" y="1333330"/>
                  </a:lnTo>
                  <a:lnTo>
                    <a:pt x="2044449" y="1332464"/>
                  </a:lnTo>
                  <a:lnTo>
                    <a:pt x="2046100" y="1333796"/>
                  </a:lnTo>
                  <a:lnTo>
                    <a:pt x="2047751" y="1326060"/>
                  </a:lnTo>
                  <a:lnTo>
                    <a:pt x="2049403" y="1299833"/>
                  </a:lnTo>
                  <a:lnTo>
                    <a:pt x="2051054" y="1328664"/>
                  </a:lnTo>
                  <a:lnTo>
                    <a:pt x="2052706" y="1331720"/>
                  </a:lnTo>
                  <a:lnTo>
                    <a:pt x="2054357" y="1332426"/>
                  </a:lnTo>
                  <a:lnTo>
                    <a:pt x="2056009" y="1329092"/>
                  </a:lnTo>
                  <a:lnTo>
                    <a:pt x="2057660" y="1329870"/>
                  </a:lnTo>
                  <a:lnTo>
                    <a:pt x="2059311" y="1313161"/>
                  </a:lnTo>
                  <a:lnTo>
                    <a:pt x="2060963" y="1302131"/>
                  </a:lnTo>
                  <a:lnTo>
                    <a:pt x="2062614" y="1299206"/>
                  </a:lnTo>
                  <a:lnTo>
                    <a:pt x="2064266" y="1306269"/>
                  </a:lnTo>
                  <a:lnTo>
                    <a:pt x="2065917" y="1314202"/>
                  </a:lnTo>
                  <a:lnTo>
                    <a:pt x="2067568" y="1308650"/>
                  </a:lnTo>
                  <a:lnTo>
                    <a:pt x="2069220" y="1322968"/>
                  </a:lnTo>
                  <a:lnTo>
                    <a:pt x="2070871" y="1314739"/>
                  </a:lnTo>
                  <a:lnTo>
                    <a:pt x="2072523" y="1297689"/>
                  </a:lnTo>
                  <a:lnTo>
                    <a:pt x="2074174" y="1296699"/>
                  </a:lnTo>
                  <a:lnTo>
                    <a:pt x="2075825" y="1295638"/>
                  </a:lnTo>
                  <a:lnTo>
                    <a:pt x="2077477" y="1313119"/>
                  </a:lnTo>
                  <a:lnTo>
                    <a:pt x="2079128" y="1306599"/>
                  </a:lnTo>
                  <a:lnTo>
                    <a:pt x="2080780" y="1299416"/>
                  </a:lnTo>
                  <a:lnTo>
                    <a:pt x="2082431" y="1297335"/>
                  </a:lnTo>
                  <a:lnTo>
                    <a:pt x="2084083" y="1293163"/>
                  </a:lnTo>
                  <a:lnTo>
                    <a:pt x="2085734" y="1305186"/>
                  </a:lnTo>
                  <a:lnTo>
                    <a:pt x="2087385" y="1301258"/>
                  </a:lnTo>
                  <a:lnTo>
                    <a:pt x="2089037" y="1306019"/>
                  </a:lnTo>
                  <a:lnTo>
                    <a:pt x="2090688" y="1304511"/>
                  </a:lnTo>
                  <a:lnTo>
                    <a:pt x="2092340" y="1314313"/>
                  </a:lnTo>
                  <a:lnTo>
                    <a:pt x="2093991" y="1312394"/>
                  </a:lnTo>
                  <a:lnTo>
                    <a:pt x="2095642" y="1316986"/>
                  </a:lnTo>
                  <a:lnTo>
                    <a:pt x="2097294" y="1318926"/>
                  </a:lnTo>
                  <a:lnTo>
                    <a:pt x="2098945" y="1308072"/>
                  </a:lnTo>
                  <a:lnTo>
                    <a:pt x="2100597" y="1298685"/>
                  </a:lnTo>
                  <a:lnTo>
                    <a:pt x="2102248" y="1304222"/>
                  </a:lnTo>
                  <a:lnTo>
                    <a:pt x="2103899" y="1294050"/>
                  </a:lnTo>
                  <a:lnTo>
                    <a:pt x="2105551" y="1308072"/>
                  </a:lnTo>
                  <a:lnTo>
                    <a:pt x="2107202" y="1311751"/>
                  </a:lnTo>
                  <a:lnTo>
                    <a:pt x="2108854" y="1307325"/>
                  </a:lnTo>
                  <a:lnTo>
                    <a:pt x="2110505" y="1309012"/>
                  </a:lnTo>
                  <a:lnTo>
                    <a:pt x="2112157" y="1313645"/>
                  </a:lnTo>
                  <a:lnTo>
                    <a:pt x="2113808" y="1303826"/>
                  </a:lnTo>
                  <a:lnTo>
                    <a:pt x="2115459" y="1309012"/>
                  </a:lnTo>
                  <a:lnTo>
                    <a:pt x="2117111" y="1313353"/>
                  </a:lnTo>
                  <a:lnTo>
                    <a:pt x="2118762" y="1303826"/>
                  </a:lnTo>
                  <a:lnTo>
                    <a:pt x="2120414" y="1310300"/>
                  </a:lnTo>
                  <a:lnTo>
                    <a:pt x="2122065" y="1308232"/>
                  </a:lnTo>
                  <a:lnTo>
                    <a:pt x="2123716" y="1278945"/>
                  </a:lnTo>
                  <a:lnTo>
                    <a:pt x="2125368" y="1260948"/>
                  </a:lnTo>
                  <a:lnTo>
                    <a:pt x="2127019" y="1272747"/>
                  </a:lnTo>
                  <a:lnTo>
                    <a:pt x="2128671" y="1289838"/>
                  </a:lnTo>
                  <a:lnTo>
                    <a:pt x="2130322" y="1287247"/>
                  </a:lnTo>
                  <a:lnTo>
                    <a:pt x="2131973" y="1304798"/>
                  </a:lnTo>
                  <a:lnTo>
                    <a:pt x="2133625" y="1267934"/>
                  </a:lnTo>
                  <a:lnTo>
                    <a:pt x="2135276" y="1263989"/>
                  </a:lnTo>
                  <a:lnTo>
                    <a:pt x="2136928" y="1287643"/>
                  </a:lnTo>
                  <a:lnTo>
                    <a:pt x="2138579" y="1307011"/>
                  </a:lnTo>
                  <a:lnTo>
                    <a:pt x="2140231" y="1309012"/>
                  </a:lnTo>
                  <a:lnTo>
                    <a:pt x="2141882" y="1292599"/>
                  </a:lnTo>
                  <a:lnTo>
                    <a:pt x="2143533" y="1309929"/>
                  </a:lnTo>
                  <a:lnTo>
                    <a:pt x="2145185" y="1311440"/>
                  </a:lnTo>
                  <a:lnTo>
                    <a:pt x="2146836" y="1296258"/>
                  </a:lnTo>
                  <a:lnTo>
                    <a:pt x="2148488" y="1306597"/>
                  </a:lnTo>
                  <a:lnTo>
                    <a:pt x="2150139" y="1308709"/>
                  </a:lnTo>
                  <a:lnTo>
                    <a:pt x="2151790" y="1271538"/>
                  </a:lnTo>
                  <a:lnTo>
                    <a:pt x="2153442" y="1268782"/>
                  </a:lnTo>
                  <a:lnTo>
                    <a:pt x="2155093" y="1276980"/>
                  </a:lnTo>
                  <a:lnTo>
                    <a:pt x="2156745" y="1301675"/>
                  </a:lnTo>
                  <a:lnTo>
                    <a:pt x="2158396" y="1316046"/>
                  </a:lnTo>
                  <a:lnTo>
                    <a:pt x="2160048" y="1314124"/>
                  </a:lnTo>
                  <a:lnTo>
                    <a:pt x="2161699" y="1315727"/>
                  </a:lnTo>
                  <a:lnTo>
                    <a:pt x="2163350" y="1314744"/>
                  </a:lnTo>
                  <a:lnTo>
                    <a:pt x="2165002" y="1312256"/>
                  </a:lnTo>
                  <a:lnTo>
                    <a:pt x="2166653" y="1295975"/>
                  </a:lnTo>
                  <a:lnTo>
                    <a:pt x="2168305" y="1280597"/>
                  </a:lnTo>
                  <a:lnTo>
                    <a:pt x="2169956" y="1298996"/>
                  </a:lnTo>
                  <a:lnTo>
                    <a:pt x="2171607" y="1284112"/>
                  </a:lnTo>
                  <a:lnTo>
                    <a:pt x="2173259" y="1288142"/>
                  </a:lnTo>
                  <a:lnTo>
                    <a:pt x="2174910" y="1289775"/>
                  </a:lnTo>
                  <a:lnTo>
                    <a:pt x="2176562" y="1289655"/>
                  </a:lnTo>
                  <a:lnTo>
                    <a:pt x="2178213" y="1288794"/>
                  </a:lnTo>
                  <a:lnTo>
                    <a:pt x="2179864" y="1291062"/>
                  </a:lnTo>
                  <a:lnTo>
                    <a:pt x="2181516" y="1285718"/>
                  </a:lnTo>
                  <a:lnTo>
                    <a:pt x="2183167" y="1275083"/>
                  </a:lnTo>
                  <a:lnTo>
                    <a:pt x="2184819" y="1289737"/>
                  </a:lnTo>
                  <a:lnTo>
                    <a:pt x="2186470" y="1290076"/>
                  </a:lnTo>
                  <a:lnTo>
                    <a:pt x="2188122" y="1289737"/>
                  </a:lnTo>
                  <a:lnTo>
                    <a:pt x="2189773" y="1289737"/>
                  </a:lnTo>
                  <a:lnTo>
                    <a:pt x="2191424" y="1290704"/>
                  </a:lnTo>
                  <a:lnTo>
                    <a:pt x="2193076" y="1291353"/>
                  </a:lnTo>
                  <a:lnTo>
                    <a:pt x="2194727" y="1292119"/>
                  </a:lnTo>
                  <a:lnTo>
                    <a:pt x="2196379" y="1290742"/>
                  </a:lnTo>
                  <a:lnTo>
                    <a:pt x="2198030" y="1290677"/>
                  </a:lnTo>
                  <a:lnTo>
                    <a:pt x="2199681" y="1290221"/>
                  </a:lnTo>
                  <a:lnTo>
                    <a:pt x="2201333" y="1292239"/>
                  </a:lnTo>
                  <a:lnTo>
                    <a:pt x="2202984" y="1293094"/>
                  </a:lnTo>
                  <a:lnTo>
                    <a:pt x="2204636" y="1271530"/>
                  </a:lnTo>
                  <a:lnTo>
                    <a:pt x="2206287" y="1291056"/>
                  </a:lnTo>
                  <a:lnTo>
                    <a:pt x="2207938" y="1292119"/>
                  </a:lnTo>
                  <a:lnTo>
                    <a:pt x="2209590" y="1291620"/>
                  </a:lnTo>
                  <a:lnTo>
                    <a:pt x="2211241" y="1270545"/>
                  </a:lnTo>
                  <a:lnTo>
                    <a:pt x="2212893" y="1284778"/>
                  </a:lnTo>
                  <a:lnTo>
                    <a:pt x="2214544" y="1285718"/>
                  </a:lnTo>
                  <a:lnTo>
                    <a:pt x="2216196" y="1289447"/>
                  </a:lnTo>
                  <a:lnTo>
                    <a:pt x="2217847" y="1289156"/>
                  </a:lnTo>
                  <a:lnTo>
                    <a:pt x="2219498" y="1287273"/>
                  </a:lnTo>
                  <a:lnTo>
                    <a:pt x="2221150" y="1286123"/>
                  </a:lnTo>
                  <a:lnTo>
                    <a:pt x="2222801" y="1288665"/>
                  </a:lnTo>
                  <a:lnTo>
                    <a:pt x="2224453" y="1288665"/>
                  </a:lnTo>
                  <a:lnTo>
                    <a:pt x="2226104" y="1290630"/>
                  </a:lnTo>
                  <a:lnTo>
                    <a:pt x="2227755" y="1290438"/>
                  </a:lnTo>
                  <a:lnTo>
                    <a:pt x="2229407" y="1298060"/>
                  </a:lnTo>
                  <a:lnTo>
                    <a:pt x="2231058" y="1298437"/>
                  </a:lnTo>
                  <a:lnTo>
                    <a:pt x="2232710" y="1300360"/>
                  </a:lnTo>
                  <a:lnTo>
                    <a:pt x="2234361" y="1296910"/>
                  </a:lnTo>
                  <a:lnTo>
                    <a:pt x="2236013" y="1299661"/>
                  </a:lnTo>
                  <a:lnTo>
                    <a:pt x="2237664" y="1296077"/>
                  </a:lnTo>
                  <a:lnTo>
                    <a:pt x="2239315" y="1299035"/>
                  </a:lnTo>
                  <a:lnTo>
                    <a:pt x="2240967" y="1298325"/>
                  </a:lnTo>
                  <a:lnTo>
                    <a:pt x="2242618" y="1297576"/>
                  </a:lnTo>
                  <a:lnTo>
                    <a:pt x="2244270" y="1297028"/>
                  </a:lnTo>
                  <a:lnTo>
                    <a:pt x="2245921" y="1297055"/>
                  </a:lnTo>
                  <a:lnTo>
                    <a:pt x="2247572" y="1297055"/>
                  </a:lnTo>
                  <a:lnTo>
                    <a:pt x="2249224" y="1286662"/>
                  </a:lnTo>
                  <a:lnTo>
                    <a:pt x="2250875" y="1281944"/>
                  </a:lnTo>
                  <a:lnTo>
                    <a:pt x="2252527" y="1296654"/>
                  </a:lnTo>
                  <a:lnTo>
                    <a:pt x="2254178" y="1296910"/>
                  </a:lnTo>
                  <a:lnTo>
                    <a:pt x="2255829" y="1292371"/>
                  </a:lnTo>
                  <a:lnTo>
                    <a:pt x="2257481" y="1280122"/>
                  </a:lnTo>
                  <a:lnTo>
                    <a:pt x="2259132" y="1294832"/>
                  </a:lnTo>
                  <a:lnTo>
                    <a:pt x="2260784" y="1297175"/>
                  </a:lnTo>
                  <a:lnTo>
                    <a:pt x="2262435" y="1294317"/>
                  </a:lnTo>
                  <a:lnTo>
                    <a:pt x="2264087" y="1295592"/>
                  </a:lnTo>
                  <a:lnTo>
                    <a:pt x="2265738" y="1293094"/>
                  </a:lnTo>
                  <a:lnTo>
                    <a:pt x="2267389" y="1293577"/>
                  </a:lnTo>
                  <a:lnTo>
                    <a:pt x="2269041" y="1279343"/>
                  </a:lnTo>
                  <a:lnTo>
                    <a:pt x="2270692" y="1279135"/>
                  </a:lnTo>
                  <a:lnTo>
                    <a:pt x="2272344" y="1272077"/>
                  </a:lnTo>
                  <a:lnTo>
                    <a:pt x="2273995" y="1291317"/>
                  </a:lnTo>
                  <a:lnTo>
                    <a:pt x="2275646" y="1290882"/>
                  </a:lnTo>
                  <a:lnTo>
                    <a:pt x="2277298" y="1279809"/>
                  </a:lnTo>
                  <a:lnTo>
                    <a:pt x="2278949" y="1283859"/>
                  </a:lnTo>
                  <a:lnTo>
                    <a:pt x="2280601" y="1275882"/>
                  </a:lnTo>
                  <a:lnTo>
                    <a:pt x="2282252" y="1289762"/>
                  </a:lnTo>
                  <a:lnTo>
                    <a:pt x="2283903" y="1291172"/>
                  </a:lnTo>
                  <a:lnTo>
                    <a:pt x="2285555" y="1275882"/>
                  </a:lnTo>
                  <a:lnTo>
                    <a:pt x="2287206" y="1282999"/>
                  </a:lnTo>
                  <a:lnTo>
                    <a:pt x="2288858" y="1285709"/>
                  </a:lnTo>
                  <a:lnTo>
                    <a:pt x="2290509" y="1271492"/>
                  </a:lnTo>
                  <a:lnTo>
                    <a:pt x="2292161" y="1266800"/>
                  </a:lnTo>
                  <a:lnTo>
                    <a:pt x="2293812" y="1284696"/>
                  </a:lnTo>
                  <a:lnTo>
                    <a:pt x="2295463" y="1273410"/>
                  </a:lnTo>
                  <a:lnTo>
                    <a:pt x="2297115" y="1288411"/>
                  </a:lnTo>
                  <a:lnTo>
                    <a:pt x="2298766" y="1291144"/>
                  </a:lnTo>
                  <a:lnTo>
                    <a:pt x="2300418" y="1293778"/>
                  </a:lnTo>
                  <a:lnTo>
                    <a:pt x="2302069" y="1295476"/>
                  </a:lnTo>
                  <a:lnTo>
                    <a:pt x="2303720" y="1274118"/>
                  </a:lnTo>
                  <a:lnTo>
                    <a:pt x="2305372" y="1241212"/>
                  </a:lnTo>
                  <a:lnTo>
                    <a:pt x="2307023" y="1276664"/>
                  </a:lnTo>
                  <a:lnTo>
                    <a:pt x="2308675" y="1289144"/>
                  </a:lnTo>
                  <a:lnTo>
                    <a:pt x="2310326" y="1276664"/>
                  </a:lnTo>
                  <a:lnTo>
                    <a:pt x="2311977" y="1277928"/>
                  </a:lnTo>
                  <a:lnTo>
                    <a:pt x="2313629" y="1256899"/>
                  </a:lnTo>
                  <a:lnTo>
                    <a:pt x="2315280" y="1235467"/>
                  </a:lnTo>
                  <a:lnTo>
                    <a:pt x="2316932" y="1253874"/>
                  </a:lnTo>
                  <a:lnTo>
                    <a:pt x="2318583" y="1283025"/>
                  </a:lnTo>
                  <a:lnTo>
                    <a:pt x="2320235" y="1281893"/>
                  </a:lnTo>
                  <a:lnTo>
                    <a:pt x="2321886" y="1282082"/>
                  </a:lnTo>
                  <a:lnTo>
                    <a:pt x="2323537" y="1280126"/>
                  </a:lnTo>
                  <a:lnTo>
                    <a:pt x="2325189" y="1275494"/>
                  </a:lnTo>
                  <a:lnTo>
                    <a:pt x="2326840" y="1269337"/>
                  </a:lnTo>
                  <a:lnTo>
                    <a:pt x="2328492" y="1262827"/>
                  </a:lnTo>
                  <a:lnTo>
                    <a:pt x="2330143" y="1274025"/>
                  </a:lnTo>
                  <a:lnTo>
                    <a:pt x="2331794" y="1244020"/>
                  </a:lnTo>
                  <a:lnTo>
                    <a:pt x="2333446" y="1230988"/>
                  </a:lnTo>
                  <a:lnTo>
                    <a:pt x="2335097" y="1239669"/>
                  </a:lnTo>
                  <a:lnTo>
                    <a:pt x="2336749" y="1271777"/>
                  </a:lnTo>
                  <a:lnTo>
                    <a:pt x="2338400" y="1277804"/>
                  </a:lnTo>
                  <a:lnTo>
                    <a:pt x="2340052" y="1262271"/>
                  </a:lnTo>
                  <a:lnTo>
                    <a:pt x="2341703" y="1224769"/>
                  </a:lnTo>
                  <a:lnTo>
                    <a:pt x="2343354" y="1261122"/>
                  </a:lnTo>
                  <a:lnTo>
                    <a:pt x="2345006" y="1263329"/>
                  </a:lnTo>
                  <a:lnTo>
                    <a:pt x="2346657" y="1263329"/>
                  </a:lnTo>
                  <a:lnTo>
                    <a:pt x="2348309" y="1261642"/>
                  </a:lnTo>
                  <a:lnTo>
                    <a:pt x="2349960" y="1262548"/>
                  </a:lnTo>
                  <a:lnTo>
                    <a:pt x="2351611" y="1256727"/>
                  </a:lnTo>
                  <a:lnTo>
                    <a:pt x="2353263" y="1261093"/>
                  </a:lnTo>
                  <a:lnTo>
                    <a:pt x="2354914" y="1249778"/>
                  </a:lnTo>
                  <a:lnTo>
                    <a:pt x="2356566" y="1242726"/>
                  </a:lnTo>
                  <a:lnTo>
                    <a:pt x="2358217" y="1261093"/>
                  </a:lnTo>
                  <a:lnTo>
                    <a:pt x="2359868" y="1261093"/>
                  </a:lnTo>
                  <a:lnTo>
                    <a:pt x="2361520" y="1241835"/>
                  </a:lnTo>
                  <a:lnTo>
                    <a:pt x="2363171" y="1243866"/>
                  </a:lnTo>
                  <a:lnTo>
                    <a:pt x="2364823" y="1244859"/>
                  </a:lnTo>
                  <a:lnTo>
                    <a:pt x="2366474" y="1247918"/>
                  </a:lnTo>
                  <a:lnTo>
                    <a:pt x="2368126" y="1245886"/>
                  </a:lnTo>
                  <a:lnTo>
                    <a:pt x="2369777" y="1250419"/>
                  </a:lnTo>
                  <a:lnTo>
                    <a:pt x="2371428" y="1267424"/>
                  </a:lnTo>
                  <a:lnTo>
                    <a:pt x="2373080" y="1263596"/>
                  </a:lnTo>
                  <a:lnTo>
                    <a:pt x="2374731" y="1266755"/>
                  </a:lnTo>
                  <a:lnTo>
                    <a:pt x="2376383" y="1252761"/>
                  </a:lnTo>
                  <a:lnTo>
                    <a:pt x="2378034" y="1268442"/>
                  </a:lnTo>
                  <a:lnTo>
                    <a:pt x="2379685" y="1271046"/>
                  </a:lnTo>
                  <a:lnTo>
                    <a:pt x="2381337" y="1267686"/>
                  </a:lnTo>
                  <a:lnTo>
                    <a:pt x="2382988" y="1269584"/>
                  </a:lnTo>
                  <a:lnTo>
                    <a:pt x="2384640" y="1252761"/>
                  </a:lnTo>
                  <a:lnTo>
                    <a:pt x="2386291" y="1218140"/>
                  </a:lnTo>
                  <a:lnTo>
                    <a:pt x="2387942" y="1218140"/>
                  </a:lnTo>
                  <a:lnTo>
                    <a:pt x="2389594" y="1238650"/>
                  </a:lnTo>
                  <a:lnTo>
                    <a:pt x="2391245" y="1260003"/>
                  </a:lnTo>
                  <a:lnTo>
                    <a:pt x="2392897" y="1262808"/>
                  </a:lnTo>
                  <a:lnTo>
                    <a:pt x="2394548" y="1260083"/>
                  </a:lnTo>
                  <a:lnTo>
                    <a:pt x="2396200" y="1263046"/>
                  </a:lnTo>
                  <a:lnTo>
                    <a:pt x="2397851" y="1259510"/>
                  </a:lnTo>
                  <a:lnTo>
                    <a:pt x="2399502" y="1246958"/>
                  </a:lnTo>
                  <a:lnTo>
                    <a:pt x="2401154" y="1255893"/>
                  </a:lnTo>
                  <a:lnTo>
                    <a:pt x="2402805" y="1258496"/>
                  </a:lnTo>
                  <a:lnTo>
                    <a:pt x="2404457" y="1224905"/>
                  </a:lnTo>
                  <a:lnTo>
                    <a:pt x="2406108" y="1255188"/>
                  </a:lnTo>
                  <a:lnTo>
                    <a:pt x="2407759" y="1260796"/>
                  </a:lnTo>
                  <a:lnTo>
                    <a:pt x="2409411" y="1257811"/>
                  </a:lnTo>
                  <a:lnTo>
                    <a:pt x="2411062" y="1257811"/>
                  </a:lnTo>
                  <a:lnTo>
                    <a:pt x="2412714" y="1260281"/>
                  </a:lnTo>
                  <a:lnTo>
                    <a:pt x="2414365" y="1260281"/>
                  </a:lnTo>
                  <a:lnTo>
                    <a:pt x="2416017" y="1260281"/>
                  </a:lnTo>
                  <a:lnTo>
                    <a:pt x="2417668" y="1256881"/>
                  </a:lnTo>
                  <a:lnTo>
                    <a:pt x="2419319" y="1254621"/>
                  </a:lnTo>
                  <a:lnTo>
                    <a:pt x="2420971" y="1259662"/>
                  </a:lnTo>
                  <a:lnTo>
                    <a:pt x="2422622" y="1260177"/>
                  </a:lnTo>
                  <a:lnTo>
                    <a:pt x="2424274" y="1135932"/>
                  </a:lnTo>
                  <a:lnTo>
                    <a:pt x="2425925" y="1119979"/>
                  </a:lnTo>
                  <a:lnTo>
                    <a:pt x="2427576" y="1100812"/>
                  </a:lnTo>
                  <a:lnTo>
                    <a:pt x="2429228" y="1105348"/>
                  </a:lnTo>
                  <a:lnTo>
                    <a:pt x="2430879" y="1119979"/>
                  </a:lnTo>
                  <a:lnTo>
                    <a:pt x="2432531" y="1125519"/>
                  </a:lnTo>
                  <a:lnTo>
                    <a:pt x="2434182" y="1125307"/>
                  </a:lnTo>
                  <a:lnTo>
                    <a:pt x="2435833" y="1123990"/>
                  </a:lnTo>
                  <a:lnTo>
                    <a:pt x="2437485" y="1121972"/>
                  </a:lnTo>
                  <a:lnTo>
                    <a:pt x="2439136" y="1122466"/>
                  </a:lnTo>
                  <a:lnTo>
                    <a:pt x="2440788" y="1121825"/>
                  </a:lnTo>
                  <a:lnTo>
                    <a:pt x="2442439" y="1098928"/>
                  </a:lnTo>
                  <a:lnTo>
                    <a:pt x="2444091" y="1094075"/>
                  </a:lnTo>
                  <a:lnTo>
                    <a:pt x="2445742" y="1100398"/>
                  </a:lnTo>
                  <a:lnTo>
                    <a:pt x="2447393" y="1110663"/>
                  </a:lnTo>
                  <a:lnTo>
                    <a:pt x="2449045" y="1095504"/>
                  </a:lnTo>
                  <a:lnTo>
                    <a:pt x="2450696" y="1096368"/>
                  </a:lnTo>
                  <a:lnTo>
                    <a:pt x="2452348" y="1095984"/>
                  </a:lnTo>
                  <a:lnTo>
                    <a:pt x="2453999" y="1095984"/>
                  </a:lnTo>
                  <a:lnTo>
                    <a:pt x="2455650" y="1089640"/>
                  </a:lnTo>
                  <a:lnTo>
                    <a:pt x="2457302" y="1084142"/>
                  </a:lnTo>
                  <a:lnTo>
                    <a:pt x="2458953" y="1117049"/>
                  </a:lnTo>
                  <a:lnTo>
                    <a:pt x="2460605" y="1123381"/>
                  </a:lnTo>
                  <a:lnTo>
                    <a:pt x="2462256" y="1091288"/>
                  </a:lnTo>
                  <a:lnTo>
                    <a:pt x="2463907" y="1123794"/>
                  </a:lnTo>
                  <a:lnTo>
                    <a:pt x="2465559" y="1131095"/>
                  </a:lnTo>
                  <a:lnTo>
                    <a:pt x="2467210" y="1129197"/>
                  </a:lnTo>
                  <a:lnTo>
                    <a:pt x="2468862" y="1129386"/>
                  </a:lnTo>
                  <a:lnTo>
                    <a:pt x="2470513" y="1128499"/>
                  </a:lnTo>
                  <a:lnTo>
                    <a:pt x="2472165" y="1112967"/>
                  </a:lnTo>
                  <a:lnTo>
                    <a:pt x="2473816" y="1127917"/>
                  </a:lnTo>
                  <a:lnTo>
                    <a:pt x="2475467" y="1153931"/>
                  </a:lnTo>
                  <a:lnTo>
                    <a:pt x="2477119" y="1164811"/>
                  </a:lnTo>
                  <a:lnTo>
                    <a:pt x="2478770" y="1165097"/>
                  </a:lnTo>
                  <a:lnTo>
                    <a:pt x="2480422" y="1145838"/>
                  </a:lnTo>
                  <a:lnTo>
                    <a:pt x="2482073" y="1142720"/>
                  </a:lnTo>
                  <a:lnTo>
                    <a:pt x="2483724" y="1142720"/>
                  </a:lnTo>
                  <a:lnTo>
                    <a:pt x="2485376" y="1163209"/>
                  </a:lnTo>
                  <a:lnTo>
                    <a:pt x="2487027" y="1163213"/>
                  </a:lnTo>
                  <a:lnTo>
                    <a:pt x="2488679" y="1157242"/>
                  </a:lnTo>
                  <a:lnTo>
                    <a:pt x="2490330" y="1146737"/>
                  </a:lnTo>
                  <a:lnTo>
                    <a:pt x="2491981" y="1165341"/>
                  </a:lnTo>
                  <a:lnTo>
                    <a:pt x="2493633" y="1150541"/>
                  </a:lnTo>
                  <a:lnTo>
                    <a:pt x="2495284" y="1149224"/>
                  </a:lnTo>
                  <a:lnTo>
                    <a:pt x="2496936" y="1145001"/>
                  </a:lnTo>
                  <a:lnTo>
                    <a:pt x="2498587" y="1145001"/>
                  </a:lnTo>
                  <a:lnTo>
                    <a:pt x="2500239" y="1117880"/>
                  </a:lnTo>
                  <a:lnTo>
                    <a:pt x="2501890" y="1129658"/>
                  </a:lnTo>
                  <a:lnTo>
                    <a:pt x="2503541" y="1131462"/>
                  </a:lnTo>
                  <a:lnTo>
                    <a:pt x="2505193" y="1098118"/>
                  </a:lnTo>
                  <a:lnTo>
                    <a:pt x="2506844" y="1086611"/>
                  </a:lnTo>
                  <a:lnTo>
                    <a:pt x="2508496" y="1086611"/>
                  </a:lnTo>
                  <a:lnTo>
                    <a:pt x="2510147" y="1087107"/>
                  </a:lnTo>
                  <a:lnTo>
                    <a:pt x="2511798" y="1097277"/>
                  </a:lnTo>
                  <a:lnTo>
                    <a:pt x="2513450" y="1112090"/>
                  </a:lnTo>
                  <a:lnTo>
                    <a:pt x="2515101" y="1108347"/>
                  </a:lnTo>
                  <a:lnTo>
                    <a:pt x="2516753" y="1105656"/>
                  </a:lnTo>
                  <a:lnTo>
                    <a:pt x="2518404" y="1106912"/>
                  </a:lnTo>
                  <a:lnTo>
                    <a:pt x="2520056" y="1077785"/>
                  </a:lnTo>
                  <a:lnTo>
                    <a:pt x="2521707" y="1074667"/>
                  </a:lnTo>
                  <a:lnTo>
                    <a:pt x="2523358" y="1099007"/>
                  </a:lnTo>
                  <a:lnTo>
                    <a:pt x="2525010" y="1095335"/>
                  </a:lnTo>
                  <a:lnTo>
                    <a:pt x="2526661" y="1097888"/>
                  </a:lnTo>
                  <a:lnTo>
                    <a:pt x="2528313" y="1097789"/>
                  </a:lnTo>
                  <a:lnTo>
                    <a:pt x="2529964" y="1096752"/>
                  </a:lnTo>
                  <a:lnTo>
                    <a:pt x="2531615" y="1098291"/>
                  </a:lnTo>
                  <a:lnTo>
                    <a:pt x="2533267" y="1096752"/>
                  </a:lnTo>
                  <a:lnTo>
                    <a:pt x="2534918" y="1091649"/>
                  </a:lnTo>
                  <a:lnTo>
                    <a:pt x="2536570" y="1092435"/>
                  </a:lnTo>
                  <a:lnTo>
                    <a:pt x="2538221" y="1078257"/>
                  </a:lnTo>
                  <a:lnTo>
                    <a:pt x="2539872" y="1091163"/>
                  </a:lnTo>
                  <a:lnTo>
                    <a:pt x="2541524" y="1091731"/>
                  </a:lnTo>
                  <a:lnTo>
                    <a:pt x="2543175" y="1076782"/>
                  </a:lnTo>
                  <a:lnTo>
                    <a:pt x="2544827" y="1091050"/>
                  </a:lnTo>
                  <a:lnTo>
                    <a:pt x="2546478" y="1092134"/>
                  </a:lnTo>
                  <a:lnTo>
                    <a:pt x="2548130" y="1074951"/>
                  </a:lnTo>
                  <a:lnTo>
                    <a:pt x="2549781" y="1085427"/>
                  </a:lnTo>
                  <a:lnTo>
                    <a:pt x="2551432" y="1087721"/>
                  </a:lnTo>
                  <a:lnTo>
                    <a:pt x="2553084" y="1055078"/>
                  </a:lnTo>
                  <a:lnTo>
                    <a:pt x="2554735" y="1056092"/>
                  </a:lnTo>
                  <a:lnTo>
                    <a:pt x="2556387" y="1063667"/>
                  </a:lnTo>
                  <a:lnTo>
                    <a:pt x="2558038" y="1061844"/>
                  </a:lnTo>
                  <a:lnTo>
                    <a:pt x="2559689" y="1059195"/>
                  </a:lnTo>
                  <a:lnTo>
                    <a:pt x="2561341" y="1060130"/>
                  </a:lnTo>
                  <a:lnTo>
                    <a:pt x="2562992" y="1059462"/>
                  </a:lnTo>
                  <a:lnTo>
                    <a:pt x="2564644" y="1049560"/>
                  </a:lnTo>
                  <a:lnTo>
                    <a:pt x="2566295" y="1037637"/>
                  </a:lnTo>
                  <a:lnTo>
                    <a:pt x="2567946" y="1018271"/>
                  </a:lnTo>
                  <a:lnTo>
                    <a:pt x="2569598" y="1011481"/>
                  </a:lnTo>
                  <a:lnTo>
                    <a:pt x="2571249" y="1021170"/>
                  </a:lnTo>
                  <a:lnTo>
                    <a:pt x="2572901" y="933261"/>
                  </a:lnTo>
                  <a:lnTo>
                    <a:pt x="2574552" y="937355"/>
                  </a:lnTo>
                  <a:lnTo>
                    <a:pt x="2576204" y="939585"/>
                  </a:lnTo>
                  <a:lnTo>
                    <a:pt x="2577855" y="917948"/>
                  </a:lnTo>
                  <a:lnTo>
                    <a:pt x="2579506" y="922042"/>
                  </a:lnTo>
                  <a:lnTo>
                    <a:pt x="2581158" y="917948"/>
                  </a:lnTo>
                  <a:lnTo>
                    <a:pt x="2582809" y="897649"/>
                  </a:lnTo>
                  <a:lnTo>
                    <a:pt x="2584461" y="871198"/>
                  </a:lnTo>
                  <a:lnTo>
                    <a:pt x="2586112" y="833510"/>
                  </a:lnTo>
                  <a:lnTo>
                    <a:pt x="2587763" y="763043"/>
                  </a:lnTo>
                  <a:lnTo>
                    <a:pt x="2589415" y="747247"/>
                  </a:lnTo>
                  <a:lnTo>
                    <a:pt x="2591066" y="746835"/>
                  </a:lnTo>
                  <a:lnTo>
                    <a:pt x="2592718" y="748922"/>
                  </a:lnTo>
                  <a:lnTo>
                    <a:pt x="2594369" y="737432"/>
                  </a:lnTo>
                  <a:lnTo>
                    <a:pt x="2596021" y="725658"/>
                  </a:lnTo>
                  <a:lnTo>
                    <a:pt x="2597672" y="730090"/>
                  </a:lnTo>
                  <a:lnTo>
                    <a:pt x="2599323" y="708518"/>
                  </a:lnTo>
                  <a:lnTo>
                    <a:pt x="2600975" y="729247"/>
                  </a:lnTo>
                  <a:lnTo>
                    <a:pt x="2602626" y="707797"/>
                  </a:lnTo>
                  <a:lnTo>
                    <a:pt x="2604278" y="653828"/>
                  </a:lnTo>
                  <a:lnTo>
                    <a:pt x="2605929" y="670101"/>
                  </a:lnTo>
                  <a:lnTo>
                    <a:pt x="2607580" y="538896"/>
                  </a:lnTo>
                  <a:lnTo>
                    <a:pt x="2609232" y="531210"/>
                  </a:lnTo>
                  <a:lnTo>
                    <a:pt x="2610883" y="541768"/>
                  </a:lnTo>
                  <a:lnTo>
                    <a:pt x="2612535" y="539704"/>
                  </a:lnTo>
                  <a:lnTo>
                    <a:pt x="2614186" y="579349"/>
                  </a:lnTo>
                  <a:lnTo>
                    <a:pt x="2615837" y="503371"/>
                  </a:lnTo>
                  <a:lnTo>
                    <a:pt x="2617489" y="494730"/>
                  </a:lnTo>
                  <a:lnTo>
                    <a:pt x="2619140" y="443973"/>
                  </a:lnTo>
                  <a:lnTo>
                    <a:pt x="2620792" y="459454"/>
                  </a:lnTo>
                  <a:lnTo>
                    <a:pt x="2622443" y="457472"/>
                  </a:lnTo>
                  <a:lnTo>
                    <a:pt x="2624095" y="454119"/>
                  </a:lnTo>
                  <a:lnTo>
                    <a:pt x="2625746" y="439965"/>
                  </a:lnTo>
                  <a:lnTo>
                    <a:pt x="2627397" y="439965"/>
                  </a:lnTo>
                  <a:lnTo>
                    <a:pt x="2629049" y="455243"/>
                  </a:lnTo>
                  <a:lnTo>
                    <a:pt x="2630700" y="490292"/>
                  </a:lnTo>
                  <a:lnTo>
                    <a:pt x="2632352" y="466531"/>
                  </a:lnTo>
                  <a:lnTo>
                    <a:pt x="2634003" y="478582"/>
                  </a:lnTo>
                  <a:lnTo>
                    <a:pt x="2635654" y="435936"/>
                  </a:lnTo>
                  <a:lnTo>
                    <a:pt x="2637306" y="359500"/>
                  </a:lnTo>
                  <a:lnTo>
                    <a:pt x="2638957" y="396618"/>
                  </a:lnTo>
                  <a:lnTo>
                    <a:pt x="2640609" y="422493"/>
                  </a:lnTo>
                  <a:lnTo>
                    <a:pt x="2642260" y="420779"/>
                  </a:lnTo>
                  <a:lnTo>
                    <a:pt x="2643911" y="449940"/>
                  </a:lnTo>
                  <a:lnTo>
                    <a:pt x="2645563" y="436573"/>
                  </a:lnTo>
                  <a:lnTo>
                    <a:pt x="2647214" y="476463"/>
                  </a:lnTo>
                  <a:lnTo>
                    <a:pt x="2648866" y="488994"/>
                  </a:lnTo>
                  <a:lnTo>
                    <a:pt x="2650517" y="559958"/>
                  </a:lnTo>
                  <a:lnTo>
                    <a:pt x="2652169" y="560661"/>
                  </a:lnTo>
                  <a:lnTo>
                    <a:pt x="2653820" y="558440"/>
                  </a:lnTo>
                  <a:lnTo>
                    <a:pt x="2655471" y="473504"/>
                  </a:lnTo>
                  <a:lnTo>
                    <a:pt x="2657123" y="475662"/>
                  </a:lnTo>
                  <a:lnTo>
                    <a:pt x="2658774" y="490259"/>
                  </a:lnTo>
                  <a:lnTo>
                    <a:pt x="2660426" y="431267"/>
                  </a:lnTo>
                  <a:lnTo>
                    <a:pt x="2662077" y="430077"/>
                  </a:lnTo>
                  <a:lnTo>
                    <a:pt x="2663728" y="340138"/>
                  </a:lnTo>
                  <a:lnTo>
                    <a:pt x="2665380" y="340138"/>
                  </a:lnTo>
                  <a:lnTo>
                    <a:pt x="2667031" y="305236"/>
                  </a:lnTo>
                  <a:lnTo>
                    <a:pt x="2668683" y="255354"/>
                  </a:lnTo>
                  <a:lnTo>
                    <a:pt x="2670334" y="234296"/>
                  </a:lnTo>
                  <a:lnTo>
                    <a:pt x="2671985" y="234296"/>
                  </a:lnTo>
                  <a:lnTo>
                    <a:pt x="2673637" y="230946"/>
                  </a:lnTo>
                  <a:lnTo>
                    <a:pt x="2675288" y="218171"/>
                  </a:lnTo>
                  <a:lnTo>
                    <a:pt x="2676940" y="191672"/>
                  </a:lnTo>
                  <a:lnTo>
                    <a:pt x="2678591" y="191638"/>
                  </a:lnTo>
                  <a:lnTo>
                    <a:pt x="2680243" y="190410"/>
                  </a:lnTo>
                  <a:lnTo>
                    <a:pt x="2681894" y="211873"/>
                  </a:lnTo>
                  <a:lnTo>
                    <a:pt x="2683545" y="211006"/>
                  </a:lnTo>
                  <a:lnTo>
                    <a:pt x="2685197" y="209814"/>
                  </a:lnTo>
                  <a:lnTo>
                    <a:pt x="2686848" y="203349"/>
                  </a:lnTo>
                  <a:lnTo>
                    <a:pt x="2688500" y="206883"/>
                  </a:lnTo>
                  <a:lnTo>
                    <a:pt x="2690151" y="206883"/>
                  </a:lnTo>
                  <a:lnTo>
                    <a:pt x="2691802" y="208645"/>
                  </a:lnTo>
                  <a:lnTo>
                    <a:pt x="2693454" y="213125"/>
                  </a:lnTo>
                  <a:lnTo>
                    <a:pt x="2695105" y="209117"/>
                  </a:lnTo>
                  <a:lnTo>
                    <a:pt x="2696757" y="194120"/>
                  </a:lnTo>
                  <a:lnTo>
                    <a:pt x="2698408" y="187886"/>
                  </a:lnTo>
                  <a:lnTo>
                    <a:pt x="2700060" y="181129"/>
                  </a:lnTo>
                  <a:lnTo>
                    <a:pt x="2701711" y="178308"/>
                  </a:lnTo>
                  <a:lnTo>
                    <a:pt x="2703362" y="194854"/>
                  </a:lnTo>
                  <a:lnTo>
                    <a:pt x="2705014" y="191261"/>
                  </a:lnTo>
                  <a:lnTo>
                    <a:pt x="2706665" y="190069"/>
                  </a:lnTo>
                  <a:lnTo>
                    <a:pt x="2708317" y="182342"/>
                  </a:lnTo>
                  <a:lnTo>
                    <a:pt x="2709968" y="136442"/>
                  </a:lnTo>
                  <a:lnTo>
                    <a:pt x="2711619" y="136442"/>
                  </a:lnTo>
                  <a:lnTo>
                    <a:pt x="2713271" y="148130"/>
                  </a:lnTo>
                  <a:lnTo>
                    <a:pt x="2714922" y="148001"/>
                  </a:lnTo>
                  <a:lnTo>
                    <a:pt x="2716574" y="149384"/>
                  </a:lnTo>
                  <a:lnTo>
                    <a:pt x="2718225" y="149384"/>
                  </a:lnTo>
                  <a:lnTo>
                    <a:pt x="2719876" y="149847"/>
                  </a:lnTo>
                  <a:lnTo>
                    <a:pt x="2721528" y="148130"/>
                  </a:lnTo>
                  <a:lnTo>
                    <a:pt x="2723179" y="140755"/>
                  </a:lnTo>
                  <a:lnTo>
                    <a:pt x="2724831" y="73035"/>
                  </a:lnTo>
                  <a:lnTo>
                    <a:pt x="2726482" y="71654"/>
                  </a:lnTo>
                  <a:lnTo>
                    <a:pt x="2728134" y="61427"/>
                  </a:lnTo>
                  <a:lnTo>
                    <a:pt x="2729785" y="79886"/>
                  </a:lnTo>
                  <a:lnTo>
                    <a:pt x="2731436" y="257445"/>
                  </a:lnTo>
                  <a:lnTo>
                    <a:pt x="2733088" y="133810"/>
                  </a:lnTo>
                  <a:lnTo>
                    <a:pt x="2734739" y="202878"/>
                  </a:lnTo>
                  <a:lnTo>
                    <a:pt x="2736391" y="318200"/>
                  </a:lnTo>
                  <a:lnTo>
                    <a:pt x="2738042" y="217869"/>
                  </a:lnTo>
                  <a:lnTo>
                    <a:pt x="2739693" y="307305"/>
                  </a:lnTo>
                  <a:lnTo>
                    <a:pt x="2741345" y="275949"/>
                  </a:lnTo>
                  <a:lnTo>
                    <a:pt x="2742996" y="255663"/>
                  </a:lnTo>
                  <a:lnTo>
                    <a:pt x="2744648" y="287157"/>
                  </a:lnTo>
                  <a:lnTo>
                    <a:pt x="2746299" y="332716"/>
                  </a:lnTo>
                  <a:lnTo>
                    <a:pt x="2747950" y="284053"/>
                  </a:lnTo>
                  <a:lnTo>
                    <a:pt x="2749602" y="289583"/>
                  </a:lnTo>
                  <a:lnTo>
                    <a:pt x="2751253" y="224042"/>
                  </a:lnTo>
                  <a:lnTo>
                    <a:pt x="2752905" y="116045"/>
                  </a:lnTo>
                  <a:lnTo>
                    <a:pt x="2754556" y="87996"/>
                  </a:lnTo>
                  <a:lnTo>
                    <a:pt x="2756208" y="68043"/>
                  </a:lnTo>
                  <a:lnTo>
                    <a:pt x="2757859" y="66039"/>
                  </a:lnTo>
                  <a:lnTo>
                    <a:pt x="2759510" y="65406"/>
                  </a:lnTo>
                  <a:lnTo>
                    <a:pt x="2761162" y="141554"/>
                  </a:lnTo>
                  <a:lnTo>
                    <a:pt x="2762813" y="63116"/>
                  </a:lnTo>
                  <a:lnTo>
                    <a:pt x="2764465" y="63116"/>
                  </a:lnTo>
                  <a:lnTo>
                    <a:pt x="2766116" y="67677"/>
                  </a:lnTo>
                  <a:lnTo>
                    <a:pt x="2767767" y="67451"/>
                  </a:lnTo>
                  <a:lnTo>
                    <a:pt x="2769419" y="71459"/>
                  </a:lnTo>
                  <a:lnTo>
                    <a:pt x="2771070" y="72375"/>
                  </a:lnTo>
                  <a:lnTo>
                    <a:pt x="2772722" y="66521"/>
                  </a:lnTo>
                  <a:lnTo>
                    <a:pt x="2774373" y="73636"/>
                  </a:lnTo>
                  <a:lnTo>
                    <a:pt x="2776025" y="152166"/>
                  </a:lnTo>
                  <a:lnTo>
                    <a:pt x="2777676" y="123434"/>
                  </a:lnTo>
                  <a:lnTo>
                    <a:pt x="2779327" y="113478"/>
                  </a:lnTo>
                  <a:lnTo>
                    <a:pt x="2780979" y="121281"/>
                  </a:lnTo>
                  <a:lnTo>
                    <a:pt x="2782630" y="268190"/>
                  </a:lnTo>
                  <a:lnTo>
                    <a:pt x="2784282" y="264710"/>
                  </a:lnTo>
                  <a:lnTo>
                    <a:pt x="2785933" y="232668"/>
                  </a:lnTo>
                  <a:lnTo>
                    <a:pt x="2787584" y="232668"/>
                  </a:lnTo>
                  <a:lnTo>
                    <a:pt x="2789236" y="214371"/>
                  </a:lnTo>
                  <a:lnTo>
                    <a:pt x="2790887" y="175215"/>
                  </a:lnTo>
                  <a:lnTo>
                    <a:pt x="2792539" y="168905"/>
                  </a:lnTo>
                  <a:lnTo>
                    <a:pt x="2794190" y="195571"/>
                  </a:lnTo>
                  <a:lnTo>
                    <a:pt x="2795841" y="105773"/>
                  </a:lnTo>
                  <a:lnTo>
                    <a:pt x="2797493" y="89058"/>
                  </a:lnTo>
                  <a:lnTo>
                    <a:pt x="2799144" y="76104"/>
                  </a:lnTo>
                  <a:lnTo>
                    <a:pt x="2800796" y="68862"/>
                  </a:lnTo>
                  <a:lnTo>
                    <a:pt x="2802447" y="61059"/>
                  </a:lnTo>
                  <a:lnTo>
                    <a:pt x="2804099" y="62276"/>
                  </a:lnTo>
                  <a:lnTo>
                    <a:pt x="2805750" y="62276"/>
                  </a:lnTo>
                  <a:lnTo>
                    <a:pt x="2807401" y="60295"/>
                  </a:lnTo>
                  <a:lnTo>
                    <a:pt x="2809053" y="64997"/>
                  </a:lnTo>
                  <a:lnTo>
                    <a:pt x="2810704" y="51571"/>
                  </a:lnTo>
                  <a:lnTo>
                    <a:pt x="2812356" y="60167"/>
                  </a:lnTo>
                  <a:lnTo>
                    <a:pt x="2814007" y="95298"/>
                  </a:lnTo>
                  <a:lnTo>
                    <a:pt x="2815658" y="56179"/>
                  </a:lnTo>
                  <a:lnTo>
                    <a:pt x="2817310" y="57611"/>
                  </a:lnTo>
                  <a:lnTo>
                    <a:pt x="2818961" y="57611"/>
                  </a:lnTo>
                  <a:lnTo>
                    <a:pt x="2820613" y="66972"/>
                  </a:lnTo>
                  <a:lnTo>
                    <a:pt x="2822264" y="68404"/>
                  </a:lnTo>
                  <a:lnTo>
                    <a:pt x="2823915" y="56715"/>
                  </a:lnTo>
                  <a:lnTo>
                    <a:pt x="2825567" y="56715"/>
                  </a:lnTo>
                  <a:lnTo>
                    <a:pt x="2827218" y="58478"/>
                  </a:lnTo>
                  <a:lnTo>
                    <a:pt x="2828870" y="56021"/>
                  </a:lnTo>
                  <a:lnTo>
                    <a:pt x="2830521" y="53995"/>
                  </a:lnTo>
                  <a:lnTo>
                    <a:pt x="2832173" y="56021"/>
                  </a:lnTo>
                  <a:lnTo>
                    <a:pt x="2833824" y="137027"/>
                  </a:lnTo>
                  <a:lnTo>
                    <a:pt x="2835475" y="57149"/>
                  </a:lnTo>
                  <a:lnTo>
                    <a:pt x="2837127" y="23734"/>
                  </a:lnTo>
                  <a:lnTo>
                    <a:pt x="2838778" y="14077"/>
                  </a:lnTo>
                  <a:lnTo>
                    <a:pt x="2840430" y="30788"/>
                  </a:lnTo>
                  <a:lnTo>
                    <a:pt x="2842081" y="75140"/>
                  </a:lnTo>
                  <a:lnTo>
                    <a:pt x="2843732" y="11361"/>
                  </a:lnTo>
                  <a:lnTo>
                    <a:pt x="2845384" y="23945"/>
                  </a:lnTo>
                  <a:lnTo>
                    <a:pt x="2847035" y="27229"/>
                  </a:lnTo>
                  <a:lnTo>
                    <a:pt x="2848687" y="26071"/>
                  </a:lnTo>
                  <a:lnTo>
                    <a:pt x="2850338" y="27584"/>
                  </a:lnTo>
                  <a:lnTo>
                    <a:pt x="2851989" y="10678"/>
                  </a:lnTo>
                  <a:lnTo>
                    <a:pt x="2853641" y="10678"/>
                  </a:lnTo>
                  <a:lnTo>
                    <a:pt x="2855292" y="14686"/>
                  </a:lnTo>
                  <a:lnTo>
                    <a:pt x="2856944" y="4301"/>
                  </a:lnTo>
                  <a:lnTo>
                    <a:pt x="2858595" y="1216"/>
                  </a:lnTo>
                  <a:lnTo>
                    <a:pt x="2860247" y="0"/>
                  </a:lnTo>
                  <a:lnTo>
                    <a:pt x="2861898" y="14321"/>
                  </a:lnTo>
                  <a:lnTo>
                    <a:pt x="2863549" y="23088"/>
                  </a:lnTo>
                  <a:lnTo>
                    <a:pt x="2865201" y="23088"/>
                  </a:lnTo>
                  <a:lnTo>
                    <a:pt x="2866852" y="52028"/>
                  </a:lnTo>
                  <a:lnTo>
                    <a:pt x="2868504" y="98932"/>
                  </a:lnTo>
                  <a:lnTo>
                    <a:pt x="2870155" y="148291"/>
                  </a:lnTo>
                  <a:lnTo>
                    <a:pt x="2871806" y="170457"/>
                  </a:lnTo>
                  <a:lnTo>
                    <a:pt x="2873458" y="195072"/>
                  </a:lnTo>
                  <a:lnTo>
                    <a:pt x="2875109" y="154573"/>
                  </a:lnTo>
                  <a:lnTo>
                    <a:pt x="2876761" y="231288"/>
                  </a:lnTo>
                  <a:lnTo>
                    <a:pt x="2878412" y="277961"/>
                  </a:lnTo>
                  <a:lnTo>
                    <a:pt x="2880064" y="163338"/>
                  </a:lnTo>
                  <a:lnTo>
                    <a:pt x="2881715" y="79744"/>
                  </a:lnTo>
                  <a:lnTo>
                    <a:pt x="2883366" y="75702"/>
                  </a:lnTo>
                  <a:lnTo>
                    <a:pt x="2885018" y="53712"/>
                  </a:lnTo>
                  <a:lnTo>
                    <a:pt x="2886669" y="57386"/>
                  </a:lnTo>
                  <a:lnTo>
                    <a:pt x="2888321" y="61169"/>
                  </a:lnTo>
                  <a:lnTo>
                    <a:pt x="2889972" y="63602"/>
                  </a:lnTo>
                  <a:lnTo>
                    <a:pt x="2891623" y="64795"/>
                  </a:lnTo>
                  <a:lnTo>
                    <a:pt x="2893275" y="43857"/>
                  </a:lnTo>
                  <a:lnTo>
                    <a:pt x="2894926" y="54950"/>
                  </a:lnTo>
                  <a:lnTo>
                    <a:pt x="2896578" y="54820"/>
                  </a:lnTo>
                  <a:lnTo>
                    <a:pt x="2898229" y="54820"/>
                  </a:lnTo>
                  <a:lnTo>
                    <a:pt x="2899880" y="54820"/>
                  </a:lnTo>
                  <a:lnTo>
                    <a:pt x="2901532" y="43262"/>
                  </a:lnTo>
                  <a:lnTo>
                    <a:pt x="2903183" y="39849"/>
                  </a:lnTo>
                  <a:lnTo>
                    <a:pt x="2904835" y="70039"/>
                  </a:lnTo>
                  <a:lnTo>
                    <a:pt x="2906486" y="207815"/>
                  </a:lnTo>
                  <a:lnTo>
                    <a:pt x="2908138" y="202616"/>
                  </a:lnTo>
                  <a:lnTo>
                    <a:pt x="2909789" y="179958"/>
                  </a:lnTo>
                  <a:lnTo>
                    <a:pt x="2911440" y="69426"/>
                  </a:lnTo>
                  <a:lnTo>
                    <a:pt x="2913092" y="48643"/>
                  </a:lnTo>
                  <a:lnTo>
                    <a:pt x="2914743" y="58273"/>
                  </a:lnTo>
                  <a:lnTo>
                    <a:pt x="2916395" y="55816"/>
                  </a:lnTo>
                  <a:lnTo>
                    <a:pt x="2918046" y="51808"/>
                  </a:lnTo>
                  <a:lnTo>
                    <a:pt x="2919697" y="51808"/>
                  </a:lnTo>
                  <a:lnTo>
                    <a:pt x="2921349" y="53395"/>
                  </a:lnTo>
                  <a:lnTo>
                    <a:pt x="2923000" y="148297"/>
                  </a:lnTo>
                  <a:lnTo>
                    <a:pt x="2924652" y="67491"/>
                  </a:lnTo>
                  <a:lnTo>
                    <a:pt x="2926303" y="26483"/>
                  </a:lnTo>
                  <a:lnTo>
                    <a:pt x="2927954" y="112937"/>
                  </a:lnTo>
                  <a:lnTo>
                    <a:pt x="2929606" y="60325"/>
                  </a:lnTo>
                  <a:lnTo>
                    <a:pt x="2931257" y="37774"/>
                  </a:lnTo>
                  <a:lnTo>
                    <a:pt x="2932909" y="42602"/>
                  </a:lnTo>
                  <a:lnTo>
                    <a:pt x="2934560" y="49077"/>
                  </a:lnTo>
                  <a:lnTo>
                    <a:pt x="2936212" y="38594"/>
                  </a:lnTo>
                  <a:lnTo>
                    <a:pt x="2937863" y="38594"/>
                  </a:lnTo>
                  <a:lnTo>
                    <a:pt x="2939514" y="38594"/>
                  </a:lnTo>
                  <a:lnTo>
                    <a:pt x="2941166" y="42602"/>
                  </a:lnTo>
                  <a:lnTo>
                    <a:pt x="2942817" y="38594"/>
                  </a:lnTo>
                  <a:lnTo>
                    <a:pt x="2944469" y="38594"/>
                  </a:lnTo>
                  <a:lnTo>
                    <a:pt x="2946120" y="45059"/>
                  </a:lnTo>
                  <a:lnTo>
                    <a:pt x="2947771" y="42377"/>
                  </a:lnTo>
                  <a:lnTo>
                    <a:pt x="2949423" y="32366"/>
                  </a:lnTo>
                  <a:lnTo>
                    <a:pt x="2951074" y="18341"/>
                  </a:lnTo>
                  <a:lnTo>
                    <a:pt x="2952726" y="18334"/>
                  </a:lnTo>
                  <a:lnTo>
                    <a:pt x="2954377" y="34243"/>
                  </a:lnTo>
                  <a:lnTo>
                    <a:pt x="2956029" y="44074"/>
                  </a:lnTo>
                  <a:lnTo>
                    <a:pt x="2957680" y="76168"/>
                  </a:lnTo>
                  <a:lnTo>
                    <a:pt x="2959331" y="80175"/>
                  </a:lnTo>
                  <a:lnTo>
                    <a:pt x="2960983" y="146359"/>
                  </a:lnTo>
                  <a:lnTo>
                    <a:pt x="2962634" y="176438"/>
                  </a:lnTo>
                  <a:lnTo>
                    <a:pt x="2964286" y="172430"/>
                  </a:lnTo>
                  <a:lnTo>
                    <a:pt x="2965937" y="181290"/>
                  </a:lnTo>
                  <a:lnTo>
                    <a:pt x="2967588" y="215307"/>
                  </a:lnTo>
                  <a:lnTo>
                    <a:pt x="2969240" y="221119"/>
                  </a:lnTo>
                  <a:lnTo>
                    <a:pt x="2970891" y="235917"/>
                  </a:lnTo>
                  <a:lnTo>
                    <a:pt x="2972543" y="196087"/>
                  </a:lnTo>
                  <a:lnTo>
                    <a:pt x="2974194" y="205686"/>
                  </a:lnTo>
                  <a:lnTo>
                    <a:pt x="2975845" y="196998"/>
                  </a:lnTo>
                  <a:lnTo>
                    <a:pt x="2977497" y="137868"/>
                  </a:lnTo>
                  <a:lnTo>
                    <a:pt x="2979148" y="160717"/>
                  </a:lnTo>
                  <a:lnTo>
                    <a:pt x="2980800" y="112055"/>
                  </a:lnTo>
                  <a:lnTo>
                    <a:pt x="2982451" y="64413"/>
                  </a:lnTo>
                  <a:lnTo>
                    <a:pt x="2984103" y="49666"/>
                  </a:lnTo>
                  <a:lnTo>
                    <a:pt x="2985754" y="45658"/>
                  </a:lnTo>
                  <a:lnTo>
                    <a:pt x="2987405" y="55876"/>
                  </a:lnTo>
                  <a:lnTo>
                    <a:pt x="2989057" y="40431"/>
                  </a:lnTo>
                  <a:lnTo>
                    <a:pt x="2990708" y="37192"/>
                  </a:lnTo>
                  <a:lnTo>
                    <a:pt x="2992360" y="34491"/>
                  </a:lnTo>
                  <a:lnTo>
                    <a:pt x="2994011" y="39395"/>
                  </a:lnTo>
                  <a:lnTo>
                    <a:pt x="2995662" y="39395"/>
                  </a:lnTo>
                  <a:lnTo>
                    <a:pt x="2997314" y="47075"/>
                  </a:lnTo>
                  <a:lnTo>
                    <a:pt x="2998965" y="84078"/>
                  </a:lnTo>
                  <a:lnTo>
                    <a:pt x="3000617" y="83949"/>
                  </a:lnTo>
                  <a:lnTo>
                    <a:pt x="3002268" y="47516"/>
                  </a:lnTo>
                  <a:lnTo>
                    <a:pt x="3003919" y="35387"/>
                  </a:lnTo>
                  <a:lnTo>
                    <a:pt x="3005571" y="35387"/>
                  </a:lnTo>
                  <a:lnTo>
                    <a:pt x="3007222" y="34491"/>
                  </a:lnTo>
                  <a:lnTo>
                    <a:pt x="3008874" y="49463"/>
                  </a:lnTo>
                  <a:lnTo>
                    <a:pt x="3010525" y="49463"/>
                  </a:lnTo>
                  <a:lnTo>
                    <a:pt x="3012177" y="49463"/>
                  </a:lnTo>
                  <a:lnTo>
                    <a:pt x="3013828" y="30925"/>
                  </a:lnTo>
                  <a:lnTo>
                    <a:pt x="3015479" y="37215"/>
                  </a:lnTo>
                  <a:lnTo>
                    <a:pt x="3017131" y="29697"/>
                  </a:lnTo>
                  <a:lnTo>
                    <a:pt x="3018782" y="33705"/>
                  </a:lnTo>
                  <a:lnTo>
                    <a:pt x="3020434" y="36162"/>
                  </a:lnTo>
                  <a:lnTo>
                    <a:pt x="3022085" y="33239"/>
                  </a:lnTo>
                  <a:lnTo>
                    <a:pt x="3023736" y="16529"/>
                  </a:lnTo>
                  <a:lnTo>
                    <a:pt x="3025388" y="31392"/>
                  </a:lnTo>
                  <a:lnTo>
                    <a:pt x="3027039" y="28963"/>
                  </a:lnTo>
                  <a:lnTo>
                    <a:pt x="3028691" y="38554"/>
                  </a:lnTo>
                  <a:lnTo>
                    <a:pt x="3030342" y="144851"/>
                  </a:lnTo>
                  <a:lnTo>
                    <a:pt x="3031993" y="191275"/>
                  </a:lnTo>
                  <a:lnTo>
                    <a:pt x="3033645" y="174403"/>
                  </a:lnTo>
                  <a:lnTo>
                    <a:pt x="3035296" y="181033"/>
                  </a:lnTo>
                  <a:lnTo>
                    <a:pt x="3036948" y="170070"/>
                  </a:lnTo>
                  <a:lnTo>
                    <a:pt x="3038599" y="174922"/>
                  </a:lnTo>
                  <a:lnTo>
                    <a:pt x="3040251" y="173334"/>
                  </a:lnTo>
                  <a:lnTo>
                    <a:pt x="3041902" y="212380"/>
                  </a:lnTo>
                  <a:lnTo>
                    <a:pt x="3043553" y="239168"/>
                  </a:lnTo>
                  <a:lnTo>
                    <a:pt x="3045205" y="238709"/>
                  </a:lnTo>
                  <a:lnTo>
                    <a:pt x="3046856" y="236560"/>
                  </a:lnTo>
                  <a:lnTo>
                    <a:pt x="3048508" y="242926"/>
                  </a:lnTo>
                  <a:lnTo>
                    <a:pt x="3050159" y="257700"/>
                  </a:lnTo>
                  <a:lnTo>
                    <a:pt x="3051810" y="259121"/>
                  </a:lnTo>
                  <a:lnTo>
                    <a:pt x="3053462" y="259121"/>
                  </a:lnTo>
                  <a:lnTo>
                    <a:pt x="3055113" y="267503"/>
                  </a:lnTo>
                  <a:lnTo>
                    <a:pt x="3056765" y="337736"/>
                  </a:lnTo>
                  <a:lnTo>
                    <a:pt x="3058416" y="342736"/>
                  </a:lnTo>
                  <a:lnTo>
                    <a:pt x="3060068" y="245410"/>
                  </a:lnTo>
                  <a:lnTo>
                    <a:pt x="3061719" y="245353"/>
                  </a:lnTo>
                  <a:lnTo>
                    <a:pt x="3063370" y="227698"/>
                  </a:lnTo>
                  <a:lnTo>
                    <a:pt x="3065022" y="290293"/>
                  </a:lnTo>
                  <a:lnTo>
                    <a:pt x="3066673" y="123592"/>
                  </a:lnTo>
                  <a:lnTo>
                    <a:pt x="3068325" y="123118"/>
                  </a:lnTo>
                  <a:lnTo>
                    <a:pt x="3069976" y="76215"/>
                  </a:lnTo>
                  <a:lnTo>
                    <a:pt x="3071627" y="38329"/>
                  </a:lnTo>
                  <a:lnTo>
                    <a:pt x="3073279" y="40904"/>
                  </a:lnTo>
                  <a:lnTo>
                    <a:pt x="3074930" y="38447"/>
                  </a:lnTo>
                  <a:lnTo>
                    <a:pt x="3076582" y="20118"/>
                  </a:lnTo>
                  <a:lnTo>
                    <a:pt x="3078233" y="25342"/>
                  </a:lnTo>
                  <a:lnTo>
                    <a:pt x="3079884" y="38045"/>
                  </a:lnTo>
                  <a:lnTo>
                    <a:pt x="3081536" y="34626"/>
                  </a:lnTo>
                  <a:lnTo>
                    <a:pt x="3083187" y="34626"/>
                  </a:lnTo>
                  <a:lnTo>
                    <a:pt x="3084839" y="41091"/>
                  </a:lnTo>
                  <a:lnTo>
                    <a:pt x="3086490" y="34626"/>
                  </a:lnTo>
                  <a:lnTo>
                    <a:pt x="3088142" y="38040"/>
                  </a:lnTo>
                  <a:lnTo>
                    <a:pt x="3089793" y="60265"/>
                  </a:lnTo>
                  <a:lnTo>
                    <a:pt x="3091444" y="50292"/>
                  </a:lnTo>
                  <a:lnTo>
                    <a:pt x="3093096" y="46745"/>
                  </a:lnTo>
                  <a:lnTo>
                    <a:pt x="3094747" y="61980"/>
                  </a:lnTo>
                  <a:lnTo>
                    <a:pt x="3096399" y="34019"/>
                  </a:lnTo>
                  <a:lnTo>
                    <a:pt x="3098050" y="37433"/>
                  </a:lnTo>
                  <a:lnTo>
                    <a:pt x="3099701" y="37433"/>
                  </a:lnTo>
                  <a:lnTo>
                    <a:pt x="3101353" y="37433"/>
                  </a:lnTo>
                  <a:lnTo>
                    <a:pt x="3103004" y="37303"/>
                  </a:lnTo>
                  <a:lnTo>
                    <a:pt x="3104656" y="37433"/>
                  </a:lnTo>
                  <a:lnTo>
                    <a:pt x="3106307" y="22331"/>
                  </a:lnTo>
                  <a:lnTo>
                    <a:pt x="3107958" y="28796"/>
                  </a:lnTo>
                  <a:lnTo>
                    <a:pt x="3109610" y="20635"/>
                  </a:lnTo>
                  <a:lnTo>
                    <a:pt x="3111261" y="3924"/>
                  </a:lnTo>
                  <a:lnTo>
                    <a:pt x="3112913" y="3924"/>
                  </a:lnTo>
                  <a:lnTo>
                    <a:pt x="3114564" y="8500"/>
                  </a:lnTo>
                  <a:lnTo>
                    <a:pt x="3116216" y="27523"/>
                  </a:lnTo>
                  <a:lnTo>
                    <a:pt x="3117867" y="34733"/>
                  </a:lnTo>
                  <a:lnTo>
                    <a:pt x="3119518" y="85897"/>
                  </a:lnTo>
                  <a:lnTo>
                    <a:pt x="3121170" y="87090"/>
                  </a:lnTo>
                  <a:lnTo>
                    <a:pt x="3122821" y="106395"/>
                  </a:lnTo>
                  <a:lnTo>
                    <a:pt x="3124473" y="155754"/>
                  </a:lnTo>
                  <a:lnTo>
                    <a:pt x="3126124" y="180486"/>
                  </a:lnTo>
                  <a:lnTo>
                    <a:pt x="3127775" y="180945"/>
                  </a:lnTo>
                  <a:lnTo>
                    <a:pt x="3129427" y="219938"/>
                  </a:lnTo>
                  <a:lnTo>
                    <a:pt x="3131078" y="246350"/>
                  </a:lnTo>
                  <a:lnTo>
                    <a:pt x="3132730" y="248413"/>
                  </a:lnTo>
                  <a:lnTo>
                    <a:pt x="3134381" y="260185"/>
                  </a:lnTo>
                  <a:lnTo>
                    <a:pt x="3136033" y="310261"/>
                  </a:lnTo>
                  <a:lnTo>
                    <a:pt x="3137684" y="338367"/>
                  </a:lnTo>
                  <a:lnTo>
                    <a:pt x="3139335" y="263031"/>
                  </a:lnTo>
                  <a:lnTo>
                    <a:pt x="3140987" y="237189"/>
                  </a:lnTo>
                  <a:lnTo>
                    <a:pt x="3142638" y="213006"/>
                  </a:lnTo>
                  <a:lnTo>
                    <a:pt x="3144290" y="213006"/>
                  </a:lnTo>
                  <a:lnTo>
                    <a:pt x="3145941" y="173176"/>
                  </a:lnTo>
                  <a:lnTo>
                    <a:pt x="3147592" y="168877"/>
                  </a:lnTo>
                  <a:lnTo>
                    <a:pt x="3149244" y="168652"/>
                  </a:lnTo>
                  <a:lnTo>
                    <a:pt x="3150895" y="119293"/>
                  </a:lnTo>
                  <a:lnTo>
                    <a:pt x="3152547" y="68602"/>
                  </a:lnTo>
                  <a:lnTo>
                    <a:pt x="3154198" y="73393"/>
                  </a:lnTo>
                  <a:lnTo>
                    <a:pt x="3155849" y="38881"/>
                  </a:lnTo>
                  <a:lnTo>
                    <a:pt x="3157501" y="43736"/>
                  </a:lnTo>
                  <a:lnTo>
                    <a:pt x="3159152" y="80081"/>
                  </a:lnTo>
                  <a:lnTo>
                    <a:pt x="3160804" y="106549"/>
                  </a:lnTo>
                  <a:lnTo>
                    <a:pt x="3162455" y="31262"/>
                  </a:lnTo>
                  <a:lnTo>
                    <a:pt x="3164107" y="24995"/>
                  </a:lnTo>
                  <a:lnTo>
                    <a:pt x="3165758" y="29003"/>
                  </a:lnTo>
                  <a:lnTo>
                    <a:pt x="3167409" y="34982"/>
                  </a:lnTo>
                  <a:lnTo>
                    <a:pt x="3169061" y="24995"/>
                  </a:lnTo>
                  <a:lnTo>
                    <a:pt x="3170712" y="36994"/>
                  </a:lnTo>
                  <a:lnTo>
                    <a:pt x="3172364" y="37124"/>
                  </a:lnTo>
                  <a:lnTo>
                    <a:pt x="3174015" y="33710"/>
                  </a:lnTo>
                  <a:lnTo>
                    <a:pt x="3175666" y="40096"/>
                  </a:lnTo>
                  <a:lnTo>
                    <a:pt x="3177318" y="24995"/>
                  </a:lnTo>
                  <a:lnTo>
                    <a:pt x="3178969" y="24995"/>
                  </a:lnTo>
                  <a:lnTo>
                    <a:pt x="3180621" y="24995"/>
                  </a:lnTo>
                  <a:lnTo>
                    <a:pt x="3182272" y="28408"/>
                  </a:lnTo>
                  <a:lnTo>
                    <a:pt x="3183923" y="24995"/>
                  </a:lnTo>
                  <a:lnTo>
                    <a:pt x="3185575" y="24995"/>
                  </a:lnTo>
                  <a:lnTo>
                    <a:pt x="3187226" y="24995"/>
                  </a:lnTo>
                  <a:lnTo>
                    <a:pt x="3188878" y="27255"/>
                  </a:lnTo>
                  <a:lnTo>
                    <a:pt x="3190529" y="28150"/>
                  </a:lnTo>
                  <a:lnTo>
                    <a:pt x="3192181" y="28150"/>
                  </a:lnTo>
                  <a:lnTo>
                    <a:pt x="3193832" y="29797"/>
                  </a:lnTo>
                  <a:lnTo>
                    <a:pt x="3195483" y="41915"/>
                  </a:lnTo>
                  <a:lnTo>
                    <a:pt x="3197135" y="45329"/>
                  </a:lnTo>
                  <a:lnTo>
                    <a:pt x="3198786" y="46617"/>
                  </a:lnTo>
                  <a:lnTo>
                    <a:pt x="3200438" y="46617"/>
                  </a:lnTo>
                  <a:lnTo>
                    <a:pt x="3202089" y="34499"/>
                  </a:lnTo>
                  <a:lnTo>
                    <a:pt x="3203740" y="31957"/>
                  </a:lnTo>
                  <a:lnTo>
                    <a:pt x="3205392" y="44362"/>
                  </a:lnTo>
                  <a:lnTo>
                    <a:pt x="3207043" y="43668"/>
                  </a:lnTo>
                  <a:lnTo>
                    <a:pt x="3208695" y="61500"/>
                  </a:lnTo>
                  <a:lnTo>
                    <a:pt x="3210346" y="51333"/>
                  </a:lnTo>
                  <a:lnTo>
                    <a:pt x="3211997" y="49073"/>
                  </a:lnTo>
                  <a:lnTo>
                    <a:pt x="3213649" y="41593"/>
                  </a:lnTo>
                  <a:lnTo>
                    <a:pt x="3215300" y="41593"/>
                  </a:lnTo>
                  <a:lnTo>
                    <a:pt x="3216952" y="41593"/>
                  </a:lnTo>
                  <a:lnTo>
                    <a:pt x="3218603" y="45601"/>
                  </a:lnTo>
                  <a:lnTo>
                    <a:pt x="3220255" y="50308"/>
                  </a:lnTo>
                  <a:lnTo>
                    <a:pt x="3221906" y="52209"/>
                  </a:lnTo>
                  <a:lnTo>
                    <a:pt x="3223557" y="53592"/>
                  </a:lnTo>
                  <a:lnTo>
                    <a:pt x="3225209" y="41593"/>
                  </a:lnTo>
                  <a:lnTo>
                    <a:pt x="3226860" y="41593"/>
                  </a:lnTo>
                  <a:lnTo>
                    <a:pt x="3228512" y="43853"/>
                  </a:lnTo>
                  <a:lnTo>
                    <a:pt x="3230163" y="32470"/>
                  </a:lnTo>
                  <a:lnTo>
                    <a:pt x="3231814" y="32384"/>
                  </a:lnTo>
                  <a:lnTo>
                    <a:pt x="3233466" y="34744"/>
                  </a:lnTo>
                  <a:lnTo>
                    <a:pt x="3235117" y="55530"/>
                  </a:lnTo>
                  <a:lnTo>
                    <a:pt x="3236769" y="61840"/>
                  </a:lnTo>
                  <a:lnTo>
                    <a:pt x="3238420" y="89043"/>
                  </a:lnTo>
                  <a:lnTo>
                    <a:pt x="3240072" y="96948"/>
                  </a:lnTo>
                  <a:lnTo>
                    <a:pt x="3241723" y="171667"/>
                  </a:lnTo>
                  <a:lnTo>
                    <a:pt x="3243374" y="80113"/>
                  </a:lnTo>
                  <a:lnTo>
                    <a:pt x="3245026" y="32939"/>
                  </a:lnTo>
                  <a:lnTo>
                    <a:pt x="3246677" y="32939"/>
                  </a:lnTo>
                  <a:lnTo>
                    <a:pt x="3248329" y="24172"/>
                  </a:lnTo>
                  <a:lnTo>
                    <a:pt x="3249980" y="17737"/>
                  </a:lnTo>
                  <a:lnTo>
                    <a:pt x="3251631" y="17106"/>
                  </a:lnTo>
                  <a:lnTo>
                    <a:pt x="3253283" y="36750"/>
                  </a:lnTo>
                  <a:lnTo>
                    <a:pt x="3254934" y="38498"/>
                  </a:lnTo>
                  <a:lnTo>
                    <a:pt x="3256586" y="38498"/>
                  </a:lnTo>
                  <a:lnTo>
                    <a:pt x="3258237" y="34490"/>
                  </a:lnTo>
                  <a:lnTo>
                    <a:pt x="3259888" y="34490"/>
                  </a:lnTo>
                  <a:lnTo>
                    <a:pt x="3261540" y="38498"/>
                  </a:lnTo>
                  <a:lnTo>
                    <a:pt x="3263191" y="38498"/>
                  </a:lnTo>
                  <a:lnTo>
                    <a:pt x="3264843" y="34490"/>
                  </a:lnTo>
                  <a:lnTo>
                    <a:pt x="3266494" y="34490"/>
                  </a:lnTo>
                  <a:lnTo>
                    <a:pt x="3268146" y="29788"/>
                  </a:lnTo>
                  <a:lnTo>
                    <a:pt x="3269797" y="41476"/>
                  </a:lnTo>
                  <a:lnTo>
                    <a:pt x="3271448" y="33322"/>
                  </a:lnTo>
                  <a:lnTo>
                    <a:pt x="3273100" y="33322"/>
                  </a:lnTo>
                  <a:lnTo>
                    <a:pt x="3274751" y="33322"/>
                  </a:lnTo>
                  <a:lnTo>
                    <a:pt x="3276403" y="33322"/>
                  </a:lnTo>
                  <a:lnTo>
                    <a:pt x="3278054" y="30886"/>
                  </a:lnTo>
                  <a:lnTo>
                    <a:pt x="3279705" y="15945"/>
                  </a:lnTo>
                  <a:lnTo>
                    <a:pt x="3281357" y="14670"/>
                  </a:lnTo>
                  <a:lnTo>
                    <a:pt x="3283008" y="16330"/>
                  </a:lnTo>
                  <a:lnTo>
                    <a:pt x="3284660" y="16204"/>
                  </a:lnTo>
                  <a:lnTo>
                    <a:pt x="3286311" y="31146"/>
                  </a:lnTo>
                  <a:lnTo>
                    <a:pt x="3287962" y="32632"/>
                  </a:lnTo>
                  <a:lnTo>
                    <a:pt x="3289614" y="33917"/>
                  </a:lnTo>
                  <a:lnTo>
                    <a:pt x="3291265" y="51295"/>
                  </a:lnTo>
                  <a:lnTo>
                    <a:pt x="3292917" y="51296"/>
                  </a:lnTo>
                  <a:lnTo>
                    <a:pt x="3294568" y="47734"/>
                  </a:lnTo>
                  <a:lnTo>
                    <a:pt x="3296220" y="44320"/>
                  </a:lnTo>
                  <a:lnTo>
                    <a:pt x="3297871" y="32632"/>
                  </a:lnTo>
                  <a:lnTo>
                    <a:pt x="3299522" y="32632"/>
                  </a:lnTo>
                  <a:lnTo>
                    <a:pt x="3301174" y="32632"/>
                  </a:lnTo>
                  <a:lnTo>
                    <a:pt x="3302825" y="31371"/>
                  </a:lnTo>
                  <a:lnTo>
                    <a:pt x="3304477" y="16430"/>
                  </a:lnTo>
                  <a:lnTo>
                    <a:pt x="3306128" y="13182"/>
                  </a:lnTo>
                  <a:lnTo>
                    <a:pt x="3307779" y="23496"/>
                  </a:lnTo>
                  <a:lnTo>
                    <a:pt x="3309431" y="36271"/>
                  </a:lnTo>
                  <a:lnTo>
                    <a:pt x="3311082" y="56119"/>
                  </a:lnTo>
                  <a:lnTo>
                    <a:pt x="3312734" y="93415"/>
                  </a:lnTo>
                  <a:lnTo>
                    <a:pt x="3314385" y="129973"/>
                  </a:lnTo>
                  <a:lnTo>
                    <a:pt x="3316037" y="200243"/>
                  </a:lnTo>
                  <a:lnTo>
                    <a:pt x="3317688" y="200755"/>
                  </a:lnTo>
                  <a:lnTo>
                    <a:pt x="3319339" y="327495"/>
                  </a:lnTo>
                  <a:lnTo>
                    <a:pt x="3320991" y="299286"/>
                  </a:lnTo>
                  <a:lnTo>
                    <a:pt x="3322642" y="218696"/>
                  </a:lnTo>
                  <a:lnTo>
                    <a:pt x="3324294" y="32795"/>
                  </a:lnTo>
                  <a:lnTo>
                    <a:pt x="3325945" y="28787"/>
                  </a:lnTo>
                  <a:lnTo>
                    <a:pt x="3327596" y="20020"/>
                  </a:lnTo>
                  <a:lnTo>
                    <a:pt x="3329248" y="5699"/>
                  </a:lnTo>
                  <a:lnTo>
                    <a:pt x="3330899" y="16962"/>
                  </a:lnTo>
                  <a:lnTo>
                    <a:pt x="3332551" y="47109"/>
                  </a:lnTo>
                  <a:lnTo>
                    <a:pt x="3334202" y="42720"/>
                  </a:lnTo>
                  <a:lnTo>
                    <a:pt x="3335853" y="37427"/>
                  </a:lnTo>
                  <a:lnTo>
                    <a:pt x="3337505" y="37427"/>
                  </a:lnTo>
                  <a:lnTo>
                    <a:pt x="3339156" y="37427"/>
                  </a:lnTo>
                  <a:lnTo>
                    <a:pt x="3340808" y="43892"/>
                  </a:lnTo>
                  <a:lnTo>
                    <a:pt x="3342459" y="47415"/>
                  </a:lnTo>
                  <a:lnTo>
                    <a:pt x="3344111" y="37040"/>
                  </a:lnTo>
                  <a:lnTo>
                    <a:pt x="3345762" y="16736"/>
                  </a:lnTo>
                  <a:lnTo>
                    <a:pt x="3347413" y="16736"/>
                  </a:lnTo>
                  <a:lnTo>
                    <a:pt x="3349065" y="16376"/>
                  </a:lnTo>
                  <a:lnTo>
                    <a:pt x="3350716" y="31966"/>
                  </a:lnTo>
                  <a:lnTo>
                    <a:pt x="3352368" y="42138"/>
                  </a:lnTo>
                  <a:lnTo>
                    <a:pt x="3354019" y="27090"/>
                  </a:lnTo>
                  <a:lnTo>
                    <a:pt x="3355670" y="12768"/>
                  </a:lnTo>
                  <a:lnTo>
                    <a:pt x="3357322" y="19233"/>
                  </a:lnTo>
                  <a:lnTo>
                    <a:pt x="3358973" y="24032"/>
                  </a:lnTo>
                  <a:lnTo>
                    <a:pt x="3360625" y="55472"/>
                  </a:lnTo>
                  <a:lnTo>
                    <a:pt x="3362276" y="44497"/>
                  </a:lnTo>
                  <a:lnTo>
                    <a:pt x="3363927" y="44497"/>
                  </a:lnTo>
                  <a:lnTo>
                    <a:pt x="3365579" y="47910"/>
                  </a:lnTo>
                  <a:lnTo>
                    <a:pt x="3367230" y="47780"/>
                  </a:lnTo>
                  <a:lnTo>
                    <a:pt x="3368882" y="56809"/>
                  </a:lnTo>
                  <a:lnTo>
                    <a:pt x="3370533" y="53395"/>
                  </a:lnTo>
                  <a:lnTo>
                    <a:pt x="3372185" y="53395"/>
                  </a:lnTo>
                  <a:lnTo>
                    <a:pt x="3373836" y="53395"/>
                  </a:lnTo>
                  <a:lnTo>
                    <a:pt x="3375487" y="53395"/>
                  </a:lnTo>
                  <a:lnTo>
                    <a:pt x="3377139" y="56809"/>
                  </a:lnTo>
                  <a:lnTo>
                    <a:pt x="3378790" y="53395"/>
                  </a:lnTo>
                  <a:lnTo>
                    <a:pt x="3380442" y="75561"/>
                  </a:lnTo>
                  <a:lnTo>
                    <a:pt x="3382093" y="79569"/>
                  </a:lnTo>
                  <a:lnTo>
                    <a:pt x="3383744" y="74687"/>
                  </a:lnTo>
                  <a:lnTo>
                    <a:pt x="3385396" y="37145"/>
                  </a:lnTo>
                  <a:lnTo>
                    <a:pt x="3387047" y="39877"/>
                  </a:lnTo>
                  <a:lnTo>
                    <a:pt x="3388699" y="76731"/>
                  </a:lnTo>
                  <a:lnTo>
                    <a:pt x="3390350" y="56986"/>
                  </a:lnTo>
                  <a:lnTo>
                    <a:pt x="3392002" y="62593"/>
                  </a:lnTo>
                  <a:lnTo>
                    <a:pt x="3393653" y="98694"/>
                  </a:lnTo>
                  <a:lnTo>
                    <a:pt x="3395304" y="146825"/>
                  </a:lnTo>
                  <a:lnTo>
                    <a:pt x="3396956" y="196184"/>
                  </a:lnTo>
                  <a:lnTo>
                    <a:pt x="3398607" y="196184"/>
                  </a:lnTo>
                  <a:lnTo>
                    <a:pt x="3400259" y="209052"/>
                  </a:lnTo>
                  <a:lnTo>
                    <a:pt x="3401910" y="295702"/>
                  </a:lnTo>
                  <a:lnTo>
                    <a:pt x="3403561" y="375833"/>
                  </a:lnTo>
                  <a:lnTo>
                    <a:pt x="3405213" y="374553"/>
                  </a:lnTo>
                  <a:lnTo>
                    <a:pt x="3406864" y="282811"/>
                  </a:lnTo>
                  <a:lnTo>
                    <a:pt x="3408516" y="313536"/>
                  </a:lnTo>
                  <a:lnTo>
                    <a:pt x="3410167" y="325684"/>
                  </a:lnTo>
                  <a:lnTo>
                    <a:pt x="3411818" y="295276"/>
                  </a:lnTo>
                  <a:lnTo>
                    <a:pt x="3413470" y="383290"/>
                  </a:lnTo>
                  <a:lnTo>
                    <a:pt x="3415121" y="395062"/>
                  </a:lnTo>
                  <a:lnTo>
                    <a:pt x="3416773" y="397380"/>
                  </a:lnTo>
                  <a:lnTo>
                    <a:pt x="3418424" y="406328"/>
                  </a:lnTo>
                  <a:lnTo>
                    <a:pt x="3420076" y="410336"/>
                  </a:lnTo>
                  <a:lnTo>
                    <a:pt x="3421727" y="401146"/>
                  </a:lnTo>
                  <a:lnTo>
                    <a:pt x="3423378" y="398797"/>
                  </a:lnTo>
                  <a:lnTo>
                    <a:pt x="3425030" y="434566"/>
                  </a:lnTo>
                  <a:lnTo>
                    <a:pt x="3426681" y="472881"/>
                  </a:lnTo>
                  <a:lnTo>
                    <a:pt x="3428333" y="415257"/>
                  </a:lnTo>
                  <a:lnTo>
                    <a:pt x="3429984" y="354459"/>
                  </a:lnTo>
                  <a:lnTo>
                    <a:pt x="3431635" y="366747"/>
                  </a:lnTo>
                  <a:lnTo>
                    <a:pt x="3433287" y="356187"/>
                  </a:lnTo>
                  <a:lnTo>
                    <a:pt x="3434938" y="360892"/>
                  </a:lnTo>
                  <a:lnTo>
                    <a:pt x="3436590" y="409623"/>
                  </a:lnTo>
                  <a:lnTo>
                    <a:pt x="3438241" y="364158"/>
                  </a:lnTo>
                  <a:lnTo>
                    <a:pt x="3439892" y="308330"/>
                  </a:lnTo>
                  <a:lnTo>
                    <a:pt x="3441544" y="302567"/>
                  </a:lnTo>
                  <a:lnTo>
                    <a:pt x="3443195" y="279381"/>
                  </a:lnTo>
                  <a:lnTo>
                    <a:pt x="3444847" y="242123"/>
                  </a:lnTo>
                  <a:lnTo>
                    <a:pt x="3446498" y="207238"/>
                  </a:lnTo>
                  <a:lnTo>
                    <a:pt x="3448150" y="246652"/>
                  </a:lnTo>
                  <a:lnTo>
                    <a:pt x="3449801" y="149299"/>
                  </a:lnTo>
                  <a:lnTo>
                    <a:pt x="3451452" y="141677"/>
                  </a:lnTo>
                  <a:lnTo>
                    <a:pt x="3453104" y="96570"/>
                  </a:lnTo>
                  <a:lnTo>
                    <a:pt x="3454755" y="96570"/>
                  </a:lnTo>
                  <a:lnTo>
                    <a:pt x="3456407" y="84639"/>
                  </a:lnTo>
                  <a:lnTo>
                    <a:pt x="3458058" y="81616"/>
                  </a:lnTo>
                  <a:lnTo>
                    <a:pt x="3459709" y="87672"/>
                  </a:lnTo>
                  <a:lnTo>
                    <a:pt x="3461361" y="87672"/>
                  </a:lnTo>
                  <a:lnTo>
                    <a:pt x="3463012" y="99360"/>
                  </a:lnTo>
                  <a:lnTo>
                    <a:pt x="3464664" y="87672"/>
                  </a:lnTo>
                  <a:lnTo>
                    <a:pt x="3466315" y="93569"/>
                  </a:lnTo>
                  <a:lnTo>
                    <a:pt x="3467966" y="96982"/>
                  </a:lnTo>
                  <a:lnTo>
                    <a:pt x="3469618" y="97576"/>
                  </a:lnTo>
                  <a:lnTo>
                    <a:pt x="3471269" y="200283"/>
                  </a:lnTo>
                  <a:lnTo>
                    <a:pt x="3472921" y="93569"/>
                  </a:lnTo>
                  <a:lnTo>
                    <a:pt x="3474572" y="105698"/>
                  </a:lnTo>
                  <a:lnTo>
                    <a:pt x="3476224" y="93569"/>
                  </a:lnTo>
                  <a:lnTo>
                    <a:pt x="3477875" y="93569"/>
                  </a:lnTo>
                  <a:lnTo>
                    <a:pt x="3479526" y="93569"/>
                  </a:lnTo>
                  <a:lnTo>
                    <a:pt x="3481178" y="93569"/>
                  </a:lnTo>
                  <a:lnTo>
                    <a:pt x="3482829" y="91520"/>
                  </a:lnTo>
                  <a:lnTo>
                    <a:pt x="3484481" y="99492"/>
                  </a:lnTo>
                  <a:lnTo>
                    <a:pt x="3486132" y="107132"/>
                  </a:lnTo>
                  <a:lnTo>
                    <a:pt x="3487783" y="96702"/>
                  </a:lnTo>
                  <a:lnTo>
                    <a:pt x="3489435" y="100034"/>
                  </a:lnTo>
                  <a:lnTo>
                    <a:pt x="3491086" y="100034"/>
                  </a:lnTo>
                  <a:lnTo>
                    <a:pt x="3492738" y="96982"/>
                  </a:lnTo>
                  <a:lnTo>
                    <a:pt x="3494389" y="105257"/>
                  </a:lnTo>
                  <a:lnTo>
                    <a:pt x="3496041" y="102278"/>
                  </a:lnTo>
                  <a:lnTo>
                    <a:pt x="3497692" y="113373"/>
                  </a:lnTo>
                  <a:lnTo>
                    <a:pt x="3499343" y="113243"/>
                  </a:lnTo>
                  <a:lnTo>
                    <a:pt x="3500995" y="109959"/>
                  </a:lnTo>
                  <a:lnTo>
                    <a:pt x="3502646" y="109959"/>
                  </a:lnTo>
                  <a:lnTo>
                    <a:pt x="3504298" y="113243"/>
                  </a:lnTo>
                  <a:lnTo>
                    <a:pt x="3505949" y="93569"/>
                  </a:lnTo>
                  <a:lnTo>
                    <a:pt x="3507600" y="93569"/>
                  </a:lnTo>
                  <a:lnTo>
                    <a:pt x="3509252" y="133969"/>
                  </a:lnTo>
                  <a:lnTo>
                    <a:pt x="3510903" y="130638"/>
                  </a:lnTo>
                  <a:lnTo>
                    <a:pt x="3512555" y="114993"/>
                  </a:lnTo>
                  <a:lnTo>
                    <a:pt x="3514206" y="130877"/>
                  </a:lnTo>
                  <a:lnTo>
                    <a:pt x="3515857" y="167715"/>
                  </a:lnTo>
                  <a:lnTo>
                    <a:pt x="3517509" y="147089"/>
                  </a:lnTo>
                  <a:lnTo>
                    <a:pt x="3519160" y="199864"/>
                  </a:lnTo>
                  <a:lnTo>
                    <a:pt x="3520812" y="257622"/>
                  </a:lnTo>
                  <a:lnTo>
                    <a:pt x="3522463" y="298915"/>
                  </a:lnTo>
                  <a:lnTo>
                    <a:pt x="3524115" y="298915"/>
                  </a:lnTo>
                  <a:lnTo>
                    <a:pt x="3525766" y="348274"/>
                  </a:lnTo>
                  <a:lnTo>
                    <a:pt x="3527417" y="373733"/>
                  </a:lnTo>
                  <a:lnTo>
                    <a:pt x="3529069" y="428554"/>
                  </a:lnTo>
                  <a:lnTo>
                    <a:pt x="3530720" y="407167"/>
                  </a:lnTo>
                  <a:lnTo>
                    <a:pt x="3532372" y="438993"/>
                  </a:lnTo>
                  <a:lnTo>
                    <a:pt x="3534023" y="445503"/>
                  </a:lnTo>
                  <a:lnTo>
                    <a:pt x="3535674" y="445503"/>
                  </a:lnTo>
                  <a:lnTo>
                    <a:pt x="3537326" y="452716"/>
                  </a:lnTo>
                  <a:lnTo>
                    <a:pt x="3538977" y="454413"/>
                  </a:lnTo>
                  <a:lnTo>
                    <a:pt x="3540629" y="503400"/>
                  </a:lnTo>
                  <a:lnTo>
                    <a:pt x="3542280" y="518006"/>
                  </a:lnTo>
                  <a:lnTo>
                    <a:pt x="3543931" y="518006"/>
                  </a:lnTo>
                  <a:lnTo>
                    <a:pt x="3545583" y="533062"/>
                  </a:lnTo>
                  <a:lnTo>
                    <a:pt x="3547234" y="582033"/>
                  </a:lnTo>
                  <a:lnTo>
                    <a:pt x="3548886" y="624237"/>
                  </a:lnTo>
                  <a:lnTo>
                    <a:pt x="3550537" y="584031"/>
                  </a:lnTo>
                  <a:lnTo>
                    <a:pt x="3552189" y="578609"/>
                  </a:lnTo>
                  <a:lnTo>
                    <a:pt x="3553840" y="677217"/>
                  </a:lnTo>
                  <a:lnTo>
                    <a:pt x="3555491" y="703791"/>
                  </a:lnTo>
                  <a:lnTo>
                    <a:pt x="3557143" y="684933"/>
                  </a:lnTo>
                  <a:lnTo>
                    <a:pt x="3558794" y="630982"/>
                  </a:lnTo>
                  <a:lnTo>
                    <a:pt x="3560446" y="630982"/>
                  </a:lnTo>
                  <a:lnTo>
                    <a:pt x="3562097" y="659104"/>
                  </a:lnTo>
                  <a:lnTo>
                    <a:pt x="3563748" y="689555"/>
                  </a:lnTo>
                  <a:lnTo>
                    <a:pt x="3565400" y="670471"/>
                  </a:lnTo>
                  <a:lnTo>
                    <a:pt x="3567051" y="646664"/>
                  </a:lnTo>
                  <a:lnTo>
                    <a:pt x="3568703" y="681356"/>
                  </a:lnTo>
                  <a:lnTo>
                    <a:pt x="3570354" y="660567"/>
                  </a:lnTo>
                  <a:lnTo>
                    <a:pt x="3572006" y="606175"/>
                  </a:lnTo>
                  <a:lnTo>
                    <a:pt x="3573657" y="558197"/>
                  </a:lnTo>
                  <a:lnTo>
                    <a:pt x="3575308" y="533416"/>
                  </a:lnTo>
                  <a:lnTo>
                    <a:pt x="3576960" y="524517"/>
                  </a:lnTo>
                  <a:lnTo>
                    <a:pt x="3578611" y="528903"/>
                  </a:lnTo>
                  <a:lnTo>
                    <a:pt x="3580263" y="515044"/>
                  </a:lnTo>
                  <a:lnTo>
                    <a:pt x="3581914" y="472926"/>
                  </a:lnTo>
                  <a:lnTo>
                    <a:pt x="3583565" y="472880"/>
                  </a:lnTo>
                  <a:lnTo>
                    <a:pt x="3585217" y="435054"/>
                  </a:lnTo>
                  <a:lnTo>
                    <a:pt x="3586868" y="448530"/>
                  </a:lnTo>
                  <a:lnTo>
                    <a:pt x="3588520" y="376655"/>
                  </a:lnTo>
                  <a:lnTo>
                    <a:pt x="3590171" y="338316"/>
                  </a:lnTo>
                  <a:lnTo>
                    <a:pt x="3591822" y="364512"/>
                  </a:lnTo>
                  <a:lnTo>
                    <a:pt x="3593474" y="386263"/>
                  </a:lnTo>
                  <a:lnTo>
                    <a:pt x="3595125" y="287719"/>
                  </a:lnTo>
                  <a:lnTo>
                    <a:pt x="3596777" y="149345"/>
                  </a:lnTo>
                  <a:lnTo>
                    <a:pt x="3598428" y="101564"/>
                  </a:lnTo>
                  <a:lnTo>
                    <a:pt x="3600080" y="102548"/>
                  </a:lnTo>
                  <a:lnTo>
                    <a:pt x="3601731" y="104907"/>
                  </a:lnTo>
                  <a:lnTo>
                    <a:pt x="3603382" y="101385"/>
                  </a:lnTo>
                  <a:lnTo>
                    <a:pt x="3605034" y="115922"/>
                  </a:lnTo>
                  <a:lnTo>
                    <a:pt x="3606685" y="156176"/>
                  </a:lnTo>
                  <a:lnTo>
                    <a:pt x="3608337" y="172075"/>
                  </a:lnTo>
                  <a:lnTo>
                    <a:pt x="3609988" y="184150"/>
                  </a:lnTo>
                  <a:lnTo>
                    <a:pt x="3611639" y="173615"/>
                  </a:lnTo>
                  <a:lnTo>
                    <a:pt x="3613291" y="125166"/>
                  </a:lnTo>
                  <a:lnTo>
                    <a:pt x="3614942" y="129174"/>
                  </a:lnTo>
                  <a:lnTo>
                    <a:pt x="3616594" y="139259"/>
                  </a:lnTo>
                  <a:lnTo>
                    <a:pt x="3618245" y="141798"/>
                  </a:lnTo>
                  <a:lnTo>
                    <a:pt x="3619896" y="167828"/>
                  </a:lnTo>
                  <a:lnTo>
                    <a:pt x="3621548" y="197475"/>
                  </a:lnTo>
                  <a:lnTo>
                    <a:pt x="3623199" y="231722"/>
                  </a:lnTo>
                  <a:lnTo>
                    <a:pt x="3624851" y="294446"/>
                  </a:lnTo>
                  <a:lnTo>
                    <a:pt x="3626502" y="391091"/>
                  </a:lnTo>
                  <a:lnTo>
                    <a:pt x="3628154" y="373787"/>
                  </a:lnTo>
                  <a:lnTo>
                    <a:pt x="3629805" y="400922"/>
                  </a:lnTo>
                  <a:lnTo>
                    <a:pt x="3631456" y="320097"/>
                  </a:lnTo>
                  <a:lnTo>
                    <a:pt x="3633108" y="266495"/>
                  </a:lnTo>
                  <a:lnTo>
                    <a:pt x="3634759" y="215330"/>
                  </a:lnTo>
                  <a:lnTo>
                    <a:pt x="3636411" y="272709"/>
                  </a:lnTo>
                  <a:lnTo>
                    <a:pt x="3638062" y="209848"/>
                  </a:lnTo>
                  <a:lnTo>
                    <a:pt x="3639713" y="151748"/>
                  </a:lnTo>
                  <a:lnTo>
                    <a:pt x="3641365" y="135864"/>
                  </a:lnTo>
                  <a:lnTo>
                    <a:pt x="3643016" y="124634"/>
                  </a:lnTo>
                  <a:lnTo>
                    <a:pt x="3644668" y="125141"/>
                  </a:lnTo>
                  <a:lnTo>
                    <a:pt x="3646319" y="130997"/>
                  </a:lnTo>
                  <a:lnTo>
                    <a:pt x="3647970" y="133455"/>
                  </a:lnTo>
                  <a:lnTo>
                    <a:pt x="3649622" y="133455"/>
                  </a:lnTo>
                  <a:lnTo>
                    <a:pt x="3651273" y="126990"/>
                  </a:lnTo>
                  <a:lnTo>
                    <a:pt x="3652925" y="109100"/>
                  </a:lnTo>
                  <a:lnTo>
                    <a:pt x="3654576" y="106745"/>
                  </a:lnTo>
                  <a:lnTo>
                    <a:pt x="3656228" y="81261"/>
                  </a:lnTo>
                  <a:lnTo>
                    <a:pt x="3657879" y="108647"/>
                  </a:lnTo>
                  <a:lnTo>
                    <a:pt x="3659530" y="114525"/>
                  </a:lnTo>
                  <a:lnTo>
                    <a:pt x="3661182" y="104298"/>
                  </a:lnTo>
                  <a:lnTo>
                    <a:pt x="3662833" y="110763"/>
                  </a:lnTo>
                  <a:lnTo>
                    <a:pt x="3664485" y="162131"/>
                  </a:lnTo>
                  <a:lnTo>
                    <a:pt x="3666136" y="132415"/>
                  </a:lnTo>
                  <a:lnTo>
                    <a:pt x="3667787" y="126196"/>
                  </a:lnTo>
                  <a:lnTo>
                    <a:pt x="3669439" y="128653"/>
                  </a:lnTo>
                  <a:lnTo>
                    <a:pt x="3671090" y="142030"/>
                  </a:lnTo>
                  <a:lnTo>
                    <a:pt x="3672742" y="118395"/>
                  </a:lnTo>
                  <a:lnTo>
                    <a:pt x="3674393" y="125529"/>
                  </a:lnTo>
                  <a:lnTo>
                    <a:pt x="3676045" y="179058"/>
                  </a:lnTo>
                  <a:lnTo>
                    <a:pt x="3677696" y="182373"/>
                  </a:lnTo>
                  <a:lnTo>
                    <a:pt x="3679347" y="237463"/>
                  </a:lnTo>
                  <a:lnTo>
                    <a:pt x="3680999" y="241805"/>
                  </a:lnTo>
                  <a:lnTo>
                    <a:pt x="3682650" y="270568"/>
                  </a:lnTo>
                  <a:lnTo>
                    <a:pt x="3684302" y="285220"/>
                  </a:lnTo>
                  <a:lnTo>
                    <a:pt x="3685953" y="347999"/>
                  </a:lnTo>
                  <a:lnTo>
                    <a:pt x="3687604" y="439873"/>
                  </a:lnTo>
                  <a:lnTo>
                    <a:pt x="3689256" y="434625"/>
                  </a:lnTo>
                  <a:lnTo>
                    <a:pt x="3690907" y="406503"/>
                  </a:lnTo>
                  <a:lnTo>
                    <a:pt x="3692559" y="375598"/>
                  </a:lnTo>
                  <a:lnTo>
                    <a:pt x="3694210" y="404768"/>
                  </a:lnTo>
                  <a:lnTo>
                    <a:pt x="3695861" y="401260"/>
                  </a:lnTo>
                  <a:lnTo>
                    <a:pt x="3697513" y="340598"/>
                  </a:lnTo>
                  <a:lnTo>
                    <a:pt x="3699164" y="291239"/>
                  </a:lnTo>
                  <a:lnTo>
                    <a:pt x="3700816" y="300893"/>
                  </a:lnTo>
                  <a:lnTo>
                    <a:pt x="3702467" y="233613"/>
                  </a:lnTo>
                  <a:lnTo>
                    <a:pt x="3704119" y="172194"/>
                  </a:lnTo>
                  <a:lnTo>
                    <a:pt x="3705770" y="99729"/>
                  </a:lnTo>
                  <a:lnTo>
                    <a:pt x="3707421" y="103379"/>
                  </a:lnTo>
                  <a:lnTo>
                    <a:pt x="3709073" y="67461"/>
                  </a:lnTo>
                  <a:lnTo>
                    <a:pt x="3710724" y="80401"/>
                  </a:lnTo>
                  <a:lnTo>
                    <a:pt x="3712376" y="162863"/>
                  </a:lnTo>
                  <a:lnTo>
                    <a:pt x="3714027" y="255612"/>
                  </a:lnTo>
                  <a:lnTo>
                    <a:pt x="3715678" y="330797"/>
                  </a:lnTo>
                  <a:lnTo>
                    <a:pt x="3717330" y="411085"/>
                  </a:lnTo>
                  <a:lnTo>
                    <a:pt x="3718981" y="400858"/>
                  </a:lnTo>
                  <a:lnTo>
                    <a:pt x="3720633" y="442047"/>
                  </a:lnTo>
                  <a:lnTo>
                    <a:pt x="3722284" y="443744"/>
                  </a:lnTo>
                  <a:lnTo>
                    <a:pt x="3723935" y="461593"/>
                  </a:lnTo>
                  <a:lnTo>
                    <a:pt x="3725587" y="464940"/>
                  </a:lnTo>
                  <a:lnTo>
                    <a:pt x="3727238" y="453954"/>
                  </a:lnTo>
                  <a:lnTo>
                    <a:pt x="3728890" y="486187"/>
                  </a:lnTo>
                  <a:lnTo>
                    <a:pt x="3730541" y="499524"/>
                  </a:lnTo>
                  <a:lnTo>
                    <a:pt x="3732193" y="525107"/>
                  </a:lnTo>
                  <a:lnTo>
                    <a:pt x="3733844" y="554473"/>
                  </a:lnTo>
                  <a:lnTo>
                    <a:pt x="3735495" y="580342"/>
                  </a:lnTo>
                  <a:lnTo>
                    <a:pt x="3737147" y="573484"/>
                  </a:lnTo>
                  <a:lnTo>
                    <a:pt x="3738798" y="672219"/>
                  </a:lnTo>
                  <a:lnTo>
                    <a:pt x="3740450" y="715786"/>
                  </a:lnTo>
                  <a:lnTo>
                    <a:pt x="3742101" y="740114"/>
                  </a:lnTo>
                  <a:lnTo>
                    <a:pt x="3743752" y="718032"/>
                  </a:lnTo>
                  <a:lnTo>
                    <a:pt x="3745404" y="755901"/>
                  </a:lnTo>
                  <a:lnTo>
                    <a:pt x="3747055" y="801082"/>
                  </a:lnTo>
                  <a:lnTo>
                    <a:pt x="3748707" y="794461"/>
                  </a:lnTo>
                  <a:lnTo>
                    <a:pt x="3750358" y="810322"/>
                  </a:lnTo>
                  <a:lnTo>
                    <a:pt x="3752010" y="831658"/>
                  </a:lnTo>
                  <a:lnTo>
                    <a:pt x="3753661" y="879329"/>
                  </a:lnTo>
                  <a:lnTo>
                    <a:pt x="3755312" y="906956"/>
                  </a:lnTo>
                  <a:lnTo>
                    <a:pt x="3756964" y="905815"/>
                  </a:lnTo>
                  <a:lnTo>
                    <a:pt x="3758615" y="909537"/>
                  </a:lnTo>
                  <a:lnTo>
                    <a:pt x="3760267" y="893174"/>
                  </a:lnTo>
                  <a:lnTo>
                    <a:pt x="3761918" y="887262"/>
                  </a:lnTo>
                  <a:lnTo>
                    <a:pt x="3763569" y="887262"/>
                  </a:lnTo>
                  <a:lnTo>
                    <a:pt x="3765221" y="893174"/>
                  </a:lnTo>
                  <a:lnTo>
                    <a:pt x="3766872" y="914388"/>
                  </a:lnTo>
                  <a:lnTo>
                    <a:pt x="3768524" y="918596"/>
                  </a:lnTo>
                  <a:lnTo>
                    <a:pt x="3770175" y="912323"/>
                  </a:lnTo>
                  <a:lnTo>
                    <a:pt x="3771826" y="916229"/>
                  </a:lnTo>
                  <a:lnTo>
                    <a:pt x="3773478" y="950311"/>
                  </a:lnTo>
                  <a:lnTo>
                    <a:pt x="3775129" y="931877"/>
                  </a:lnTo>
                  <a:lnTo>
                    <a:pt x="3776781" y="917372"/>
                  </a:lnTo>
                  <a:lnTo>
                    <a:pt x="3778432" y="919663"/>
                  </a:lnTo>
                  <a:lnTo>
                    <a:pt x="3780084" y="910169"/>
                  </a:lnTo>
                  <a:lnTo>
                    <a:pt x="3781735" y="932594"/>
                  </a:lnTo>
                  <a:lnTo>
                    <a:pt x="3783386" y="928561"/>
                  </a:lnTo>
                  <a:lnTo>
                    <a:pt x="3785038" y="913388"/>
                  </a:lnTo>
                  <a:lnTo>
                    <a:pt x="3786689" y="931401"/>
                  </a:lnTo>
                  <a:lnTo>
                    <a:pt x="3788341" y="950338"/>
                  </a:lnTo>
                  <a:lnTo>
                    <a:pt x="3789992" y="962248"/>
                  </a:lnTo>
                  <a:lnTo>
                    <a:pt x="3791643" y="980834"/>
                  </a:lnTo>
                  <a:lnTo>
                    <a:pt x="3793295" y="979369"/>
                  </a:lnTo>
                  <a:lnTo>
                    <a:pt x="3794946" y="965713"/>
                  </a:lnTo>
                  <a:lnTo>
                    <a:pt x="3796598" y="957897"/>
                  </a:lnTo>
                  <a:lnTo>
                    <a:pt x="3798249" y="947722"/>
                  </a:lnTo>
                  <a:lnTo>
                    <a:pt x="3799900" y="947722"/>
                  </a:lnTo>
                  <a:lnTo>
                    <a:pt x="3801552" y="993017"/>
                  </a:lnTo>
                  <a:lnTo>
                    <a:pt x="3803203" y="946344"/>
                  </a:lnTo>
                  <a:lnTo>
                    <a:pt x="3804855" y="958200"/>
                  </a:lnTo>
                  <a:lnTo>
                    <a:pt x="3806506" y="954038"/>
                  </a:lnTo>
                  <a:lnTo>
                    <a:pt x="3808158" y="958511"/>
                  </a:lnTo>
                  <a:lnTo>
                    <a:pt x="3809809" y="963162"/>
                  </a:lnTo>
                  <a:lnTo>
                    <a:pt x="3811460" y="965606"/>
                  </a:lnTo>
                  <a:lnTo>
                    <a:pt x="3813112" y="964054"/>
                  </a:lnTo>
                  <a:lnTo>
                    <a:pt x="3814763" y="974423"/>
                  </a:lnTo>
                  <a:lnTo>
                    <a:pt x="3816415" y="982480"/>
                  </a:lnTo>
                  <a:lnTo>
                    <a:pt x="3818066" y="987564"/>
                  </a:lnTo>
                  <a:lnTo>
                    <a:pt x="3819717" y="981053"/>
                  </a:lnTo>
                  <a:lnTo>
                    <a:pt x="3821369" y="945516"/>
                  </a:lnTo>
                  <a:lnTo>
                    <a:pt x="3823020" y="952725"/>
                  </a:lnTo>
                  <a:lnTo>
                    <a:pt x="3824672" y="946365"/>
                  </a:lnTo>
                  <a:lnTo>
                    <a:pt x="3826323" y="950001"/>
                  </a:lnTo>
                  <a:lnTo>
                    <a:pt x="3827974" y="967412"/>
                  </a:lnTo>
                  <a:lnTo>
                    <a:pt x="3829626" y="967157"/>
                  </a:lnTo>
                  <a:lnTo>
                    <a:pt x="3831277" y="1003215"/>
                  </a:lnTo>
                  <a:lnTo>
                    <a:pt x="3832929" y="973858"/>
                  </a:lnTo>
                  <a:lnTo>
                    <a:pt x="3834580" y="952837"/>
                  </a:lnTo>
                  <a:lnTo>
                    <a:pt x="3836232" y="945346"/>
                  </a:lnTo>
                  <a:lnTo>
                    <a:pt x="3837883" y="972662"/>
                  </a:lnTo>
                  <a:lnTo>
                    <a:pt x="3839534" y="968358"/>
                  </a:lnTo>
                  <a:lnTo>
                    <a:pt x="3841186" y="923044"/>
                  </a:lnTo>
                  <a:lnTo>
                    <a:pt x="3842837" y="903230"/>
                  </a:lnTo>
                  <a:lnTo>
                    <a:pt x="3844489" y="889021"/>
                  </a:lnTo>
                  <a:lnTo>
                    <a:pt x="3846140" y="896578"/>
                  </a:lnTo>
                  <a:lnTo>
                    <a:pt x="3847791" y="914231"/>
                  </a:lnTo>
                  <a:lnTo>
                    <a:pt x="3849443" y="875169"/>
                  </a:lnTo>
                  <a:lnTo>
                    <a:pt x="3851094" y="920086"/>
                  </a:lnTo>
                  <a:lnTo>
                    <a:pt x="3852746" y="895653"/>
                  </a:lnTo>
                  <a:lnTo>
                    <a:pt x="3854397" y="842620"/>
                  </a:lnTo>
                  <a:lnTo>
                    <a:pt x="3856049" y="839639"/>
                  </a:lnTo>
                  <a:lnTo>
                    <a:pt x="3857700" y="851622"/>
                  </a:lnTo>
                  <a:lnTo>
                    <a:pt x="3859351" y="839758"/>
                  </a:lnTo>
                  <a:lnTo>
                    <a:pt x="3861003" y="841542"/>
                  </a:lnTo>
                  <a:lnTo>
                    <a:pt x="3862654" y="731847"/>
                  </a:lnTo>
                  <a:lnTo>
                    <a:pt x="3864306" y="726577"/>
                  </a:lnTo>
                  <a:lnTo>
                    <a:pt x="3865957" y="771171"/>
                  </a:lnTo>
                  <a:lnTo>
                    <a:pt x="3867608" y="770602"/>
                  </a:lnTo>
                  <a:lnTo>
                    <a:pt x="3869260" y="762205"/>
                  </a:lnTo>
                  <a:lnTo>
                    <a:pt x="3870911" y="721830"/>
                  </a:lnTo>
                  <a:lnTo>
                    <a:pt x="3872563" y="655586"/>
                  </a:lnTo>
                  <a:lnTo>
                    <a:pt x="3874214" y="661138"/>
                  </a:lnTo>
                  <a:lnTo>
                    <a:pt x="3875865" y="668388"/>
                  </a:lnTo>
                  <a:lnTo>
                    <a:pt x="3877517" y="742667"/>
                  </a:lnTo>
                  <a:lnTo>
                    <a:pt x="3879168" y="752606"/>
                  </a:lnTo>
                  <a:lnTo>
                    <a:pt x="3880820" y="696096"/>
                  </a:lnTo>
                  <a:lnTo>
                    <a:pt x="3882471" y="692391"/>
                  </a:lnTo>
                  <a:lnTo>
                    <a:pt x="3884123" y="743925"/>
                  </a:lnTo>
                  <a:lnTo>
                    <a:pt x="3885774" y="872080"/>
                  </a:lnTo>
                  <a:lnTo>
                    <a:pt x="3887425" y="817382"/>
                  </a:lnTo>
                  <a:lnTo>
                    <a:pt x="3889077" y="849344"/>
                  </a:lnTo>
                  <a:lnTo>
                    <a:pt x="3890728" y="909269"/>
                  </a:lnTo>
                  <a:lnTo>
                    <a:pt x="3892380" y="841020"/>
                  </a:lnTo>
                  <a:lnTo>
                    <a:pt x="3894031" y="841956"/>
                  </a:lnTo>
                  <a:lnTo>
                    <a:pt x="3895682" y="914695"/>
                  </a:lnTo>
                  <a:lnTo>
                    <a:pt x="3897334" y="925033"/>
                  </a:lnTo>
                  <a:lnTo>
                    <a:pt x="3898985" y="866947"/>
                  </a:lnTo>
                  <a:lnTo>
                    <a:pt x="3900637" y="911717"/>
                  </a:lnTo>
                  <a:lnTo>
                    <a:pt x="3902288" y="951541"/>
                  </a:lnTo>
                  <a:lnTo>
                    <a:pt x="3903939" y="988090"/>
                  </a:lnTo>
                  <a:lnTo>
                    <a:pt x="3905591" y="976731"/>
                  </a:lnTo>
                  <a:lnTo>
                    <a:pt x="3907242" y="986680"/>
                  </a:lnTo>
                  <a:lnTo>
                    <a:pt x="3908894" y="998930"/>
                  </a:lnTo>
                  <a:lnTo>
                    <a:pt x="3910545" y="1020705"/>
                  </a:lnTo>
                  <a:lnTo>
                    <a:pt x="3912197" y="972338"/>
                  </a:lnTo>
                  <a:lnTo>
                    <a:pt x="3913848" y="973909"/>
                  </a:lnTo>
                  <a:lnTo>
                    <a:pt x="3915499" y="1009985"/>
                  </a:lnTo>
                  <a:lnTo>
                    <a:pt x="3917151" y="987463"/>
                  </a:lnTo>
                  <a:lnTo>
                    <a:pt x="3918802" y="966713"/>
                  </a:lnTo>
                  <a:lnTo>
                    <a:pt x="3920454" y="976300"/>
                  </a:lnTo>
                  <a:lnTo>
                    <a:pt x="3922105" y="995436"/>
                  </a:lnTo>
                  <a:lnTo>
                    <a:pt x="3923756" y="981955"/>
                  </a:lnTo>
                  <a:lnTo>
                    <a:pt x="3925408" y="970000"/>
                  </a:lnTo>
                  <a:lnTo>
                    <a:pt x="3927059" y="990590"/>
                  </a:lnTo>
                  <a:lnTo>
                    <a:pt x="3928711" y="987964"/>
                  </a:lnTo>
                  <a:lnTo>
                    <a:pt x="3930362" y="988114"/>
                  </a:lnTo>
                  <a:lnTo>
                    <a:pt x="3932014" y="1013240"/>
                  </a:lnTo>
                  <a:lnTo>
                    <a:pt x="3933665" y="1075757"/>
                  </a:lnTo>
                  <a:lnTo>
                    <a:pt x="3935316" y="1057908"/>
                  </a:lnTo>
                  <a:lnTo>
                    <a:pt x="3936968" y="1015163"/>
                  </a:lnTo>
                  <a:lnTo>
                    <a:pt x="3938619" y="1011951"/>
                  </a:lnTo>
                  <a:lnTo>
                    <a:pt x="3940271" y="1045023"/>
                  </a:lnTo>
                  <a:lnTo>
                    <a:pt x="3941922" y="1073215"/>
                  </a:lnTo>
                  <a:lnTo>
                    <a:pt x="3943573" y="1084023"/>
                  </a:lnTo>
                  <a:lnTo>
                    <a:pt x="3945225" y="1055632"/>
                  </a:lnTo>
                  <a:lnTo>
                    <a:pt x="3946876" y="1071934"/>
                  </a:lnTo>
                  <a:lnTo>
                    <a:pt x="3948528" y="1112346"/>
                  </a:lnTo>
                  <a:lnTo>
                    <a:pt x="3950179" y="1104569"/>
                  </a:lnTo>
                  <a:lnTo>
                    <a:pt x="3951830" y="1114168"/>
                  </a:lnTo>
                  <a:lnTo>
                    <a:pt x="3953482" y="1114659"/>
                  </a:lnTo>
                  <a:lnTo>
                    <a:pt x="3955133" y="1097351"/>
                  </a:lnTo>
                  <a:lnTo>
                    <a:pt x="3956785" y="1076242"/>
                  </a:lnTo>
                  <a:lnTo>
                    <a:pt x="3958436" y="1037133"/>
                  </a:lnTo>
                  <a:lnTo>
                    <a:pt x="3960088" y="1040485"/>
                  </a:lnTo>
                  <a:lnTo>
                    <a:pt x="3961739" y="1084545"/>
                  </a:lnTo>
                  <a:lnTo>
                    <a:pt x="3963390" y="1024541"/>
                  </a:lnTo>
                  <a:lnTo>
                    <a:pt x="3965042" y="1021777"/>
                  </a:lnTo>
                  <a:lnTo>
                    <a:pt x="3966693" y="993199"/>
                  </a:lnTo>
                  <a:lnTo>
                    <a:pt x="3968345" y="1029055"/>
                  </a:lnTo>
                  <a:lnTo>
                    <a:pt x="3969996" y="1039876"/>
                  </a:lnTo>
                  <a:lnTo>
                    <a:pt x="3971647" y="1019393"/>
                  </a:lnTo>
                  <a:lnTo>
                    <a:pt x="3973299" y="1023956"/>
                  </a:lnTo>
                  <a:lnTo>
                    <a:pt x="3974950" y="1039876"/>
                  </a:lnTo>
                  <a:lnTo>
                    <a:pt x="3976602" y="1027870"/>
                  </a:lnTo>
                  <a:lnTo>
                    <a:pt x="3978253" y="1016410"/>
                  </a:lnTo>
                  <a:lnTo>
                    <a:pt x="3979904" y="1037350"/>
                  </a:lnTo>
                  <a:lnTo>
                    <a:pt x="3981556" y="1079104"/>
                  </a:lnTo>
                  <a:lnTo>
                    <a:pt x="3983207" y="1055862"/>
                  </a:lnTo>
                  <a:lnTo>
                    <a:pt x="3984859" y="1073077"/>
                  </a:lnTo>
                  <a:lnTo>
                    <a:pt x="3986510" y="1080795"/>
                  </a:lnTo>
                  <a:lnTo>
                    <a:pt x="3988162" y="1086977"/>
                  </a:lnTo>
                  <a:lnTo>
                    <a:pt x="3989813" y="1095406"/>
                  </a:lnTo>
                  <a:lnTo>
                    <a:pt x="3991464" y="1092154"/>
                  </a:lnTo>
                  <a:lnTo>
                    <a:pt x="3993116" y="1043518"/>
                  </a:lnTo>
                  <a:lnTo>
                    <a:pt x="3994767" y="1038524"/>
                  </a:lnTo>
                  <a:lnTo>
                    <a:pt x="3996419" y="1069074"/>
                  </a:lnTo>
                  <a:lnTo>
                    <a:pt x="3998070" y="1073404"/>
                  </a:lnTo>
                  <a:lnTo>
                    <a:pt x="3999721" y="1103268"/>
                  </a:lnTo>
                  <a:lnTo>
                    <a:pt x="4001373" y="1119699"/>
                  </a:lnTo>
                  <a:lnTo>
                    <a:pt x="4003024" y="1089491"/>
                  </a:lnTo>
                  <a:lnTo>
                    <a:pt x="4004676" y="1081773"/>
                  </a:lnTo>
                  <a:lnTo>
                    <a:pt x="4006327" y="1081773"/>
                  </a:lnTo>
                  <a:lnTo>
                    <a:pt x="4007978" y="1084343"/>
                  </a:lnTo>
                  <a:lnTo>
                    <a:pt x="4009630" y="1051197"/>
                  </a:lnTo>
                  <a:lnTo>
                    <a:pt x="4011281" y="1061690"/>
                  </a:lnTo>
                  <a:lnTo>
                    <a:pt x="4012933" y="1080625"/>
                  </a:lnTo>
                  <a:lnTo>
                    <a:pt x="4014584" y="1069947"/>
                  </a:lnTo>
                  <a:lnTo>
                    <a:pt x="4016236" y="1066978"/>
                  </a:lnTo>
                  <a:lnTo>
                    <a:pt x="4017887" y="1080625"/>
                  </a:lnTo>
                  <a:lnTo>
                    <a:pt x="4019538" y="1076569"/>
                  </a:lnTo>
                  <a:lnTo>
                    <a:pt x="4021190" y="1090869"/>
                  </a:lnTo>
                  <a:lnTo>
                    <a:pt x="4022841" y="1132947"/>
                  </a:lnTo>
                  <a:lnTo>
                    <a:pt x="4024493" y="1245047"/>
                  </a:lnTo>
                  <a:lnTo>
                    <a:pt x="4026144" y="1201327"/>
                  </a:lnTo>
                  <a:lnTo>
                    <a:pt x="4027795" y="1204368"/>
                  </a:lnTo>
                  <a:lnTo>
                    <a:pt x="4029447" y="1196414"/>
                  </a:lnTo>
                  <a:lnTo>
                    <a:pt x="4031098" y="1208376"/>
                  </a:lnTo>
                  <a:lnTo>
                    <a:pt x="4032750" y="1269479"/>
                  </a:lnTo>
                  <a:lnTo>
                    <a:pt x="4034401" y="1266874"/>
                  </a:lnTo>
                  <a:lnTo>
                    <a:pt x="4036053" y="1250241"/>
                  </a:lnTo>
                  <a:lnTo>
                    <a:pt x="4037704" y="1221794"/>
                  </a:lnTo>
                  <a:lnTo>
                    <a:pt x="4039355" y="1230345"/>
                  </a:lnTo>
                  <a:lnTo>
                    <a:pt x="4041007" y="1267791"/>
                  </a:lnTo>
                  <a:lnTo>
                    <a:pt x="4042658" y="1271100"/>
                  </a:lnTo>
                  <a:lnTo>
                    <a:pt x="4044310" y="1269769"/>
                  </a:lnTo>
                  <a:lnTo>
                    <a:pt x="4045961" y="1264888"/>
                  </a:lnTo>
                  <a:lnTo>
                    <a:pt x="4047612" y="1234745"/>
                  </a:lnTo>
                  <a:lnTo>
                    <a:pt x="4049264" y="1258938"/>
                  </a:lnTo>
                  <a:lnTo>
                    <a:pt x="4050915" y="1244703"/>
                  </a:lnTo>
                  <a:lnTo>
                    <a:pt x="4052567" y="1222663"/>
                  </a:lnTo>
                  <a:lnTo>
                    <a:pt x="4054218" y="1212612"/>
                  </a:lnTo>
                  <a:lnTo>
                    <a:pt x="4055869" y="1197067"/>
                  </a:lnTo>
                  <a:lnTo>
                    <a:pt x="4057521" y="1205679"/>
                  </a:lnTo>
                  <a:lnTo>
                    <a:pt x="4059172" y="1222663"/>
                  </a:lnTo>
                  <a:lnTo>
                    <a:pt x="4060824" y="1222663"/>
                  </a:lnTo>
                  <a:lnTo>
                    <a:pt x="4062475" y="1204959"/>
                  </a:lnTo>
                  <a:lnTo>
                    <a:pt x="4064127" y="1238433"/>
                  </a:lnTo>
                  <a:lnTo>
                    <a:pt x="4065778" y="1268367"/>
                  </a:lnTo>
                  <a:lnTo>
                    <a:pt x="4067429" y="1264184"/>
                  </a:lnTo>
                  <a:lnTo>
                    <a:pt x="4069081" y="1229342"/>
                  </a:lnTo>
                  <a:lnTo>
                    <a:pt x="4070732" y="1229342"/>
                  </a:lnTo>
                  <a:lnTo>
                    <a:pt x="4072384" y="1245013"/>
                  </a:lnTo>
                  <a:lnTo>
                    <a:pt x="4074035" y="1223244"/>
                  </a:lnTo>
                  <a:lnTo>
                    <a:pt x="4075686" y="1214811"/>
                  </a:lnTo>
                  <a:lnTo>
                    <a:pt x="4077338" y="1208021"/>
                  </a:lnTo>
                  <a:lnTo>
                    <a:pt x="4078989" y="1202959"/>
                  </a:lnTo>
                  <a:lnTo>
                    <a:pt x="4080641" y="1228538"/>
                  </a:lnTo>
                  <a:lnTo>
                    <a:pt x="4082292" y="1242344"/>
                  </a:lnTo>
                  <a:lnTo>
                    <a:pt x="4083943" y="1242344"/>
                  </a:lnTo>
                  <a:lnTo>
                    <a:pt x="4085595" y="1242344"/>
                  </a:lnTo>
                  <a:lnTo>
                    <a:pt x="4087246" y="1235555"/>
                  </a:lnTo>
                  <a:lnTo>
                    <a:pt x="4088898" y="1266127"/>
                  </a:lnTo>
                  <a:lnTo>
                    <a:pt x="4090549" y="1281001"/>
                  </a:lnTo>
                  <a:lnTo>
                    <a:pt x="4092201" y="1280252"/>
                  </a:lnTo>
                  <a:lnTo>
                    <a:pt x="4093852" y="1219980"/>
                  </a:lnTo>
                  <a:lnTo>
                    <a:pt x="4095503" y="1180817"/>
                  </a:lnTo>
                  <a:lnTo>
                    <a:pt x="4097155" y="1159793"/>
                  </a:lnTo>
                  <a:lnTo>
                    <a:pt x="4098806" y="1152962"/>
                  </a:lnTo>
                  <a:lnTo>
                    <a:pt x="4100458" y="1142989"/>
                  </a:lnTo>
                  <a:lnTo>
                    <a:pt x="4102109" y="1152708"/>
                  </a:lnTo>
                  <a:lnTo>
                    <a:pt x="4103760" y="1172758"/>
                  </a:lnTo>
                  <a:lnTo>
                    <a:pt x="4105412" y="1194822"/>
                  </a:lnTo>
                  <a:lnTo>
                    <a:pt x="4107063" y="1234548"/>
                  </a:lnTo>
                  <a:lnTo>
                    <a:pt x="4108715" y="1259321"/>
                  </a:lnTo>
                  <a:lnTo>
                    <a:pt x="4110366" y="1223724"/>
                  </a:lnTo>
                  <a:lnTo>
                    <a:pt x="4112018" y="1227838"/>
                  </a:lnTo>
                  <a:lnTo>
                    <a:pt x="4113669" y="1226981"/>
                  </a:lnTo>
                  <a:lnTo>
                    <a:pt x="4115320" y="1221410"/>
                  </a:lnTo>
                  <a:lnTo>
                    <a:pt x="4116972" y="1218954"/>
                  </a:lnTo>
                  <a:lnTo>
                    <a:pt x="4118623" y="1238302"/>
                  </a:lnTo>
                  <a:lnTo>
                    <a:pt x="4120275" y="1260209"/>
                  </a:lnTo>
                  <a:lnTo>
                    <a:pt x="4121926" y="1227838"/>
                  </a:lnTo>
                  <a:lnTo>
                    <a:pt x="4123577" y="1218792"/>
                  </a:lnTo>
                  <a:lnTo>
                    <a:pt x="4125229" y="1215020"/>
                  </a:lnTo>
                  <a:lnTo>
                    <a:pt x="4126880" y="1230341"/>
                  </a:lnTo>
                  <a:lnTo>
                    <a:pt x="4128532" y="1238101"/>
                  </a:lnTo>
                  <a:lnTo>
                    <a:pt x="4130183" y="1247836"/>
                  </a:lnTo>
                  <a:lnTo>
                    <a:pt x="4131834" y="1263191"/>
                  </a:lnTo>
                  <a:lnTo>
                    <a:pt x="4133486" y="1265998"/>
                  </a:lnTo>
                  <a:lnTo>
                    <a:pt x="4135137" y="1231953"/>
                  </a:lnTo>
                  <a:lnTo>
                    <a:pt x="4136789" y="1262898"/>
                  </a:lnTo>
                  <a:lnTo>
                    <a:pt x="4138440" y="1240301"/>
                  </a:lnTo>
                  <a:lnTo>
                    <a:pt x="4140092" y="1260359"/>
                  </a:lnTo>
                  <a:lnTo>
                    <a:pt x="4141743" y="1243119"/>
                  </a:lnTo>
                  <a:lnTo>
                    <a:pt x="4143394" y="1246207"/>
                  </a:lnTo>
                  <a:lnTo>
                    <a:pt x="4145046" y="1215378"/>
                  </a:lnTo>
                  <a:lnTo>
                    <a:pt x="4146697" y="1183169"/>
                  </a:lnTo>
                  <a:lnTo>
                    <a:pt x="4148349" y="1188284"/>
                  </a:lnTo>
                  <a:lnTo>
                    <a:pt x="4150000" y="1221217"/>
                  </a:lnTo>
                  <a:lnTo>
                    <a:pt x="4151651" y="1205088"/>
                  </a:lnTo>
                  <a:lnTo>
                    <a:pt x="4153303" y="1204006"/>
                  </a:lnTo>
                  <a:lnTo>
                    <a:pt x="4154954" y="1252122"/>
                  </a:lnTo>
                  <a:lnTo>
                    <a:pt x="4156606" y="1238405"/>
                  </a:lnTo>
                  <a:lnTo>
                    <a:pt x="4158257" y="1222188"/>
                  </a:lnTo>
                  <a:lnTo>
                    <a:pt x="4159908" y="1196050"/>
                  </a:lnTo>
                  <a:lnTo>
                    <a:pt x="4161560" y="1196050"/>
                  </a:lnTo>
                  <a:lnTo>
                    <a:pt x="4163211" y="1220302"/>
                  </a:lnTo>
                  <a:lnTo>
                    <a:pt x="4164863" y="1205107"/>
                  </a:lnTo>
                  <a:lnTo>
                    <a:pt x="4166514" y="1207170"/>
                  </a:lnTo>
                  <a:lnTo>
                    <a:pt x="4168166" y="1220302"/>
                  </a:lnTo>
                  <a:lnTo>
                    <a:pt x="4169817" y="1194164"/>
                  </a:lnTo>
                  <a:lnTo>
                    <a:pt x="4171468" y="1179791"/>
                  </a:lnTo>
                  <a:lnTo>
                    <a:pt x="4173120" y="1181768"/>
                  </a:lnTo>
                  <a:lnTo>
                    <a:pt x="4174771" y="1211266"/>
                  </a:lnTo>
                  <a:lnTo>
                    <a:pt x="4176423" y="1220302"/>
                  </a:lnTo>
                  <a:lnTo>
                    <a:pt x="4178074" y="1194578"/>
                  </a:lnTo>
                  <a:lnTo>
                    <a:pt x="4179725" y="1200812"/>
                  </a:lnTo>
                  <a:lnTo>
                    <a:pt x="4181377" y="1220302"/>
                  </a:lnTo>
                  <a:lnTo>
                    <a:pt x="4183028" y="1205757"/>
                  </a:lnTo>
                  <a:lnTo>
                    <a:pt x="4184680" y="1231264"/>
                  </a:lnTo>
                  <a:lnTo>
                    <a:pt x="4186331" y="1256547"/>
                  </a:lnTo>
                  <a:lnTo>
                    <a:pt x="4187982" y="1232333"/>
                  </a:lnTo>
                  <a:lnTo>
                    <a:pt x="4189634" y="1196073"/>
                  </a:lnTo>
                  <a:lnTo>
                    <a:pt x="4191285" y="1182287"/>
                  </a:lnTo>
                  <a:lnTo>
                    <a:pt x="4192937" y="1224066"/>
                  </a:lnTo>
                  <a:lnTo>
                    <a:pt x="4194588" y="1232615"/>
                  </a:lnTo>
                  <a:lnTo>
                    <a:pt x="4196240" y="1198146"/>
                  </a:lnTo>
                  <a:lnTo>
                    <a:pt x="4197891" y="1165526"/>
                  </a:lnTo>
                  <a:lnTo>
                    <a:pt x="4199542" y="1176450"/>
                  </a:lnTo>
                  <a:lnTo>
                    <a:pt x="4201194" y="1196209"/>
                  </a:lnTo>
                  <a:lnTo>
                    <a:pt x="4202845" y="1211041"/>
                  </a:lnTo>
                  <a:lnTo>
                    <a:pt x="4204497" y="1210749"/>
                  </a:lnTo>
                  <a:lnTo>
                    <a:pt x="4206148" y="1179569"/>
                  </a:lnTo>
                  <a:lnTo>
                    <a:pt x="4207799" y="1154652"/>
                  </a:lnTo>
                  <a:lnTo>
                    <a:pt x="4209451" y="1131131"/>
                  </a:lnTo>
                  <a:lnTo>
                    <a:pt x="4211102" y="1144656"/>
                  </a:lnTo>
                  <a:lnTo>
                    <a:pt x="4212754" y="1119665"/>
                  </a:lnTo>
                  <a:lnTo>
                    <a:pt x="4214405" y="1120519"/>
                  </a:lnTo>
                  <a:lnTo>
                    <a:pt x="4216057" y="1126117"/>
                  </a:lnTo>
                  <a:lnTo>
                    <a:pt x="4217708" y="1121790"/>
                  </a:lnTo>
                  <a:lnTo>
                    <a:pt x="4219359" y="1127556"/>
                  </a:lnTo>
                  <a:lnTo>
                    <a:pt x="4221011" y="1103102"/>
                  </a:lnTo>
                  <a:lnTo>
                    <a:pt x="4222662" y="1083718"/>
                  </a:lnTo>
                  <a:lnTo>
                    <a:pt x="4224314" y="1094946"/>
                  </a:lnTo>
                  <a:lnTo>
                    <a:pt x="4225965" y="1164286"/>
                  </a:lnTo>
                  <a:lnTo>
                    <a:pt x="4227616" y="1168018"/>
                  </a:lnTo>
                  <a:lnTo>
                    <a:pt x="4229268" y="1161781"/>
                  </a:lnTo>
                  <a:lnTo>
                    <a:pt x="4230919" y="1154087"/>
                  </a:lnTo>
                  <a:lnTo>
                    <a:pt x="4232571" y="1152224"/>
                  </a:lnTo>
                  <a:lnTo>
                    <a:pt x="4234222" y="1140116"/>
                  </a:lnTo>
                  <a:lnTo>
                    <a:pt x="4235873" y="1141214"/>
                  </a:lnTo>
                  <a:lnTo>
                    <a:pt x="4237525" y="1124477"/>
                  </a:lnTo>
                  <a:lnTo>
                    <a:pt x="4239176" y="1085712"/>
                  </a:lnTo>
                  <a:lnTo>
                    <a:pt x="4240828" y="1081064"/>
                  </a:lnTo>
                  <a:lnTo>
                    <a:pt x="4242479" y="1085074"/>
                  </a:lnTo>
                  <a:lnTo>
                    <a:pt x="4244131" y="1072087"/>
                  </a:lnTo>
                  <a:lnTo>
                    <a:pt x="4245782" y="1004926"/>
                  </a:lnTo>
                  <a:lnTo>
                    <a:pt x="4247433" y="981571"/>
                  </a:lnTo>
                  <a:lnTo>
                    <a:pt x="4249085" y="972059"/>
                  </a:lnTo>
                  <a:lnTo>
                    <a:pt x="4250736" y="1020893"/>
                  </a:lnTo>
                  <a:lnTo>
                    <a:pt x="4252388" y="978799"/>
                  </a:lnTo>
                  <a:lnTo>
                    <a:pt x="4254039" y="951019"/>
                  </a:lnTo>
                  <a:lnTo>
                    <a:pt x="4255690" y="871819"/>
                  </a:lnTo>
                  <a:lnTo>
                    <a:pt x="4257342" y="828034"/>
                  </a:lnTo>
                  <a:lnTo>
                    <a:pt x="4258993" y="786472"/>
                  </a:lnTo>
                  <a:lnTo>
                    <a:pt x="4260645" y="704066"/>
                  </a:lnTo>
                  <a:lnTo>
                    <a:pt x="4262296" y="712815"/>
                  </a:lnTo>
                  <a:lnTo>
                    <a:pt x="4263947" y="722333"/>
                  </a:lnTo>
                  <a:lnTo>
                    <a:pt x="4265599" y="740822"/>
                  </a:lnTo>
                  <a:lnTo>
                    <a:pt x="4267250" y="747827"/>
                  </a:lnTo>
                  <a:lnTo>
                    <a:pt x="4268902" y="765856"/>
                  </a:lnTo>
                  <a:lnTo>
                    <a:pt x="4270553" y="787205"/>
                  </a:lnTo>
                  <a:lnTo>
                    <a:pt x="4272205" y="797063"/>
                  </a:lnTo>
                  <a:lnTo>
                    <a:pt x="4273856" y="811752"/>
                  </a:lnTo>
                  <a:lnTo>
                    <a:pt x="4275507" y="909861"/>
                  </a:lnTo>
                  <a:lnTo>
                    <a:pt x="4277159" y="927890"/>
                  </a:lnTo>
                  <a:lnTo>
                    <a:pt x="4278810" y="943043"/>
                  </a:lnTo>
                  <a:lnTo>
                    <a:pt x="4280462" y="965538"/>
                  </a:lnTo>
                  <a:lnTo>
                    <a:pt x="4282113" y="1066712"/>
                  </a:lnTo>
                  <a:lnTo>
                    <a:pt x="4283764" y="1125323"/>
                  </a:lnTo>
                  <a:lnTo>
                    <a:pt x="4285416" y="1082449"/>
                  </a:lnTo>
                  <a:lnTo>
                    <a:pt x="4287067" y="1037438"/>
                  </a:lnTo>
                  <a:lnTo>
                    <a:pt x="4288719" y="1059285"/>
                  </a:lnTo>
                  <a:lnTo>
                    <a:pt x="4290370" y="1087955"/>
                  </a:lnTo>
                  <a:lnTo>
                    <a:pt x="4292022" y="1109485"/>
                  </a:lnTo>
                  <a:lnTo>
                    <a:pt x="4293673" y="1109962"/>
                  </a:lnTo>
                  <a:lnTo>
                    <a:pt x="4295324" y="1130930"/>
                  </a:lnTo>
                  <a:lnTo>
                    <a:pt x="4296976" y="1142637"/>
                  </a:lnTo>
                  <a:lnTo>
                    <a:pt x="4298627" y="1121792"/>
                  </a:lnTo>
                  <a:lnTo>
                    <a:pt x="4300279" y="1129944"/>
                  </a:lnTo>
                  <a:lnTo>
                    <a:pt x="4301930" y="1155409"/>
                  </a:lnTo>
                  <a:lnTo>
                    <a:pt x="4303581" y="1161807"/>
                  </a:lnTo>
                  <a:lnTo>
                    <a:pt x="4305233" y="1166097"/>
                  </a:lnTo>
                  <a:lnTo>
                    <a:pt x="4306884" y="1145758"/>
                  </a:lnTo>
                  <a:lnTo>
                    <a:pt x="4308536" y="1126224"/>
                  </a:lnTo>
                  <a:lnTo>
                    <a:pt x="4310187" y="1128502"/>
                  </a:lnTo>
                  <a:lnTo>
                    <a:pt x="4311838" y="1184907"/>
                  </a:lnTo>
                  <a:lnTo>
                    <a:pt x="4313490" y="1214598"/>
                  </a:lnTo>
                  <a:lnTo>
                    <a:pt x="4315141" y="1173387"/>
                  </a:lnTo>
                  <a:lnTo>
                    <a:pt x="4316793" y="1140378"/>
                  </a:lnTo>
                  <a:lnTo>
                    <a:pt x="4318444" y="1148183"/>
                  </a:lnTo>
                  <a:lnTo>
                    <a:pt x="4320096" y="1175934"/>
                  </a:lnTo>
                  <a:lnTo>
                    <a:pt x="4321747" y="1167220"/>
                  </a:lnTo>
                  <a:lnTo>
                    <a:pt x="4323398" y="1153745"/>
                  </a:lnTo>
                  <a:lnTo>
                    <a:pt x="4325050" y="1156387"/>
                  </a:lnTo>
                  <a:lnTo>
                    <a:pt x="4326701" y="1161868"/>
                  </a:lnTo>
                  <a:lnTo>
                    <a:pt x="4328353" y="1172354"/>
                  </a:lnTo>
                  <a:lnTo>
                    <a:pt x="4330004" y="1174181"/>
                  </a:lnTo>
                  <a:lnTo>
                    <a:pt x="4331655" y="1168056"/>
                  </a:lnTo>
                  <a:lnTo>
                    <a:pt x="4333307" y="1192385"/>
                  </a:lnTo>
                  <a:lnTo>
                    <a:pt x="4334958" y="1192385"/>
                  </a:lnTo>
                  <a:lnTo>
                    <a:pt x="4336610" y="1165073"/>
                  </a:lnTo>
                  <a:lnTo>
                    <a:pt x="4338261" y="1161600"/>
                  </a:lnTo>
                  <a:lnTo>
                    <a:pt x="4339912" y="1195690"/>
                  </a:lnTo>
                  <a:lnTo>
                    <a:pt x="4341564" y="1213540"/>
                  </a:lnTo>
                  <a:lnTo>
                    <a:pt x="4343215" y="1219144"/>
                  </a:lnTo>
                  <a:lnTo>
                    <a:pt x="4344867" y="1266688"/>
                  </a:lnTo>
                  <a:lnTo>
                    <a:pt x="4346518" y="1256836"/>
                  </a:lnTo>
                  <a:lnTo>
                    <a:pt x="4348170" y="1282479"/>
                  </a:lnTo>
                  <a:lnTo>
                    <a:pt x="4349821" y="1279628"/>
                  </a:lnTo>
                  <a:lnTo>
                    <a:pt x="4351472" y="1259849"/>
                  </a:lnTo>
                  <a:lnTo>
                    <a:pt x="4353124" y="1256205"/>
                  </a:lnTo>
                  <a:lnTo>
                    <a:pt x="4354775" y="1246273"/>
                  </a:lnTo>
                  <a:lnTo>
                    <a:pt x="4356427" y="1257308"/>
                  </a:lnTo>
                  <a:lnTo>
                    <a:pt x="4358078" y="1256205"/>
                  </a:lnTo>
                  <a:lnTo>
                    <a:pt x="4359729" y="1250905"/>
                  </a:lnTo>
                  <a:lnTo>
                    <a:pt x="4361381" y="1235925"/>
                  </a:lnTo>
                  <a:lnTo>
                    <a:pt x="4363032" y="1225338"/>
                  </a:lnTo>
                  <a:lnTo>
                    <a:pt x="4364684" y="1234655"/>
                  </a:lnTo>
                  <a:lnTo>
                    <a:pt x="4366335" y="1239598"/>
                  </a:lnTo>
                  <a:lnTo>
                    <a:pt x="4367986" y="1244466"/>
                  </a:lnTo>
                  <a:lnTo>
                    <a:pt x="4369638" y="1268575"/>
                  </a:lnTo>
                  <a:lnTo>
                    <a:pt x="4371289" y="1253549"/>
                  </a:lnTo>
                  <a:lnTo>
                    <a:pt x="4372941" y="1249119"/>
                  </a:lnTo>
                  <a:lnTo>
                    <a:pt x="4374592" y="1242530"/>
                  </a:lnTo>
                  <a:lnTo>
                    <a:pt x="4376244" y="1234392"/>
                  </a:lnTo>
                  <a:lnTo>
                    <a:pt x="4377895" y="1248649"/>
                  </a:lnTo>
                  <a:lnTo>
                    <a:pt x="4379546" y="1236429"/>
                  </a:lnTo>
                  <a:lnTo>
                    <a:pt x="4381198" y="1216208"/>
                  </a:lnTo>
                  <a:lnTo>
                    <a:pt x="4382849" y="1213708"/>
                  </a:lnTo>
                  <a:lnTo>
                    <a:pt x="4384501" y="1220517"/>
                  </a:lnTo>
                  <a:lnTo>
                    <a:pt x="4386152" y="1230665"/>
                  </a:lnTo>
                  <a:lnTo>
                    <a:pt x="4387803" y="1244722"/>
                  </a:lnTo>
                  <a:lnTo>
                    <a:pt x="4389455" y="1277606"/>
                  </a:lnTo>
                  <a:lnTo>
                    <a:pt x="4391106" y="1272430"/>
                  </a:lnTo>
                  <a:lnTo>
                    <a:pt x="4392758" y="1263797"/>
                  </a:lnTo>
                  <a:lnTo>
                    <a:pt x="4394409" y="1257685"/>
                  </a:lnTo>
                  <a:lnTo>
                    <a:pt x="4396061" y="1255044"/>
                  </a:lnTo>
                  <a:lnTo>
                    <a:pt x="4397712" y="1230687"/>
                  </a:lnTo>
                  <a:lnTo>
                    <a:pt x="4399363" y="1230989"/>
                  </a:lnTo>
                  <a:lnTo>
                    <a:pt x="4401015" y="1246841"/>
                  </a:lnTo>
                  <a:lnTo>
                    <a:pt x="4402666" y="1231716"/>
                  </a:lnTo>
                  <a:lnTo>
                    <a:pt x="4404318" y="1226380"/>
                  </a:lnTo>
                  <a:lnTo>
                    <a:pt x="4405969" y="1230989"/>
                  </a:lnTo>
                  <a:lnTo>
                    <a:pt x="4407620" y="1230687"/>
                  </a:lnTo>
                  <a:lnTo>
                    <a:pt x="4409272" y="1223116"/>
                  </a:lnTo>
                  <a:lnTo>
                    <a:pt x="4410923" y="1243603"/>
                  </a:lnTo>
                  <a:lnTo>
                    <a:pt x="4412575" y="1274932"/>
                  </a:lnTo>
                  <a:lnTo>
                    <a:pt x="4414226" y="1266281"/>
                  </a:lnTo>
                  <a:lnTo>
                    <a:pt x="4415877" y="1273698"/>
                  </a:lnTo>
                  <a:lnTo>
                    <a:pt x="4417529" y="1241423"/>
                  </a:lnTo>
                  <a:lnTo>
                    <a:pt x="4419180" y="1235086"/>
                  </a:lnTo>
                  <a:lnTo>
                    <a:pt x="4420832" y="1235086"/>
                  </a:lnTo>
                  <a:lnTo>
                    <a:pt x="4422483" y="1258458"/>
                  </a:lnTo>
                  <a:lnTo>
                    <a:pt x="4424135" y="1256586"/>
                  </a:lnTo>
                  <a:lnTo>
                    <a:pt x="4425786" y="1239950"/>
                  </a:lnTo>
                  <a:lnTo>
                    <a:pt x="4427437" y="1235086"/>
                  </a:lnTo>
                  <a:lnTo>
                    <a:pt x="4429089" y="1235086"/>
                  </a:lnTo>
                  <a:lnTo>
                    <a:pt x="4430740" y="1220633"/>
                  </a:lnTo>
                  <a:lnTo>
                    <a:pt x="4432392" y="1235387"/>
                  </a:lnTo>
                  <a:lnTo>
                    <a:pt x="4434043" y="1237305"/>
                  </a:lnTo>
                  <a:lnTo>
                    <a:pt x="4435694" y="1246675"/>
                  </a:lnTo>
                  <a:lnTo>
                    <a:pt x="4437346" y="1248197"/>
                  </a:lnTo>
                  <a:lnTo>
                    <a:pt x="4438997" y="1293338"/>
                  </a:lnTo>
                  <a:lnTo>
                    <a:pt x="4440649" y="1277681"/>
                  </a:lnTo>
                  <a:lnTo>
                    <a:pt x="4442300" y="1241152"/>
                  </a:lnTo>
                  <a:lnTo>
                    <a:pt x="4443951" y="1229440"/>
                  </a:lnTo>
                  <a:lnTo>
                    <a:pt x="4445603" y="1222451"/>
                  </a:lnTo>
                  <a:lnTo>
                    <a:pt x="4447254" y="1226573"/>
                  </a:lnTo>
                  <a:lnTo>
                    <a:pt x="4448906" y="1244602"/>
                  </a:lnTo>
                  <a:lnTo>
                    <a:pt x="4450557" y="1236003"/>
                  </a:lnTo>
                  <a:lnTo>
                    <a:pt x="4452209" y="1263513"/>
                  </a:lnTo>
                  <a:lnTo>
                    <a:pt x="4453860" y="1290992"/>
                  </a:lnTo>
                  <a:lnTo>
                    <a:pt x="4455511" y="1271322"/>
                  </a:lnTo>
                  <a:lnTo>
                    <a:pt x="4457163" y="1273145"/>
                  </a:lnTo>
                  <a:lnTo>
                    <a:pt x="4458814" y="1267822"/>
                  </a:lnTo>
                  <a:lnTo>
                    <a:pt x="4460466" y="1271306"/>
                  </a:lnTo>
                  <a:lnTo>
                    <a:pt x="4462117" y="1266192"/>
                  </a:lnTo>
                  <a:lnTo>
                    <a:pt x="4463768" y="1261629"/>
                  </a:lnTo>
                  <a:lnTo>
                    <a:pt x="4465420" y="1263973"/>
                  </a:lnTo>
                  <a:lnTo>
                    <a:pt x="4467071" y="1271985"/>
                  </a:lnTo>
                  <a:lnTo>
                    <a:pt x="4468723" y="1260523"/>
                  </a:lnTo>
                  <a:lnTo>
                    <a:pt x="4470374" y="1256937"/>
                  </a:lnTo>
                  <a:lnTo>
                    <a:pt x="4472026" y="1271985"/>
                  </a:lnTo>
                  <a:lnTo>
                    <a:pt x="4473677" y="1277845"/>
                  </a:lnTo>
                  <a:lnTo>
                    <a:pt x="4475328" y="1266634"/>
                  </a:lnTo>
                  <a:lnTo>
                    <a:pt x="4476980" y="1263851"/>
                  </a:lnTo>
                  <a:lnTo>
                    <a:pt x="4478631" y="1288209"/>
                  </a:lnTo>
                  <a:lnTo>
                    <a:pt x="4480283" y="1283828"/>
                  </a:lnTo>
                  <a:lnTo>
                    <a:pt x="4481934" y="1274944"/>
                  </a:lnTo>
                  <a:lnTo>
                    <a:pt x="4483585" y="1285373"/>
                  </a:lnTo>
                  <a:lnTo>
                    <a:pt x="4485237" y="1299788"/>
                  </a:lnTo>
                  <a:lnTo>
                    <a:pt x="4486888" y="1303322"/>
                  </a:lnTo>
                  <a:lnTo>
                    <a:pt x="4488540" y="1305837"/>
                  </a:lnTo>
                  <a:lnTo>
                    <a:pt x="4490191" y="1307893"/>
                  </a:lnTo>
                  <a:lnTo>
                    <a:pt x="4491842" y="1268399"/>
                  </a:lnTo>
                  <a:lnTo>
                    <a:pt x="4493494" y="1277469"/>
                  </a:lnTo>
                  <a:lnTo>
                    <a:pt x="4495145" y="1300663"/>
                  </a:lnTo>
                  <a:lnTo>
                    <a:pt x="4496797" y="1293156"/>
                  </a:lnTo>
                  <a:lnTo>
                    <a:pt x="4498448" y="1284974"/>
                  </a:lnTo>
                  <a:lnTo>
                    <a:pt x="4500100" y="1274822"/>
                  </a:lnTo>
                  <a:lnTo>
                    <a:pt x="4501751" y="1269040"/>
                  </a:lnTo>
                  <a:lnTo>
                    <a:pt x="4503402" y="1271211"/>
                  </a:lnTo>
                  <a:lnTo>
                    <a:pt x="4505054" y="1274822"/>
                  </a:lnTo>
                  <a:lnTo>
                    <a:pt x="4506705" y="1298563"/>
                  </a:lnTo>
                  <a:lnTo>
                    <a:pt x="4508357" y="1298563"/>
                  </a:lnTo>
                  <a:lnTo>
                    <a:pt x="4510008" y="1294479"/>
                  </a:lnTo>
                  <a:lnTo>
                    <a:pt x="4511659" y="1283256"/>
                  </a:lnTo>
                  <a:lnTo>
                    <a:pt x="4513311" y="1283256"/>
                  </a:lnTo>
                  <a:lnTo>
                    <a:pt x="4514962" y="1291421"/>
                  </a:lnTo>
                  <a:lnTo>
                    <a:pt x="4516614" y="1281397"/>
                  </a:lnTo>
                  <a:lnTo>
                    <a:pt x="4518265" y="1274754"/>
                  </a:lnTo>
                  <a:lnTo>
                    <a:pt x="4519916" y="1290006"/>
                  </a:lnTo>
                  <a:lnTo>
                    <a:pt x="4521568" y="1293395"/>
                  </a:lnTo>
                  <a:lnTo>
                    <a:pt x="4523219" y="1286297"/>
                  </a:lnTo>
                  <a:lnTo>
                    <a:pt x="4524871" y="1292157"/>
                  </a:lnTo>
                  <a:lnTo>
                    <a:pt x="4526522" y="1275105"/>
                  </a:lnTo>
                  <a:lnTo>
                    <a:pt x="4528174" y="1279997"/>
                  </a:lnTo>
                  <a:lnTo>
                    <a:pt x="4529825" y="1294132"/>
                  </a:lnTo>
                  <a:lnTo>
                    <a:pt x="4531476" y="1255195"/>
                  </a:lnTo>
                  <a:lnTo>
                    <a:pt x="4533128" y="1240457"/>
                  </a:lnTo>
                  <a:lnTo>
                    <a:pt x="4534779" y="1272885"/>
                  </a:lnTo>
                  <a:lnTo>
                    <a:pt x="4536431" y="1282934"/>
                  </a:lnTo>
                  <a:lnTo>
                    <a:pt x="4538082" y="1269436"/>
                  </a:lnTo>
                  <a:lnTo>
                    <a:pt x="4539733" y="1269436"/>
                  </a:lnTo>
                  <a:lnTo>
                    <a:pt x="4541385" y="1255195"/>
                  </a:lnTo>
                  <a:lnTo>
                    <a:pt x="4543036" y="1237795"/>
                  </a:lnTo>
                  <a:lnTo>
                    <a:pt x="4544688" y="1265661"/>
                  </a:lnTo>
                  <a:lnTo>
                    <a:pt x="4546339" y="1270042"/>
                  </a:lnTo>
                  <a:lnTo>
                    <a:pt x="4547990" y="1267430"/>
                  </a:lnTo>
                  <a:lnTo>
                    <a:pt x="4549642" y="1257026"/>
                  </a:lnTo>
                  <a:lnTo>
                    <a:pt x="4551293" y="1262867"/>
                  </a:lnTo>
                  <a:lnTo>
                    <a:pt x="4552945" y="1270042"/>
                  </a:lnTo>
                  <a:lnTo>
                    <a:pt x="4554596" y="1257026"/>
                  </a:lnTo>
                  <a:lnTo>
                    <a:pt x="4556248" y="1262867"/>
                  </a:lnTo>
                  <a:lnTo>
                    <a:pt x="4557899" y="1280448"/>
                  </a:lnTo>
                  <a:lnTo>
                    <a:pt x="4559550" y="1291338"/>
                  </a:lnTo>
                  <a:lnTo>
                    <a:pt x="4561202" y="1269650"/>
                  </a:lnTo>
                  <a:lnTo>
                    <a:pt x="4562853" y="1255892"/>
                  </a:lnTo>
                  <a:lnTo>
                    <a:pt x="4564505" y="1266200"/>
                  </a:lnTo>
                  <a:lnTo>
                    <a:pt x="4566156" y="1308212"/>
                  </a:lnTo>
                  <a:lnTo>
                    <a:pt x="4567807" y="1315173"/>
                  </a:lnTo>
                  <a:lnTo>
                    <a:pt x="4569459" y="1316760"/>
                  </a:lnTo>
                  <a:lnTo>
                    <a:pt x="4571110" y="1313241"/>
                  </a:lnTo>
                  <a:lnTo>
                    <a:pt x="4572762" y="1276123"/>
                  </a:lnTo>
                  <a:lnTo>
                    <a:pt x="4574413" y="1269111"/>
                  </a:lnTo>
                  <a:lnTo>
                    <a:pt x="4576065" y="1256967"/>
                  </a:lnTo>
                  <a:lnTo>
                    <a:pt x="4577716" y="1270502"/>
                  </a:lnTo>
                  <a:lnTo>
                    <a:pt x="4579367" y="1307555"/>
                  </a:lnTo>
                  <a:lnTo>
                    <a:pt x="4581019" y="1301259"/>
                  </a:lnTo>
                  <a:lnTo>
                    <a:pt x="4582670" y="1300289"/>
                  </a:lnTo>
                  <a:lnTo>
                    <a:pt x="4584322" y="1313179"/>
                  </a:lnTo>
                  <a:lnTo>
                    <a:pt x="4585973" y="1328234"/>
                  </a:lnTo>
                  <a:lnTo>
                    <a:pt x="4587624" y="1317178"/>
                  </a:lnTo>
                  <a:lnTo>
                    <a:pt x="4589276" y="1293481"/>
                  </a:lnTo>
                  <a:lnTo>
                    <a:pt x="4590927" y="1290106"/>
                  </a:lnTo>
                  <a:lnTo>
                    <a:pt x="4592579" y="1280965"/>
                  </a:lnTo>
                  <a:lnTo>
                    <a:pt x="4594230" y="1285502"/>
                  </a:lnTo>
                  <a:lnTo>
                    <a:pt x="4595881" y="1276447"/>
                  </a:lnTo>
                  <a:lnTo>
                    <a:pt x="4597533" y="1268012"/>
                  </a:lnTo>
                  <a:lnTo>
                    <a:pt x="4599184" y="1290498"/>
                  </a:lnTo>
                  <a:lnTo>
                    <a:pt x="4600836" y="1278447"/>
                  </a:lnTo>
                  <a:lnTo>
                    <a:pt x="4602487" y="1281981"/>
                  </a:lnTo>
                  <a:lnTo>
                    <a:pt x="4604139" y="1281981"/>
                  </a:lnTo>
                  <a:lnTo>
                    <a:pt x="4605790" y="1269455"/>
                  </a:lnTo>
                  <a:lnTo>
                    <a:pt x="4607441" y="1284572"/>
                  </a:lnTo>
                  <a:lnTo>
                    <a:pt x="4609093" y="1302186"/>
                  </a:lnTo>
                  <a:lnTo>
                    <a:pt x="4610744" y="1278447"/>
                  </a:lnTo>
                  <a:lnTo>
                    <a:pt x="4612396" y="1268012"/>
                  </a:lnTo>
                  <a:lnTo>
                    <a:pt x="4614047" y="1255273"/>
                  </a:lnTo>
                  <a:lnTo>
                    <a:pt x="4615698" y="1272882"/>
                  </a:lnTo>
                  <a:lnTo>
                    <a:pt x="4617350" y="1295272"/>
                  </a:lnTo>
                  <a:lnTo>
                    <a:pt x="4619001" y="1291494"/>
                  </a:lnTo>
                  <a:lnTo>
                    <a:pt x="4620653" y="1264033"/>
                  </a:lnTo>
                  <a:lnTo>
                    <a:pt x="4622304" y="1255954"/>
                  </a:lnTo>
                  <a:lnTo>
                    <a:pt x="4623955" y="1246320"/>
                  </a:lnTo>
                  <a:lnTo>
                    <a:pt x="4625607" y="1239972"/>
                  </a:lnTo>
                  <a:lnTo>
                    <a:pt x="4627258" y="1254077"/>
                  </a:lnTo>
                  <a:lnTo>
                    <a:pt x="4628910" y="1253629"/>
                  </a:lnTo>
                  <a:lnTo>
                    <a:pt x="4630561" y="1224138"/>
                  </a:lnTo>
                  <a:lnTo>
                    <a:pt x="4632213" y="1216783"/>
                  </a:lnTo>
                  <a:lnTo>
                    <a:pt x="4633864" y="1225834"/>
                  </a:lnTo>
                  <a:lnTo>
                    <a:pt x="4635515" y="1218355"/>
                  </a:lnTo>
                  <a:lnTo>
                    <a:pt x="4637167" y="1199696"/>
                  </a:lnTo>
                  <a:lnTo>
                    <a:pt x="4638818" y="1187201"/>
                  </a:lnTo>
                  <a:lnTo>
                    <a:pt x="4640470" y="1163224"/>
                  </a:lnTo>
                  <a:lnTo>
                    <a:pt x="4642121" y="1102717"/>
                  </a:lnTo>
                  <a:lnTo>
                    <a:pt x="4643772" y="1073208"/>
                  </a:lnTo>
                  <a:lnTo>
                    <a:pt x="4645424" y="1043131"/>
                  </a:lnTo>
                  <a:lnTo>
                    <a:pt x="4647075" y="1043131"/>
                  </a:lnTo>
                  <a:lnTo>
                    <a:pt x="4648727" y="1007496"/>
                  </a:lnTo>
                  <a:lnTo>
                    <a:pt x="4650378" y="1001322"/>
                  </a:lnTo>
                  <a:lnTo>
                    <a:pt x="4652030" y="1010469"/>
                  </a:lnTo>
                  <a:lnTo>
                    <a:pt x="4653681" y="1041184"/>
                  </a:lnTo>
                  <a:lnTo>
                    <a:pt x="4655332" y="1064395"/>
                  </a:lnTo>
                  <a:lnTo>
                    <a:pt x="4656984" y="1102507"/>
                  </a:lnTo>
                  <a:lnTo>
                    <a:pt x="4658635" y="1123167"/>
                  </a:lnTo>
                  <a:lnTo>
                    <a:pt x="4660287" y="1155887"/>
                  </a:lnTo>
                  <a:lnTo>
                    <a:pt x="4661938" y="1197098"/>
                  </a:lnTo>
                  <a:lnTo>
                    <a:pt x="4663589" y="1199659"/>
                  </a:lnTo>
                  <a:lnTo>
                    <a:pt x="4665241" y="1180082"/>
                  </a:lnTo>
                  <a:lnTo>
                    <a:pt x="4666892" y="1207051"/>
                  </a:lnTo>
                  <a:lnTo>
                    <a:pt x="4668544" y="1258059"/>
                  </a:lnTo>
                  <a:lnTo>
                    <a:pt x="4670195" y="1225749"/>
                  </a:lnTo>
                  <a:lnTo>
                    <a:pt x="4671846" y="1208934"/>
                  </a:lnTo>
                  <a:lnTo>
                    <a:pt x="4673498" y="1207556"/>
                  </a:lnTo>
                  <a:lnTo>
                    <a:pt x="4675149" y="1206682"/>
                  </a:lnTo>
                  <a:lnTo>
                    <a:pt x="4676801" y="1230748"/>
                  </a:lnTo>
                  <a:lnTo>
                    <a:pt x="4678452" y="1275849"/>
                  </a:lnTo>
                  <a:lnTo>
                    <a:pt x="4680104" y="1275080"/>
                  </a:lnTo>
                  <a:lnTo>
                    <a:pt x="4681755" y="1290657"/>
                  </a:lnTo>
                  <a:lnTo>
                    <a:pt x="4683406" y="1315651"/>
                  </a:lnTo>
                  <a:lnTo>
                    <a:pt x="4685058" y="1300874"/>
                  </a:lnTo>
                  <a:lnTo>
                    <a:pt x="4686709" y="1287189"/>
                  </a:lnTo>
                  <a:lnTo>
                    <a:pt x="4688361" y="1275165"/>
                  </a:lnTo>
                  <a:lnTo>
                    <a:pt x="4690012" y="1242785"/>
                  </a:lnTo>
                  <a:lnTo>
                    <a:pt x="4691663" y="1248192"/>
                  </a:lnTo>
                  <a:lnTo>
                    <a:pt x="4693315" y="1284711"/>
                  </a:lnTo>
                  <a:lnTo>
                    <a:pt x="4694966" y="1271200"/>
                  </a:lnTo>
                  <a:lnTo>
                    <a:pt x="4696618" y="1254163"/>
                  </a:lnTo>
                  <a:lnTo>
                    <a:pt x="4698269" y="1284951"/>
                  </a:lnTo>
                  <a:lnTo>
                    <a:pt x="4699920" y="1280077"/>
                  </a:lnTo>
                  <a:lnTo>
                    <a:pt x="4701572" y="1272411"/>
                  </a:lnTo>
                  <a:lnTo>
                    <a:pt x="4703223" y="1279875"/>
                  </a:lnTo>
                  <a:lnTo>
                    <a:pt x="4704875" y="1286620"/>
                  </a:lnTo>
                  <a:lnTo>
                    <a:pt x="4706526" y="1305157"/>
                  </a:lnTo>
                  <a:lnTo>
                    <a:pt x="4708178" y="1285142"/>
                  </a:lnTo>
                  <a:lnTo>
                    <a:pt x="4709829" y="1283315"/>
                  </a:lnTo>
                  <a:lnTo>
                    <a:pt x="4711480" y="1283315"/>
                  </a:lnTo>
                  <a:lnTo>
                    <a:pt x="4713132" y="1284855"/>
                  </a:lnTo>
                  <a:lnTo>
                    <a:pt x="4714783" y="1281612"/>
                  </a:lnTo>
                  <a:lnTo>
                    <a:pt x="4716435" y="1288323"/>
                  </a:lnTo>
                  <a:lnTo>
                    <a:pt x="4718086" y="1286815"/>
                  </a:lnTo>
                  <a:lnTo>
                    <a:pt x="4719737" y="1276308"/>
                  </a:lnTo>
                  <a:lnTo>
                    <a:pt x="4721389" y="1234554"/>
                  </a:lnTo>
                  <a:lnTo>
                    <a:pt x="4723040" y="1209133"/>
                  </a:lnTo>
                  <a:lnTo>
                    <a:pt x="4724692" y="1219056"/>
                  </a:lnTo>
                  <a:lnTo>
                    <a:pt x="4726343" y="1230478"/>
                  </a:lnTo>
                  <a:lnTo>
                    <a:pt x="4727994" y="1240084"/>
                  </a:lnTo>
                  <a:lnTo>
                    <a:pt x="4729646" y="1220662"/>
                  </a:lnTo>
                  <a:lnTo>
                    <a:pt x="4731297" y="1220662"/>
                  </a:lnTo>
                  <a:lnTo>
                    <a:pt x="4732949" y="1223574"/>
                  </a:lnTo>
                  <a:lnTo>
                    <a:pt x="4734600" y="1217178"/>
                  </a:lnTo>
                  <a:lnTo>
                    <a:pt x="4736252" y="1221377"/>
                  </a:lnTo>
                  <a:lnTo>
                    <a:pt x="4737903" y="1242838"/>
                  </a:lnTo>
                  <a:lnTo>
                    <a:pt x="4739554" y="1264196"/>
                  </a:lnTo>
                  <a:lnTo>
                    <a:pt x="4741206" y="1264871"/>
                  </a:lnTo>
                  <a:lnTo>
                    <a:pt x="4742857" y="1270810"/>
                  </a:lnTo>
                  <a:lnTo>
                    <a:pt x="4744509" y="1261935"/>
                  </a:lnTo>
                  <a:lnTo>
                    <a:pt x="4746160" y="1238320"/>
                  </a:lnTo>
                  <a:lnTo>
                    <a:pt x="4747811" y="1242307"/>
                  </a:lnTo>
                  <a:lnTo>
                    <a:pt x="4749463" y="1252470"/>
                  </a:lnTo>
                  <a:lnTo>
                    <a:pt x="4751114" y="1220110"/>
                  </a:lnTo>
                  <a:lnTo>
                    <a:pt x="4752766" y="1204338"/>
                  </a:lnTo>
                  <a:lnTo>
                    <a:pt x="4754417" y="1219871"/>
                  </a:lnTo>
                  <a:lnTo>
                    <a:pt x="4756069" y="1196047"/>
                  </a:lnTo>
                  <a:lnTo>
                    <a:pt x="4757720" y="1184340"/>
                  </a:lnTo>
                  <a:lnTo>
                    <a:pt x="4759371" y="1163508"/>
                  </a:lnTo>
                  <a:lnTo>
                    <a:pt x="4761023" y="1187004"/>
                  </a:lnTo>
                  <a:lnTo>
                    <a:pt x="4762674" y="1144197"/>
                  </a:lnTo>
                  <a:lnTo>
                    <a:pt x="4764326" y="1101634"/>
                  </a:lnTo>
                  <a:lnTo>
                    <a:pt x="4765977" y="1105484"/>
                  </a:lnTo>
                  <a:lnTo>
                    <a:pt x="4767628" y="1128589"/>
                  </a:lnTo>
                  <a:lnTo>
                    <a:pt x="4769280" y="1065669"/>
                  </a:lnTo>
                  <a:lnTo>
                    <a:pt x="4770931" y="1026240"/>
                  </a:lnTo>
                  <a:lnTo>
                    <a:pt x="4772583" y="1036440"/>
                  </a:lnTo>
                  <a:lnTo>
                    <a:pt x="4774234" y="1003980"/>
                  </a:lnTo>
                  <a:lnTo>
                    <a:pt x="4775885" y="992638"/>
                  </a:lnTo>
                  <a:lnTo>
                    <a:pt x="4777537" y="986381"/>
                  </a:lnTo>
                  <a:lnTo>
                    <a:pt x="4779188" y="988390"/>
                  </a:lnTo>
                  <a:lnTo>
                    <a:pt x="4780840" y="1037930"/>
                  </a:lnTo>
                  <a:lnTo>
                    <a:pt x="4782491" y="1094094"/>
                  </a:lnTo>
                  <a:lnTo>
                    <a:pt x="4784143" y="1107591"/>
                  </a:lnTo>
                  <a:lnTo>
                    <a:pt x="4785794" y="1147066"/>
                  </a:lnTo>
                  <a:lnTo>
                    <a:pt x="4787445" y="1147168"/>
                  </a:lnTo>
                  <a:lnTo>
                    <a:pt x="4789097" y="1151984"/>
                  </a:lnTo>
                  <a:lnTo>
                    <a:pt x="4790748" y="1168031"/>
                  </a:lnTo>
                  <a:lnTo>
                    <a:pt x="4792400" y="1203827"/>
                  </a:lnTo>
                  <a:lnTo>
                    <a:pt x="4794051" y="1199018"/>
                  </a:lnTo>
                  <a:lnTo>
                    <a:pt x="4795702" y="1168694"/>
                  </a:lnTo>
                  <a:lnTo>
                    <a:pt x="4797354" y="1173673"/>
                  </a:lnTo>
                  <a:lnTo>
                    <a:pt x="4799005" y="1184814"/>
                  </a:lnTo>
                  <a:lnTo>
                    <a:pt x="4800657" y="1188236"/>
                  </a:lnTo>
                  <a:lnTo>
                    <a:pt x="4802308" y="1209461"/>
                  </a:lnTo>
                  <a:lnTo>
                    <a:pt x="4803959" y="1270274"/>
                  </a:lnTo>
                  <a:lnTo>
                    <a:pt x="4805611" y="1268415"/>
                  </a:lnTo>
                  <a:lnTo>
                    <a:pt x="4807262" y="1250946"/>
                  </a:lnTo>
                  <a:lnTo>
                    <a:pt x="4808914" y="1248104"/>
                  </a:lnTo>
                  <a:lnTo>
                    <a:pt x="4810565" y="1257198"/>
                  </a:lnTo>
                  <a:lnTo>
                    <a:pt x="4812217" y="1259585"/>
                  </a:lnTo>
                  <a:lnTo>
                    <a:pt x="4813868" y="1238185"/>
                  </a:lnTo>
                  <a:lnTo>
                    <a:pt x="4815519" y="1226876"/>
                  </a:lnTo>
                  <a:lnTo>
                    <a:pt x="4817171" y="1231904"/>
                  </a:lnTo>
                  <a:lnTo>
                    <a:pt x="4818822" y="1232764"/>
                  </a:lnTo>
                  <a:lnTo>
                    <a:pt x="4820474" y="1236721"/>
                  </a:lnTo>
                  <a:lnTo>
                    <a:pt x="4822125" y="1263106"/>
                  </a:lnTo>
                  <a:lnTo>
                    <a:pt x="4823776" y="1249883"/>
                  </a:lnTo>
                  <a:lnTo>
                    <a:pt x="4825428" y="1248740"/>
                  </a:lnTo>
                  <a:lnTo>
                    <a:pt x="4827079" y="1262700"/>
                  </a:lnTo>
                  <a:lnTo>
                    <a:pt x="4828731" y="1266165"/>
                  </a:lnTo>
                  <a:lnTo>
                    <a:pt x="4830382" y="1269699"/>
                  </a:lnTo>
                  <a:lnTo>
                    <a:pt x="4832034" y="1277426"/>
                  </a:lnTo>
                  <a:lnTo>
                    <a:pt x="4833685" y="1236362"/>
                  </a:lnTo>
                  <a:lnTo>
                    <a:pt x="4835336" y="1207102"/>
                  </a:lnTo>
                  <a:lnTo>
                    <a:pt x="4836988" y="1210524"/>
                  </a:lnTo>
                  <a:lnTo>
                    <a:pt x="4838639" y="1225742"/>
                  </a:lnTo>
                  <a:lnTo>
                    <a:pt x="4840291" y="1242190"/>
                  </a:lnTo>
                  <a:lnTo>
                    <a:pt x="4841942" y="1268914"/>
                  </a:lnTo>
                  <a:lnTo>
                    <a:pt x="4843593" y="1261098"/>
                  </a:lnTo>
                  <a:lnTo>
                    <a:pt x="4845245" y="1238208"/>
                  </a:lnTo>
                  <a:lnTo>
                    <a:pt x="4846896" y="1244669"/>
                  </a:lnTo>
                  <a:lnTo>
                    <a:pt x="4848548" y="1242563"/>
                  </a:lnTo>
                  <a:lnTo>
                    <a:pt x="4850199" y="1242563"/>
                  </a:lnTo>
                  <a:lnTo>
                    <a:pt x="4851850" y="1252895"/>
                  </a:lnTo>
                  <a:lnTo>
                    <a:pt x="4853502" y="1271614"/>
                  </a:lnTo>
                  <a:lnTo>
                    <a:pt x="4855153" y="1263302"/>
                  </a:lnTo>
                  <a:lnTo>
                    <a:pt x="4856805" y="1267383"/>
                  </a:lnTo>
                  <a:lnTo>
                    <a:pt x="4858456" y="1264158"/>
                  </a:lnTo>
                  <a:lnTo>
                    <a:pt x="4860108" y="1250539"/>
                  </a:lnTo>
                  <a:lnTo>
                    <a:pt x="4861759" y="1252961"/>
                  </a:lnTo>
                  <a:lnTo>
                    <a:pt x="4863410" y="1263827"/>
                  </a:lnTo>
                  <a:lnTo>
                    <a:pt x="4865062" y="1273778"/>
                  </a:lnTo>
                  <a:lnTo>
                    <a:pt x="4866713" y="1268207"/>
                  </a:lnTo>
                  <a:lnTo>
                    <a:pt x="4868365" y="1278009"/>
                  </a:lnTo>
                  <a:lnTo>
                    <a:pt x="4870016" y="1261416"/>
                  </a:lnTo>
                  <a:lnTo>
                    <a:pt x="4871667" y="1249951"/>
                  </a:lnTo>
                  <a:lnTo>
                    <a:pt x="4873319" y="1254512"/>
                  </a:lnTo>
                  <a:lnTo>
                    <a:pt x="4874970" y="1254512"/>
                  </a:lnTo>
                  <a:lnTo>
                    <a:pt x="4876622" y="1252424"/>
                  </a:lnTo>
                  <a:lnTo>
                    <a:pt x="4878273" y="1262760"/>
                  </a:lnTo>
                  <a:lnTo>
                    <a:pt x="4879924" y="1262106"/>
                  </a:lnTo>
                  <a:lnTo>
                    <a:pt x="4881576" y="1239676"/>
                  </a:lnTo>
                  <a:lnTo>
                    <a:pt x="4883227" y="1249752"/>
                  </a:lnTo>
                  <a:lnTo>
                    <a:pt x="4884879" y="1274136"/>
                  </a:lnTo>
                  <a:lnTo>
                    <a:pt x="4886530" y="1284980"/>
                  </a:lnTo>
                  <a:lnTo>
                    <a:pt x="4888182" y="1289550"/>
                  </a:lnTo>
                  <a:lnTo>
                    <a:pt x="4889833" y="1292723"/>
                  </a:lnTo>
                  <a:lnTo>
                    <a:pt x="4891484" y="1290566"/>
                  </a:lnTo>
                  <a:lnTo>
                    <a:pt x="4893136" y="1285837"/>
                  </a:lnTo>
                  <a:lnTo>
                    <a:pt x="4894787" y="1273647"/>
                  </a:lnTo>
                  <a:lnTo>
                    <a:pt x="4896439" y="1261865"/>
                  </a:lnTo>
                  <a:lnTo>
                    <a:pt x="4898090" y="1254829"/>
                  </a:lnTo>
                  <a:lnTo>
                    <a:pt x="4899741" y="1245055"/>
                  </a:lnTo>
                  <a:lnTo>
                    <a:pt x="4901393" y="1244154"/>
                  </a:lnTo>
                  <a:lnTo>
                    <a:pt x="4903044" y="1278693"/>
                  </a:lnTo>
                  <a:lnTo>
                    <a:pt x="4904696" y="1280781"/>
                  </a:lnTo>
                  <a:lnTo>
                    <a:pt x="4906347" y="1277987"/>
                  </a:lnTo>
                  <a:lnTo>
                    <a:pt x="4907998" y="1279953"/>
                  </a:lnTo>
                  <a:lnTo>
                    <a:pt x="4909650" y="1295035"/>
                  </a:lnTo>
                  <a:lnTo>
                    <a:pt x="4911301" y="1254718"/>
                  </a:lnTo>
                  <a:lnTo>
                    <a:pt x="4912953" y="1245832"/>
                  </a:lnTo>
                  <a:lnTo>
                    <a:pt x="4914604" y="1240968"/>
                  </a:lnTo>
                  <a:lnTo>
                    <a:pt x="4916256" y="1233270"/>
                  </a:lnTo>
                  <a:lnTo>
                    <a:pt x="4917907" y="1232969"/>
                  </a:lnTo>
                  <a:lnTo>
                    <a:pt x="4919558" y="1241269"/>
                  </a:lnTo>
                  <a:lnTo>
                    <a:pt x="4921210" y="1245832"/>
                  </a:lnTo>
                  <a:lnTo>
                    <a:pt x="4922861" y="1255580"/>
                  </a:lnTo>
                  <a:lnTo>
                    <a:pt x="4924513" y="1288414"/>
                  </a:lnTo>
                  <a:lnTo>
                    <a:pt x="4926164" y="1272951"/>
                  </a:lnTo>
                  <a:lnTo>
                    <a:pt x="4927815" y="1259162"/>
                  </a:lnTo>
                  <a:lnTo>
                    <a:pt x="4929467" y="1259162"/>
                  </a:lnTo>
                  <a:lnTo>
                    <a:pt x="4931118" y="1244793"/>
                  </a:lnTo>
                  <a:lnTo>
                    <a:pt x="4932770" y="1243402"/>
                  </a:lnTo>
                  <a:lnTo>
                    <a:pt x="4934421" y="1232357"/>
                  </a:lnTo>
                  <a:lnTo>
                    <a:pt x="4936073" y="1253302"/>
                  </a:lnTo>
                  <a:lnTo>
                    <a:pt x="4937724" y="1266412"/>
                  </a:lnTo>
                  <a:lnTo>
                    <a:pt x="4939375" y="1236440"/>
                  </a:lnTo>
                  <a:lnTo>
                    <a:pt x="4941027" y="1212211"/>
                  </a:lnTo>
                  <a:lnTo>
                    <a:pt x="4942678" y="1229180"/>
                  </a:lnTo>
                  <a:lnTo>
                    <a:pt x="4944330" y="1274408"/>
                  </a:lnTo>
                  <a:lnTo>
                    <a:pt x="4945981" y="1253223"/>
                  </a:lnTo>
                  <a:lnTo>
                    <a:pt x="4947632" y="1234470"/>
                  </a:lnTo>
                  <a:lnTo>
                    <a:pt x="4949284" y="1244714"/>
                  </a:lnTo>
                  <a:lnTo>
                    <a:pt x="4950935" y="1252080"/>
                  </a:lnTo>
                  <a:lnTo>
                    <a:pt x="4952587" y="1231048"/>
                  </a:lnTo>
                  <a:lnTo>
                    <a:pt x="4954238" y="1227584"/>
                  </a:lnTo>
                  <a:lnTo>
                    <a:pt x="4955889" y="1216586"/>
                  </a:lnTo>
                  <a:lnTo>
                    <a:pt x="4957541" y="1202124"/>
                  </a:lnTo>
                  <a:lnTo>
                    <a:pt x="4959192" y="1204543"/>
                  </a:lnTo>
                  <a:lnTo>
                    <a:pt x="4960844" y="1217013"/>
                  </a:lnTo>
                  <a:lnTo>
                    <a:pt x="4962495" y="1199565"/>
                  </a:lnTo>
                  <a:lnTo>
                    <a:pt x="4964147" y="1211501"/>
                  </a:lnTo>
                  <a:lnTo>
                    <a:pt x="4965798" y="1230274"/>
                  </a:lnTo>
                  <a:lnTo>
                    <a:pt x="4967449" y="1234131"/>
                  </a:lnTo>
                  <a:lnTo>
                    <a:pt x="4969101" y="1235264"/>
                  </a:lnTo>
                  <a:lnTo>
                    <a:pt x="4970752" y="1229082"/>
                  </a:lnTo>
                  <a:lnTo>
                    <a:pt x="4972404" y="1248202"/>
                  </a:lnTo>
                  <a:lnTo>
                    <a:pt x="4974055" y="1229958"/>
                  </a:lnTo>
                  <a:lnTo>
                    <a:pt x="4975706" y="1206400"/>
                  </a:lnTo>
                  <a:lnTo>
                    <a:pt x="4977358" y="1189752"/>
                  </a:lnTo>
                  <a:lnTo>
                    <a:pt x="4979009" y="1178312"/>
                  </a:lnTo>
                  <a:lnTo>
                    <a:pt x="4980661" y="1194838"/>
                  </a:lnTo>
                  <a:lnTo>
                    <a:pt x="4982312" y="1225609"/>
                  </a:lnTo>
                  <a:lnTo>
                    <a:pt x="4983963" y="1225263"/>
                  </a:lnTo>
                  <a:lnTo>
                    <a:pt x="4985615" y="1206493"/>
                  </a:lnTo>
                  <a:lnTo>
                    <a:pt x="4987266" y="1158889"/>
                  </a:lnTo>
                  <a:lnTo>
                    <a:pt x="4988918" y="1132790"/>
                  </a:lnTo>
                  <a:lnTo>
                    <a:pt x="4990569" y="1107209"/>
                  </a:lnTo>
                  <a:lnTo>
                    <a:pt x="4992221" y="1043697"/>
                  </a:lnTo>
                  <a:lnTo>
                    <a:pt x="4993872" y="1056978"/>
                  </a:lnTo>
                  <a:lnTo>
                    <a:pt x="4995523" y="1074578"/>
                  </a:lnTo>
                  <a:lnTo>
                    <a:pt x="4997175" y="1081152"/>
                  </a:lnTo>
                  <a:lnTo>
                    <a:pt x="4998826" y="1075392"/>
                  </a:lnTo>
                  <a:lnTo>
                    <a:pt x="5000478" y="1050702"/>
                  </a:lnTo>
                  <a:lnTo>
                    <a:pt x="5002129" y="992029"/>
                  </a:lnTo>
                  <a:lnTo>
                    <a:pt x="5003780" y="971555"/>
                  </a:lnTo>
                  <a:lnTo>
                    <a:pt x="5005432" y="934567"/>
                  </a:lnTo>
                  <a:lnTo>
                    <a:pt x="5007083" y="910564"/>
                  </a:lnTo>
                  <a:lnTo>
                    <a:pt x="5008735" y="897980"/>
                  </a:lnTo>
                  <a:lnTo>
                    <a:pt x="5010386" y="899880"/>
                  </a:lnTo>
                  <a:lnTo>
                    <a:pt x="5012038" y="854687"/>
                  </a:lnTo>
                  <a:lnTo>
                    <a:pt x="5013689" y="851779"/>
                  </a:lnTo>
                  <a:lnTo>
                    <a:pt x="5015340" y="855681"/>
                  </a:lnTo>
                  <a:lnTo>
                    <a:pt x="5016992" y="845040"/>
                  </a:lnTo>
                  <a:lnTo>
                    <a:pt x="5018643" y="853181"/>
                  </a:lnTo>
                  <a:lnTo>
                    <a:pt x="5020295" y="873645"/>
                  </a:lnTo>
                  <a:lnTo>
                    <a:pt x="5021946" y="884632"/>
                  </a:lnTo>
                  <a:lnTo>
                    <a:pt x="5023597" y="928358"/>
                  </a:lnTo>
                  <a:lnTo>
                    <a:pt x="5025249" y="1001050"/>
                  </a:lnTo>
                  <a:lnTo>
                    <a:pt x="5026900" y="976778"/>
                  </a:lnTo>
                  <a:lnTo>
                    <a:pt x="5028552" y="992280"/>
                  </a:lnTo>
                  <a:lnTo>
                    <a:pt x="5030203" y="997984"/>
                  </a:lnTo>
                  <a:lnTo>
                    <a:pt x="5031854" y="1009986"/>
                  </a:lnTo>
                  <a:lnTo>
                    <a:pt x="5033506" y="1036126"/>
                  </a:lnTo>
                  <a:lnTo>
                    <a:pt x="5035157" y="1103491"/>
                  </a:lnTo>
                  <a:lnTo>
                    <a:pt x="5036809" y="1077490"/>
                  </a:lnTo>
                  <a:lnTo>
                    <a:pt x="5038460" y="1107535"/>
                  </a:lnTo>
                  <a:lnTo>
                    <a:pt x="5040112" y="1145906"/>
                  </a:lnTo>
                  <a:lnTo>
                    <a:pt x="5041763" y="1141241"/>
                  </a:lnTo>
                  <a:lnTo>
                    <a:pt x="5043414" y="1145704"/>
                  </a:lnTo>
                  <a:lnTo>
                    <a:pt x="5045066" y="1167335"/>
                  </a:lnTo>
                  <a:lnTo>
                    <a:pt x="5046717" y="1194712"/>
                  </a:lnTo>
                  <a:lnTo>
                    <a:pt x="5048369" y="1234645"/>
                  </a:lnTo>
                  <a:lnTo>
                    <a:pt x="5050020" y="1234645"/>
                  </a:lnTo>
                  <a:lnTo>
                    <a:pt x="5051671" y="1215881"/>
                  </a:lnTo>
                  <a:lnTo>
                    <a:pt x="5053323" y="1266128"/>
                  </a:lnTo>
                  <a:lnTo>
                    <a:pt x="5054974" y="1273069"/>
                  </a:lnTo>
                  <a:lnTo>
                    <a:pt x="5056626" y="1272557"/>
                  </a:lnTo>
                  <a:lnTo>
                    <a:pt x="5058277" y="1257485"/>
                  </a:lnTo>
                  <a:lnTo>
                    <a:pt x="5059928" y="1249542"/>
                  </a:lnTo>
                  <a:lnTo>
                    <a:pt x="5061580" y="1222203"/>
                  </a:lnTo>
                  <a:lnTo>
                    <a:pt x="5063231" y="1218514"/>
                  </a:lnTo>
                  <a:lnTo>
                    <a:pt x="5064883" y="1261633"/>
                  </a:lnTo>
                  <a:lnTo>
                    <a:pt x="5066534" y="1238332"/>
                  </a:lnTo>
                  <a:lnTo>
                    <a:pt x="5068186" y="1218823"/>
                  </a:lnTo>
                  <a:lnTo>
                    <a:pt x="5069837" y="1223057"/>
                  </a:lnTo>
                  <a:lnTo>
                    <a:pt x="5071488" y="1233117"/>
                  </a:lnTo>
                  <a:lnTo>
                    <a:pt x="5073140" y="1285464"/>
                  </a:lnTo>
                  <a:lnTo>
                    <a:pt x="5074791" y="1299115"/>
                  </a:lnTo>
                  <a:lnTo>
                    <a:pt x="5076443" y="1282818"/>
                  </a:lnTo>
                  <a:lnTo>
                    <a:pt x="5078094" y="1292470"/>
                  </a:lnTo>
                  <a:lnTo>
                    <a:pt x="5079745" y="1290714"/>
                  </a:lnTo>
                  <a:lnTo>
                    <a:pt x="5081397" y="1281650"/>
                  </a:lnTo>
                  <a:lnTo>
                    <a:pt x="5083048" y="1281650"/>
                  </a:lnTo>
                  <a:lnTo>
                    <a:pt x="5084700" y="1282437"/>
                  </a:lnTo>
                  <a:lnTo>
                    <a:pt x="5086351" y="1247825"/>
                  </a:lnTo>
                  <a:lnTo>
                    <a:pt x="5088003" y="1263965"/>
                  </a:lnTo>
                  <a:lnTo>
                    <a:pt x="5089654" y="1303128"/>
                  </a:lnTo>
                  <a:lnTo>
                    <a:pt x="5091305" y="1287024"/>
                  </a:lnTo>
                  <a:lnTo>
                    <a:pt x="5092957" y="1264342"/>
                  </a:lnTo>
                  <a:lnTo>
                    <a:pt x="5094608" y="1280759"/>
                  </a:lnTo>
                  <a:lnTo>
                    <a:pt x="5096260" y="1249658"/>
                  </a:lnTo>
                  <a:lnTo>
                    <a:pt x="5097911" y="1242661"/>
                  </a:lnTo>
                  <a:lnTo>
                    <a:pt x="5099562" y="1264614"/>
                  </a:lnTo>
                  <a:lnTo>
                    <a:pt x="5101214" y="1284770"/>
                  </a:lnTo>
                  <a:lnTo>
                    <a:pt x="5102865" y="1287028"/>
                  </a:lnTo>
                  <a:lnTo>
                    <a:pt x="5104517" y="1303179"/>
                  </a:lnTo>
                  <a:lnTo>
                    <a:pt x="5106168" y="1276735"/>
                  </a:lnTo>
                  <a:lnTo>
                    <a:pt x="5107819" y="1245127"/>
                  </a:lnTo>
                  <a:lnTo>
                    <a:pt x="5109471" y="1256026"/>
                  </a:lnTo>
                  <a:lnTo>
                    <a:pt x="5111122" y="1268274"/>
                  </a:lnTo>
                  <a:lnTo>
                    <a:pt x="5112774" y="1269131"/>
                  </a:lnTo>
                  <a:lnTo>
                    <a:pt x="5114425" y="1273239"/>
                  </a:lnTo>
                  <a:lnTo>
                    <a:pt x="5116077" y="1270748"/>
                  </a:lnTo>
                  <a:lnTo>
                    <a:pt x="5117728" y="1279606"/>
                  </a:lnTo>
                  <a:lnTo>
                    <a:pt x="5119379" y="1285877"/>
                  </a:lnTo>
                  <a:lnTo>
                    <a:pt x="5121031" y="1308309"/>
                  </a:lnTo>
                  <a:lnTo>
                    <a:pt x="5122682" y="1302520"/>
                  </a:lnTo>
                  <a:lnTo>
                    <a:pt x="5124334" y="1315200"/>
                  </a:lnTo>
                  <a:lnTo>
                    <a:pt x="5125985" y="1321141"/>
                  </a:lnTo>
                  <a:lnTo>
                    <a:pt x="5127636" y="1287230"/>
                  </a:lnTo>
                  <a:lnTo>
                    <a:pt x="5129288" y="1271189"/>
                  </a:lnTo>
                  <a:lnTo>
                    <a:pt x="5130939" y="1295038"/>
                  </a:lnTo>
                  <a:lnTo>
                    <a:pt x="5132591" y="1299339"/>
                  </a:lnTo>
                  <a:lnTo>
                    <a:pt x="5134242" y="1298278"/>
                  </a:lnTo>
                  <a:lnTo>
                    <a:pt x="5135893" y="1299731"/>
                  </a:lnTo>
                  <a:lnTo>
                    <a:pt x="5137545" y="1306624"/>
                  </a:lnTo>
                  <a:lnTo>
                    <a:pt x="5139196" y="1323551"/>
                  </a:lnTo>
                  <a:lnTo>
                    <a:pt x="5140848" y="1320081"/>
                  </a:lnTo>
                  <a:lnTo>
                    <a:pt x="5142499" y="1306849"/>
                  </a:lnTo>
                  <a:lnTo>
                    <a:pt x="5144151" y="1314463"/>
                  </a:lnTo>
                  <a:lnTo>
                    <a:pt x="5145802" y="1300891"/>
                  </a:lnTo>
                  <a:lnTo>
                    <a:pt x="5147453" y="1291999"/>
                  </a:lnTo>
                  <a:lnTo>
                    <a:pt x="5149105" y="1276610"/>
                  </a:lnTo>
                  <a:lnTo>
                    <a:pt x="5150756" y="1298729"/>
                  </a:lnTo>
                  <a:lnTo>
                    <a:pt x="5152408" y="1320943"/>
                  </a:lnTo>
                  <a:lnTo>
                    <a:pt x="5154059" y="1320943"/>
                  </a:lnTo>
                  <a:lnTo>
                    <a:pt x="5155710" y="1320943"/>
                  </a:lnTo>
                  <a:lnTo>
                    <a:pt x="5157362" y="1324440"/>
                  </a:lnTo>
                  <a:lnTo>
                    <a:pt x="5159013" y="1321816"/>
                  </a:lnTo>
                  <a:lnTo>
                    <a:pt x="5160665" y="1296958"/>
                  </a:lnTo>
                  <a:lnTo>
                    <a:pt x="5162316" y="1276610"/>
                  </a:lnTo>
                  <a:lnTo>
                    <a:pt x="5163967" y="1308001"/>
                  </a:lnTo>
                  <a:lnTo>
                    <a:pt x="5165619" y="1319148"/>
                  </a:lnTo>
                  <a:lnTo>
                    <a:pt x="5167270" y="1319148"/>
                  </a:lnTo>
                  <a:lnTo>
                    <a:pt x="5168922" y="1323545"/>
                  </a:lnTo>
                  <a:lnTo>
                    <a:pt x="5170573" y="1318111"/>
                  </a:lnTo>
                  <a:lnTo>
                    <a:pt x="5172225" y="1314042"/>
                  </a:lnTo>
                  <a:lnTo>
                    <a:pt x="5173876" y="1307361"/>
                  </a:lnTo>
                  <a:lnTo>
                    <a:pt x="5175527" y="1313337"/>
                  </a:lnTo>
                  <a:lnTo>
                    <a:pt x="5177179" y="1324209"/>
                  </a:lnTo>
                  <a:lnTo>
                    <a:pt x="5178830" y="1322533"/>
                  </a:lnTo>
                  <a:lnTo>
                    <a:pt x="5180482" y="1312533"/>
                  </a:lnTo>
                  <a:lnTo>
                    <a:pt x="5182133" y="1306710"/>
                  </a:lnTo>
                  <a:lnTo>
                    <a:pt x="5183784" y="1301146"/>
                  </a:lnTo>
                  <a:lnTo>
                    <a:pt x="5185436" y="1319624"/>
                  </a:lnTo>
                  <a:lnTo>
                    <a:pt x="5187087" y="1326914"/>
                  </a:lnTo>
                  <a:lnTo>
                    <a:pt x="5188739" y="1319624"/>
                  </a:lnTo>
                  <a:lnTo>
                    <a:pt x="5190390" y="1318458"/>
                  </a:lnTo>
                  <a:lnTo>
                    <a:pt x="5192042" y="1314730"/>
                  </a:lnTo>
                  <a:lnTo>
                    <a:pt x="5193693" y="1316340"/>
                  </a:lnTo>
                  <a:lnTo>
                    <a:pt x="5195344" y="1314730"/>
                  </a:lnTo>
                  <a:lnTo>
                    <a:pt x="5196996" y="1320550"/>
                  </a:lnTo>
                  <a:lnTo>
                    <a:pt x="5198647" y="1319624"/>
                  </a:lnTo>
                  <a:lnTo>
                    <a:pt x="5200299" y="1319624"/>
                  </a:lnTo>
                  <a:lnTo>
                    <a:pt x="5201950" y="1316776"/>
                  </a:lnTo>
                  <a:lnTo>
                    <a:pt x="5203601" y="1317560"/>
                  </a:lnTo>
                  <a:lnTo>
                    <a:pt x="5205253" y="1304759"/>
                  </a:lnTo>
                  <a:lnTo>
                    <a:pt x="5206904" y="1317937"/>
                  </a:lnTo>
                  <a:lnTo>
                    <a:pt x="5208556" y="1314106"/>
                  </a:lnTo>
                  <a:lnTo>
                    <a:pt x="5210207" y="1305342"/>
                  </a:lnTo>
                  <a:lnTo>
                    <a:pt x="5211858" y="1317121"/>
                  </a:lnTo>
                  <a:lnTo>
                    <a:pt x="5213510" y="1315189"/>
                  </a:lnTo>
                  <a:lnTo>
                    <a:pt x="5215161" y="1323926"/>
                  </a:lnTo>
                  <a:lnTo>
                    <a:pt x="5216813" y="1325290"/>
                  </a:lnTo>
                  <a:lnTo>
                    <a:pt x="5218464" y="1289136"/>
                  </a:lnTo>
                  <a:lnTo>
                    <a:pt x="5220116" y="1296292"/>
                  </a:lnTo>
                  <a:lnTo>
                    <a:pt x="5221767" y="1319624"/>
                  </a:lnTo>
                  <a:lnTo>
                    <a:pt x="5223418" y="1307463"/>
                  </a:lnTo>
                  <a:lnTo>
                    <a:pt x="5225070" y="1312854"/>
                  </a:lnTo>
                  <a:lnTo>
                    <a:pt x="5226721" y="1312246"/>
                  </a:lnTo>
                  <a:lnTo>
                    <a:pt x="5228373" y="1295276"/>
                  </a:lnTo>
                  <a:lnTo>
                    <a:pt x="5230024" y="1299886"/>
                  </a:lnTo>
                  <a:lnTo>
                    <a:pt x="5231675" y="1314440"/>
                  </a:lnTo>
                  <a:lnTo>
                    <a:pt x="5233327" y="1304759"/>
                  </a:lnTo>
                  <a:lnTo>
                    <a:pt x="5234978" y="1308954"/>
                  </a:lnTo>
                  <a:lnTo>
                    <a:pt x="5236630" y="1306259"/>
                  </a:lnTo>
                  <a:lnTo>
                    <a:pt x="5238281" y="1317720"/>
                  </a:lnTo>
                  <a:lnTo>
                    <a:pt x="5239932" y="1330120"/>
                  </a:lnTo>
                  <a:lnTo>
                    <a:pt x="5241584" y="1317437"/>
                  </a:lnTo>
                  <a:lnTo>
                    <a:pt x="5243235" y="1324234"/>
                  </a:lnTo>
                  <a:lnTo>
                    <a:pt x="5244887" y="1311524"/>
                  </a:lnTo>
                  <a:lnTo>
                    <a:pt x="5246538" y="1304759"/>
                  </a:lnTo>
                  <a:lnTo>
                    <a:pt x="5248190" y="1315079"/>
                  </a:lnTo>
                  <a:lnTo>
                    <a:pt x="5249841" y="1321654"/>
                  </a:lnTo>
                  <a:lnTo>
                    <a:pt x="5251492" y="1329606"/>
                  </a:lnTo>
                  <a:lnTo>
                    <a:pt x="5253144" y="1315260"/>
                  </a:lnTo>
                  <a:lnTo>
                    <a:pt x="5254795" y="1311631"/>
                  </a:lnTo>
                  <a:lnTo>
                    <a:pt x="5256447" y="1333828"/>
                  </a:lnTo>
                  <a:lnTo>
                    <a:pt x="5258098" y="1332205"/>
                  </a:lnTo>
                  <a:lnTo>
                    <a:pt x="5259749" y="1314869"/>
                  </a:lnTo>
                  <a:lnTo>
                    <a:pt x="5261401" y="1318389"/>
                  </a:lnTo>
                  <a:lnTo>
                    <a:pt x="5263052" y="1322963"/>
                  </a:lnTo>
                  <a:lnTo>
                    <a:pt x="5264704" y="1303488"/>
                  </a:lnTo>
                  <a:lnTo>
                    <a:pt x="5266355" y="1300528"/>
                  </a:lnTo>
                  <a:lnTo>
                    <a:pt x="5268007" y="1318708"/>
                  </a:lnTo>
                  <a:lnTo>
                    <a:pt x="5269658" y="1317339"/>
                  </a:lnTo>
                  <a:lnTo>
                    <a:pt x="5271309" y="1319271"/>
                  </a:lnTo>
                  <a:lnTo>
                    <a:pt x="5272961" y="1315449"/>
                  </a:lnTo>
                  <a:lnTo>
                    <a:pt x="5274612" y="1310428"/>
                  </a:lnTo>
                  <a:lnTo>
                    <a:pt x="5276264" y="1320182"/>
                  </a:lnTo>
                  <a:lnTo>
                    <a:pt x="5277915" y="1331248"/>
                  </a:lnTo>
                  <a:lnTo>
                    <a:pt x="5279566" y="1331217"/>
                  </a:lnTo>
                  <a:lnTo>
                    <a:pt x="5281218" y="1333382"/>
                  </a:lnTo>
                  <a:lnTo>
                    <a:pt x="5282869" y="1321134"/>
                  </a:lnTo>
                  <a:lnTo>
                    <a:pt x="5284521" y="1328947"/>
                  </a:lnTo>
                  <a:lnTo>
                    <a:pt x="5286172" y="1315233"/>
                  </a:lnTo>
                  <a:lnTo>
                    <a:pt x="5287823" y="1273635"/>
                  </a:lnTo>
                  <a:lnTo>
                    <a:pt x="5289475" y="1302131"/>
                  </a:lnTo>
                  <a:lnTo>
                    <a:pt x="5291126" y="1309826"/>
                  </a:lnTo>
                  <a:lnTo>
                    <a:pt x="5292778" y="1309826"/>
                  </a:lnTo>
                  <a:lnTo>
                    <a:pt x="5294429" y="1311700"/>
                  </a:lnTo>
                  <a:lnTo>
                    <a:pt x="5296081" y="1328947"/>
                  </a:lnTo>
                  <a:lnTo>
                    <a:pt x="5297732" y="1336431"/>
                  </a:lnTo>
                  <a:lnTo>
                    <a:pt x="5299383" y="1335948"/>
                  </a:lnTo>
                  <a:lnTo>
                    <a:pt x="5301035" y="1337886"/>
                  </a:lnTo>
                  <a:lnTo>
                    <a:pt x="5302686" y="1340197"/>
                  </a:lnTo>
                  <a:lnTo>
                    <a:pt x="5304338" y="1321073"/>
                  </a:lnTo>
                  <a:lnTo>
                    <a:pt x="5305989" y="1310428"/>
                  </a:lnTo>
                  <a:lnTo>
                    <a:pt x="5307640" y="1320182"/>
                  </a:lnTo>
                  <a:lnTo>
                    <a:pt x="5309292" y="1310428"/>
                  </a:lnTo>
                  <a:lnTo>
                    <a:pt x="5310943" y="1315733"/>
                  </a:lnTo>
                  <a:lnTo>
                    <a:pt x="5312595" y="1320128"/>
                  </a:lnTo>
                  <a:lnTo>
                    <a:pt x="5314246" y="1311700"/>
                  </a:lnTo>
                  <a:lnTo>
                    <a:pt x="5315897" y="1306835"/>
                  </a:lnTo>
                  <a:lnTo>
                    <a:pt x="5317549" y="1324714"/>
                  </a:lnTo>
                  <a:lnTo>
                    <a:pt x="5319200" y="1330496"/>
                  </a:lnTo>
                  <a:lnTo>
                    <a:pt x="5320852" y="1306835"/>
                  </a:lnTo>
                  <a:lnTo>
                    <a:pt x="5322503" y="1323377"/>
                  </a:lnTo>
                  <a:lnTo>
                    <a:pt x="5324155" y="1316321"/>
                  </a:lnTo>
                  <a:lnTo>
                    <a:pt x="5325806" y="1292953"/>
                  </a:lnTo>
                  <a:lnTo>
                    <a:pt x="5327457" y="1310121"/>
                  </a:lnTo>
                  <a:lnTo>
                    <a:pt x="5329109" y="1311441"/>
                  </a:lnTo>
                  <a:lnTo>
                    <a:pt x="5330760" y="1311027"/>
                  </a:lnTo>
                  <a:lnTo>
                    <a:pt x="5332412" y="1322764"/>
                  </a:lnTo>
                  <a:lnTo>
                    <a:pt x="5334063" y="1318329"/>
                  </a:lnTo>
                  <a:lnTo>
                    <a:pt x="5335714" y="1324718"/>
                  </a:lnTo>
                  <a:lnTo>
                    <a:pt x="5337366" y="1327312"/>
                  </a:lnTo>
                  <a:lnTo>
                    <a:pt x="5339017" y="1294808"/>
                  </a:lnTo>
                  <a:lnTo>
                    <a:pt x="5340669" y="1305198"/>
                  </a:lnTo>
                  <a:lnTo>
                    <a:pt x="5342320" y="1315945"/>
                  </a:lnTo>
                  <a:lnTo>
                    <a:pt x="5343971" y="1304570"/>
                  </a:lnTo>
                  <a:lnTo>
                    <a:pt x="5345623" y="1308824"/>
                  </a:lnTo>
                  <a:lnTo>
                    <a:pt x="5347274" y="1329379"/>
                  </a:lnTo>
                  <a:lnTo>
                    <a:pt x="5348926" y="1326903"/>
                  </a:lnTo>
                  <a:lnTo>
                    <a:pt x="5350577" y="1318470"/>
                  </a:lnTo>
                  <a:lnTo>
                    <a:pt x="5352229" y="1314065"/>
                  </a:lnTo>
                  <a:lnTo>
                    <a:pt x="5353880" y="1321375"/>
                  </a:lnTo>
                  <a:lnTo>
                    <a:pt x="5355531" y="1326508"/>
                  </a:lnTo>
                  <a:lnTo>
                    <a:pt x="5357183" y="1321375"/>
                  </a:lnTo>
                  <a:lnTo>
                    <a:pt x="5358834" y="1290141"/>
                  </a:lnTo>
                  <a:lnTo>
                    <a:pt x="5360486" y="1267305"/>
                  </a:lnTo>
                  <a:lnTo>
                    <a:pt x="5362137" y="1292862"/>
                  </a:lnTo>
                  <a:lnTo>
                    <a:pt x="5363788" y="1318980"/>
                  </a:lnTo>
                  <a:lnTo>
                    <a:pt x="5365440" y="1320561"/>
                  </a:lnTo>
                  <a:lnTo>
                    <a:pt x="5367091" y="1301543"/>
                  </a:lnTo>
                  <a:lnTo>
                    <a:pt x="5368743" y="1325919"/>
                  </a:lnTo>
                  <a:lnTo>
                    <a:pt x="5370394" y="1328966"/>
                  </a:lnTo>
                  <a:lnTo>
                    <a:pt x="5372046" y="1308914"/>
                  </a:lnTo>
                  <a:lnTo>
                    <a:pt x="5373697" y="1301543"/>
                  </a:lnTo>
                  <a:lnTo>
                    <a:pt x="5375348" y="1308729"/>
                  </a:lnTo>
                  <a:lnTo>
                    <a:pt x="5377000" y="1308729"/>
                  </a:lnTo>
                  <a:lnTo>
                    <a:pt x="5378651" y="1325673"/>
                  </a:lnTo>
                  <a:lnTo>
                    <a:pt x="5380303" y="1324888"/>
                  </a:lnTo>
                  <a:lnTo>
                    <a:pt x="5381954" y="1325673"/>
                  </a:lnTo>
                  <a:lnTo>
                    <a:pt x="5383605" y="1321372"/>
                  </a:lnTo>
                  <a:lnTo>
                    <a:pt x="5385257" y="1311821"/>
                  </a:lnTo>
                  <a:lnTo>
                    <a:pt x="5386908" y="1307432"/>
                  </a:lnTo>
                  <a:lnTo>
                    <a:pt x="5388560" y="1304010"/>
                  </a:lnTo>
                  <a:lnTo>
                    <a:pt x="5390211" y="1293415"/>
                  </a:lnTo>
                  <a:lnTo>
                    <a:pt x="5391862" y="1293829"/>
                  </a:lnTo>
                  <a:lnTo>
                    <a:pt x="5393514" y="1289313"/>
                  </a:lnTo>
                  <a:lnTo>
                    <a:pt x="5395165" y="1294686"/>
                  </a:lnTo>
                  <a:lnTo>
                    <a:pt x="5396817" y="1293829"/>
                  </a:lnTo>
                  <a:lnTo>
                    <a:pt x="5398468" y="1290455"/>
                  </a:lnTo>
                  <a:lnTo>
                    <a:pt x="5400120" y="1300272"/>
                  </a:lnTo>
                  <a:lnTo>
                    <a:pt x="5401771" y="1307849"/>
                  </a:lnTo>
                  <a:lnTo>
                    <a:pt x="5403422" y="1300272"/>
                  </a:lnTo>
                  <a:lnTo>
                    <a:pt x="5405074" y="1319505"/>
                  </a:lnTo>
                  <a:lnTo>
                    <a:pt x="5406725" y="1316936"/>
                  </a:lnTo>
                  <a:lnTo>
                    <a:pt x="5408377" y="1325673"/>
                  </a:lnTo>
                  <a:lnTo>
                    <a:pt x="5410028" y="1323754"/>
                  </a:lnTo>
                  <a:lnTo>
                    <a:pt x="5411679" y="1308850"/>
                  </a:lnTo>
                  <a:lnTo>
                    <a:pt x="5413331" y="1292282"/>
                  </a:lnTo>
                  <a:lnTo>
                    <a:pt x="5414982" y="1293829"/>
                  </a:lnTo>
                  <a:lnTo>
                    <a:pt x="5416634" y="1305576"/>
                  </a:lnTo>
                  <a:lnTo>
                    <a:pt x="5418285" y="1325919"/>
                  </a:lnTo>
                  <a:lnTo>
                    <a:pt x="5419936" y="1328527"/>
                  </a:lnTo>
                  <a:lnTo>
                    <a:pt x="5421588" y="1327494"/>
                  </a:lnTo>
                  <a:lnTo>
                    <a:pt x="5423239" y="1321862"/>
                  </a:lnTo>
                  <a:lnTo>
                    <a:pt x="5424891" y="1325638"/>
                  </a:lnTo>
                  <a:lnTo>
                    <a:pt x="5426542" y="1304610"/>
                  </a:lnTo>
                  <a:lnTo>
                    <a:pt x="5428194" y="1276158"/>
                  </a:lnTo>
                  <a:lnTo>
                    <a:pt x="5429845" y="1276956"/>
                  </a:lnTo>
                  <a:lnTo>
                    <a:pt x="5431496" y="1287753"/>
                  </a:lnTo>
                  <a:lnTo>
                    <a:pt x="5433148" y="1309896"/>
                  </a:lnTo>
                  <a:lnTo>
                    <a:pt x="5434799" y="1318211"/>
                  </a:lnTo>
                  <a:lnTo>
                    <a:pt x="5436451" y="1318211"/>
                  </a:lnTo>
                  <a:lnTo>
                    <a:pt x="5438102" y="1311459"/>
                  </a:lnTo>
                  <a:lnTo>
                    <a:pt x="5439753" y="1275576"/>
                  </a:lnTo>
                  <a:lnTo>
                    <a:pt x="5441405" y="1301779"/>
                  </a:lnTo>
                  <a:lnTo>
                    <a:pt x="5443056" y="1274313"/>
                  </a:lnTo>
                  <a:lnTo>
                    <a:pt x="5444708" y="1299408"/>
                  </a:lnTo>
                  <a:lnTo>
                    <a:pt x="5446359" y="1327653"/>
                  </a:lnTo>
                  <a:lnTo>
                    <a:pt x="5448011" y="1330400"/>
                  </a:lnTo>
                  <a:lnTo>
                    <a:pt x="5449662" y="1308516"/>
                  </a:lnTo>
                  <a:lnTo>
                    <a:pt x="5451313" y="1312080"/>
                  </a:lnTo>
                  <a:lnTo>
                    <a:pt x="5452965" y="1321302"/>
                  </a:lnTo>
                  <a:lnTo>
                    <a:pt x="5454616" y="1298588"/>
                  </a:lnTo>
                  <a:lnTo>
                    <a:pt x="5456268" y="1320386"/>
                  </a:lnTo>
                  <a:lnTo>
                    <a:pt x="5457919" y="1311431"/>
                  </a:lnTo>
                  <a:lnTo>
                    <a:pt x="5459570" y="1290129"/>
                  </a:lnTo>
                  <a:lnTo>
                    <a:pt x="5461222" y="1327452"/>
                  </a:lnTo>
                  <a:lnTo>
                    <a:pt x="5462873" y="1328080"/>
                  </a:lnTo>
                  <a:lnTo>
                    <a:pt x="5464525" y="1326919"/>
                  </a:lnTo>
                  <a:lnTo>
                    <a:pt x="5466176" y="1326445"/>
                  </a:lnTo>
                  <a:lnTo>
                    <a:pt x="5467827" y="1325921"/>
                  </a:lnTo>
                  <a:lnTo>
                    <a:pt x="5469479" y="1324890"/>
                  </a:lnTo>
                  <a:lnTo>
                    <a:pt x="5471130" y="1320124"/>
                  </a:lnTo>
                  <a:lnTo>
                    <a:pt x="5472782" y="1307253"/>
                  </a:lnTo>
                  <a:lnTo>
                    <a:pt x="5474433" y="1285618"/>
                  </a:lnTo>
                  <a:lnTo>
                    <a:pt x="5476085" y="1317023"/>
                  </a:lnTo>
                  <a:lnTo>
                    <a:pt x="5477736" y="1313936"/>
                  </a:lnTo>
                  <a:lnTo>
                    <a:pt x="5479387" y="1321388"/>
                  </a:lnTo>
                  <a:lnTo>
                    <a:pt x="5481039" y="1288986"/>
                  </a:lnTo>
                  <a:lnTo>
                    <a:pt x="5482690" y="1293356"/>
                  </a:lnTo>
                  <a:lnTo>
                    <a:pt x="5484342" y="1301728"/>
                  </a:lnTo>
                  <a:lnTo>
                    <a:pt x="5485993" y="1263732"/>
                  </a:lnTo>
                  <a:lnTo>
                    <a:pt x="5487644" y="1252972"/>
                  </a:lnTo>
                  <a:lnTo>
                    <a:pt x="5489296" y="1261396"/>
                  </a:lnTo>
                  <a:lnTo>
                    <a:pt x="5490947" y="1244647"/>
                  </a:lnTo>
                  <a:lnTo>
                    <a:pt x="5492599" y="1244939"/>
                  </a:lnTo>
                  <a:lnTo>
                    <a:pt x="5494250" y="1257519"/>
                  </a:lnTo>
                  <a:lnTo>
                    <a:pt x="5495901" y="1252639"/>
                  </a:lnTo>
                  <a:lnTo>
                    <a:pt x="5497553" y="1288657"/>
                  </a:lnTo>
                  <a:lnTo>
                    <a:pt x="5499204" y="1300353"/>
                  </a:lnTo>
                  <a:lnTo>
                    <a:pt x="5500856" y="1279352"/>
                  </a:lnTo>
                  <a:lnTo>
                    <a:pt x="5502507" y="1276510"/>
                  </a:lnTo>
                  <a:lnTo>
                    <a:pt x="5504159" y="1258434"/>
                  </a:lnTo>
                  <a:lnTo>
                    <a:pt x="5505810" y="1217372"/>
                  </a:lnTo>
                  <a:lnTo>
                    <a:pt x="5507461" y="1167350"/>
                  </a:lnTo>
                  <a:lnTo>
                    <a:pt x="5509113" y="1173937"/>
                  </a:lnTo>
                  <a:lnTo>
                    <a:pt x="5510764" y="1213515"/>
                  </a:lnTo>
                  <a:lnTo>
                    <a:pt x="5512416" y="1207587"/>
                  </a:lnTo>
                  <a:lnTo>
                    <a:pt x="5514067" y="1182366"/>
                  </a:lnTo>
                  <a:lnTo>
                    <a:pt x="5515718" y="1176367"/>
                  </a:lnTo>
                  <a:lnTo>
                    <a:pt x="5517370" y="1176678"/>
                  </a:lnTo>
                  <a:lnTo>
                    <a:pt x="5519021" y="1143836"/>
                  </a:lnTo>
                  <a:lnTo>
                    <a:pt x="5520673" y="1118372"/>
                  </a:lnTo>
                  <a:lnTo>
                    <a:pt x="5522324" y="1063964"/>
                  </a:lnTo>
                  <a:lnTo>
                    <a:pt x="5523975" y="1015169"/>
                  </a:lnTo>
                  <a:lnTo>
                    <a:pt x="5525627" y="974371"/>
                  </a:lnTo>
                  <a:lnTo>
                    <a:pt x="5527278" y="960450"/>
                  </a:lnTo>
                  <a:lnTo>
                    <a:pt x="5528930" y="950992"/>
                  </a:lnTo>
                  <a:lnTo>
                    <a:pt x="5530581" y="944490"/>
                  </a:lnTo>
                  <a:lnTo>
                    <a:pt x="5532233" y="959753"/>
                  </a:lnTo>
                  <a:lnTo>
                    <a:pt x="5533884" y="961012"/>
                  </a:lnTo>
                  <a:lnTo>
                    <a:pt x="5535535" y="964588"/>
                  </a:lnTo>
                  <a:lnTo>
                    <a:pt x="5537187" y="942548"/>
                  </a:lnTo>
                  <a:lnTo>
                    <a:pt x="5538838" y="958946"/>
                  </a:lnTo>
                  <a:lnTo>
                    <a:pt x="5540490" y="975777"/>
                  </a:lnTo>
                  <a:lnTo>
                    <a:pt x="5542141" y="1014618"/>
                  </a:lnTo>
                  <a:lnTo>
                    <a:pt x="5543792" y="1026711"/>
                  </a:lnTo>
                  <a:lnTo>
                    <a:pt x="5545444" y="1092504"/>
                  </a:lnTo>
                  <a:lnTo>
                    <a:pt x="5547095" y="1138257"/>
                  </a:lnTo>
                  <a:lnTo>
                    <a:pt x="5548747" y="1153297"/>
                  </a:lnTo>
                  <a:lnTo>
                    <a:pt x="5550398" y="1172949"/>
                  </a:lnTo>
                  <a:lnTo>
                    <a:pt x="5552050" y="1184556"/>
                  </a:lnTo>
                  <a:lnTo>
                    <a:pt x="5553701" y="1187079"/>
                  </a:lnTo>
                  <a:lnTo>
                    <a:pt x="5555352" y="1160617"/>
                  </a:lnTo>
                  <a:lnTo>
                    <a:pt x="5557004" y="1169060"/>
                  </a:lnTo>
                  <a:lnTo>
                    <a:pt x="5558655" y="1200630"/>
                  </a:lnTo>
                  <a:lnTo>
                    <a:pt x="5560307" y="1219870"/>
                  </a:lnTo>
                  <a:lnTo>
                    <a:pt x="5561958" y="1226403"/>
                  </a:lnTo>
                  <a:lnTo>
                    <a:pt x="5563609" y="1254265"/>
                  </a:lnTo>
                  <a:lnTo>
                    <a:pt x="5565261" y="1274156"/>
                  </a:lnTo>
                  <a:lnTo>
                    <a:pt x="5566912" y="1278567"/>
                  </a:lnTo>
                  <a:lnTo>
                    <a:pt x="5568564" y="1274258"/>
                  </a:lnTo>
                  <a:lnTo>
                    <a:pt x="5570215" y="1279562"/>
                  </a:lnTo>
                  <a:lnTo>
                    <a:pt x="5571866" y="1278333"/>
                  </a:lnTo>
                  <a:lnTo>
                    <a:pt x="5573518" y="1275302"/>
                  </a:lnTo>
                  <a:lnTo>
                    <a:pt x="5575169" y="1271824"/>
                  </a:lnTo>
                  <a:lnTo>
                    <a:pt x="5576821" y="1272010"/>
                  </a:lnTo>
                  <a:lnTo>
                    <a:pt x="5578472" y="1223284"/>
                  </a:lnTo>
                  <a:lnTo>
                    <a:pt x="5580124" y="1228342"/>
                  </a:lnTo>
                  <a:lnTo>
                    <a:pt x="5581775" y="1271531"/>
                  </a:lnTo>
                  <a:lnTo>
                    <a:pt x="5583426" y="1280731"/>
                  </a:lnTo>
                  <a:lnTo>
                    <a:pt x="5585078" y="1273705"/>
                  </a:lnTo>
                  <a:lnTo>
                    <a:pt x="5586729" y="1303659"/>
                  </a:lnTo>
                  <a:lnTo>
                    <a:pt x="5588381" y="1307216"/>
                  </a:lnTo>
                  <a:lnTo>
                    <a:pt x="5590032" y="1305707"/>
                  </a:lnTo>
                  <a:lnTo>
                    <a:pt x="5591683" y="1286152"/>
                  </a:lnTo>
                  <a:lnTo>
                    <a:pt x="5593335" y="1263285"/>
                  </a:lnTo>
                  <a:lnTo>
                    <a:pt x="5594986" y="1293462"/>
                  </a:lnTo>
                  <a:lnTo>
                    <a:pt x="5596638" y="1315908"/>
                  </a:lnTo>
                  <a:lnTo>
                    <a:pt x="5598289" y="1310111"/>
                  </a:lnTo>
                  <a:lnTo>
                    <a:pt x="5599940" y="1268514"/>
                  </a:lnTo>
                  <a:lnTo>
                    <a:pt x="5601592" y="1249343"/>
                  </a:lnTo>
                  <a:lnTo>
                    <a:pt x="5603243" y="1254139"/>
                  </a:lnTo>
                  <a:lnTo>
                    <a:pt x="5604895" y="1263997"/>
                  </a:lnTo>
                  <a:lnTo>
                    <a:pt x="5606546" y="1259093"/>
                  </a:lnTo>
                  <a:lnTo>
                    <a:pt x="5608198" y="1262910"/>
                  </a:lnTo>
                  <a:lnTo>
                    <a:pt x="5609849" y="1273172"/>
                  </a:lnTo>
                  <a:lnTo>
                    <a:pt x="5611500" y="1273172"/>
                  </a:lnTo>
                  <a:lnTo>
                    <a:pt x="5613152" y="1298234"/>
                  </a:lnTo>
                  <a:lnTo>
                    <a:pt x="5614803" y="1292879"/>
                  </a:lnTo>
                  <a:lnTo>
                    <a:pt x="5616455" y="1258658"/>
                  </a:lnTo>
                  <a:lnTo>
                    <a:pt x="5618106" y="1263342"/>
                  </a:lnTo>
                  <a:lnTo>
                    <a:pt x="5619757" y="1264199"/>
                  </a:lnTo>
                  <a:lnTo>
                    <a:pt x="5621409" y="1287236"/>
                  </a:lnTo>
                  <a:lnTo>
                    <a:pt x="5623060" y="1296380"/>
                  </a:lnTo>
                  <a:lnTo>
                    <a:pt x="5624712" y="1270332"/>
                  </a:lnTo>
                  <a:lnTo>
                    <a:pt x="5626363" y="1259715"/>
                  </a:lnTo>
                  <a:lnTo>
                    <a:pt x="5628015" y="1260572"/>
                  </a:lnTo>
                  <a:lnTo>
                    <a:pt x="5629666" y="1262288"/>
                  </a:lnTo>
                  <a:lnTo>
                    <a:pt x="5631317" y="1241108"/>
                  </a:lnTo>
                  <a:lnTo>
                    <a:pt x="5632969" y="1228154"/>
                  </a:lnTo>
                  <a:lnTo>
                    <a:pt x="5634620" y="1225615"/>
                  </a:lnTo>
                  <a:lnTo>
                    <a:pt x="5636272" y="1235069"/>
                  </a:lnTo>
                  <a:lnTo>
                    <a:pt x="5637923" y="1237670"/>
                  </a:lnTo>
                  <a:lnTo>
                    <a:pt x="5639574" y="1255378"/>
                  </a:lnTo>
                  <a:lnTo>
                    <a:pt x="5641226" y="1287449"/>
                  </a:lnTo>
                  <a:lnTo>
                    <a:pt x="5642877" y="1283536"/>
                  </a:lnTo>
                  <a:lnTo>
                    <a:pt x="5644529" y="1293296"/>
                  </a:lnTo>
                  <a:lnTo>
                    <a:pt x="5646180" y="1286641"/>
                  </a:lnTo>
                  <a:lnTo>
                    <a:pt x="5647831" y="1275444"/>
                  </a:lnTo>
                  <a:lnTo>
                    <a:pt x="5649483" y="1254468"/>
                  </a:lnTo>
                  <a:lnTo>
                    <a:pt x="5651134" y="1255600"/>
                  </a:lnTo>
                  <a:lnTo>
                    <a:pt x="5652786" y="1253000"/>
                  </a:lnTo>
                  <a:lnTo>
                    <a:pt x="5654437" y="1252022"/>
                  </a:lnTo>
                  <a:lnTo>
                    <a:pt x="5656089" y="1259607"/>
                  </a:lnTo>
                  <a:lnTo>
                    <a:pt x="5657740" y="1285881"/>
                  </a:lnTo>
                  <a:lnTo>
                    <a:pt x="5659391" y="1289111"/>
                  </a:lnTo>
                  <a:lnTo>
                    <a:pt x="5661043" y="1273353"/>
                  </a:lnTo>
                  <a:lnTo>
                    <a:pt x="5662694" y="1290453"/>
                  </a:lnTo>
                  <a:lnTo>
                    <a:pt x="5664346" y="1290879"/>
                  </a:lnTo>
                  <a:lnTo>
                    <a:pt x="5665997" y="1300634"/>
                  </a:lnTo>
                  <a:lnTo>
                    <a:pt x="5667648" y="1297336"/>
                  </a:lnTo>
                  <a:lnTo>
                    <a:pt x="5669300" y="1287613"/>
                  </a:lnTo>
                  <a:lnTo>
                    <a:pt x="5670951" y="1289596"/>
                  </a:lnTo>
                  <a:lnTo>
                    <a:pt x="5672603" y="1288048"/>
                  </a:lnTo>
                  <a:lnTo>
                    <a:pt x="5674254" y="1288906"/>
                  </a:lnTo>
                  <a:lnTo>
                    <a:pt x="5675905" y="1307648"/>
                  </a:lnTo>
                  <a:lnTo>
                    <a:pt x="5677557" y="1289486"/>
                  </a:lnTo>
                  <a:lnTo>
                    <a:pt x="5679208" y="1276769"/>
                  </a:lnTo>
                  <a:lnTo>
                    <a:pt x="5680860" y="1286222"/>
                  </a:lnTo>
                  <a:lnTo>
                    <a:pt x="5682511" y="1305251"/>
                  </a:lnTo>
                  <a:lnTo>
                    <a:pt x="5684163" y="1305251"/>
                  </a:lnTo>
                  <a:lnTo>
                    <a:pt x="5685814" y="1288354"/>
                  </a:lnTo>
                  <a:lnTo>
                    <a:pt x="5687465" y="1282387"/>
                  </a:lnTo>
                  <a:lnTo>
                    <a:pt x="5689117" y="1289486"/>
                  </a:lnTo>
                  <a:lnTo>
                    <a:pt x="5690768" y="1300026"/>
                  </a:lnTo>
                  <a:lnTo>
                    <a:pt x="5692420" y="1289051"/>
                  </a:lnTo>
                  <a:lnTo>
                    <a:pt x="5694071" y="1291288"/>
                  </a:lnTo>
                  <a:lnTo>
                    <a:pt x="5695722" y="1275093"/>
                  </a:lnTo>
                  <a:lnTo>
                    <a:pt x="5697374" y="1265229"/>
                  </a:lnTo>
                  <a:lnTo>
                    <a:pt x="5699025" y="1262617"/>
                  </a:lnTo>
                  <a:lnTo>
                    <a:pt x="5700677" y="1252213"/>
                  </a:lnTo>
                  <a:lnTo>
                    <a:pt x="5702328" y="1225837"/>
                  </a:lnTo>
                  <a:lnTo>
                    <a:pt x="5703979" y="1230686"/>
                  </a:lnTo>
                  <a:lnTo>
                    <a:pt x="5705631" y="1266345"/>
                  </a:lnTo>
                  <a:lnTo>
                    <a:pt x="5707282" y="1271597"/>
                  </a:lnTo>
                  <a:lnTo>
                    <a:pt x="5708934" y="1286033"/>
                  </a:lnTo>
                  <a:lnTo>
                    <a:pt x="5710585" y="1303245"/>
                  </a:lnTo>
                  <a:lnTo>
                    <a:pt x="5712237" y="1307876"/>
                  </a:lnTo>
                  <a:lnTo>
                    <a:pt x="5713888" y="1305216"/>
                  </a:lnTo>
                  <a:lnTo>
                    <a:pt x="5715539" y="1295777"/>
                  </a:lnTo>
                  <a:lnTo>
                    <a:pt x="5717191" y="1315771"/>
                  </a:lnTo>
                  <a:lnTo>
                    <a:pt x="5718842" y="1325926"/>
                  </a:lnTo>
                  <a:lnTo>
                    <a:pt x="5720494" y="1307377"/>
                  </a:lnTo>
                  <a:lnTo>
                    <a:pt x="5722145" y="1307377"/>
                  </a:lnTo>
                  <a:lnTo>
                    <a:pt x="5723796" y="1316475"/>
                  </a:lnTo>
                  <a:lnTo>
                    <a:pt x="5725448" y="1309648"/>
                  </a:lnTo>
                  <a:lnTo>
                    <a:pt x="5727099" y="1296838"/>
                  </a:lnTo>
                  <a:lnTo>
                    <a:pt x="5728751" y="1297432"/>
                  </a:lnTo>
                  <a:lnTo>
                    <a:pt x="5730402" y="1258756"/>
                  </a:lnTo>
                  <a:lnTo>
                    <a:pt x="5732054" y="1234951"/>
                  </a:lnTo>
                  <a:lnTo>
                    <a:pt x="5733705" y="1271974"/>
                  </a:lnTo>
                  <a:lnTo>
                    <a:pt x="5735356" y="1309218"/>
                  </a:lnTo>
                  <a:lnTo>
                    <a:pt x="5737008" y="1308689"/>
                  </a:lnTo>
                  <a:lnTo>
                    <a:pt x="5738659" y="1297045"/>
                  </a:lnTo>
                  <a:lnTo>
                    <a:pt x="5740311" y="1287784"/>
                  </a:lnTo>
                  <a:lnTo>
                    <a:pt x="5741962" y="1282458"/>
                  </a:lnTo>
                  <a:lnTo>
                    <a:pt x="5743613" y="1299008"/>
                  </a:lnTo>
                  <a:lnTo>
                    <a:pt x="5745265" y="1287921"/>
                  </a:lnTo>
                  <a:lnTo>
                    <a:pt x="5746916" y="1293657"/>
                  </a:lnTo>
                  <a:lnTo>
                    <a:pt x="5748568" y="1308108"/>
                  </a:lnTo>
                  <a:lnTo>
                    <a:pt x="5750219" y="1300531"/>
                  </a:lnTo>
                  <a:lnTo>
                    <a:pt x="5751870" y="1304832"/>
                  </a:lnTo>
                  <a:lnTo>
                    <a:pt x="5753522" y="1273457"/>
                  </a:lnTo>
                  <a:lnTo>
                    <a:pt x="5755173" y="1262422"/>
                  </a:lnTo>
                  <a:lnTo>
                    <a:pt x="5756825" y="1285613"/>
                  </a:lnTo>
                  <a:lnTo>
                    <a:pt x="5758476" y="1310563"/>
                  </a:lnTo>
                  <a:lnTo>
                    <a:pt x="5760128" y="1301982"/>
                  </a:lnTo>
                  <a:lnTo>
                    <a:pt x="5761779" y="1294779"/>
                  </a:lnTo>
                  <a:lnTo>
                    <a:pt x="5763430" y="1322303"/>
                  </a:lnTo>
                  <a:lnTo>
                    <a:pt x="5765082" y="1320516"/>
                  </a:lnTo>
                  <a:lnTo>
                    <a:pt x="5766733" y="1312806"/>
                  </a:lnTo>
                  <a:lnTo>
                    <a:pt x="5768385" y="1323261"/>
                  </a:lnTo>
                  <a:lnTo>
                    <a:pt x="5770036" y="1313961"/>
                  </a:lnTo>
                  <a:lnTo>
                    <a:pt x="5771687" y="1304676"/>
                  </a:lnTo>
                  <a:lnTo>
                    <a:pt x="5773339" y="1298076"/>
                  </a:lnTo>
                  <a:lnTo>
                    <a:pt x="5774990" y="1299210"/>
                  </a:lnTo>
                  <a:lnTo>
                    <a:pt x="5776642" y="1318577"/>
                  </a:lnTo>
                  <a:lnTo>
                    <a:pt x="5778293" y="1315433"/>
                  </a:lnTo>
                  <a:lnTo>
                    <a:pt x="5779944" y="1299624"/>
                  </a:lnTo>
                  <a:lnTo>
                    <a:pt x="5781596" y="1315937"/>
                  </a:lnTo>
                  <a:lnTo>
                    <a:pt x="5783247" y="1309530"/>
                  </a:lnTo>
                  <a:lnTo>
                    <a:pt x="5784899" y="1303405"/>
                  </a:lnTo>
                  <a:lnTo>
                    <a:pt x="5786550" y="1318506"/>
                  </a:lnTo>
                  <a:lnTo>
                    <a:pt x="5788202" y="1313467"/>
                  </a:lnTo>
                  <a:lnTo>
                    <a:pt x="5789853" y="1306938"/>
                  </a:lnTo>
                  <a:lnTo>
                    <a:pt x="5791504" y="1302802"/>
                  </a:lnTo>
                  <a:lnTo>
                    <a:pt x="5793156" y="1295107"/>
                  </a:lnTo>
                  <a:lnTo>
                    <a:pt x="5794807" y="1303573"/>
                  </a:lnTo>
                  <a:lnTo>
                    <a:pt x="5796459" y="1315115"/>
                  </a:lnTo>
                  <a:lnTo>
                    <a:pt x="5798110" y="1296548"/>
                  </a:lnTo>
                  <a:lnTo>
                    <a:pt x="5799761" y="1315509"/>
                  </a:lnTo>
                  <a:lnTo>
                    <a:pt x="5801413" y="1312253"/>
                  </a:lnTo>
                  <a:lnTo>
                    <a:pt x="5803064" y="1319849"/>
                  </a:lnTo>
                  <a:lnTo>
                    <a:pt x="5804716" y="1316386"/>
                  </a:lnTo>
                  <a:lnTo>
                    <a:pt x="5806367" y="1314713"/>
                  </a:lnTo>
                  <a:lnTo>
                    <a:pt x="5808019" y="1325588"/>
                  </a:lnTo>
                  <a:lnTo>
                    <a:pt x="5809670" y="1307246"/>
                  </a:lnTo>
                  <a:lnTo>
                    <a:pt x="5811321" y="1319769"/>
                  </a:lnTo>
                  <a:lnTo>
                    <a:pt x="5812973" y="1328997"/>
                  </a:lnTo>
                  <a:lnTo>
                    <a:pt x="5814624" y="1322141"/>
                  </a:lnTo>
                  <a:lnTo>
                    <a:pt x="5816276" y="1322850"/>
                  </a:lnTo>
                  <a:lnTo>
                    <a:pt x="5817927" y="1333913"/>
                  </a:lnTo>
                  <a:lnTo>
                    <a:pt x="5819578" y="1304676"/>
                  </a:lnTo>
                  <a:lnTo>
                    <a:pt x="5821230" y="1290547"/>
                  </a:lnTo>
                  <a:lnTo>
                    <a:pt x="5822881" y="1296134"/>
                  </a:lnTo>
                  <a:lnTo>
                    <a:pt x="5824533" y="1290547"/>
                  </a:lnTo>
                  <a:lnTo>
                    <a:pt x="5826184" y="1307246"/>
                  </a:lnTo>
                  <a:lnTo>
                    <a:pt x="5827835" y="1316443"/>
                  </a:lnTo>
                  <a:lnTo>
                    <a:pt x="5829487" y="1305915"/>
                  </a:lnTo>
                  <a:lnTo>
                    <a:pt x="5831138" y="1294168"/>
                  </a:lnTo>
                  <a:lnTo>
                    <a:pt x="5832790" y="1287753"/>
                  </a:lnTo>
                  <a:lnTo>
                    <a:pt x="5834441" y="1298329"/>
                  </a:lnTo>
                  <a:lnTo>
                    <a:pt x="5836093" y="1306736"/>
                  </a:lnTo>
                  <a:lnTo>
                    <a:pt x="5837744" y="1306736"/>
                  </a:lnTo>
                  <a:lnTo>
                    <a:pt x="5839395" y="1310926"/>
                  </a:lnTo>
                  <a:lnTo>
                    <a:pt x="5841047" y="1306346"/>
                  </a:lnTo>
                  <a:lnTo>
                    <a:pt x="5842698" y="1300431"/>
                  </a:lnTo>
                  <a:lnTo>
                    <a:pt x="5844350" y="1292717"/>
                  </a:lnTo>
                  <a:lnTo>
                    <a:pt x="5846001" y="1312938"/>
                  </a:lnTo>
                  <a:lnTo>
                    <a:pt x="5847652" y="1320372"/>
                  </a:lnTo>
                  <a:lnTo>
                    <a:pt x="5849304" y="1296894"/>
                  </a:lnTo>
                  <a:lnTo>
                    <a:pt x="5850955" y="1309243"/>
                  </a:lnTo>
                  <a:lnTo>
                    <a:pt x="5852607" y="1307810"/>
                  </a:lnTo>
                  <a:lnTo>
                    <a:pt x="5854258" y="1306116"/>
                  </a:lnTo>
                  <a:lnTo>
                    <a:pt x="5855909" y="1301487"/>
                  </a:lnTo>
                  <a:lnTo>
                    <a:pt x="5857561" y="1295259"/>
                  </a:lnTo>
                  <a:lnTo>
                    <a:pt x="5859212" y="1313627"/>
                  </a:lnTo>
                  <a:lnTo>
                    <a:pt x="5860864" y="1317093"/>
                  </a:lnTo>
                  <a:lnTo>
                    <a:pt x="5862515" y="1313149"/>
                  </a:lnTo>
                  <a:lnTo>
                    <a:pt x="5864167" y="1280353"/>
                  </a:lnTo>
                  <a:lnTo>
                    <a:pt x="5865818" y="1264821"/>
                  </a:lnTo>
                  <a:lnTo>
                    <a:pt x="5867469" y="1262181"/>
                  </a:lnTo>
                  <a:lnTo>
                    <a:pt x="5869121" y="1286067"/>
                  </a:lnTo>
                  <a:lnTo>
                    <a:pt x="5870772" y="1292473"/>
                  </a:lnTo>
                  <a:lnTo>
                    <a:pt x="5872424" y="1298708"/>
                  </a:lnTo>
                  <a:lnTo>
                    <a:pt x="5874075" y="1284253"/>
                  </a:lnTo>
                  <a:lnTo>
                    <a:pt x="5875726" y="1253427"/>
                  </a:lnTo>
                  <a:lnTo>
                    <a:pt x="5877378" y="1265931"/>
                  </a:lnTo>
                  <a:lnTo>
                    <a:pt x="5879029" y="1295018"/>
                  </a:lnTo>
                  <a:lnTo>
                    <a:pt x="5880681" y="1290596"/>
                  </a:lnTo>
                  <a:lnTo>
                    <a:pt x="5882332" y="1246972"/>
                  </a:lnTo>
                  <a:lnTo>
                    <a:pt x="5883983" y="1222139"/>
                  </a:lnTo>
                  <a:lnTo>
                    <a:pt x="5885635" y="1216828"/>
                  </a:lnTo>
                  <a:lnTo>
                    <a:pt x="5887286" y="1219642"/>
                  </a:lnTo>
                  <a:lnTo>
                    <a:pt x="5888938" y="1247576"/>
                  </a:lnTo>
                  <a:lnTo>
                    <a:pt x="5890589" y="1254734"/>
                  </a:lnTo>
                  <a:lnTo>
                    <a:pt x="5892241" y="1192650"/>
                  </a:lnTo>
                  <a:lnTo>
                    <a:pt x="5893892" y="1168183"/>
                  </a:lnTo>
                  <a:lnTo>
                    <a:pt x="5895543" y="1132498"/>
                  </a:lnTo>
                  <a:lnTo>
                    <a:pt x="5897195" y="1090918"/>
                  </a:lnTo>
                  <a:lnTo>
                    <a:pt x="5898846" y="1090918"/>
                  </a:lnTo>
                  <a:lnTo>
                    <a:pt x="5900498" y="1089699"/>
                  </a:lnTo>
                  <a:lnTo>
                    <a:pt x="5902149" y="1080207"/>
                  </a:lnTo>
                  <a:lnTo>
                    <a:pt x="5903800" y="1084228"/>
                  </a:lnTo>
                  <a:lnTo>
                    <a:pt x="5905452" y="1140528"/>
                  </a:lnTo>
                  <a:lnTo>
                    <a:pt x="5907103" y="1174837"/>
                  </a:lnTo>
                  <a:lnTo>
                    <a:pt x="5908755" y="1181721"/>
                  </a:lnTo>
                  <a:lnTo>
                    <a:pt x="5910406" y="1178884"/>
                  </a:lnTo>
                  <a:lnTo>
                    <a:pt x="5912058" y="1196360"/>
                  </a:lnTo>
                  <a:lnTo>
                    <a:pt x="5913709" y="1226481"/>
                  </a:lnTo>
                  <a:lnTo>
                    <a:pt x="5915360" y="1274119"/>
                  </a:lnTo>
                  <a:lnTo>
                    <a:pt x="5917012" y="1296326"/>
                  </a:lnTo>
                  <a:lnTo>
                    <a:pt x="5918663" y="1279401"/>
                  </a:lnTo>
                  <a:lnTo>
                    <a:pt x="5920315" y="1246844"/>
                  </a:lnTo>
                  <a:lnTo>
                    <a:pt x="5921966" y="1240381"/>
                  </a:lnTo>
                  <a:lnTo>
                    <a:pt x="5923617" y="1277057"/>
                  </a:lnTo>
                  <a:lnTo>
                    <a:pt x="5925269" y="1283386"/>
                  </a:lnTo>
                  <a:lnTo>
                    <a:pt x="5926920" y="1246964"/>
                  </a:lnTo>
                  <a:lnTo>
                    <a:pt x="5928572" y="1243638"/>
                  </a:lnTo>
                  <a:lnTo>
                    <a:pt x="5930223" y="1263374"/>
                  </a:lnTo>
                  <a:lnTo>
                    <a:pt x="5931874" y="1295860"/>
                  </a:lnTo>
                  <a:lnTo>
                    <a:pt x="5933526" y="1303998"/>
                  </a:lnTo>
                  <a:lnTo>
                    <a:pt x="5935177" y="1298370"/>
                  </a:lnTo>
                  <a:lnTo>
                    <a:pt x="5936829" y="1287054"/>
                  </a:lnTo>
                  <a:lnTo>
                    <a:pt x="5938480" y="1298176"/>
                  </a:lnTo>
                  <a:lnTo>
                    <a:pt x="5940132" y="1318085"/>
                  </a:lnTo>
                  <a:lnTo>
                    <a:pt x="5941783" y="1290198"/>
                  </a:lnTo>
                  <a:lnTo>
                    <a:pt x="5943434" y="1269631"/>
                  </a:lnTo>
                  <a:lnTo>
                    <a:pt x="5945086" y="1302289"/>
                  </a:lnTo>
                  <a:lnTo>
                    <a:pt x="5946737" y="1289456"/>
                  </a:lnTo>
                  <a:lnTo>
                    <a:pt x="5948389" y="1290198"/>
                  </a:lnTo>
                  <a:lnTo>
                    <a:pt x="5950040" y="1291326"/>
                  </a:lnTo>
                  <a:lnTo>
                    <a:pt x="5951691" y="1305458"/>
                  </a:lnTo>
                  <a:lnTo>
                    <a:pt x="5953343" y="1292510"/>
                  </a:lnTo>
                  <a:lnTo>
                    <a:pt x="5954994" y="1292452"/>
                  </a:lnTo>
                  <a:lnTo>
                    <a:pt x="5956646" y="1300975"/>
                  </a:lnTo>
                  <a:lnTo>
                    <a:pt x="5958297" y="1291268"/>
                  </a:lnTo>
                  <a:lnTo>
                    <a:pt x="5959948" y="1274855"/>
                  </a:lnTo>
                  <a:lnTo>
                    <a:pt x="5961600" y="1287255"/>
                  </a:lnTo>
                  <a:lnTo>
                    <a:pt x="5963251" y="1286398"/>
                  </a:lnTo>
                  <a:lnTo>
                    <a:pt x="5964903" y="1301552"/>
                  </a:lnTo>
                  <a:lnTo>
                    <a:pt x="5966554" y="1318889"/>
                  </a:lnTo>
                  <a:lnTo>
                    <a:pt x="5968206" y="1313972"/>
                  </a:lnTo>
                  <a:lnTo>
                    <a:pt x="5969857" y="1311471"/>
                  </a:lnTo>
                  <a:lnTo>
                    <a:pt x="5971508" y="1313972"/>
                  </a:lnTo>
                  <a:lnTo>
                    <a:pt x="5973160" y="1309337"/>
                  </a:lnTo>
                  <a:lnTo>
                    <a:pt x="5974811" y="1301161"/>
                  </a:lnTo>
                  <a:lnTo>
                    <a:pt x="5976463" y="1288803"/>
                  </a:lnTo>
                  <a:lnTo>
                    <a:pt x="5978114" y="1289660"/>
                  </a:lnTo>
                  <a:lnTo>
                    <a:pt x="5979765" y="1300551"/>
                  </a:lnTo>
                  <a:lnTo>
                    <a:pt x="5981417" y="1284286"/>
                  </a:lnTo>
                  <a:lnTo>
                    <a:pt x="5983068" y="1287255"/>
                  </a:lnTo>
                  <a:lnTo>
                    <a:pt x="5984720" y="1301552"/>
                  </a:lnTo>
                  <a:lnTo>
                    <a:pt x="5986371" y="1312879"/>
                  </a:lnTo>
                  <a:lnTo>
                    <a:pt x="5988023" y="1297509"/>
                  </a:lnTo>
                  <a:lnTo>
                    <a:pt x="5989674" y="1300100"/>
                  </a:lnTo>
                  <a:lnTo>
                    <a:pt x="5991325" y="1300100"/>
                  </a:lnTo>
                  <a:lnTo>
                    <a:pt x="5992977" y="1308348"/>
                  </a:lnTo>
                  <a:lnTo>
                    <a:pt x="5994628" y="1287255"/>
                  </a:lnTo>
                  <a:lnTo>
                    <a:pt x="5996280" y="1280897"/>
                  </a:lnTo>
                  <a:lnTo>
                    <a:pt x="5997931" y="1278431"/>
                  </a:lnTo>
                  <a:lnTo>
                    <a:pt x="5999582" y="1287255"/>
                  </a:lnTo>
                  <a:lnTo>
                    <a:pt x="6001234" y="1315179"/>
                  </a:lnTo>
                  <a:lnTo>
                    <a:pt x="6002885" y="1310977"/>
                  </a:lnTo>
                  <a:lnTo>
                    <a:pt x="6004537" y="1301688"/>
                  </a:lnTo>
                  <a:lnTo>
                    <a:pt x="6006188" y="1297239"/>
                  </a:lnTo>
                  <a:lnTo>
                    <a:pt x="6007839" y="1293382"/>
                  </a:lnTo>
                  <a:lnTo>
                    <a:pt x="6009491" y="1293382"/>
                  </a:lnTo>
                  <a:lnTo>
                    <a:pt x="6011142" y="1311223"/>
                  </a:lnTo>
                  <a:lnTo>
                    <a:pt x="6012794" y="1316851"/>
                  </a:lnTo>
                  <a:lnTo>
                    <a:pt x="6014445" y="1316700"/>
                  </a:lnTo>
                  <a:lnTo>
                    <a:pt x="6016097" y="1302682"/>
                  </a:lnTo>
                  <a:lnTo>
                    <a:pt x="6017748" y="1306172"/>
                  </a:lnTo>
                  <a:lnTo>
                    <a:pt x="6019399" y="1306172"/>
                  </a:lnTo>
                  <a:lnTo>
                    <a:pt x="6021051" y="1290810"/>
                  </a:lnTo>
                  <a:lnTo>
                    <a:pt x="6022702" y="1292318"/>
                  </a:lnTo>
                  <a:lnTo>
                    <a:pt x="6024354" y="1300987"/>
                  </a:lnTo>
                  <a:lnTo>
                    <a:pt x="6026005" y="1300067"/>
                  </a:lnTo>
                  <a:lnTo>
                    <a:pt x="6027656" y="1304806"/>
                  </a:lnTo>
                  <a:lnTo>
                    <a:pt x="6029308" y="1295432"/>
                  </a:lnTo>
                  <a:lnTo>
                    <a:pt x="6030959" y="1303036"/>
                  </a:lnTo>
                  <a:lnTo>
                    <a:pt x="6032611" y="1280522"/>
                  </a:lnTo>
                  <a:lnTo>
                    <a:pt x="6034262" y="1281819"/>
                  </a:lnTo>
                  <a:lnTo>
                    <a:pt x="6035913" y="1289894"/>
                  </a:lnTo>
                  <a:lnTo>
                    <a:pt x="6037565" y="1283589"/>
                  </a:lnTo>
                  <a:lnTo>
                    <a:pt x="6039216" y="1276065"/>
                  </a:lnTo>
                  <a:lnTo>
                    <a:pt x="6040868" y="1273782"/>
                  </a:lnTo>
                  <a:lnTo>
                    <a:pt x="6042519" y="1273782"/>
                  </a:lnTo>
                  <a:lnTo>
                    <a:pt x="6044171" y="1276281"/>
                  </a:lnTo>
                  <a:lnTo>
                    <a:pt x="6045822" y="1285425"/>
                  </a:lnTo>
                  <a:lnTo>
                    <a:pt x="6047473" y="1280642"/>
                  </a:lnTo>
                  <a:lnTo>
                    <a:pt x="6049125" y="1279466"/>
                  </a:lnTo>
                  <a:lnTo>
                    <a:pt x="6050776" y="1277062"/>
                  </a:lnTo>
                  <a:lnTo>
                    <a:pt x="6052428" y="1283415"/>
                  </a:lnTo>
                  <a:lnTo>
                    <a:pt x="6054079" y="1298011"/>
                  </a:lnTo>
                  <a:lnTo>
                    <a:pt x="6055730" y="1308635"/>
                  </a:lnTo>
                  <a:lnTo>
                    <a:pt x="6057382" y="1314825"/>
                  </a:lnTo>
                  <a:lnTo>
                    <a:pt x="6059033" y="1302135"/>
                  </a:lnTo>
                  <a:lnTo>
                    <a:pt x="6060685" y="1271735"/>
                  </a:lnTo>
                  <a:lnTo>
                    <a:pt x="6062336" y="1269095"/>
                  </a:lnTo>
                  <a:lnTo>
                    <a:pt x="6063987" y="1269998"/>
                  </a:lnTo>
                  <a:lnTo>
                    <a:pt x="6065639" y="1268217"/>
                  </a:lnTo>
                  <a:lnTo>
                    <a:pt x="6067290" y="1288565"/>
                  </a:lnTo>
                  <a:lnTo>
                    <a:pt x="6068942" y="1308547"/>
                  </a:lnTo>
                  <a:lnTo>
                    <a:pt x="6070593" y="1288082"/>
                  </a:lnTo>
                  <a:lnTo>
                    <a:pt x="6072245" y="1268802"/>
                  </a:lnTo>
                  <a:lnTo>
                    <a:pt x="6073896" y="1270628"/>
                  </a:lnTo>
                  <a:lnTo>
                    <a:pt x="6075547" y="1283328"/>
                  </a:lnTo>
                  <a:lnTo>
                    <a:pt x="6077199" y="1283025"/>
                  </a:lnTo>
                  <a:lnTo>
                    <a:pt x="6078850" y="1270670"/>
                  </a:lnTo>
                  <a:lnTo>
                    <a:pt x="6080502" y="1270670"/>
                  </a:lnTo>
                  <a:lnTo>
                    <a:pt x="6082153" y="1273240"/>
                  </a:lnTo>
                  <a:lnTo>
                    <a:pt x="6083804" y="1261575"/>
                  </a:lnTo>
                  <a:lnTo>
                    <a:pt x="6085456" y="1261575"/>
                  </a:lnTo>
                  <a:lnTo>
                    <a:pt x="6087107" y="1300600"/>
                  </a:lnTo>
                  <a:lnTo>
                    <a:pt x="6088759" y="1281774"/>
                  </a:lnTo>
                  <a:lnTo>
                    <a:pt x="6090410" y="1245198"/>
                  </a:lnTo>
                  <a:lnTo>
                    <a:pt x="6092062" y="1284553"/>
                  </a:lnTo>
                  <a:lnTo>
                    <a:pt x="6093713" y="1306558"/>
                  </a:lnTo>
                  <a:lnTo>
                    <a:pt x="6095364" y="1272919"/>
                  </a:lnTo>
                  <a:lnTo>
                    <a:pt x="6097016" y="1276452"/>
                  </a:lnTo>
                  <a:lnTo>
                    <a:pt x="6098667" y="1274785"/>
                  </a:lnTo>
                  <a:lnTo>
                    <a:pt x="6100319" y="1266393"/>
                  </a:lnTo>
                  <a:lnTo>
                    <a:pt x="6101970" y="1281316"/>
                  </a:lnTo>
                  <a:lnTo>
                    <a:pt x="6103621" y="1276971"/>
                  </a:lnTo>
                  <a:lnTo>
                    <a:pt x="6105273" y="1252800"/>
                  </a:lnTo>
                  <a:lnTo>
                    <a:pt x="6106924" y="1252800"/>
                  </a:lnTo>
                  <a:lnTo>
                    <a:pt x="6108576" y="1272822"/>
                  </a:lnTo>
                  <a:lnTo>
                    <a:pt x="6110227" y="1263761"/>
                  </a:lnTo>
                  <a:lnTo>
                    <a:pt x="6111878" y="1252800"/>
                  </a:lnTo>
                  <a:lnTo>
                    <a:pt x="6113530" y="1256346"/>
                  </a:lnTo>
                  <a:lnTo>
                    <a:pt x="6115181" y="1250689"/>
                  </a:lnTo>
                  <a:lnTo>
                    <a:pt x="6116833" y="1265717"/>
                  </a:lnTo>
                  <a:lnTo>
                    <a:pt x="6118484" y="1245695"/>
                  </a:lnTo>
                  <a:lnTo>
                    <a:pt x="6120136" y="1232126"/>
                  </a:lnTo>
                  <a:lnTo>
                    <a:pt x="6121787" y="1256656"/>
                  </a:lnTo>
                  <a:lnTo>
                    <a:pt x="6123438" y="1232126"/>
                  </a:lnTo>
                  <a:lnTo>
                    <a:pt x="6125090" y="1205540"/>
                  </a:lnTo>
                  <a:lnTo>
                    <a:pt x="6126741" y="1206475"/>
                  </a:lnTo>
                  <a:lnTo>
                    <a:pt x="6128393" y="1214501"/>
                  </a:lnTo>
                  <a:lnTo>
                    <a:pt x="6130044" y="1238396"/>
                  </a:lnTo>
                  <a:lnTo>
                    <a:pt x="6131695" y="1222523"/>
                  </a:lnTo>
                  <a:lnTo>
                    <a:pt x="6133347" y="1209815"/>
                  </a:lnTo>
                  <a:lnTo>
                    <a:pt x="6134998" y="1186987"/>
                  </a:lnTo>
                  <a:lnTo>
                    <a:pt x="6136650" y="1183274"/>
                  </a:lnTo>
                  <a:lnTo>
                    <a:pt x="6138301" y="1198013"/>
                  </a:lnTo>
                  <a:lnTo>
                    <a:pt x="6139952" y="1221881"/>
                  </a:lnTo>
                  <a:lnTo>
                    <a:pt x="6141604" y="1247072"/>
                  </a:lnTo>
                  <a:lnTo>
                    <a:pt x="6143255" y="1224354"/>
                  </a:lnTo>
                  <a:lnTo>
                    <a:pt x="6144907" y="1226352"/>
                  </a:lnTo>
                  <a:lnTo>
                    <a:pt x="6146558" y="1226352"/>
                  </a:lnTo>
                  <a:lnTo>
                    <a:pt x="6148210" y="1216887"/>
                  </a:lnTo>
                  <a:lnTo>
                    <a:pt x="6149861" y="1226997"/>
                  </a:lnTo>
                  <a:lnTo>
                    <a:pt x="6151512" y="1209795"/>
                  </a:lnTo>
                  <a:lnTo>
                    <a:pt x="6153164" y="1186013"/>
                  </a:lnTo>
                  <a:lnTo>
                    <a:pt x="6154815" y="1172845"/>
                  </a:lnTo>
                  <a:lnTo>
                    <a:pt x="6156467" y="1196993"/>
                  </a:lnTo>
                  <a:lnTo>
                    <a:pt x="6158118" y="1225578"/>
                  </a:lnTo>
                  <a:lnTo>
                    <a:pt x="6159769" y="1201744"/>
                  </a:lnTo>
                  <a:lnTo>
                    <a:pt x="6161421" y="1159010"/>
                  </a:lnTo>
                  <a:lnTo>
                    <a:pt x="6163072" y="1163851"/>
                  </a:lnTo>
                  <a:lnTo>
                    <a:pt x="6164724" y="1167229"/>
                  </a:lnTo>
                  <a:lnTo>
                    <a:pt x="6166375" y="1139718"/>
                  </a:lnTo>
                  <a:lnTo>
                    <a:pt x="6168027" y="1122017"/>
                  </a:lnTo>
                  <a:lnTo>
                    <a:pt x="6169678" y="1108889"/>
                  </a:lnTo>
                  <a:lnTo>
                    <a:pt x="6171329" y="1073823"/>
                  </a:lnTo>
                  <a:lnTo>
                    <a:pt x="6172981" y="1025628"/>
                  </a:lnTo>
                  <a:lnTo>
                    <a:pt x="6174632" y="1010035"/>
                  </a:lnTo>
                  <a:lnTo>
                    <a:pt x="6176284" y="1013199"/>
                  </a:lnTo>
                  <a:lnTo>
                    <a:pt x="6177935" y="971890"/>
                  </a:lnTo>
                  <a:lnTo>
                    <a:pt x="6179586" y="920011"/>
                  </a:lnTo>
                  <a:lnTo>
                    <a:pt x="6181238" y="881240"/>
                  </a:lnTo>
                  <a:lnTo>
                    <a:pt x="6182889" y="879522"/>
                  </a:lnTo>
                  <a:lnTo>
                    <a:pt x="6184541" y="885438"/>
                  </a:lnTo>
                  <a:lnTo>
                    <a:pt x="6186192" y="896508"/>
                  </a:lnTo>
                  <a:lnTo>
                    <a:pt x="6187843" y="899641"/>
                  </a:lnTo>
                  <a:lnTo>
                    <a:pt x="6189495" y="927654"/>
                  </a:lnTo>
                  <a:lnTo>
                    <a:pt x="6191146" y="971708"/>
                  </a:lnTo>
                  <a:lnTo>
                    <a:pt x="6192798" y="1014362"/>
                  </a:lnTo>
                  <a:lnTo>
                    <a:pt x="6194449" y="1055716"/>
                  </a:lnTo>
                  <a:lnTo>
                    <a:pt x="6196101" y="1068266"/>
                  </a:lnTo>
                  <a:lnTo>
                    <a:pt x="6197752" y="1069714"/>
                  </a:lnTo>
                  <a:lnTo>
                    <a:pt x="6199403" y="1145313"/>
                  </a:lnTo>
                  <a:lnTo>
                    <a:pt x="6201055" y="1187993"/>
                  </a:lnTo>
                  <a:lnTo>
                    <a:pt x="6202706" y="1182290"/>
                  </a:lnTo>
                  <a:lnTo>
                    <a:pt x="6204358" y="1171803"/>
                  </a:lnTo>
                  <a:lnTo>
                    <a:pt x="6206009" y="1172555"/>
                  </a:lnTo>
                  <a:lnTo>
                    <a:pt x="6207660" y="1197421"/>
                  </a:lnTo>
                  <a:lnTo>
                    <a:pt x="6209312" y="1193243"/>
                  </a:lnTo>
                  <a:lnTo>
                    <a:pt x="6210963" y="1213206"/>
                  </a:lnTo>
                  <a:lnTo>
                    <a:pt x="6212615" y="1184936"/>
                  </a:lnTo>
                  <a:lnTo>
                    <a:pt x="6214266" y="1176301"/>
                  </a:lnTo>
                  <a:lnTo>
                    <a:pt x="6215917" y="1167106"/>
                  </a:lnTo>
                  <a:lnTo>
                    <a:pt x="6217569" y="1152541"/>
                  </a:lnTo>
                  <a:lnTo>
                    <a:pt x="6219220" y="1150369"/>
                  </a:lnTo>
                  <a:lnTo>
                    <a:pt x="6220872" y="1155211"/>
                  </a:lnTo>
                  <a:lnTo>
                    <a:pt x="6222523" y="1203870"/>
                  </a:lnTo>
                  <a:lnTo>
                    <a:pt x="6224175" y="1183821"/>
                  </a:lnTo>
                  <a:lnTo>
                    <a:pt x="6225826" y="1182681"/>
                  </a:lnTo>
                  <a:lnTo>
                    <a:pt x="6227477" y="1181355"/>
                  </a:lnTo>
                  <a:lnTo>
                    <a:pt x="6229129" y="1189197"/>
                  </a:lnTo>
                  <a:lnTo>
                    <a:pt x="6230780" y="1187379"/>
                  </a:lnTo>
                  <a:lnTo>
                    <a:pt x="6232432" y="1203250"/>
                  </a:lnTo>
                  <a:lnTo>
                    <a:pt x="6234083" y="1199141"/>
                  </a:lnTo>
                  <a:lnTo>
                    <a:pt x="6235734" y="1198940"/>
                  </a:lnTo>
                  <a:lnTo>
                    <a:pt x="6237386" y="1219772"/>
                  </a:lnTo>
                  <a:lnTo>
                    <a:pt x="6239037" y="1196495"/>
                  </a:lnTo>
                  <a:lnTo>
                    <a:pt x="6240689" y="1182147"/>
                  </a:lnTo>
                  <a:lnTo>
                    <a:pt x="6242340" y="1167762"/>
                  </a:lnTo>
                  <a:lnTo>
                    <a:pt x="6243991" y="1140861"/>
                  </a:lnTo>
                  <a:lnTo>
                    <a:pt x="6245643" y="1139035"/>
                  </a:lnTo>
                  <a:lnTo>
                    <a:pt x="6247294" y="1119129"/>
                  </a:lnTo>
                  <a:lnTo>
                    <a:pt x="6248946" y="1067433"/>
                  </a:lnTo>
                  <a:lnTo>
                    <a:pt x="6250597" y="1061195"/>
                  </a:lnTo>
                  <a:lnTo>
                    <a:pt x="6252249" y="997474"/>
                  </a:lnTo>
                  <a:lnTo>
                    <a:pt x="6253900" y="992488"/>
                  </a:lnTo>
                  <a:lnTo>
                    <a:pt x="6255551" y="953163"/>
                  </a:lnTo>
                  <a:lnTo>
                    <a:pt x="6257203" y="927508"/>
                  </a:lnTo>
                  <a:lnTo>
                    <a:pt x="6258854" y="905058"/>
                  </a:lnTo>
                  <a:lnTo>
                    <a:pt x="6260506" y="870972"/>
                  </a:lnTo>
                  <a:lnTo>
                    <a:pt x="6262157" y="772362"/>
                  </a:lnTo>
                  <a:lnTo>
                    <a:pt x="6263808" y="717813"/>
                  </a:lnTo>
                  <a:lnTo>
                    <a:pt x="6265460" y="716585"/>
                  </a:lnTo>
                  <a:lnTo>
                    <a:pt x="6267111" y="700518"/>
                  </a:lnTo>
                  <a:lnTo>
                    <a:pt x="6268763" y="667355"/>
                  </a:lnTo>
                  <a:lnTo>
                    <a:pt x="6270414" y="666068"/>
                  </a:lnTo>
                  <a:lnTo>
                    <a:pt x="6272066" y="658972"/>
                  </a:lnTo>
                  <a:lnTo>
                    <a:pt x="6273717" y="651253"/>
                  </a:lnTo>
                  <a:lnTo>
                    <a:pt x="6275368" y="644957"/>
                  </a:lnTo>
                  <a:lnTo>
                    <a:pt x="6277020" y="632911"/>
                  </a:lnTo>
                  <a:lnTo>
                    <a:pt x="6278671" y="661022"/>
                  </a:lnTo>
                  <a:lnTo>
                    <a:pt x="6280323" y="666913"/>
                  </a:lnTo>
                  <a:lnTo>
                    <a:pt x="6281974" y="675867"/>
                  </a:lnTo>
                  <a:lnTo>
                    <a:pt x="6283625" y="707321"/>
                  </a:lnTo>
                  <a:lnTo>
                    <a:pt x="6285277" y="766448"/>
                  </a:lnTo>
                  <a:lnTo>
                    <a:pt x="6286928" y="787562"/>
                  </a:lnTo>
                  <a:lnTo>
                    <a:pt x="6288580" y="831519"/>
                  </a:lnTo>
                  <a:lnTo>
                    <a:pt x="6290231" y="850743"/>
                  </a:lnTo>
                  <a:lnTo>
                    <a:pt x="6291882" y="935626"/>
                  </a:lnTo>
                  <a:lnTo>
                    <a:pt x="6293534" y="977002"/>
                  </a:lnTo>
                  <a:lnTo>
                    <a:pt x="6295185" y="993191"/>
                  </a:lnTo>
                  <a:lnTo>
                    <a:pt x="6296837" y="970532"/>
                  </a:lnTo>
                  <a:lnTo>
                    <a:pt x="6298488" y="1008078"/>
                  </a:lnTo>
                  <a:lnTo>
                    <a:pt x="6300140" y="998211"/>
                  </a:lnTo>
                  <a:lnTo>
                    <a:pt x="6301791" y="1051332"/>
                  </a:lnTo>
                  <a:lnTo>
                    <a:pt x="6303442" y="1067604"/>
                  </a:lnTo>
                  <a:lnTo>
                    <a:pt x="6305094" y="1072264"/>
                  </a:lnTo>
                  <a:lnTo>
                    <a:pt x="6306745" y="1103860"/>
                  </a:lnTo>
                  <a:lnTo>
                    <a:pt x="6308397" y="1094904"/>
                  </a:lnTo>
                  <a:lnTo>
                    <a:pt x="6310048" y="1085187"/>
                  </a:lnTo>
                  <a:lnTo>
                    <a:pt x="6311699" y="1078754"/>
                  </a:lnTo>
                  <a:lnTo>
                    <a:pt x="6313351" y="1106145"/>
                  </a:lnTo>
                  <a:lnTo>
                    <a:pt x="6315002" y="1113819"/>
                  </a:lnTo>
                  <a:lnTo>
                    <a:pt x="6316654" y="1104334"/>
                  </a:lnTo>
                  <a:lnTo>
                    <a:pt x="6318305" y="1115497"/>
                  </a:lnTo>
                  <a:lnTo>
                    <a:pt x="6319956" y="1107849"/>
                  </a:lnTo>
                  <a:lnTo>
                    <a:pt x="6321608" y="1104039"/>
                  </a:lnTo>
                  <a:lnTo>
                    <a:pt x="6323259" y="1131430"/>
                  </a:lnTo>
                  <a:lnTo>
                    <a:pt x="6324911" y="1122575"/>
                  </a:lnTo>
                  <a:lnTo>
                    <a:pt x="6326562" y="1108333"/>
                  </a:lnTo>
                  <a:lnTo>
                    <a:pt x="6328214" y="1112229"/>
                  </a:lnTo>
                  <a:lnTo>
                    <a:pt x="6329865" y="1119932"/>
                  </a:lnTo>
                  <a:lnTo>
                    <a:pt x="6331516" y="1120022"/>
                  </a:lnTo>
                  <a:lnTo>
                    <a:pt x="6333168" y="1083122"/>
                  </a:lnTo>
                  <a:lnTo>
                    <a:pt x="6334819" y="1083660"/>
                  </a:lnTo>
                  <a:lnTo>
                    <a:pt x="6336471" y="1023025"/>
                  </a:lnTo>
                  <a:lnTo>
                    <a:pt x="6338122" y="1005001"/>
                  </a:lnTo>
                  <a:lnTo>
                    <a:pt x="6339773" y="953272"/>
                  </a:lnTo>
                  <a:lnTo>
                    <a:pt x="6341425" y="930352"/>
                  </a:lnTo>
                  <a:lnTo>
                    <a:pt x="6343076" y="869511"/>
                  </a:lnTo>
                  <a:lnTo>
                    <a:pt x="6344728" y="869511"/>
                  </a:lnTo>
                  <a:lnTo>
                    <a:pt x="6346379" y="857552"/>
                  </a:lnTo>
                  <a:lnTo>
                    <a:pt x="6348031" y="842043"/>
                  </a:lnTo>
                  <a:lnTo>
                    <a:pt x="6349682" y="857074"/>
                  </a:lnTo>
                  <a:lnTo>
                    <a:pt x="6351333" y="907164"/>
                  </a:lnTo>
                  <a:lnTo>
                    <a:pt x="6352985" y="922380"/>
                  </a:lnTo>
                  <a:lnTo>
                    <a:pt x="6354636" y="967250"/>
                  </a:lnTo>
                  <a:lnTo>
                    <a:pt x="6356288" y="1002100"/>
                  </a:lnTo>
                  <a:lnTo>
                    <a:pt x="6357939" y="1104984"/>
                  </a:lnTo>
                  <a:lnTo>
                    <a:pt x="6359590" y="1075658"/>
                  </a:lnTo>
                  <a:lnTo>
                    <a:pt x="6361242" y="1100201"/>
                  </a:lnTo>
                  <a:lnTo>
                    <a:pt x="6362893" y="1145515"/>
                  </a:lnTo>
                  <a:lnTo>
                    <a:pt x="6364545" y="1184661"/>
                  </a:lnTo>
                  <a:lnTo>
                    <a:pt x="6366196" y="1206323"/>
                  </a:lnTo>
                  <a:lnTo>
                    <a:pt x="6367847" y="1188907"/>
                  </a:lnTo>
                  <a:lnTo>
                    <a:pt x="6369499" y="1197217"/>
                  </a:lnTo>
                  <a:lnTo>
                    <a:pt x="6371150" y="1189081"/>
                  </a:lnTo>
                  <a:lnTo>
                    <a:pt x="6372802" y="1199534"/>
                  </a:lnTo>
                  <a:lnTo>
                    <a:pt x="6374453" y="1177724"/>
                  </a:lnTo>
                  <a:lnTo>
                    <a:pt x="6376105" y="1257522"/>
                  </a:lnTo>
                  <a:lnTo>
                    <a:pt x="6377756" y="1273492"/>
                  </a:lnTo>
                  <a:lnTo>
                    <a:pt x="6379407" y="1257416"/>
                  </a:lnTo>
                  <a:lnTo>
                    <a:pt x="6381059" y="1249517"/>
                  </a:lnTo>
                  <a:lnTo>
                    <a:pt x="6382710" y="1223424"/>
                  </a:lnTo>
                  <a:lnTo>
                    <a:pt x="6384362" y="1212829"/>
                  </a:lnTo>
                  <a:lnTo>
                    <a:pt x="6386013" y="1233451"/>
                  </a:lnTo>
                  <a:lnTo>
                    <a:pt x="6387664" y="1253804"/>
                  </a:lnTo>
                  <a:lnTo>
                    <a:pt x="6389316" y="1279330"/>
                  </a:lnTo>
                  <a:lnTo>
                    <a:pt x="6390967" y="1272562"/>
                  </a:lnTo>
                  <a:lnTo>
                    <a:pt x="6392619" y="1201538"/>
                  </a:lnTo>
                  <a:lnTo>
                    <a:pt x="6394270" y="1196058"/>
                  </a:lnTo>
                  <a:lnTo>
                    <a:pt x="6395921" y="1200020"/>
                  </a:lnTo>
                  <a:lnTo>
                    <a:pt x="6397573" y="1189181"/>
                  </a:lnTo>
                  <a:lnTo>
                    <a:pt x="6399224" y="1182697"/>
                  </a:lnTo>
                  <a:lnTo>
                    <a:pt x="6400876" y="1180460"/>
                  </a:lnTo>
                  <a:lnTo>
                    <a:pt x="6402527" y="1171799"/>
                  </a:lnTo>
                  <a:lnTo>
                    <a:pt x="6404179" y="1192148"/>
                  </a:lnTo>
                  <a:lnTo>
                    <a:pt x="6405830" y="1233131"/>
                  </a:lnTo>
                  <a:lnTo>
                    <a:pt x="6407481" y="1247999"/>
                  </a:lnTo>
                  <a:lnTo>
                    <a:pt x="6409133" y="1225644"/>
                  </a:lnTo>
                  <a:lnTo>
                    <a:pt x="6410784" y="1237475"/>
                  </a:lnTo>
                  <a:lnTo>
                    <a:pt x="6412436" y="1288835"/>
                  </a:lnTo>
                  <a:lnTo>
                    <a:pt x="6414087" y="1266044"/>
                  </a:lnTo>
                  <a:lnTo>
                    <a:pt x="6415738" y="1219708"/>
                  </a:lnTo>
                  <a:lnTo>
                    <a:pt x="6417390" y="1236057"/>
                  </a:lnTo>
                  <a:lnTo>
                    <a:pt x="6419041" y="1276781"/>
                  </a:lnTo>
                  <a:lnTo>
                    <a:pt x="6420693" y="1225535"/>
                  </a:lnTo>
                  <a:lnTo>
                    <a:pt x="6422344" y="1213934"/>
                  </a:lnTo>
                  <a:lnTo>
                    <a:pt x="6423995" y="1205201"/>
                  </a:lnTo>
                  <a:lnTo>
                    <a:pt x="6425647" y="1201971"/>
                  </a:lnTo>
                  <a:lnTo>
                    <a:pt x="6427298" y="1204581"/>
                  </a:lnTo>
                  <a:lnTo>
                    <a:pt x="6428950" y="1166909"/>
                  </a:lnTo>
                  <a:lnTo>
                    <a:pt x="6430601" y="1144246"/>
                  </a:lnTo>
                  <a:lnTo>
                    <a:pt x="6432253" y="1127239"/>
                  </a:lnTo>
                  <a:lnTo>
                    <a:pt x="6433904" y="1123384"/>
                  </a:lnTo>
                  <a:lnTo>
                    <a:pt x="6435555" y="1109989"/>
                  </a:lnTo>
                  <a:lnTo>
                    <a:pt x="6437207" y="1099595"/>
                  </a:lnTo>
                  <a:lnTo>
                    <a:pt x="6438858" y="1084141"/>
                  </a:lnTo>
                  <a:lnTo>
                    <a:pt x="6440510" y="1051654"/>
                  </a:lnTo>
                  <a:lnTo>
                    <a:pt x="6442161" y="1027323"/>
                  </a:lnTo>
                  <a:lnTo>
                    <a:pt x="6443812" y="971057"/>
                  </a:lnTo>
                  <a:lnTo>
                    <a:pt x="6445464" y="980105"/>
                  </a:lnTo>
                  <a:lnTo>
                    <a:pt x="6447115" y="967318"/>
                  </a:lnTo>
                  <a:lnTo>
                    <a:pt x="6448767" y="963869"/>
                  </a:lnTo>
                  <a:lnTo>
                    <a:pt x="6450418" y="976226"/>
                  </a:lnTo>
                  <a:lnTo>
                    <a:pt x="6452070" y="999094"/>
                  </a:lnTo>
                  <a:lnTo>
                    <a:pt x="6453721" y="1041832"/>
                  </a:lnTo>
                  <a:lnTo>
                    <a:pt x="6455372" y="1074721"/>
                  </a:lnTo>
                  <a:lnTo>
                    <a:pt x="6457024" y="1132481"/>
                  </a:lnTo>
                  <a:lnTo>
                    <a:pt x="6458675" y="1140868"/>
                  </a:lnTo>
                  <a:lnTo>
                    <a:pt x="6460327" y="1135500"/>
                  </a:lnTo>
                  <a:lnTo>
                    <a:pt x="6461978" y="1159439"/>
                  </a:lnTo>
                  <a:lnTo>
                    <a:pt x="6463629" y="1157701"/>
                  </a:lnTo>
                  <a:lnTo>
                    <a:pt x="6465281" y="1155158"/>
                  </a:lnTo>
                  <a:lnTo>
                    <a:pt x="6466932" y="1143726"/>
                  </a:lnTo>
                  <a:lnTo>
                    <a:pt x="6468584" y="1185975"/>
                  </a:lnTo>
                  <a:lnTo>
                    <a:pt x="6470235" y="1216621"/>
                  </a:lnTo>
                  <a:lnTo>
                    <a:pt x="6471886" y="1212388"/>
                  </a:lnTo>
                  <a:lnTo>
                    <a:pt x="6473538" y="1221283"/>
                  </a:lnTo>
                  <a:lnTo>
                    <a:pt x="6475189" y="1234453"/>
                  </a:lnTo>
                  <a:lnTo>
                    <a:pt x="6476841" y="1283333"/>
                  </a:lnTo>
                  <a:lnTo>
                    <a:pt x="6478492" y="1271178"/>
                  </a:lnTo>
                  <a:lnTo>
                    <a:pt x="6480144" y="1238459"/>
                  </a:lnTo>
                  <a:lnTo>
                    <a:pt x="6481795" y="1231562"/>
                  </a:lnTo>
                  <a:lnTo>
                    <a:pt x="6483446" y="1231998"/>
                  </a:lnTo>
                  <a:lnTo>
                    <a:pt x="6485098" y="1221175"/>
                  </a:lnTo>
                  <a:lnTo>
                    <a:pt x="6486749" y="1237952"/>
                  </a:lnTo>
                  <a:lnTo>
                    <a:pt x="6488401" y="1235443"/>
                  </a:lnTo>
                  <a:lnTo>
                    <a:pt x="6490052" y="1245175"/>
                  </a:lnTo>
                  <a:lnTo>
                    <a:pt x="6491703" y="1276025"/>
                  </a:lnTo>
                  <a:lnTo>
                    <a:pt x="6493355" y="1277075"/>
                  </a:lnTo>
                  <a:lnTo>
                    <a:pt x="6495006" y="1267226"/>
                  </a:lnTo>
                  <a:lnTo>
                    <a:pt x="6496658" y="1281364"/>
                  </a:lnTo>
                  <a:lnTo>
                    <a:pt x="6498309" y="1245175"/>
                  </a:lnTo>
                  <a:lnTo>
                    <a:pt x="6499960" y="1241577"/>
                  </a:lnTo>
                  <a:lnTo>
                    <a:pt x="6501612" y="1268979"/>
                  </a:lnTo>
                  <a:lnTo>
                    <a:pt x="6503263" y="1299883"/>
                  </a:lnTo>
                  <a:lnTo>
                    <a:pt x="6504915" y="1286907"/>
                  </a:lnTo>
                  <a:lnTo>
                    <a:pt x="6506566" y="1284974"/>
                  </a:lnTo>
                  <a:lnTo>
                    <a:pt x="6508218" y="1261817"/>
                  </a:lnTo>
                  <a:lnTo>
                    <a:pt x="6509869" y="1257563"/>
                  </a:lnTo>
                  <a:lnTo>
                    <a:pt x="6511520" y="1277915"/>
                  </a:lnTo>
                  <a:lnTo>
                    <a:pt x="6513172" y="1298743"/>
                  </a:lnTo>
                  <a:lnTo>
                    <a:pt x="6514823" y="1301780"/>
                  </a:lnTo>
                  <a:lnTo>
                    <a:pt x="6516475" y="1251001"/>
                  </a:lnTo>
                  <a:lnTo>
                    <a:pt x="6518126" y="1249586"/>
                  </a:lnTo>
                  <a:lnTo>
                    <a:pt x="6519777" y="1260136"/>
                  </a:lnTo>
                  <a:lnTo>
                    <a:pt x="6521429" y="1287912"/>
                  </a:lnTo>
                  <a:lnTo>
                    <a:pt x="6523080" y="1306799"/>
                  </a:lnTo>
                  <a:lnTo>
                    <a:pt x="6524732" y="1294524"/>
                  </a:lnTo>
                  <a:lnTo>
                    <a:pt x="6526383" y="1253199"/>
                  </a:lnTo>
                  <a:lnTo>
                    <a:pt x="6528035" y="1244339"/>
                  </a:lnTo>
                  <a:lnTo>
                    <a:pt x="6529686" y="1248842"/>
                  </a:lnTo>
                  <a:lnTo>
                    <a:pt x="6531337" y="1249114"/>
                  </a:lnTo>
                  <a:lnTo>
                    <a:pt x="6532989" y="1241606"/>
                  </a:lnTo>
                  <a:lnTo>
                    <a:pt x="6534640" y="1243727"/>
                  </a:lnTo>
                  <a:lnTo>
                    <a:pt x="6536292" y="1249003"/>
                  </a:lnTo>
                  <a:lnTo>
                    <a:pt x="6537943" y="1246327"/>
                  </a:lnTo>
                  <a:lnTo>
                    <a:pt x="6539594" y="1256039"/>
                  </a:lnTo>
                  <a:lnTo>
                    <a:pt x="6541246" y="1277501"/>
                  </a:lnTo>
                  <a:lnTo>
                    <a:pt x="6542897" y="1301154"/>
                  </a:lnTo>
                  <a:lnTo>
                    <a:pt x="6544549" y="1282159"/>
                  </a:lnTo>
                  <a:lnTo>
                    <a:pt x="6546200" y="1248185"/>
                  </a:lnTo>
                  <a:lnTo>
                    <a:pt x="6547851" y="1248185"/>
                  </a:lnTo>
                  <a:lnTo>
                    <a:pt x="6549503" y="1242824"/>
                  </a:lnTo>
                  <a:lnTo>
                    <a:pt x="6551154" y="1242834"/>
                  </a:lnTo>
                  <a:lnTo>
                    <a:pt x="6552806" y="1258707"/>
                  </a:lnTo>
                  <a:lnTo>
                    <a:pt x="6554457" y="1249715"/>
                  </a:lnTo>
                  <a:lnTo>
                    <a:pt x="6556109" y="1258825"/>
                  </a:lnTo>
                  <a:lnTo>
                    <a:pt x="6557760" y="1267649"/>
                  </a:lnTo>
                  <a:lnTo>
                    <a:pt x="6559411" y="1253732"/>
                  </a:lnTo>
                  <a:lnTo>
                    <a:pt x="6561063" y="1254557"/>
                  </a:lnTo>
                  <a:lnTo>
                    <a:pt x="6562714" y="1254790"/>
                  </a:lnTo>
                  <a:lnTo>
                    <a:pt x="6564366" y="1233040"/>
                  </a:lnTo>
                  <a:lnTo>
                    <a:pt x="6566017" y="1254908"/>
                  </a:lnTo>
                  <a:lnTo>
                    <a:pt x="6567668" y="1251633"/>
                  </a:lnTo>
                  <a:lnTo>
                    <a:pt x="6569320" y="1251888"/>
                  </a:lnTo>
                  <a:lnTo>
                    <a:pt x="6570971" y="1273098"/>
                  </a:lnTo>
                  <a:lnTo>
                    <a:pt x="6572623" y="1274135"/>
                  </a:lnTo>
                  <a:lnTo>
                    <a:pt x="6574274" y="1253014"/>
                  </a:lnTo>
                  <a:lnTo>
                    <a:pt x="6575925" y="1285247"/>
                  </a:lnTo>
                  <a:lnTo>
                    <a:pt x="6577577" y="1310440"/>
                  </a:lnTo>
                  <a:lnTo>
                    <a:pt x="6579228" y="1312578"/>
                  </a:lnTo>
                  <a:lnTo>
                    <a:pt x="6580880" y="1309655"/>
                  </a:lnTo>
                  <a:lnTo>
                    <a:pt x="6582531" y="1268011"/>
                  </a:lnTo>
                  <a:lnTo>
                    <a:pt x="6584183" y="1242551"/>
                  </a:lnTo>
                  <a:lnTo>
                    <a:pt x="6585834" y="1232998"/>
                  </a:lnTo>
                  <a:lnTo>
                    <a:pt x="6587485" y="1235043"/>
                  </a:lnTo>
                  <a:lnTo>
                    <a:pt x="6589137" y="1242079"/>
                  </a:lnTo>
                  <a:lnTo>
                    <a:pt x="6590788" y="1253708"/>
                  </a:lnTo>
                  <a:lnTo>
                    <a:pt x="6592440" y="1258994"/>
                  </a:lnTo>
                  <a:lnTo>
                    <a:pt x="6594091" y="1243119"/>
                  </a:lnTo>
                  <a:lnTo>
                    <a:pt x="6595742" y="1243591"/>
                  </a:lnTo>
                  <a:lnTo>
                    <a:pt x="6597394" y="1226309"/>
                  </a:lnTo>
                  <a:lnTo>
                    <a:pt x="6599045" y="1226309"/>
                  </a:lnTo>
                  <a:lnTo>
                    <a:pt x="6600697" y="1251351"/>
                  </a:lnTo>
                  <a:lnTo>
                    <a:pt x="6602348" y="1262035"/>
                  </a:lnTo>
                  <a:lnTo>
                    <a:pt x="6603999" y="1254565"/>
                  </a:lnTo>
                  <a:lnTo>
                    <a:pt x="6603999" y="1357685"/>
                  </a:lnTo>
                  <a:lnTo>
                    <a:pt x="6602348" y="1357685"/>
                  </a:lnTo>
                  <a:lnTo>
                    <a:pt x="6600697" y="1357685"/>
                  </a:lnTo>
                  <a:lnTo>
                    <a:pt x="6599045" y="1357685"/>
                  </a:lnTo>
                  <a:lnTo>
                    <a:pt x="6597394" y="1357685"/>
                  </a:lnTo>
                  <a:lnTo>
                    <a:pt x="6595742" y="1357685"/>
                  </a:lnTo>
                  <a:lnTo>
                    <a:pt x="6594091" y="1357685"/>
                  </a:lnTo>
                  <a:lnTo>
                    <a:pt x="6592440" y="1357685"/>
                  </a:lnTo>
                  <a:lnTo>
                    <a:pt x="6590788" y="1357685"/>
                  </a:lnTo>
                  <a:lnTo>
                    <a:pt x="6589137" y="1357685"/>
                  </a:lnTo>
                  <a:lnTo>
                    <a:pt x="6587485" y="1357685"/>
                  </a:lnTo>
                  <a:lnTo>
                    <a:pt x="6585834" y="1357685"/>
                  </a:lnTo>
                  <a:lnTo>
                    <a:pt x="6584183" y="1357685"/>
                  </a:lnTo>
                  <a:lnTo>
                    <a:pt x="6582531" y="1357685"/>
                  </a:lnTo>
                  <a:lnTo>
                    <a:pt x="6580880" y="1357685"/>
                  </a:lnTo>
                  <a:lnTo>
                    <a:pt x="6579228" y="1357685"/>
                  </a:lnTo>
                  <a:lnTo>
                    <a:pt x="6577577" y="1357685"/>
                  </a:lnTo>
                  <a:lnTo>
                    <a:pt x="6575925" y="1357685"/>
                  </a:lnTo>
                  <a:lnTo>
                    <a:pt x="6574274" y="1357685"/>
                  </a:lnTo>
                  <a:lnTo>
                    <a:pt x="6572623" y="1357685"/>
                  </a:lnTo>
                  <a:lnTo>
                    <a:pt x="6570971" y="1357685"/>
                  </a:lnTo>
                  <a:lnTo>
                    <a:pt x="6569320" y="1357685"/>
                  </a:lnTo>
                  <a:lnTo>
                    <a:pt x="6567668" y="1357685"/>
                  </a:lnTo>
                  <a:lnTo>
                    <a:pt x="6566017" y="1357685"/>
                  </a:lnTo>
                  <a:lnTo>
                    <a:pt x="6564366" y="1357685"/>
                  </a:lnTo>
                  <a:lnTo>
                    <a:pt x="6562714" y="1357685"/>
                  </a:lnTo>
                  <a:lnTo>
                    <a:pt x="6561063" y="1357685"/>
                  </a:lnTo>
                  <a:lnTo>
                    <a:pt x="6559411" y="1357685"/>
                  </a:lnTo>
                  <a:lnTo>
                    <a:pt x="6557760" y="1357685"/>
                  </a:lnTo>
                  <a:lnTo>
                    <a:pt x="6556109" y="1357685"/>
                  </a:lnTo>
                  <a:lnTo>
                    <a:pt x="6554457" y="1357685"/>
                  </a:lnTo>
                  <a:lnTo>
                    <a:pt x="6552806" y="1357685"/>
                  </a:lnTo>
                  <a:lnTo>
                    <a:pt x="6551154" y="1357685"/>
                  </a:lnTo>
                  <a:lnTo>
                    <a:pt x="6549503" y="1357685"/>
                  </a:lnTo>
                  <a:lnTo>
                    <a:pt x="6547851" y="1357685"/>
                  </a:lnTo>
                  <a:lnTo>
                    <a:pt x="6546200" y="1357685"/>
                  </a:lnTo>
                  <a:lnTo>
                    <a:pt x="6544549" y="1357685"/>
                  </a:lnTo>
                  <a:lnTo>
                    <a:pt x="6542897" y="1357685"/>
                  </a:lnTo>
                  <a:lnTo>
                    <a:pt x="6541246" y="1357685"/>
                  </a:lnTo>
                  <a:lnTo>
                    <a:pt x="6539594" y="1357685"/>
                  </a:lnTo>
                  <a:lnTo>
                    <a:pt x="6537943" y="1357685"/>
                  </a:lnTo>
                  <a:lnTo>
                    <a:pt x="6536292" y="1357685"/>
                  </a:lnTo>
                  <a:lnTo>
                    <a:pt x="6534640" y="1357685"/>
                  </a:lnTo>
                  <a:lnTo>
                    <a:pt x="6532989" y="1357685"/>
                  </a:lnTo>
                  <a:lnTo>
                    <a:pt x="6531337" y="1357685"/>
                  </a:lnTo>
                  <a:lnTo>
                    <a:pt x="6529686" y="1357685"/>
                  </a:lnTo>
                  <a:lnTo>
                    <a:pt x="6528035" y="1357685"/>
                  </a:lnTo>
                  <a:lnTo>
                    <a:pt x="6526383" y="1357685"/>
                  </a:lnTo>
                  <a:lnTo>
                    <a:pt x="6524732" y="1357685"/>
                  </a:lnTo>
                  <a:lnTo>
                    <a:pt x="6523080" y="1357685"/>
                  </a:lnTo>
                  <a:lnTo>
                    <a:pt x="6521429" y="1357685"/>
                  </a:lnTo>
                  <a:lnTo>
                    <a:pt x="6519777" y="1357685"/>
                  </a:lnTo>
                  <a:lnTo>
                    <a:pt x="6518126" y="1357685"/>
                  </a:lnTo>
                  <a:lnTo>
                    <a:pt x="6516475" y="1357685"/>
                  </a:lnTo>
                  <a:lnTo>
                    <a:pt x="6514823" y="1357685"/>
                  </a:lnTo>
                  <a:lnTo>
                    <a:pt x="6513172" y="1357685"/>
                  </a:lnTo>
                  <a:lnTo>
                    <a:pt x="6511520" y="1357685"/>
                  </a:lnTo>
                  <a:lnTo>
                    <a:pt x="6509869" y="1357685"/>
                  </a:lnTo>
                  <a:lnTo>
                    <a:pt x="6508218" y="1357685"/>
                  </a:lnTo>
                  <a:lnTo>
                    <a:pt x="6506566" y="1357685"/>
                  </a:lnTo>
                  <a:lnTo>
                    <a:pt x="6504915" y="1357685"/>
                  </a:lnTo>
                  <a:lnTo>
                    <a:pt x="6503263" y="1357685"/>
                  </a:lnTo>
                  <a:lnTo>
                    <a:pt x="6501612" y="1357685"/>
                  </a:lnTo>
                  <a:lnTo>
                    <a:pt x="6499960" y="1357685"/>
                  </a:lnTo>
                  <a:lnTo>
                    <a:pt x="6498309" y="1357685"/>
                  </a:lnTo>
                  <a:lnTo>
                    <a:pt x="6496658" y="1357685"/>
                  </a:lnTo>
                  <a:lnTo>
                    <a:pt x="6495006" y="1357685"/>
                  </a:lnTo>
                  <a:lnTo>
                    <a:pt x="6493355" y="1357685"/>
                  </a:lnTo>
                  <a:lnTo>
                    <a:pt x="6491703" y="1357685"/>
                  </a:lnTo>
                  <a:lnTo>
                    <a:pt x="6490052" y="1357685"/>
                  </a:lnTo>
                  <a:lnTo>
                    <a:pt x="6488401" y="1357685"/>
                  </a:lnTo>
                  <a:lnTo>
                    <a:pt x="6486749" y="1357685"/>
                  </a:lnTo>
                  <a:lnTo>
                    <a:pt x="6485098" y="1357685"/>
                  </a:lnTo>
                  <a:lnTo>
                    <a:pt x="6483446" y="1357685"/>
                  </a:lnTo>
                  <a:lnTo>
                    <a:pt x="6481795" y="1357685"/>
                  </a:lnTo>
                  <a:lnTo>
                    <a:pt x="6480144" y="1357685"/>
                  </a:lnTo>
                  <a:lnTo>
                    <a:pt x="6478492" y="1357685"/>
                  </a:lnTo>
                  <a:lnTo>
                    <a:pt x="6476841" y="1357685"/>
                  </a:lnTo>
                  <a:lnTo>
                    <a:pt x="6475189" y="1357685"/>
                  </a:lnTo>
                  <a:lnTo>
                    <a:pt x="6473538" y="1357685"/>
                  </a:lnTo>
                  <a:lnTo>
                    <a:pt x="6471886" y="1357685"/>
                  </a:lnTo>
                  <a:lnTo>
                    <a:pt x="6470235" y="1357685"/>
                  </a:lnTo>
                  <a:lnTo>
                    <a:pt x="6468584" y="1357685"/>
                  </a:lnTo>
                  <a:lnTo>
                    <a:pt x="6466932" y="1357685"/>
                  </a:lnTo>
                  <a:lnTo>
                    <a:pt x="6465281" y="1357685"/>
                  </a:lnTo>
                  <a:lnTo>
                    <a:pt x="6463629" y="1357685"/>
                  </a:lnTo>
                  <a:lnTo>
                    <a:pt x="6461978" y="1357685"/>
                  </a:lnTo>
                  <a:lnTo>
                    <a:pt x="6460327" y="1357685"/>
                  </a:lnTo>
                  <a:lnTo>
                    <a:pt x="6458675" y="1357685"/>
                  </a:lnTo>
                  <a:lnTo>
                    <a:pt x="6457024" y="1357685"/>
                  </a:lnTo>
                  <a:lnTo>
                    <a:pt x="6455372" y="1357685"/>
                  </a:lnTo>
                  <a:lnTo>
                    <a:pt x="6453721" y="1357685"/>
                  </a:lnTo>
                  <a:lnTo>
                    <a:pt x="6452070" y="1357685"/>
                  </a:lnTo>
                  <a:lnTo>
                    <a:pt x="6450418" y="1357685"/>
                  </a:lnTo>
                  <a:lnTo>
                    <a:pt x="6448767" y="1357685"/>
                  </a:lnTo>
                  <a:lnTo>
                    <a:pt x="6447115" y="1357685"/>
                  </a:lnTo>
                  <a:lnTo>
                    <a:pt x="6445464" y="1357685"/>
                  </a:lnTo>
                  <a:lnTo>
                    <a:pt x="6443812" y="1357685"/>
                  </a:lnTo>
                  <a:lnTo>
                    <a:pt x="6442161" y="1357685"/>
                  </a:lnTo>
                  <a:lnTo>
                    <a:pt x="6440510" y="1357685"/>
                  </a:lnTo>
                  <a:lnTo>
                    <a:pt x="6438858" y="1357685"/>
                  </a:lnTo>
                  <a:lnTo>
                    <a:pt x="6437207" y="1357685"/>
                  </a:lnTo>
                  <a:lnTo>
                    <a:pt x="6435555" y="1357685"/>
                  </a:lnTo>
                  <a:lnTo>
                    <a:pt x="6433904" y="1357685"/>
                  </a:lnTo>
                  <a:lnTo>
                    <a:pt x="6432253" y="1357685"/>
                  </a:lnTo>
                  <a:lnTo>
                    <a:pt x="6430601" y="1357685"/>
                  </a:lnTo>
                  <a:lnTo>
                    <a:pt x="6428950" y="1357685"/>
                  </a:lnTo>
                  <a:lnTo>
                    <a:pt x="6427298" y="1357685"/>
                  </a:lnTo>
                  <a:lnTo>
                    <a:pt x="6425647" y="1357685"/>
                  </a:lnTo>
                  <a:lnTo>
                    <a:pt x="6423995" y="1357685"/>
                  </a:lnTo>
                  <a:lnTo>
                    <a:pt x="6422344" y="1357685"/>
                  </a:lnTo>
                  <a:lnTo>
                    <a:pt x="6420693" y="1357685"/>
                  </a:lnTo>
                  <a:lnTo>
                    <a:pt x="6419041" y="1357685"/>
                  </a:lnTo>
                  <a:lnTo>
                    <a:pt x="6417390" y="1357685"/>
                  </a:lnTo>
                  <a:lnTo>
                    <a:pt x="6415738" y="1357685"/>
                  </a:lnTo>
                  <a:lnTo>
                    <a:pt x="6414087" y="1357685"/>
                  </a:lnTo>
                  <a:lnTo>
                    <a:pt x="6412436" y="1357685"/>
                  </a:lnTo>
                  <a:lnTo>
                    <a:pt x="6410784" y="1357685"/>
                  </a:lnTo>
                  <a:lnTo>
                    <a:pt x="6409133" y="1357685"/>
                  </a:lnTo>
                  <a:lnTo>
                    <a:pt x="6407481" y="1357685"/>
                  </a:lnTo>
                  <a:lnTo>
                    <a:pt x="6405830" y="1357685"/>
                  </a:lnTo>
                  <a:lnTo>
                    <a:pt x="6404179" y="1357685"/>
                  </a:lnTo>
                  <a:lnTo>
                    <a:pt x="6402527" y="1357685"/>
                  </a:lnTo>
                  <a:lnTo>
                    <a:pt x="6400876" y="1357685"/>
                  </a:lnTo>
                  <a:lnTo>
                    <a:pt x="6399224" y="1357685"/>
                  </a:lnTo>
                  <a:lnTo>
                    <a:pt x="6397573" y="1357685"/>
                  </a:lnTo>
                  <a:lnTo>
                    <a:pt x="6395921" y="1357685"/>
                  </a:lnTo>
                  <a:lnTo>
                    <a:pt x="6394270" y="1357685"/>
                  </a:lnTo>
                  <a:lnTo>
                    <a:pt x="6392619" y="1357685"/>
                  </a:lnTo>
                  <a:lnTo>
                    <a:pt x="6390967" y="1357685"/>
                  </a:lnTo>
                  <a:lnTo>
                    <a:pt x="6389316" y="1357685"/>
                  </a:lnTo>
                  <a:lnTo>
                    <a:pt x="6387664" y="1357685"/>
                  </a:lnTo>
                  <a:lnTo>
                    <a:pt x="6386013" y="1357685"/>
                  </a:lnTo>
                  <a:lnTo>
                    <a:pt x="6384362" y="1357685"/>
                  </a:lnTo>
                  <a:lnTo>
                    <a:pt x="6382710" y="1357685"/>
                  </a:lnTo>
                  <a:lnTo>
                    <a:pt x="6381059" y="1357685"/>
                  </a:lnTo>
                  <a:lnTo>
                    <a:pt x="6379407" y="1357685"/>
                  </a:lnTo>
                  <a:lnTo>
                    <a:pt x="6377756" y="1357685"/>
                  </a:lnTo>
                  <a:lnTo>
                    <a:pt x="6376105" y="1357685"/>
                  </a:lnTo>
                  <a:lnTo>
                    <a:pt x="6374453" y="1357685"/>
                  </a:lnTo>
                  <a:lnTo>
                    <a:pt x="6372802" y="1357685"/>
                  </a:lnTo>
                  <a:lnTo>
                    <a:pt x="6371150" y="1357685"/>
                  </a:lnTo>
                  <a:lnTo>
                    <a:pt x="6369499" y="1357685"/>
                  </a:lnTo>
                  <a:lnTo>
                    <a:pt x="6367847" y="1357685"/>
                  </a:lnTo>
                  <a:lnTo>
                    <a:pt x="6366196" y="1357685"/>
                  </a:lnTo>
                  <a:lnTo>
                    <a:pt x="6364545" y="1357685"/>
                  </a:lnTo>
                  <a:lnTo>
                    <a:pt x="6362893" y="1357685"/>
                  </a:lnTo>
                  <a:lnTo>
                    <a:pt x="6361242" y="1357685"/>
                  </a:lnTo>
                  <a:lnTo>
                    <a:pt x="6359590" y="1357685"/>
                  </a:lnTo>
                  <a:lnTo>
                    <a:pt x="6357939" y="1357685"/>
                  </a:lnTo>
                  <a:lnTo>
                    <a:pt x="6356288" y="1357685"/>
                  </a:lnTo>
                  <a:lnTo>
                    <a:pt x="6354636" y="1357685"/>
                  </a:lnTo>
                  <a:lnTo>
                    <a:pt x="6352985" y="1357685"/>
                  </a:lnTo>
                  <a:lnTo>
                    <a:pt x="6351333" y="1357685"/>
                  </a:lnTo>
                  <a:lnTo>
                    <a:pt x="6349682" y="1357685"/>
                  </a:lnTo>
                  <a:lnTo>
                    <a:pt x="6348031" y="1357685"/>
                  </a:lnTo>
                  <a:lnTo>
                    <a:pt x="6346379" y="1357685"/>
                  </a:lnTo>
                  <a:lnTo>
                    <a:pt x="6344728" y="1357685"/>
                  </a:lnTo>
                  <a:lnTo>
                    <a:pt x="6343076" y="1357685"/>
                  </a:lnTo>
                  <a:lnTo>
                    <a:pt x="6341425" y="1357685"/>
                  </a:lnTo>
                  <a:lnTo>
                    <a:pt x="6339773" y="1357685"/>
                  </a:lnTo>
                  <a:lnTo>
                    <a:pt x="6338122" y="1357685"/>
                  </a:lnTo>
                  <a:lnTo>
                    <a:pt x="6336471" y="1357685"/>
                  </a:lnTo>
                  <a:lnTo>
                    <a:pt x="6334819" y="1357685"/>
                  </a:lnTo>
                  <a:lnTo>
                    <a:pt x="6333168" y="1357685"/>
                  </a:lnTo>
                  <a:lnTo>
                    <a:pt x="6331516" y="1357685"/>
                  </a:lnTo>
                  <a:lnTo>
                    <a:pt x="6329865" y="1357685"/>
                  </a:lnTo>
                  <a:lnTo>
                    <a:pt x="6328214" y="1357685"/>
                  </a:lnTo>
                  <a:lnTo>
                    <a:pt x="6326562" y="1357685"/>
                  </a:lnTo>
                  <a:lnTo>
                    <a:pt x="6324911" y="1357685"/>
                  </a:lnTo>
                  <a:lnTo>
                    <a:pt x="6323259" y="1357685"/>
                  </a:lnTo>
                  <a:lnTo>
                    <a:pt x="6321608" y="1357685"/>
                  </a:lnTo>
                  <a:lnTo>
                    <a:pt x="6319956" y="1357685"/>
                  </a:lnTo>
                  <a:lnTo>
                    <a:pt x="6318305" y="1357685"/>
                  </a:lnTo>
                  <a:lnTo>
                    <a:pt x="6316654" y="1357685"/>
                  </a:lnTo>
                  <a:lnTo>
                    <a:pt x="6315002" y="1357685"/>
                  </a:lnTo>
                  <a:lnTo>
                    <a:pt x="6313351" y="1357685"/>
                  </a:lnTo>
                  <a:lnTo>
                    <a:pt x="6311699" y="1357685"/>
                  </a:lnTo>
                  <a:lnTo>
                    <a:pt x="6310048" y="1357685"/>
                  </a:lnTo>
                  <a:lnTo>
                    <a:pt x="6308397" y="1357685"/>
                  </a:lnTo>
                  <a:lnTo>
                    <a:pt x="6306745" y="1357685"/>
                  </a:lnTo>
                  <a:lnTo>
                    <a:pt x="6305094" y="1357685"/>
                  </a:lnTo>
                  <a:lnTo>
                    <a:pt x="6303442" y="1357685"/>
                  </a:lnTo>
                  <a:lnTo>
                    <a:pt x="6301791" y="1357685"/>
                  </a:lnTo>
                  <a:lnTo>
                    <a:pt x="6300140" y="1357685"/>
                  </a:lnTo>
                  <a:lnTo>
                    <a:pt x="6298488" y="1357685"/>
                  </a:lnTo>
                  <a:lnTo>
                    <a:pt x="6296837" y="1357685"/>
                  </a:lnTo>
                  <a:lnTo>
                    <a:pt x="6295185" y="1357685"/>
                  </a:lnTo>
                  <a:lnTo>
                    <a:pt x="6293534" y="1357685"/>
                  </a:lnTo>
                  <a:lnTo>
                    <a:pt x="6291882" y="1357685"/>
                  </a:lnTo>
                  <a:lnTo>
                    <a:pt x="6290231" y="1357685"/>
                  </a:lnTo>
                  <a:lnTo>
                    <a:pt x="6288580" y="1357685"/>
                  </a:lnTo>
                  <a:lnTo>
                    <a:pt x="6286928" y="1357685"/>
                  </a:lnTo>
                  <a:lnTo>
                    <a:pt x="6285277" y="1357685"/>
                  </a:lnTo>
                  <a:lnTo>
                    <a:pt x="6283625" y="1357685"/>
                  </a:lnTo>
                  <a:lnTo>
                    <a:pt x="6281974" y="1357685"/>
                  </a:lnTo>
                  <a:lnTo>
                    <a:pt x="6280323" y="1357685"/>
                  </a:lnTo>
                  <a:lnTo>
                    <a:pt x="6278671" y="1357685"/>
                  </a:lnTo>
                  <a:lnTo>
                    <a:pt x="6277020" y="1357685"/>
                  </a:lnTo>
                  <a:lnTo>
                    <a:pt x="6275368" y="1357685"/>
                  </a:lnTo>
                  <a:lnTo>
                    <a:pt x="6273717" y="1357685"/>
                  </a:lnTo>
                  <a:lnTo>
                    <a:pt x="6272066" y="1357685"/>
                  </a:lnTo>
                  <a:lnTo>
                    <a:pt x="6270414" y="1357685"/>
                  </a:lnTo>
                  <a:lnTo>
                    <a:pt x="6268763" y="1357685"/>
                  </a:lnTo>
                  <a:lnTo>
                    <a:pt x="6267111" y="1357685"/>
                  </a:lnTo>
                  <a:lnTo>
                    <a:pt x="6265460" y="1357685"/>
                  </a:lnTo>
                  <a:lnTo>
                    <a:pt x="6263808" y="1357685"/>
                  </a:lnTo>
                  <a:lnTo>
                    <a:pt x="6262157" y="1357685"/>
                  </a:lnTo>
                  <a:lnTo>
                    <a:pt x="6260506" y="1357685"/>
                  </a:lnTo>
                  <a:lnTo>
                    <a:pt x="6258854" y="1357685"/>
                  </a:lnTo>
                  <a:lnTo>
                    <a:pt x="6257203" y="1357685"/>
                  </a:lnTo>
                  <a:lnTo>
                    <a:pt x="6255551" y="1357685"/>
                  </a:lnTo>
                  <a:lnTo>
                    <a:pt x="6253900" y="1357685"/>
                  </a:lnTo>
                  <a:lnTo>
                    <a:pt x="6252249" y="1357685"/>
                  </a:lnTo>
                  <a:lnTo>
                    <a:pt x="6250597" y="1357685"/>
                  </a:lnTo>
                  <a:lnTo>
                    <a:pt x="6248946" y="1357685"/>
                  </a:lnTo>
                  <a:lnTo>
                    <a:pt x="6247294" y="1357685"/>
                  </a:lnTo>
                  <a:lnTo>
                    <a:pt x="6245643" y="1357685"/>
                  </a:lnTo>
                  <a:lnTo>
                    <a:pt x="6243991" y="1357685"/>
                  </a:lnTo>
                  <a:lnTo>
                    <a:pt x="6242340" y="1357685"/>
                  </a:lnTo>
                  <a:lnTo>
                    <a:pt x="6240689" y="1357685"/>
                  </a:lnTo>
                  <a:lnTo>
                    <a:pt x="6239037" y="1357685"/>
                  </a:lnTo>
                  <a:lnTo>
                    <a:pt x="6237386" y="1357685"/>
                  </a:lnTo>
                  <a:lnTo>
                    <a:pt x="6235734" y="1357685"/>
                  </a:lnTo>
                  <a:lnTo>
                    <a:pt x="6234083" y="1357685"/>
                  </a:lnTo>
                  <a:lnTo>
                    <a:pt x="6232432" y="1357685"/>
                  </a:lnTo>
                  <a:lnTo>
                    <a:pt x="6230780" y="1357685"/>
                  </a:lnTo>
                  <a:lnTo>
                    <a:pt x="6229129" y="1357685"/>
                  </a:lnTo>
                  <a:lnTo>
                    <a:pt x="6227477" y="1357685"/>
                  </a:lnTo>
                  <a:lnTo>
                    <a:pt x="6225826" y="1357685"/>
                  </a:lnTo>
                  <a:lnTo>
                    <a:pt x="6224175" y="1357685"/>
                  </a:lnTo>
                  <a:lnTo>
                    <a:pt x="6222523" y="1357685"/>
                  </a:lnTo>
                  <a:lnTo>
                    <a:pt x="6220872" y="1357685"/>
                  </a:lnTo>
                  <a:lnTo>
                    <a:pt x="6219220" y="1357685"/>
                  </a:lnTo>
                  <a:lnTo>
                    <a:pt x="6217569" y="1357685"/>
                  </a:lnTo>
                  <a:lnTo>
                    <a:pt x="6215917" y="1357685"/>
                  </a:lnTo>
                  <a:lnTo>
                    <a:pt x="6214266" y="1357685"/>
                  </a:lnTo>
                  <a:lnTo>
                    <a:pt x="6212615" y="1357685"/>
                  </a:lnTo>
                  <a:lnTo>
                    <a:pt x="6210963" y="1357685"/>
                  </a:lnTo>
                  <a:lnTo>
                    <a:pt x="6209312" y="1357685"/>
                  </a:lnTo>
                  <a:lnTo>
                    <a:pt x="6207660" y="1357685"/>
                  </a:lnTo>
                  <a:lnTo>
                    <a:pt x="6206009" y="1357685"/>
                  </a:lnTo>
                  <a:lnTo>
                    <a:pt x="6204358" y="1357685"/>
                  </a:lnTo>
                  <a:lnTo>
                    <a:pt x="6202706" y="1357685"/>
                  </a:lnTo>
                  <a:lnTo>
                    <a:pt x="6201055" y="1357685"/>
                  </a:lnTo>
                  <a:lnTo>
                    <a:pt x="6199403" y="1357685"/>
                  </a:lnTo>
                  <a:lnTo>
                    <a:pt x="6197752" y="1357685"/>
                  </a:lnTo>
                  <a:lnTo>
                    <a:pt x="6196101" y="1357685"/>
                  </a:lnTo>
                  <a:lnTo>
                    <a:pt x="6194449" y="1357685"/>
                  </a:lnTo>
                  <a:lnTo>
                    <a:pt x="6192798" y="1357685"/>
                  </a:lnTo>
                  <a:lnTo>
                    <a:pt x="6191146" y="1357685"/>
                  </a:lnTo>
                  <a:lnTo>
                    <a:pt x="6189495" y="1357685"/>
                  </a:lnTo>
                  <a:lnTo>
                    <a:pt x="6187843" y="1357685"/>
                  </a:lnTo>
                  <a:lnTo>
                    <a:pt x="6186192" y="1357685"/>
                  </a:lnTo>
                  <a:lnTo>
                    <a:pt x="6184541" y="1357685"/>
                  </a:lnTo>
                  <a:lnTo>
                    <a:pt x="6182889" y="1357685"/>
                  </a:lnTo>
                  <a:lnTo>
                    <a:pt x="6181238" y="1357685"/>
                  </a:lnTo>
                  <a:lnTo>
                    <a:pt x="6179586" y="1357685"/>
                  </a:lnTo>
                  <a:lnTo>
                    <a:pt x="6177935" y="1357685"/>
                  </a:lnTo>
                  <a:lnTo>
                    <a:pt x="6176284" y="1357685"/>
                  </a:lnTo>
                  <a:lnTo>
                    <a:pt x="6174632" y="1357685"/>
                  </a:lnTo>
                  <a:lnTo>
                    <a:pt x="6172981" y="1357685"/>
                  </a:lnTo>
                  <a:lnTo>
                    <a:pt x="6171329" y="1357685"/>
                  </a:lnTo>
                  <a:lnTo>
                    <a:pt x="6169678" y="1357685"/>
                  </a:lnTo>
                  <a:lnTo>
                    <a:pt x="6168027" y="1357685"/>
                  </a:lnTo>
                  <a:lnTo>
                    <a:pt x="6166375" y="1357685"/>
                  </a:lnTo>
                  <a:lnTo>
                    <a:pt x="6164724" y="1357685"/>
                  </a:lnTo>
                  <a:lnTo>
                    <a:pt x="6163072" y="1357685"/>
                  </a:lnTo>
                  <a:lnTo>
                    <a:pt x="6161421" y="1357685"/>
                  </a:lnTo>
                  <a:lnTo>
                    <a:pt x="6159769" y="1357685"/>
                  </a:lnTo>
                  <a:lnTo>
                    <a:pt x="6158118" y="1357685"/>
                  </a:lnTo>
                  <a:lnTo>
                    <a:pt x="6156467" y="1357685"/>
                  </a:lnTo>
                  <a:lnTo>
                    <a:pt x="6154815" y="1357685"/>
                  </a:lnTo>
                  <a:lnTo>
                    <a:pt x="6153164" y="1357685"/>
                  </a:lnTo>
                  <a:lnTo>
                    <a:pt x="6151512" y="1357685"/>
                  </a:lnTo>
                  <a:lnTo>
                    <a:pt x="6149861" y="1357685"/>
                  </a:lnTo>
                  <a:lnTo>
                    <a:pt x="6148210" y="1357685"/>
                  </a:lnTo>
                  <a:lnTo>
                    <a:pt x="6146558" y="1357685"/>
                  </a:lnTo>
                  <a:lnTo>
                    <a:pt x="6144907" y="1357685"/>
                  </a:lnTo>
                  <a:lnTo>
                    <a:pt x="6143255" y="1357685"/>
                  </a:lnTo>
                  <a:lnTo>
                    <a:pt x="6141604" y="1357685"/>
                  </a:lnTo>
                  <a:lnTo>
                    <a:pt x="6139952" y="1357685"/>
                  </a:lnTo>
                  <a:lnTo>
                    <a:pt x="6138301" y="1357685"/>
                  </a:lnTo>
                  <a:lnTo>
                    <a:pt x="6136650" y="1357685"/>
                  </a:lnTo>
                  <a:lnTo>
                    <a:pt x="6134998" y="1357685"/>
                  </a:lnTo>
                  <a:lnTo>
                    <a:pt x="6133347" y="1357685"/>
                  </a:lnTo>
                  <a:lnTo>
                    <a:pt x="6131695" y="1357685"/>
                  </a:lnTo>
                  <a:lnTo>
                    <a:pt x="6130044" y="1357685"/>
                  </a:lnTo>
                  <a:lnTo>
                    <a:pt x="6128393" y="1357685"/>
                  </a:lnTo>
                  <a:lnTo>
                    <a:pt x="6126741" y="1357685"/>
                  </a:lnTo>
                  <a:lnTo>
                    <a:pt x="6125090" y="1357685"/>
                  </a:lnTo>
                  <a:lnTo>
                    <a:pt x="6123438" y="1357685"/>
                  </a:lnTo>
                  <a:lnTo>
                    <a:pt x="6121787" y="1357685"/>
                  </a:lnTo>
                  <a:lnTo>
                    <a:pt x="6120136" y="1357685"/>
                  </a:lnTo>
                  <a:lnTo>
                    <a:pt x="6118484" y="1357685"/>
                  </a:lnTo>
                  <a:lnTo>
                    <a:pt x="6116833" y="1357685"/>
                  </a:lnTo>
                  <a:lnTo>
                    <a:pt x="6115181" y="1357685"/>
                  </a:lnTo>
                  <a:lnTo>
                    <a:pt x="6113530" y="1357685"/>
                  </a:lnTo>
                  <a:lnTo>
                    <a:pt x="6111878" y="1357685"/>
                  </a:lnTo>
                  <a:lnTo>
                    <a:pt x="6110227" y="1357685"/>
                  </a:lnTo>
                  <a:lnTo>
                    <a:pt x="6108576" y="1357685"/>
                  </a:lnTo>
                  <a:lnTo>
                    <a:pt x="6106924" y="1357685"/>
                  </a:lnTo>
                  <a:lnTo>
                    <a:pt x="6105273" y="1357685"/>
                  </a:lnTo>
                  <a:lnTo>
                    <a:pt x="6103621" y="1357685"/>
                  </a:lnTo>
                  <a:lnTo>
                    <a:pt x="6101970" y="1357685"/>
                  </a:lnTo>
                  <a:lnTo>
                    <a:pt x="6100319" y="1357685"/>
                  </a:lnTo>
                  <a:lnTo>
                    <a:pt x="6098667" y="1357685"/>
                  </a:lnTo>
                  <a:lnTo>
                    <a:pt x="6097016" y="1357685"/>
                  </a:lnTo>
                  <a:lnTo>
                    <a:pt x="6095364" y="1357685"/>
                  </a:lnTo>
                  <a:lnTo>
                    <a:pt x="6093713" y="1357685"/>
                  </a:lnTo>
                  <a:lnTo>
                    <a:pt x="6092062" y="1357685"/>
                  </a:lnTo>
                  <a:lnTo>
                    <a:pt x="6090410" y="1357685"/>
                  </a:lnTo>
                  <a:lnTo>
                    <a:pt x="6088759" y="1357685"/>
                  </a:lnTo>
                  <a:lnTo>
                    <a:pt x="6087107" y="1357685"/>
                  </a:lnTo>
                  <a:lnTo>
                    <a:pt x="6085456" y="1357685"/>
                  </a:lnTo>
                  <a:lnTo>
                    <a:pt x="6083804" y="1357685"/>
                  </a:lnTo>
                  <a:lnTo>
                    <a:pt x="6082153" y="1357685"/>
                  </a:lnTo>
                  <a:lnTo>
                    <a:pt x="6080502" y="1357685"/>
                  </a:lnTo>
                  <a:lnTo>
                    <a:pt x="6078850" y="1357685"/>
                  </a:lnTo>
                  <a:lnTo>
                    <a:pt x="6077199" y="1357685"/>
                  </a:lnTo>
                  <a:lnTo>
                    <a:pt x="6075547" y="1357685"/>
                  </a:lnTo>
                  <a:lnTo>
                    <a:pt x="6073896" y="1357685"/>
                  </a:lnTo>
                  <a:lnTo>
                    <a:pt x="6072245" y="1357685"/>
                  </a:lnTo>
                  <a:lnTo>
                    <a:pt x="6070593" y="1357685"/>
                  </a:lnTo>
                  <a:lnTo>
                    <a:pt x="6068942" y="1357685"/>
                  </a:lnTo>
                  <a:lnTo>
                    <a:pt x="6067290" y="1357685"/>
                  </a:lnTo>
                  <a:lnTo>
                    <a:pt x="6065639" y="1357685"/>
                  </a:lnTo>
                  <a:lnTo>
                    <a:pt x="6063987" y="1357685"/>
                  </a:lnTo>
                  <a:lnTo>
                    <a:pt x="6062336" y="1357685"/>
                  </a:lnTo>
                  <a:lnTo>
                    <a:pt x="6060685" y="1357685"/>
                  </a:lnTo>
                  <a:lnTo>
                    <a:pt x="6059033" y="1357685"/>
                  </a:lnTo>
                  <a:lnTo>
                    <a:pt x="6057382" y="1357685"/>
                  </a:lnTo>
                  <a:lnTo>
                    <a:pt x="6055730" y="1357685"/>
                  </a:lnTo>
                  <a:lnTo>
                    <a:pt x="6054079" y="1357685"/>
                  </a:lnTo>
                  <a:lnTo>
                    <a:pt x="6052428" y="1357685"/>
                  </a:lnTo>
                  <a:lnTo>
                    <a:pt x="6050776" y="1357685"/>
                  </a:lnTo>
                  <a:lnTo>
                    <a:pt x="6049125" y="1357685"/>
                  </a:lnTo>
                  <a:lnTo>
                    <a:pt x="6047473" y="1357685"/>
                  </a:lnTo>
                  <a:lnTo>
                    <a:pt x="6045822" y="1357685"/>
                  </a:lnTo>
                  <a:lnTo>
                    <a:pt x="6044171" y="1357685"/>
                  </a:lnTo>
                  <a:lnTo>
                    <a:pt x="6042519" y="1357685"/>
                  </a:lnTo>
                  <a:lnTo>
                    <a:pt x="6040868" y="1357685"/>
                  </a:lnTo>
                  <a:lnTo>
                    <a:pt x="6039216" y="1357685"/>
                  </a:lnTo>
                  <a:lnTo>
                    <a:pt x="6037565" y="1357685"/>
                  </a:lnTo>
                  <a:lnTo>
                    <a:pt x="6035913" y="1357685"/>
                  </a:lnTo>
                  <a:lnTo>
                    <a:pt x="6034262" y="1357685"/>
                  </a:lnTo>
                  <a:lnTo>
                    <a:pt x="6032611" y="1357685"/>
                  </a:lnTo>
                  <a:lnTo>
                    <a:pt x="6030959" y="1357685"/>
                  </a:lnTo>
                  <a:lnTo>
                    <a:pt x="6029308" y="1357685"/>
                  </a:lnTo>
                  <a:lnTo>
                    <a:pt x="6027656" y="1357685"/>
                  </a:lnTo>
                  <a:lnTo>
                    <a:pt x="6026005" y="1357685"/>
                  </a:lnTo>
                  <a:lnTo>
                    <a:pt x="6024354" y="1357685"/>
                  </a:lnTo>
                  <a:lnTo>
                    <a:pt x="6022702" y="1357685"/>
                  </a:lnTo>
                  <a:lnTo>
                    <a:pt x="6021051" y="1357685"/>
                  </a:lnTo>
                  <a:lnTo>
                    <a:pt x="6019399" y="1357685"/>
                  </a:lnTo>
                  <a:lnTo>
                    <a:pt x="6017748" y="1357685"/>
                  </a:lnTo>
                  <a:lnTo>
                    <a:pt x="6016097" y="1357685"/>
                  </a:lnTo>
                  <a:lnTo>
                    <a:pt x="6014445" y="1357685"/>
                  </a:lnTo>
                  <a:lnTo>
                    <a:pt x="6012794" y="1357685"/>
                  </a:lnTo>
                  <a:lnTo>
                    <a:pt x="6011142" y="1357685"/>
                  </a:lnTo>
                  <a:lnTo>
                    <a:pt x="6009491" y="1357685"/>
                  </a:lnTo>
                  <a:lnTo>
                    <a:pt x="6007839" y="1357685"/>
                  </a:lnTo>
                  <a:lnTo>
                    <a:pt x="6006188" y="1357685"/>
                  </a:lnTo>
                  <a:lnTo>
                    <a:pt x="6004537" y="1357685"/>
                  </a:lnTo>
                  <a:lnTo>
                    <a:pt x="6002885" y="1357685"/>
                  </a:lnTo>
                  <a:lnTo>
                    <a:pt x="6001234" y="1357685"/>
                  </a:lnTo>
                  <a:lnTo>
                    <a:pt x="5999582" y="1357685"/>
                  </a:lnTo>
                  <a:lnTo>
                    <a:pt x="5997931" y="1357685"/>
                  </a:lnTo>
                  <a:lnTo>
                    <a:pt x="5996280" y="1357685"/>
                  </a:lnTo>
                  <a:lnTo>
                    <a:pt x="5994628" y="1357685"/>
                  </a:lnTo>
                  <a:lnTo>
                    <a:pt x="5992977" y="1357685"/>
                  </a:lnTo>
                  <a:lnTo>
                    <a:pt x="5991325" y="1357685"/>
                  </a:lnTo>
                  <a:lnTo>
                    <a:pt x="5989674" y="1357685"/>
                  </a:lnTo>
                  <a:lnTo>
                    <a:pt x="5988023" y="1357685"/>
                  </a:lnTo>
                  <a:lnTo>
                    <a:pt x="5986371" y="1357685"/>
                  </a:lnTo>
                  <a:lnTo>
                    <a:pt x="5984720" y="1357685"/>
                  </a:lnTo>
                  <a:lnTo>
                    <a:pt x="5983068" y="1357685"/>
                  </a:lnTo>
                  <a:lnTo>
                    <a:pt x="5981417" y="1357685"/>
                  </a:lnTo>
                  <a:lnTo>
                    <a:pt x="5979765" y="1357685"/>
                  </a:lnTo>
                  <a:lnTo>
                    <a:pt x="5978114" y="1357685"/>
                  </a:lnTo>
                  <a:lnTo>
                    <a:pt x="5976463" y="1357685"/>
                  </a:lnTo>
                  <a:lnTo>
                    <a:pt x="5974811" y="1357685"/>
                  </a:lnTo>
                  <a:lnTo>
                    <a:pt x="5973160" y="1357685"/>
                  </a:lnTo>
                  <a:lnTo>
                    <a:pt x="5971508" y="1357685"/>
                  </a:lnTo>
                  <a:lnTo>
                    <a:pt x="5969857" y="1357685"/>
                  </a:lnTo>
                  <a:lnTo>
                    <a:pt x="5968206" y="1357685"/>
                  </a:lnTo>
                  <a:lnTo>
                    <a:pt x="5966554" y="1357685"/>
                  </a:lnTo>
                  <a:lnTo>
                    <a:pt x="5964903" y="1357685"/>
                  </a:lnTo>
                  <a:lnTo>
                    <a:pt x="5963251" y="1357685"/>
                  </a:lnTo>
                  <a:lnTo>
                    <a:pt x="5961600" y="1357685"/>
                  </a:lnTo>
                  <a:lnTo>
                    <a:pt x="5959948" y="1357685"/>
                  </a:lnTo>
                  <a:lnTo>
                    <a:pt x="5958297" y="1357685"/>
                  </a:lnTo>
                  <a:lnTo>
                    <a:pt x="5956646" y="1357685"/>
                  </a:lnTo>
                  <a:lnTo>
                    <a:pt x="5954994" y="1357685"/>
                  </a:lnTo>
                  <a:lnTo>
                    <a:pt x="5953343" y="1357685"/>
                  </a:lnTo>
                  <a:lnTo>
                    <a:pt x="5951691" y="1357685"/>
                  </a:lnTo>
                  <a:lnTo>
                    <a:pt x="5950040" y="1357685"/>
                  </a:lnTo>
                  <a:lnTo>
                    <a:pt x="5948389" y="1357685"/>
                  </a:lnTo>
                  <a:lnTo>
                    <a:pt x="5946737" y="1357685"/>
                  </a:lnTo>
                  <a:lnTo>
                    <a:pt x="5945086" y="1357685"/>
                  </a:lnTo>
                  <a:lnTo>
                    <a:pt x="5943434" y="1357685"/>
                  </a:lnTo>
                  <a:lnTo>
                    <a:pt x="5941783" y="1357685"/>
                  </a:lnTo>
                  <a:lnTo>
                    <a:pt x="5940132" y="1357685"/>
                  </a:lnTo>
                  <a:lnTo>
                    <a:pt x="5938480" y="1357685"/>
                  </a:lnTo>
                  <a:lnTo>
                    <a:pt x="5936829" y="1357685"/>
                  </a:lnTo>
                  <a:lnTo>
                    <a:pt x="5935177" y="1357685"/>
                  </a:lnTo>
                  <a:lnTo>
                    <a:pt x="5933526" y="1357685"/>
                  </a:lnTo>
                  <a:lnTo>
                    <a:pt x="5931874" y="1357685"/>
                  </a:lnTo>
                  <a:lnTo>
                    <a:pt x="5930223" y="1357685"/>
                  </a:lnTo>
                  <a:lnTo>
                    <a:pt x="5928572" y="1357685"/>
                  </a:lnTo>
                  <a:lnTo>
                    <a:pt x="5926920" y="1357685"/>
                  </a:lnTo>
                  <a:lnTo>
                    <a:pt x="5925269" y="1357685"/>
                  </a:lnTo>
                  <a:lnTo>
                    <a:pt x="5923617" y="1357685"/>
                  </a:lnTo>
                  <a:lnTo>
                    <a:pt x="5921966" y="1357685"/>
                  </a:lnTo>
                  <a:lnTo>
                    <a:pt x="5920315" y="1357685"/>
                  </a:lnTo>
                  <a:lnTo>
                    <a:pt x="5918663" y="1357685"/>
                  </a:lnTo>
                  <a:lnTo>
                    <a:pt x="5917012" y="1357685"/>
                  </a:lnTo>
                  <a:lnTo>
                    <a:pt x="5915360" y="1357685"/>
                  </a:lnTo>
                  <a:lnTo>
                    <a:pt x="5913709" y="1357685"/>
                  </a:lnTo>
                  <a:lnTo>
                    <a:pt x="5912058" y="1357685"/>
                  </a:lnTo>
                  <a:lnTo>
                    <a:pt x="5910406" y="1357685"/>
                  </a:lnTo>
                  <a:lnTo>
                    <a:pt x="5908755" y="1357685"/>
                  </a:lnTo>
                  <a:lnTo>
                    <a:pt x="5907103" y="1357685"/>
                  </a:lnTo>
                  <a:lnTo>
                    <a:pt x="5905452" y="1357685"/>
                  </a:lnTo>
                  <a:lnTo>
                    <a:pt x="5903800" y="1357685"/>
                  </a:lnTo>
                  <a:lnTo>
                    <a:pt x="5902149" y="1357685"/>
                  </a:lnTo>
                  <a:lnTo>
                    <a:pt x="5900498" y="1357685"/>
                  </a:lnTo>
                  <a:lnTo>
                    <a:pt x="5898846" y="1357685"/>
                  </a:lnTo>
                  <a:lnTo>
                    <a:pt x="5897195" y="1357685"/>
                  </a:lnTo>
                  <a:lnTo>
                    <a:pt x="5895543" y="1357685"/>
                  </a:lnTo>
                  <a:lnTo>
                    <a:pt x="5893892" y="1357685"/>
                  </a:lnTo>
                  <a:lnTo>
                    <a:pt x="5892241" y="1357685"/>
                  </a:lnTo>
                  <a:lnTo>
                    <a:pt x="5890589" y="1357685"/>
                  </a:lnTo>
                  <a:lnTo>
                    <a:pt x="5888938" y="1357685"/>
                  </a:lnTo>
                  <a:lnTo>
                    <a:pt x="5887286" y="1357685"/>
                  </a:lnTo>
                  <a:lnTo>
                    <a:pt x="5885635" y="1357685"/>
                  </a:lnTo>
                  <a:lnTo>
                    <a:pt x="5883983" y="1357685"/>
                  </a:lnTo>
                  <a:lnTo>
                    <a:pt x="5882332" y="1357685"/>
                  </a:lnTo>
                  <a:lnTo>
                    <a:pt x="5880681" y="1357685"/>
                  </a:lnTo>
                  <a:lnTo>
                    <a:pt x="5879029" y="1357685"/>
                  </a:lnTo>
                  <a:lnTo>
                    <a:pt x="5877378" y="1357685"/>
                  </a:lnTo>
                  <a:lnTo>
                    <a:pt x="5875726" y="1357685"/>
                  </a:lnTo>
                  <a:lnTo>
                    <a:pt x="5874075" y="1357685"/>
                  </a:lnTo>
                  <a:lnTo>
                    <a:pt x="5872424" y="1357685"/>
                  </a:lnTo>
                  <a:lnTo>
                    <a:pt x="5870772" y="1357685"/>
                  </a:lnTo>
                  <a:lnTo>
                    <a:pt x="5869121" y="1357685"/>
                  </a:lnTo>
                  <a:lnTo>
                    <a:pt x="5867469" y="1357685"/>
                  </a:lnTo>
                  <a:lnTo>
                    <a:pt x="5865818" y="1357685"/>
                  </a:lnTo>
                  <a:lnTo>
                    <a:pt x="5864167" y="1357685"/>
                  </a:lnTo>
                  <a:lnTo>
                    <a:pt x="5862515" y="1357685"/>
                  </a:lnTo>
                  <a:lnTo>
                    <a:pt x="5860864" y="1357685"/>
                  </a:lnTo>
                  <a:lnTo>
                    <a:pt x="5859212" y="1357685"/>
                  </a:lnTo>
                  <a:lnTo>
                    <a:pt x="5857561" y="1357685"/>
                  </a:lnTo>
                  <a:lnTo>
                    <a:pt x="5855909" y="1357685"/>
                  </a:lnTo>
                  <a:lnTo>
                    <a:pt x="5854258" y="1357685"/>
                  </a:lnTo>
                  <a:lnTo>
                    <a:pt x="5852607" y="1357685"/>
                  </a:lnTo>
                  <a:lnTo>
                    <a:pt x="5850955" y="1357685"/>
                  </a:lnTo>
                  <a:lnTo>
                    <a:pt x="5849304" y="1357685"/>
                  </a:lnTo>
                  <a:lnTo>
                    <a:pt x="5847652" y="1357685"/>
                  </a:lnTo>
                  <a:lnTo>
                    <a:pt x="5846001" y="1357685"/>
                  </a:lnTo>
                  <a:lnTo>
                    <a:pt x="5844350" y="1357685"/>
                  </a:lnTo>
                  <a:lnTo>
                    <a:pt x="5842698" y="1357685"/>
                  </a:lnTo>
                  <a:lnTo>
                    <a:pt x="5841047" y="1357685"/>
                  </a:lnTo>
                  <a:lnTo>
                    <a:pt x="5839395" y="1357685"/>
                  </a:lnTo>
                  <a:lnTo>
                    <a:pt x="5837744" y="1357685"/>
                  </a:lnTo>
                  <a:lnTo>
                    <a:pt x="5836093" y="1357685"/>
                  </a:lnTo>
                  <a:lnTo>
                    <a:pt x="5834441" y="1357685"/>
                  </a:lnTo>
                  <a:lnTo>
                    <a:pt x="5832790" y="1357685"/>
                  </a:lnTo>
                  <a:lnTo>
                    <a:pt x="5831138" y="1357685"/>
                  </a:lnTo>
                  <a:lnTo>
                    <a:pt x="5829487" y="1357685"/>
                  </a:lnTo>
                  <a:lnTo>
                    <a:pt x="5827835" y="1357685"/>
                  </a:lnTo>
                  <a:lnTo>
                    <a:pt x="5826184" y="1357685"/>
                  </a:lnTo>
                  <a:lnTo>
                    <a:pt x="5824533" y="1357685"/>
                  </a:lnTo>
                  <a:lnTo>
                    <a:pt x="5822881" y="1357685"/>
                  </a:lnTo>
                  <a:lnTo>
                    <a:pt x="5821230" y="1357685"/>
                  </a:lnTo>
                  <a:lnTo>
                    <a:pt x="5819578" y="1357685"/>
                  </a:lnTo>
                  <a:lnTo>
                    <a:pt x="5817927" y="1357685"/>
                  </a:lnTo>
                  <a:lnTo>
                    <a:pt x="5816276" y="1357685"/>
                  </a:lnTo>
                  <a:lnTo>
                    <a:pt x="5814624" y="1357685"/>
                  </a:lnTo>
                  <a:lnTo>
                    <a:pt x="5812973" y="1357685"/>
                  </a:lnTo>
                  <a:lnTo>
                    <a:pt x="5811321" y="1357685"/>
                  </a:lnTo>
                  <a:lnTo>
                    <a:pt x="5809670" y="1357685"/>
                  </a:lnTo>
                  <a:lnTo>
                    <a:pt x="5808019" y="1357685"/>
                  </a:lnTo>
                  <a:lnTo>
                    <a:pt x="5806367" y="1357685"/>
                  </a:lnTo>
                  <a:lnTo>
                    <a:pt x="5804716" y="1357685"/>
                  </a:lnTo>
                  <a:lnTo>
                    <a:pt x="5803064" y="1357685"/>
                  </a:lnTo>
                  <a:lnTo>
                    <a:pt x="5801413" y="1357685"/>
                  </a:lnTo>
                  <a:lnTo>
                    <a:pt x="5799761" y="1357685"/>
                  </a:lnTo>
                  <a:lnTo>
                    <a:pt x="5798110" y="1357685"/>
                  </a:lnTo>
                  <a:lnTo>
                    <a:pt x="5796459" y="1357685"/>
                  </a:lnTo>
                  <a:lnTo>
                    <a:pt x="5794807" y="1357685"/>
                  </a:lnTo>
                  <a:lnTo>
                    <a:pt x="5793156" y="1357685"/>
                  </a:lnTo>
                  <a:lnTo>
                    <a:pt x="5791504" y="1357685"/>
                  </a:lnTo>
                  <a:lnTo>
                    <a:pt x="5789853" y="1357685"/>
                  </a:lnTo>
                  <a:lnTo>
                    <a:pt x="5788202" y="1357685"/>
                  </a:lnTo>
                  <a:lnTo>
                    <a:pt x="5786550" y="1357685"/>
                  </a:lnTo>
                  <a:lnTo>
                    <a:pt x="5784899" y="1357685"/>
                  </a:lnTo>
                  <a:lnTo>
                    <a:pt x="5783247" y="1357685"/>
                  </a:lnTo>
                  <a:lnTo>
                    <a:pt x="5781596" y="1357685"/>
                  </a:lnTo>
                  <a:lnTo>
                    <a:pt x="5779944" y="1357685"/>
                  </a:lnTo>
                  <a:lnTo>
                    <a:pt x="5778293" y="1357685"/>
                  </a:lnTo>
                  <a:lnTo>
                    <a:pt x="5776642" y="1357685"/>
                  </a:lnTo>
                  <a:lnTo>
                    <a:pt x="5774990" y="1357685"/>
                  </a:lnTo>
                  <a:lnTo>
                    <a:pt x="5773339" y="1357685"/>
                  </a:lnTo>
                  <a:lnTo>
                    <a:pt x="5771687" y="1357685"/>
                  </a:lnTo>
                  <a:lnTo>
                    <a:pt x="5770036" y="1357685"/>
                  </a:lnTo>
                  <a:lnTo>
                    <a:pt x="5768385" y="1357685"/>
                  </a:lnTo>
                  <a:lnTo>
                    <a:pt x="5766733" y="1357685"/>
                  </a:lnTo>
                  <a:lnTo>
                    <a:pt x="5765082" y="1357685"/>
                  </a:lnTo>
                  <a:lnTo>
                    <a:pt x="5763430" y="1357685"/>
                  </a:lnTo>
                  <a:lnTo>
                    <a:pt x="5761779" y="1357685"/>
                  </a:lnTo>
                  <a:lnTo>
                    <a:pt x="5760128" y="1357685"/>
                  </a:lnTo>
                  <a:lnTo>
                    <a:pt x="5758476" y="1357685"/>
                  </a:lnTo>
                  <a:lnTo>
                    <a:pt x="5756825" y="1357685"/>
                  </a:lnTo>
                  <a:lnTo>
                    <a:pt x="5755173" y="1357685"/>
                  </a:lnTo>
                  <a:lnTo>
                    <a:pt x="5753522" y="1357685"/>
                  </a:lnTo>
                  <a:lnTo>
                    <a:pt x="5751870" y="1357685"/>
                  </a:lnTo>
                  <a:lnTo>
                    <a:pt x="5750219" y="1357685"/>
                  </a:lnTo>
                  <a:lnTo>
                    <a:pt x="5748568" y="1357685"/>
                  </a:lnTo>
                  <a:lnTo>
                    <a:pt x="5746916" y="1357685"/>
                  </a:lnTo>
                  <a:lnTo>
                    <a:pt x="5745265" y="1357685"/>
                  </a:lnTo>
                  <a:lnTo>
                    <a:pt x="5743613" y="1357685"/>
                  </a:lnTo>
                  <a:lnTo>
                    <a:pt x="5741962" y="1357685"/>
                  </a:lnTo>
                  <a:lnTo>
                    <a:pt x="5740311" y="1357685"/>
                  </a:lnTo>
                  <a:lnTo>
                    <a:pt x="5738659" y="1357685"/>
                  </a:lnTo>
                  <a:lnTo>
                    <a:pt x="5737008" y="1357685"/>
                  </a:lnTo>
                  <a:lnTo>
                    <a:pt x="5735356" y="1357685"/>
                  </a:lnTo>
                  <a:lnTo>
                    <a:pt x="5733705" y="1357685"/>
                  </a:lnTo>
                  <a:lnTo>
                    <a:pt x="5732054" y="1357685"/>
                  </a:lnTo>
                  <a:lnTo>
                    <a:pt x="5730402" y="1357685"/>
                  </a:lnTo>
                  <a:lnTo>
                    <a:pt x="5728751" y="1357685"/>
                  </a:lnTo>
                  <a:lnTo>
                    <a:pt x="5727099" y="1357685"/>
                  </a:lnTo>
                  <a:lnTo>
                    <a:pt x="5725448" y="1357685"/>
                  </a:lnTo>
                  <a:lnTo>
                    <a:pt x="5723796" y="1357685"/>
                  </a:lnTo>
                  <a:lnTo>
                    <a:pt x="5722145" y="1357685"/>
                  </a:lnTo>
                  <a:lnTo>
                    <a:pt x="5720494" y="1357685"/>
                  </a:lnTo>
                  <a:lnTo>
                    <a:pt x="5718842" y="1357685"/>
                  </a:lnTo>
                  <a:lnTo>
                    <a:pt x="5717191" y="1357685"/>
                  </a:lnTo>
                  <a:lnTo>
                    <a:pt x="5715539" y="1357685"/>
                  </a:lnTo>
                  <a:lnTo>
                    <a:pt x="5713888" y="1357685"/>
                  </a:lnTo>
                  <a:lnTo>
                    <a:pt x="5712237" y="1357685"/>
                  </a:lnTo>
                  <a:lnTo>
                    <a:pt x="5710585" y="1357685"/>
                  </a:lnTo>
                  <a:lnTo>
                    <a:pt x="5708934" y="1357685"/>
                  </a:lnTo>
                  <a:lnTo>
                    <a:pt x="5707282" y="1357685"/>
                  </a:lnTo>
                  <a:lnTo>
                    <a:pt x="5705631" y="1357685"/>
                  </a:lnTo>
                  <a:lnTo>
                    <a:pt x="5703979" y="1357685"/>
                  </a:lnTo>
                  <a:lnTo>
                    <a:pt x="5702328" y="1357685"/>
                  </a:lnTo>
                  <a:lnTo>
                    <a:pt x="5700677" y="1357685"/>
                  </a:lnTo>
                  <a:lnTo>
                    <a:pt x="5699025" y="1357685"/>
                  </a:lnTo>
                  <a:lnTo>
                    <a:pt x="5697374" y="1357685"/>
                  </a:lnTo>
                  <a:lnTo>
                    <a:pt x="5695722" y="1357685"/>
                  </a:lnTo>
                  <a:lnTo>
                    <a:pt x="5694071" y="1357685"/>
                  </a:lnTo>
                  <a:lnTo>
                    <a:pt x="5692420" y="1357685"/>
                  </a:lnTo>
                  <a:lnTo>
                    <a:pt x="5690768" y="1357685"/>
                  </a:lnTo>
                  <a:lnTo>
                    <a:pt x="5689117" y="1357685"/>
                  </a:lnTo>
                  <a:lnTo>
                    <a:pt x="5687465" y="1357685"/>
                  </a:lnTo>
                  <a:lnTo>
                    <a:pt x="5685814" y="1357685"/>
                  </a:lnTo>
                  <a:lnTo>
                    <a:pt x="5684163" y="1357685"/>
                  </a:lnTo>
                  <a:lnTo>
                    <a:pt x="5682511" y="1357685"/>
                  </a:lnTo>
                  <a:lnTo>
                    <a:pt x="5680860" y="1357685"/>
                  </a:lnTo>
                  <a:lnTo>
                    <a:pt x="5679208" y="1357685"/>
                  </a:lnTo>
                  <a:lnTo>
                    <a:pt x="5677557" y="1357685"/>
                  </a:lnTo>
                  <a:lnTo>
                    <a:pt x="5675905" y="1357685"/>
                  </a:lnTo>
                  <a:lnTo>
                    <a:pt x="5674254" y="1357685"/>
                  </a:lnTo>
                  <a:lnTo>
                    <a:pt x="5672603" y="1357685"/>
                  </a:lnTo>
                  <a:lnTo>
                    <a:pt x="5670951" y="1357685"/>
                  </a:lnTo>
                  <a:lnTo>
                    <a:pt x="5669300" y="1357685"/>
                  </a:lnTo>
                  <a:lnTo>
                    <a:pt x="5667648" y="1357685"/>
                  </a:lnTo>
                  <a:lnTo>
                    <a:pt x="5665997" y="1357685"/>
                  </a:lnTo>
                  <a:lnTo>
                    <a:pt x="5664346" y="1357685"/>
                  </a:lnTo>
                  <a:lnTo>
                    <a:pt x="5662694" y="1357685"/>
                  </a:lnTo>
                  <a:lnTo>
                    <a:pt x="5661043" y="1357685"/>
                  </a:lnTo>
                  <a:lnTo>
                    <a:pt x="5659391" y="1357685"/>
                  </a:lnTo>
                  <a:lnTo>
                    <a:pt x="5657740" y="1357685"/>
                  </a:lnTo>
                  <a:lnTo>
                    <a:pt x="5656089" y="1357685"/>
                  </a:lnTo>
                  <a:lnTo>
                    <a:pt x="5654437" y="1357685"/>
                  </a:lnTo>
                  <a:lnTo>
                    <a:pt x="5652786" y="1357685"/>
                  </a:lnTo>
                  <a:lnTo>
                    <a:pt x="5651134" y="1357685"/>
                  </a:lnTo>
                  <a:lnTo>
                    <a:pt x="5649483" y="1357685"/>
                  </a:lnTo>
                  <a:lnTo>
                    <a:pt x="5647831" y="1357685"/>
                  </a:lnTo>
                  <a:lnTo>
                    <a:pt x="5646180" y="1357685"/>
                  </a:lnTo>
                  <a:lnTo>
                    <a:pt x="5644529" y="1357685"/>
                  </a:lnTo>
                  <a:lnTo>
                    <a:pt x="5642877" y="1357685"/>
                  </a:lnTo>
                  <a:lnTo>
                    <a:pt x="5641226" y="1357685"/>
                  </a:lnTo>
                  <a:lnTo>
                    <a:pt x="5639574" y="1357685"/>
                  </a:lnTo>
                  <a:lnTo>
                    <a:pt x="5637923" y="1357685"/>
                  </a:lnTo>
                  <a:lnTo>
                    <a:pt x="5636272" y="1357685"/>
                  </a:lnTo>
                  <a:lnTo>
                    <a:pt x="5634620" y="1357685"/>
                  </a:lnTo>
                  <a:lnTo>
                    <a:pt x="5632969" y="1357685"/>
                  </a:lnTo>
                  <a:lnTo>
                    <a:pt x="5631317" y="1357685"/>
                  </a:lnTo>
                  <a:lnTo>
                    <a:pt x="5629666" y="1357685"/>
                  </a:lnTo>
                  <a:lnTo>
                    <a:pt x="5628015" y="1357685"/>
                  </a:lnTo>
                  <a:lnTo>
                    <a:pt x="5626363" y="1357685"/>
                  </a:lnTo>
                  <a:lnTo>
                    <a:pt x="5624712" y="1357685"/>
                  </a:lnTo>
                  <a:lnTo>
                    <a:pt x="5623060" y="1357685"/>
                  </a:lnTo>
                  <a:lnTo>
                    <a:pt x="5621409" y="1357685"/>
                  </a:lnTo>
                  <a:lnTo>
                    <a:pt x="5619757" y="1357685"/>
                  </a:lnTo>
                  <a:lnTo>
                    <a:pt x="5618106" y="1357685"/>
                  </a:lnTo>
                  <a:lnTo>
                    <a:pt x="5616455" y="1357685"/>
                  </a:lnTo>
                  <a:lnTo>
                    <a:pt x="5614803" y="1357685"/>
                  </a:lnTo>
                  <a:lnTo>
                    <a:pt x="5613152" y="1357685"/>
                  </a:lnTo>
                  <a:lnTo>
                    <a:pt x="5611500" y="1357685"/>
                  </a:lnTo>
                  <a:lnTo>
                    <a:pt x="5609849" y="1357685"/>
                  </a:lnTo>
                  <a:lnTo>
                    <a:pt x="5608198" y="1357685"/>
                  </a:lnTo>
                  <a:lnTo>
                    <a:pt x="5606546" y="1357685"/>
                  </a:lnTo>
                  <a:lnTo>
                    <a:pt x="5604895" y="1357685"/>
                  </a:lnTo>
                  <a:lnTo>
                    <a:pt x="5603243" y="1357685"/>
                  </a:lnTo>
                  <a:lnTo>
                    <a:pt x="5601592" y="1357685"/>
                  </a:lnTo>
                  <a:lnTo>
                    <a:pt x="5599940" y="1357685"/>
                  </a:lnTo>
                  <a:lnTo>
                    <a:pt x="5598289" y="1357685"/>
                  </a:lnTo>
                  <a:lnTo>
                    <a:pt x="5596638" y="1357685"/>
                  </a:lnTo>
                  <a:lnTo>
                    <a:pt x="5594986" y="1357685"/>
                  </a:lnTo>
                  <a:lnTo>
                    <a:pt x="5593335" y="1357685"/>
                  </a:lnTo>
                  <a:lnTo>
                    <a:pt x="5591683" y="1357685"/>
                  </a:lnTo>
                  <a:lnTo>
                    <a:pt x="5590032" y="1357685"/>
                  </a:lnTo>
                  <a:lnTo>
                    <a:pt x="5588381" y="1357685"/>
                  </a:lnTo>
                  <a:lnTo>
                    <a:pt x="5586729" y="1357685"/>
                  </a:lnTo>
                  <a:lnTo>
                    <a:pt x="5585078" y="1357685"/>
                  </a:lnTo>
                  <a:lnTo>
                    <a:pt x="5583426" y="1357685"/>
                  </a:lnTo>
                  <a:lnTo>
                    <a:pt x="5581775" y="1357685"/>
                  </a:lnTo>
                  <a:lnTo>
                    <a:pt x="5580124" y="1357685"/>
                  </a:lnTo>
                  <a:lnTo>
                    <a:pt x="5578472" y="1357685"/>
                  </a:lnTo>
                  <a:lnTo>
                    <a:pt x="5576821" y="1357685"/>
                  </a:lnTo>
                  <a:lnTo>
                    <a:pt x="5575169" y="1357685"/>
                  </a:lnTo>
                  <a:lnTo>
                    <a:pt x="5573518" y="1357685"/>
                  </a:lnTo>
                  <a:lnTo>
                    <a:pt x="5571866" y="1357685"/>
                  </a:lnTo>
                  <a:lnTo>
                    <a:pt x="5570215" y="1357685"/>
                  </a:lnTo>
                  <a:lnTo>
                    <a:pt x="5568564" y="1357685"/>
                  </a:lnTo>
                  <a:lnTo>
                    <a:pt x="5566912" y="1357685"/>
                  </a:lnTo>
                  <a:lnTo>
                    <a:pt x="5565261" y="1357685"/>
                  </a:lnTo>
                  <a:lnTo>
                    <a:pt x="5563609" y="1357685"/>
                  </a:lnTo>
                  <a:lnTo>
                    <a:pt x="5561958" y="1357685"/>
                  </a:lnTo>
                  <a:lnTo>
                    <a:pt x="5560307" y="1357685"/>
                  </a:lnTo>
                  <a:lnTo>
                    <a:pt x="5558655" y="1357685"/>
                  </a:lnTo>
                  <a:lnTo>
                    <a:pt x="5557004" y="1357685"/>
                  </a:lnTo>
                  <a:lnTo>
                    <a:pt x="5555352" y="1357685"/>
                  </a:lnTo>
                  <a:lnTo>
                    <a:pt x="5553701" y="1357685"/>
                  </a:lnTo>
                  <a:lnTo>
                    <a:pt x="5552050" y="1357685"/>
                  </a:lnTo>
                  <a:lnTo>
                    <a:pt x="5550398" y="1357685"/>
                  </a:lnTo>
                  <a:lnTo>
                    <a:pt x="5548747" y="1357685"/>
                  </a:lnTo>
                  <a:lnTo>
                    <a:pt x="5547095" y="1357685"/>
                  </a:lnTo>
                  <a:lnTo>
                    <a:pt x="5545444" y="1357685"/>
                  </a:lnTo>
                  <a:lnTo>
                    <a:pt x="5543792" y="1357685"/>
                  </a:lnTo>
                  <a:lnTo>
                    <a:pt x="5542141" y="1357685"/>
                  </a:lnTo>
                  <a:lnTo>
                    <a:pt x="5540490" y="1357685"/>
                  </a:lnTo>
                  <a:lnTo>
                    <a:pt x="5538838" y="1357685"/>
                  </a:lnTo>
                  <a:lnTo>
                    <a:pt x="5537187" y="1357685"/>
                  </a:lnTo>
                  <a:lnTo>
                    <a:pt x="5535535" y="1357685"/>
                  </a:lnTo>
                  <a:lnTo>
                    <a:pt x="5533884" y="1357685"/>
                  </a:lnTo>
                  <a:lnTo>
                    <a:pt x="5532233" y="1357685"/>
                  </a:lnTo>
                  <a:lnTo>
                    <a:pt x="5530581" y="1357685"/>
                  </a:lnTo>
                  <a:lnTo>
                    <a:pt x="5528930" y="1357685"/>
                  </a:lnTo>
                  <a:lnTo>
                    <a:pt x="5527278" y="1357685"/>
                  </a:lnTo>
                  <a:lnTo>
                    <a:pt x="5525627" y="1357685"/>
                  </a:lnTo>
                  <a:lnTo>
                    <a:pt x="5523975" y="1357685"/>
                  </a:lnTo>
                  <a:lnTo>
                    <a:pt x="5522324" y="1357685"/>
                  </a:lnTo>
                  <a:lnTo>
                    <a:pt x="5520673" y="1357685"/>
                  </a:lnTo>
                  <a:lnTo>
                    <a:pt x="5519021" y="1357685"/>
                  </a:lnTo>
                  <a:lnTo>
                    <a:pt x="5517370" y="1357685"/>
                  </a:lnTo>
                  <a:lnTo>
                    <a:pt x="5515718" y="1357685"/>
                  </a:lnTo>
                  <a:lnTo>
                    <a:pt x="5514067" y="1357685"/>
                  </a:lnTo>
                  <a:lnTo>
                    <a:pt x="5512416" y="1357685"/>
                  </a:lnTo>
                  <a:lnTo>
                    <a:pt x="5510764" y="1357685"/>
                  </a:lnTo>
                  <a:lnTo>
                    <a:pt x="5509113" y="1357685"/>
                  </a:lnTo>
                  <a:lnTo>
                    <a:pt x="5507461" y="1357685"/>
                  </a:lnTo>
                  <a:lnTo>
                    <a:pt x="5505810" y="1357685"/>
                  </a:lnTo>
                  <a:lnTo>
                    <a:pt x="5504159" y="1357685"/>
                  </a:lnTo>
                  <a:lnTo>
                    <a:pt x="5502507" y="1357685"/>
                  </a:lnTo>
                  <a:lnTo>
                    <a:pt x="5500856" y="1357685"/>
                  </a:lnTo>
                  <a:lnTo>
                    <a:pt x="5499204" y="1357685"/>
                  </a:lnTo>
                  <a:lnTo>
                    <a:pt x="5497553" y="1357685"/>
                  </a:lnTo>
                  <a:lnTo>
                    <a:pt x="5495901" y="1357685"/>
                  </a:lnTo>
                  <a:lnTo>
                    <a:pt x="5494250" y="1357685"/>
                  </a:lnTo>
                  <a:lnTo>
                    <a:pt x="5492599" y="1357685"/>
                  </a:lnTo>
                  <a:lnTo>
                    <a:pt x="5490947" y="1357685"/>
                  </a:lnTo>
                  <a:lnTo>
                    <a:pt x="5489296" y="1357685"/>
                  </a:lnTo>
                  <a:lnTo>
                    <a:pt x="5487644" y="1357685"/>
                  </a:lnTo>
                  <a:lnTo>
                    <a:pt x="5485993" y="1357685"/>
                  </a:lnTo>
                  <a:lnTo>
                    <a:pt x="5484342" y="1357685"/>
                  </a:lnTo>
                  <a:lnTo>
                    <a:pt x="5482690" y="1357685"/>
                  </a:lnTo>
                  <a:lnTo>
                    <a:pt x="5481039" y="1357685"/>
                  </a:lnTo>
                  <a:lnTo>
                    <a:pt x="5479387" y="1357685"/>
                  </a:lnTo>
                  <a:lnTo>
                    <a:pt x="5477736" y="1357685"/>
                  </a:lnTo>
                  <a:lnTo>
                    <a:pt x="5476085" y="1357685"/>
                  </a:lnTo>
                  <a:lnTo>
                    <a:pt x="5474433" y="1357685"/>
                  </a:lnTo>
                  <a:lnTo>
                    <a:pt x="5472782" y="1357685"/>
                  </a:lnTo>
                  <a:lnTo>
                    <a:pt x="5471130" y="1357685"/>
                  </a:lnTo>
                  <a:lnTo>
                    <a:pt x="5469479" y="1357685"/>
                  </a:lnTo>
                  <a:lnTo>
                    <a:pt x="5467827" y="1357685"/>
                  </a:lnTo>
                  <a:lnTo>
                    <a:pt x="5466176" y="1357685"/>
                  </a:lnTo>
                  <a:lnTo>
                    <a:pt x="5464525" y="1357685"/>
                  </a:lnTo>
                  <a:lnTo>
                    <a:pt x="5462873" y="1357685"/>
                  </a:lnTo>
                  <a:lnTo>
                    <a:pt x="5461222" y="1357685"/>
                  </a:lnTo>
                  <a:lnTo>
                    <a:pt x="5459570" y="1357685"/>
                  </a:lnTo>
                  <a:lnTo>
                    <a:pt x="5457919" y="1357685"/>
                  </a:lnTo>
                  <a:lnTo>
                    <a:pt x="5456268" y="1357685"/>
                  </a:lnTo>
                  <a:lnTo>
                    <a:pt x="5454616" y="1357685"/>
                  </a:lnTo>
                  <a:lnTo>
                    <a:pt x="5452965" y="1357685"/>
                  </a:lnTo>
                  <a:lnTo>
                    <a:pt x="5451313" y="1357685"/>
                  </a:lnTo>
                  <a:lnTo>
                    <a:pt x="5449662" y="1357685"/>
                  </a:lnTo>
                  <a:lnTo>
                    <a:pt x="5448011" y="1357685"/>
                  </a:lnTo>
                  <a:lnTo>
                    <a:pt x="5446359" y="1357685"/>
                  </a:lnTo>
                  <a:lnTo>
                    <a:pt x="5444708" y="1357685"/>
                  </a:lnTo>
                  <a:lnTo>
                    <a:pt x="5443056" y="1357685"/>
                  </a:lnTo>
                  <a:lnTo>
                    <a:pt x="5441405" y="1357685"/>
                  </a:lnTo>
                  <a:lnTo>
                    <a:pt x="5439753" y="1357685"/>
                  </a:lnTo>
                  <a:lnTo>
                    <a:pt x="5438102" y="1357685"/>
                  </a:lnTo>
                  <a:lnTo>
                    <a:pt x="5436451" y="1357685"/>
                  </a:lnTo>
                  <a:lnTo>
                    <a:pt x="5434799" y="1357685"/>
                  </a:lnTo>
                  <a:lnTo>
                    <a:pt x="5433148" y="1357685"/>
                  </a:lnTo>
                  <a:lnTo>
                    <a:pt x="5431496" y="1357685"/>
                  </a:lnTo>
                  <a:lnTo>
                    <a:pt x="5429845" y="1357685"/>
                  </a:lnTo>
                  <a:lnTo>
                    <a:pt x="5428194" y="1357685"/>
                  </a:lnTo>
                  <a:lnTo>
                    <a:pt x="5426542" y="1357685"/>
                  </a:lnTo>
                  <a:lnTo>
                    <a:pt x="5424891" y="1357685"/>
                  </a:lnTo>
                  <a:lnTo>
                    <a:pt x="5423239" y="1357685"/>
                  </a:lnTo>
                  <a:lnTo>
                    <a:pt x="5421588" y="1357685"/>
                  </a:lnTo>
                  <a:lnTo>
                    <a:pt x="5419936" y="1357685"/>
                  </a:lnTo>
                  <a:lnTo>
                    <a:pt x="5418285" y="1357685"/>
                  </a:lnTo>
                  <a:lnTo>
                    <a:pt x="5416634" y="1357685"/>
                  </a:lnTo>
                  <a:lnTo>
                    <a:pt x="5414982" y="1357685"/>
                  </a:lnTo>
                  <a:lnTo>
                    <a:pt x="5413331" y="1357685"/>
                  </a:lnTo>
                  <a:lnTo>
                    <a:pt x="5411679" y="1357685"/>
                  </a:lnTo>
                  <a:lnTo>
                    <a:pt x="5410028" y="1357685"/>
                  </a:lnTo>
                  <a:lnTo>
                    <a:pt x="5408377" y="1357685"/>
                  </a:lnTo>
                  <a:lnTo>
                    <a:pt x="5406725" y="1357685"/>
                  </a:lnTo>
                  <a:lnTo>
                    <a:pt x="5405074" y="1357685"/>
                  </a:lnTo>
                  <a:lnTo>
                    <a:pt x="5403422" y="1357685"/>
                  </a:lnTo>
                  <a:lnTo>
                    <a:pt x="5401771" y="1357685"/>
                  </a:lnTo>
                  <a:lnTo>
                    <a:pt x="5400120" y="1357685"/>
                  </a:lnTo>
                  <a:lnTo>
                    <a:pt x="5398468" y="1357685"/>
                  </a:lnTo>
                  <a:lnTo>
                    <a:pt x="5396817" y="1357685"/>
                  </a:lnTo>
                  <a:lnTo>
                    <a:pt x="5395165" y="1357685"/>
                  </a:lnTo>
                  <a:lnTo>
                    <a:pt x="5393514" y="1357685"/>
                  </a:lnTo>
                  <a:lnTo>
                    <a:pt x="5391862" y="1357685"/>
                  </a:lnTo>
                  <a:lnTo>
                    <a:pt x="5390211" y="1357685"/>
                  </a:lnTo>
                  <a:lnTo>
                    <a:pt x="5388560" y="1357685"/>
                  </a:lnTo>
                  <a:lnTo>
                    <a:pt x="5386908" y="1357685"/>
                  </a:lnTo>
                  <a:lnTo>
                    <a:pt x="5385257" y="1357685"/>
                  </a:lnTo>
                  <a:lnTo>
                    <a:pt x="5383605" y="1357685"/>
                  </a:lnTo>
                  <a:lnTo>
                    <a:pt x="5381954" y="1357685"/>
                  </a:lnTo>
                  <a:lnTo>
                    <a:pt x="5380303" y="1357685"/>
                  </a:lnTo>
                  <a:lnTo>
                    <a:pt x="5378651" y="1357685"/>
                  </a:lnTo>
                  <a:lnTo>
                    <a:pt x="5377000" y="1357685"/>
                  </a:lnTo>
                  <a:lnTo>
                    <a:pt x="5375348" y="1357685"/>
                  </a:lnTo>
                  <a:lnTo>
                    <a:pt x="5373697" y="1357685"/>
                  </a:lnTo>
                  <a:lnTo>
                    <a:pt x="5372046" y="1357685"/>
                  </a:lnTo>
                  <a:lnTo>
                    <a:pt x="5370394" y="1357685"/>
                  </a:lnTo>
                  <a:lnTo>
                    <a:pt x="5368743" y="1357685"/>
                  </a:lnTo>
                  <a:lnTo>
                    <a:pt x="5367091" y="1357685"/>
                  </a:lnTo>
                  <a:lnTo>
                    <a:pt x="5365440" y="1357685"/>
                  </a:lnTo>
                  <a:lnTo>
                    <a:pt x="5363788" y="1357685"/>
                  </a:lnTo>
                  <a:lnTo>
                    <a:pt x="5362137" y="1357685"/>
                  </a:lnTo>
                  <a:lnTo>
                    <a:pt x="5360486" y="1357685"/>
                  </a:lnTo>
                  <a:lnTo>
                    <a:pt x="5358834" y="1357685"/>
                  </a:lnTo>
                  <a:lnTo>
                    <a:pt x="5357183" y="1357685"/>
                  </a:lnTo>
                  <a:lnTo>
                    <a:pt x="5355531" y="1357685"/>
                  </a:lnTo>
                  <a:lnTo>
                    <a:pt x="5353880" y="1357685"/>
                  </a:lnTo>
                  <a:lnTo>
                    <a:pt x="5352229" y="1357685"/>
                  </a:lnTo>
                  <a:lnTo>
                    <a:pt x="5350577" y="1357685"/>
                  </a:lnTo>
                  <a:lnTo>
                    <a:pt x="5348926" y="1357685"/>
                  </a:lnTo>
                  <a:lnTo>
                    <a:pt x="5347274" y="1357685"/>
                  </a:lnTo>
                  <a:lnTo>
                    <a:pt x="5345623" y="1357685"/>
                  </a:lnTo>
                  <a:lnTo>
                    <a:pt x="5343971" y="1357685"/>
                  </a:lnTo>
                  <a:lnTo>
                    <a:pt x="5342320" y="1357685"/>
                  </a:lnTo>
                  <a:lnTo>
                    <a:pt x="5340669" y="1357685"/>
                  </a:lnTo>
                  <a:lnTo>
                    <a:pt x="5339017" y="1357685"/>
                  </a:lnTo>
                  <a:lnTo>
                    <a:pt x="5337366" y="1357685"/>
                  </a:lnTo>
                  <a:lnTo>
                    <a:pt x="5335714" y="1357685"/>
                  </a:lnTo>
                  <a:lnTo>
                    <a:pt x="5334063" y="1357685"/>
                  </a:lnTo>
                  <a:lnTo>
                    <a:pt x="5332412" y="1357685"/>
                  </a:lnTo>
                  <a:lnTo>
                    <a:pt x="5330760" y="1357685"/>
                  </a:lnTo>
                  <a:lnTo>
                    <a:pt x="5329109" y="1357685"/>
                  </a:lnTo>
                  <a:lnTo>
                    <a:pt x="5327457" y="1357685"/>
                  </a:lnTo>
                  <a:lnTo>
                    <a:pt x="5325806" y="1357685"/>
                  </a:lnTo>
                  <a:lnTo>
                    <a:pt x="5324155" y="1357685"/>
                  </a:lnTo>
                  <a:lnTo>
                    <a:pt x="5322503" y="1357685"/>
                  </a:lnTo>
                  <a:lnTo>
                    <a:pt x="5320852" y="1357685"/>
                  </a:lnTo>
                  <a:lnTo>
                    <a:pt x="5319200" y="1357685"/>
                  </a:lnTo>
                  <a:lnTo>
                    <a:pt x="5317549" y="1357685"/>
                  </a:lnTo>
                  <a:lnTo>
                    <a:pt x="5315897" y="1357685"/>
                  </a:lnTo>
                  <a:lnTo>
                    <a:pt x="5314246" y="1357685"/>
                  </a:lnTo>
                  <a:lnTo>
                    <a:pt x="5312595" y="1357685"/>
                  </a:lnTo>
                  <a:lnTo>
                    <a:pt x="5310943" y="1357685"/>
                  </a:lnTo>
                  <a:lnTo>
                    <a:pt x="5309292" y="1357685"/>
                  </a:lnTo>
                  <a:lnTo>
                    <a:pt x="5307640" y="1357685"/>
                  </a:lnTo>
                  <a:lnTo>
                    <a:pt x="5305989" y="1357685"/>
                  </a:lnTo>
                  <a:lnTo>
                    <a:pt x="5304338" y="1357685"/>
                  </a:lnTo>
                  <a:lnTo>
                    <a:pt x="5302686" y="1357685"/>
                  </a:lnTo>
                  <a:lnTo>
                    <a:pt x="5301035" y="1357685"/>
                  </a:lnTo>
                  <a:lnTo>
                    <a:pt x="5299383" y="1357685"/>
                  </a:lnTo>
                  <a:lnTo>
                    <a:pt x="5297732" y="1357685"/>
                  </a:lnTo>
                  <a:lnTo>
                    <a:pt x="5296081" y="1357685"/>
                  </a:lnTo>
                  <a:lnTo>
                    <a:pt x="5294429" y="1357685"/>
                  </a:lnTo>
                  <a:lnTo>
                    <a:pt x="5292778" y="1357685"/>
                  </a:lnTo>
                  <a:lnTo>
                    <a:pt x="5291126" y="1357685"/>
                  </a:lnTo>
                  <a:lnTo>
                    <a:pt x="5289475" y="1357685"/>
                  </a:lnTo>
                  <a:lnTo>
                    <a:pt x="5287823" y="1357685"/>
                  </a:lnTo>
                  <a:lnTo>
                    <a:pt x="5286172" y="1357685"/>
                  </a:lnTo>
                  <a:lnTo>
                    <a:pt x="5284521" y="1357685"/>
                  </a:lnTo>
                  <a:lnTo>
                    <a:pt x="5282869" y="1357685"/>
                  </a:lnTo>
                  <a:lnTo>
                    <a:pt x="5281218" y="1357685"/>
                  </a:lnTo>
                  <a:lnTo>
                    <a:pt x="5279566" y="1357685"/>
                  </a:lnTo>
                  <a:lnTo>
                    <a:pt x="5277915" y="1357685"/>
                  </a:lnTo>
                  <a:lnTo>
                    <a:pt x="5276264" y="1357685"/>
                  </a:lnTo>
                  <a:lnTo>
                    <a:pt x="5274612" y="1357685"/>
                  </a:lnTo>
                  <a:lnTo>
                    <a:pt x="5272961" y="1357685"/>
                  </a:lnTo>
                  <a:lnTo>
                    <a:pt x="5271309" y="1357685"/>
                  </a:lnTo>
                  <a:lnTo>
                    <a:pt x="5269658" y="1357685"/>
                  </a:lnTo>
                  <a:lnTo>
                    <a:pt x="5268007" y="1357685"/>
                  </a:lnTo>
                  <a:lnTo>
                    <a:pt x="5266355" y="1357685"/>
                  </a:lnTo>
                  <a:lnTo>
                    <a:pt x="5264704" y="1357685"/>
                  </a:lnTo>
                  <a:lnTo>
                    <a:pt x="5263052" y="1357685"/>
                  </a:lnTo>
                  <a:lnTo>
                    <a:pt x="5261401" y="1357685"/>
                  </a:lnTo>
                  <a:lnTo>
                    <a:pt x="5259749" y="1357685"/>
                  </a:lnTo>
                  <a:lnTo>
                    <a:pt x="5258098" y="1357685"/>
                  </a:lnTo>
                  <a:lnTo>
                    <a:pt x="5256447" y="1357685"/>
                  </a:lnTo>
                  <a:lnTo>
                    <a:pt x="5254795" y="1357685"/>
                  </a:lnTo>
                  <a:lnTo>
                    <a:pt x="5253144" y="1357685"/>
                  </a:lnTo>
                  <a:lnTo>
                    <a:pt x="5251492" y="1357685"/>
                  </a:lnTo>
                  <a:lnTo>
                    <a:pt x="5249841" y="1357685"/>
                  </a:lnTo>
                  <a:lnTo>
                    <a:pt x="5248190" y="1357685"/>
                  </a:lnTo>
                  <a:lnTo>
                    <a:pt x="5246538" y="1357685"/>
                  </a:lnTo>
                  <a:lnTo>
                    <a:pt x="5244887" y="1357685"/>
                  </a:lnTo>
                  <a:lnTo>
                    <a:pt x="5243235" y="1357685"/>
                  </a:lnTo>
                  <a:lnTo>
                    <a:pt x="5241584" y="1357685"/>
                  </a:lnTo>
                  <a:lnTo>
                    <a:pt x="5239932" y="1357685"/>
                  </a:lnTo>
                  <a:lnTo>
                    <a:pt x="5238281" y="1357685"/>
                  </a:lnTo>
                  <a:lnTo>
                    <a:pt x="5236630" y="1357685"/>
                  </a:lnTo>
                  <a:lnTo>
                    <a:pt x="5234978" y="1357685"/>
                  </a:lnTo>
                  <a:lnTo>
                    <a:pt x="5233327" y="1357685"/>
                  </a:lnTo>
                  <a:lnTo>
                    <a:pt x="5231675" y="1357685"/>
                  </a:lnTo>
                  <a:lnTo>
                    <a:pt x="5230024" y="1357685"/>
                  </a:lnTo>
                  <a:lnTo>
                    <a:pt x="5228373" y="1357685"/>
                  </a:lnTo>
                  <a:lnTo>
                    <a:pt x="5226721" y="1357685"/>
                  </a:lnTo>
                  <a:lnTo>
                    <a:pt x="5225070" y="1357685"/>
                  </a:lnTo>
                  <a:lnTo>
                    <a:pt x="5223418" y="1357685"/>
                  </a:lnTo>
                  <a:lnTo>
                    <a:pt x="5221767" y="1357685"/>
                  </a:lnTo>
                  <a:lnTo>
                    <a:pt x="5220116" y="1357685"/>
                  </a:lnTo>
                  <a:lnTo>
                    <a:pt x="5218464" y="1357685"/>
                  </a:lnTo>
                  <a:lnTo>
                    <a:pt x="5216813" y="1357685"/>
                  </a:lnTo>
                  <a:lnTo>
                    <a:pt x="5215161" y="1357685"/>
                  </a:lnTo>
                  <a:lnTo>
                    <a:pt x="5213510" y="1357685"/>
                  </a:lnTo>
                  <a:lnTo>
                    <a:pt x="5211858" y="1357685"/>
                  </a:lnTo>
                  <a:lnTo>
                    <a:pt x="5210207" y="1357685"/>
                  </a:lnTo>
                  <a:lnTo>
                    <a:pt x="5208556" y="1357685"/>
                  </a:lnTo>
                  <a:lnTo>
                    <a:pt x="5206904" y="1357685"/>
                  </a:lnTo>
                  <a:lnTo>
                    <a:pt x="5205253" y="1357685"/>
                  </a:lnTo>
                  <a:lnTo>
                    <a:pt x="5203601" y="1357685"/>
                  </a:lnTo>
                  <a:lnTo>
                    <a:pt x="5201950" y="1357685"/>
                  </a:lnTo>
                  <a:lnTo>
                    <a:pt x="5200299" y="1357685"/>
                  </a:lnTo>
                  <a:lnTo>
                    <a:pt x="5198647" y="1357685"/>
                  </a:lnTo>
                  <a:lnTo>
                    <a:pt x="5196996" y="1357685"/>
                  </a:lnTo>
                  <a:lnTo>
                    <a:pt x="5195344" y="1357685"/>
                  </a:lnTo>
                  <a:lnTo>
                    <a:pt x="5193693" y="1357685"/>
                  </a:lnTo>
                  <a:lnTo>
                    <a:pt x="5192042" y="1357685"/>
                  </a:lnTo>
                  <a:lnTo>
                    <a:pt x="5190390" y="1357685"/>
                  </a:lnTo>
                  <a:lnTo>
                    <a:pt x="5188739" y="1357685"/>
                  </a:lnTo>
                  <a:lnTo>
                    <a:pt x="5187087" y="1357685"/>
                  </a:lnTo>
                  <a:lnTo>
                    <a:pt x="5185436" y="1357685"/>
                  </a:lnTo>
                  <a:lnTo>
                    <a:pt x="5183784" y="1357685"/>
                  </a:lnTo>
                  <a:lnTo>
                    <a:pt x="5182133" y="1357685"/>
                  </a:lnTo>
                  <a:lnTo>
                    <a:pt x="5180482" y="1357685"/>
                  </a:lnTo>
                  <a:lnTo>
                    <a:pt x="5178830" y="1357685"/>
                  </a:lnTo>
                  <a:lnTo>
                    <a:pt x="5177179" y="1357685"/>
                  </a:lnTo>
                  <a:lnTo>
                    <a:pt x="5175527" y="1357685"/>
                  </a:lnTo>
                  <a:lnTo>
                    <a:pt x="5173876" y="1357685"/>
                  </a:lnTo>
                  <a:lnTo>
                    <a:pt x="5172225" y="1357685"/>
                  </a:lnTo>
                  <a:lnTo>
                    <a:pt x="5170573" y="1357685"/>
                  </a:lnTo>
                  <a:lnTo>
                    <a:pt x="5168922" y="1357685"/>
                  </a:lnTo>
                  <a:lnTo>
                    <a:pt x="5167270" y="1357685"/>
                  </a:lnTo>
                  <a:lnTo>
                    <a:pt x="5165619" y="1357685"/>
                  </a:lnTo>
                  <a:lnTo>
                    <a:pt x="5163967" y="1357685"/>
                  </a:lnTo>
                  <a:lnTo>
                    <a:pt x="5162316" y="1357685"/>
                  </a:lnTo>
                  <a:lnTo>
                    <a:pt x="5160665" y="1357685"/>
                  </a:lnTo>
                  <a:lnTo>
                    <a:pt x="5159013" y="1357685"/>
                  </a:lnTo>
                  <a:lnTo>
                    <a:pt x="5157362" y="1357685"/>
                  </a:lnTo>
                  <a:lnTo>
                    <a:pt x="5155710" y="1357685"/>
                  </a:lnTo>
                  <a:lnTo>
                    <a:pt x="5154059" y="1357685"/>
                  </a:lnTo>
                  <a:lnTo>
                    <a:pt x="5152408" y="1357685"/>
                  </a:lnTo>
                  <a:lnTo>
                    <a:pt x="5150756" y="1357685"/>
                  </a:lnTo>
                  <a:lnTo>
                    <a:pt x="5149105" y="1357685"/>
                  </a:lnTo>
                  <a:lnTo>
                    <a:pt x="5147453" y="1357685"/>
                  </a:lnTo>
                  <a:lnTo>
                    <a:pt x="5145802" y="1357685"/>
                  </a:lnTo>
                  <a:lnTo>
                    <a:pt x="5144151" y="1357685"/>
                  </a:lnTo>
                  <a:lnTo>
                    <a:pt x="5142499" y="1357685"/>
                  </a:lnTo>
                  <a:lnTo>
                    <a:pt x="5140848" y="1357685"/>
                  </a:lnTo>
                  <a:lnTo>
                    <a:pt x="5139196" y="1357685"/>
                  </a:lnTo>
                  <a:lnTo>
                    <a:pt x="5137545" y="1357685"/>
                  </a:lnTo>
                  <a:lnTo>
                    <a:pt x="5135893" y="1357685"/>
                  </a:lnTo>
                  <a:lnTo>
                    <a:pt x="5134242" y="1357685"/>
                  </a:lnTo>
                  <a:lnTo>
                    <a:pt x="5132591" y="1357685"/>
                  </a:lnTo>
                  <a:lnTo>
                    <a:pt x="5130939" y="1357685"/>
                  </a:lnTo>
                  <a:lnTo>
                    <a:pt x="5129288" y="1357685"/>
                  </a:lnTo>
                  <a:lnTo>
                    <a:pt x="5127636" y="1357685"/>
                  </a:lnTo>
                  <a:lnTo>
                    <a:pt x="5125985" y="1357685"/>
                  </a:lnTo>
                  <a:lnTo>
                    <a:pt x="5124334" y="1357685"/>
                  </a:lnTo>
                  <a:lnTo>
                    <a:pt x="5122682" y="1357685"/>
                  </a:lnTo>
                  <a:lnTo>
                    <a:pt x="5121031" y="1357685"/>
                  </a:lnTo>
                  <a:lnTo>
                    <a:pt x="5119379" y="1357685"/>
                  </a:lnTo>
                  <a:lnTo>
                    <a:pt x="5117728" y="1357685"/>
                  </a:lnTo>
                  <a:lnTo>
                    <a:pt x="5116077" y="1357685"/>
                  </a:lnTo>
                  <a:lnTo>
                    <a:pt x="5114425" y="1357685"/>
                  </a:lnTo>
                  <a:lnTo>
                    <a:pt x="5112774" y="1357685"/>
                  </a:lnTo>
                  <a:lnTo>
                    <a:pt x="5111122" y="1357685"/>
                  </a:lnTo>
                  <a:lnTo>
                    <a:pt x="5109471" y="1357685"/>
                  </a:lnTo>
                  <a:lnTo>
                    <a:pt x="5107819" y="1357685"/>
                  </a:lnTo>
                  <a:lnTo>
                    <a:pt x="5106168" y="1357685"/>
                  </a:lnTo>
                  <a:lnTo>
                    <a:pt x="5104517" y="1357685"/>
                  </a:lnTo>
                  <a:lnTo>
                    <a:pt x="5102865" y="1357685"/>
                  </a:lnTo>
                  <a:lnTo>
                    <a:pt x="5101214" y="1357685"/>
                  </a:lnTo>
                  <a:lnTo>
                    <a:pt x="5099562" y="1357685"/>
                  </a:lnTo>
                  <a:lnTo>
                    <a:pt x="5097911" y="1357685"/>
                  </a:lnTo>
                  <a:lnTo>
                    <a:pt x="5096260" y="1357685"/>
                  </a:lnTo>
                  <a:lnTo>
                    <a:pt x="5094608" y="1357685"/>
                  </a:lnTo>
                  <a:lnTo>
                    <a:pt x="5092957" y="1357685"/>
                  </a:lnTo>
                  <a:lnTo>
                    <a:pt x="5091305" y="1357685"/>
                  </a:lnTo>
                  <a:lnTo>
                    <a:pt x="5089654" y="1357685"/>
                  </a:lnTo>
                  <a:lnTo>
                    <a:pt x="5088003" y="1357685"/>
                  </a:lnTo>
                  <a:lnTo>
                    <a:pt x="5086351" y="1357685"/>
                  </a:lnTo>
                  <a:lnTo>
                    <a:pt x="5084700" y="1357685"/>
                  </a:lnTo>
                  <a:lnTo>
                    <a:pt x="5083048" y="1357685"/>
                  </a:lnTo>
                  <a:lnTo>
                    <a:pt x="5081397" y="1357685"/>
                  </a:lnTo>
                  <a:lnTo>
                    <a:pt x="5079745" y="1357685"/>
                  </a:lnTo>
                  <a:lnTo>
                    <a:pt x="5078094" y="1357685"/>
                  </a:lnTo>
                  <a:lnTo>
                    <a:pt x="5076443" y="1357685"/>
                  </a:lnTo>
                  <a:lnTo>
                    <a:pt x="5074791" y="1357685"/>
                  </a:lnTo>
                  <a:lnTo>
                    <a:pt x="5073140" y="1357685"/>
                  </a:lnTo>
                  <a:lnTo>
                    <a:pt x="5071488" y="1357685"/>
                  </a:lnTo>
                  <a:lnTo>
                    <a:pt x="5069837" y="1357685"/>
                  </a:lnTo>
                  <a:lnTo>
                    <a:pt x="5068186" y="1357685"/>
                  </a:lnTo>
                  <a:lnTo>
                    <a:pt x="5066534" y="1357685"/>
                  </a:lnTo>
                  <a:lnTo>
                    <a:pt x="5064883" y="1357685"/>
                  </a:lnTo>
                  <a:lnTo>
                    <a:pt x="5063231" y="1357685"/>
                  </a:lnTo>
                  <a:lnTo>
                    <a:pt x="5061580" y="1357685"/>
                  </a:lnTo>
                  <a:lnTo>
                    <a:pt x="5059928" y="1357685"/>
                  </a:lnTo>
                  <a:lnTo>
                    <a:pt x="5058277" y="1357685"/>
                  </a:lnTo>
                  <a:lnTo>
                    <a:pt x="5056626" y="1357685"/>
                  </a:lnTo>
                  <a:lnTo>
                    <a:pt x="5054974" y="1357685"/>
                  </a:lnTo>
                  <a:lnTo>
                    <a:pt x="5053323" y="1357685"/>
                  </a:lnTo>
                  <a:lnTo>
                    <a:pt x="5051671" y="1357685"/>
                  </a:lnTo>
                  <a:lnTo>
                    <a:pt x="5050020" y="1357685"/>
                  </a:lnTo>
                  <a:lnTo>
                    <a:pt x="5048369" y="1357685"/>
                  </a:lnTo>
                  <a:lnTo>
                    <a:pt x="5046717" y="1357685"/>
                  </a:lnTo>
                  <a:lnTo>
                    <a:pt x="5045066" y="1357685"/>
                  </a:lnTo>
                  <a:lnTo>
                    <a:pt x="5043414" y="1357685"/>
                  </a:lnTo>
                  <a:lnTo>
                    <a:pt x="5041763" y="1357685"/>
                  </a:lnTo>
                  <a:lnTo>
                    <a:pt x="5040112" y="1357685"/>
                  </a:lnTo>
                  <a:lnTo>
                    <a:pt x="5038460" y="1357685"/>
                  </a:lnTo>
                  <a:lnTo>
                    <a:pt x="5036809" y="1357685"/>
                  </a:lnTo>
                  <a:lnTo>
                    <a:pt x="5035157" y="1357685"/>
                  </a:lnTo>
                  <a:lnTo>
                    <a:pt x="5033506" y="1357685"/>
                  </a:lnTo>
                  <a:lnTo>
                    <a:pt x="5031854" y="1357685"/>
                  </a:lnTo>
                  <a:lnTo>
                    <a:pt x="5030203" y="1357685"/>
                  </a:lnTo>
                  <a:lnTo>
                    <a:pt x="5028552" y="1357685"/>
                  </a:lnTo>
                  <a:lnTo>
                    <a:pt x="5026900" y="1357685"/>
                  </a:lnTo>
                  <a:lnTo>
                    <a:pt x="5025249" y="1357685"/>
                  </a:lnTo>
                  <a:lnTo>
                    <a:pt x="5023597" y="1357685"/>
                  </a:lnTo>
                  <a:lnTo>
                    <a:pt x="5021946" y="1357685"/>
                  </a:lnTo>
                  <a:lnTo>
                    <a:pt x="5020295" y="1357685"/>
                  </a:lnTo>
                  <a:lnTo>
                    <a:pt x="5018643" y="1357685"/>
                  </a:lnTo>
                  <a:lnTo>
                    <a:pt x="5016992" y="1357685"/>
                  </a:lnTo>
                  <a:lnTo>
                    <a:pt x="5015340" y="1357685"/>
                  </a:lnTo>
                  <a:lnTo>
                    <a:pt x="5013689" y="1357685"/>
                  </a:lnTo>
                  <a:lnTo>
                    <a:pt x="5012038" y="1357685"/>
                  </a:lnTo>
                  <a:lnTo>
                    <a:pt x="5010386" y="1357685"/>
                  </a:lnTo>
                  <a:lnTo>
                    <a:pt x="5008735" y="1357685"/>
                  </a:lnTo>
                  <a:lnTo>
                    <a:pt x="5007083" y="1357685"/>
                  </a:lnTo>
                  <a:lnTo>
                    <a:pt x="5005432" y="1357685"/>
                  </a:lnTo>
                  <a:lnTo>
                    <a:pt x="5003780" y="1357685"/>
                  </a:lnTo>
                  <a:lnTo>
                    <a:pt x="5002129" y="1357685"/>
                  </a:lnTo>
                  <a:lnTo>
                    <a:pt x="5000478" y="1357685"/>
                  </a:lnTo>
                  <a:lnTo>
                    <a:pt x="4998826" y="1357685"/>
                  </a:lnTo>
                  <a:lnTo>
                    <a:pt x="4997175" y="1357685"/>
                  </a:lnTo>
                  <a:lnTo>
                    <a:pt x="4995523" y="1357685"/>
                  </a:lnTo>
                  <a:lnTo>
                    <a:pt x="4993872" y="1357685"/>
                  </a:lnTo>
                  <a:lnTo>
                    <a:pt x="4992221" y="1357685"/>
                  </a:lnTo>
                  <a:lnTo>
                    <a:pt x="4990569" y="1357685"/>
                  </a:lnTo>
                  <a:lnTo>
                    <a:pt x="4988918" y="1357685"/>
                  </a:lnTo>
                  <a:lnTo>
                    <a:pt x="4987266" y="1357685"/>
                  </a:lnTo>
                  <a:lnTo>
                    <a:pt x="4985615" y="1357685"/>
                  </a:lnTo>
                  <a:lnTo>
                    <a:pt x="4983963" y="1357685"/>
                  </a:lnTo>
                  <a:lnTo>
                    <a:pt x="4982312" y="1357685"/>
                  </a:lnTo>
                  <a:lnTo>
                    <a:pt x="4980661" y="1357685"/>
                  </a:lnTo>
                  <a:lnTo>
                    <a:pt x="4979009" y="1357685"/>
                  </a:lnTo>
                  <a:lnTo>
                    <a:pt x="4977358" y="1357685"/>
                  </a:lnTo>
                  <a:lnTo>
                    <a:pt x="4975706" y="1357685"/>
                  </a:lnTo>
                  <a:lnTo>
                    <a:pt x="4974055" y="1357685"/>
                  </a:lnTo>
                  <a:lnTo>
                    <a:pt x="4972404" y="1357685"/>
                  </a:lnTo>
                  <a:lnTo>
                    <a:pt x="4970752" y="1357685"/>
                  </a:lnTo>
                  <a:lnTo>
                    <a:pt x="4969101" y="1357685"/>
                  </a:lnTo>
                  <a:lnTo>
                    <a:pt x="4967449" y="1357685"/>
                  </a:lnTo>
                  <a:lnTo>
                    <a:pt x="4965798" y="1357685"/>
                  </a:lnTo>
                  <a:lnTo>
                    <a:pt x="4964147" y="1357685"/>
                  </a:lnTo>
                  <a:lnTo>
                    <a:pt x="4962495" y="1357685"/>
                  </a:lnTo>
                  <a:lnTo>
                    <a:pt x="4960844" y="1357685"/>
                  </a:lnTo>
                  <a:lnTo>
                    <a:pt x="4959192" y="1357685"/>
                  </a:lnTo>
                  <a:lnTo>
                    <a:pt x="4957541" y="1357685"/>
                  </a:lnTo>
                  <a:lnTo>
                    <a:pt x="4955889" y="1357685"/>
                  </a:lnTo>
                  <a:lnTo>
                    <a:pt x="4954238" y="1357685"/>
                  </a:lnTo>
                  <a:lnTo>
                    <a:pt x="4952587" y="1357685"/>
                  </a:lnTo>
                  <a:lnTo>
                    <a:pt x="4950935" y="1357685"/>
                  </a:lnTo>
                  <a:lnTo>
                    <a:pt x="4949284" y="1357685"/>
                  </a:lnTo>
                  <a:lnTo>
                    <a:pt x="4947632" y="1357685"/>
                  </a:lnTo>
                  <a:lnTo>
                    <a:pt x="4945981" y="1357685"/>
                  </a:lnTo>
                  <a:lnTo>
                    <a:pt x="4944330" y="1357685"/>
                  </a:lnTo>
                  <a:lnTo>
                    <a:pt x="4942678" y="1357685"/>
                  </a:lnTo>
                  <a:lnTo>
                    <a:pt x="4941027" y="1357685"/>
                  </a:lnTo>
                  <a:lnTo>
                    <a:pt x="4939375" y="1357685"/>
                  </a:lnTo>
                  <a:lnTo>
                    <a:pt x="4937724" y="1357685"/>
                  </a:lnTo>
                  <a:lnTo>
                    <a:pt x="4936073" y="1357685"/>
                  </a:lnTo>
                  <a:lnTo>
                    <a:pt x="4934421" y="1357685"/>
                  </a:lnTo>
                  <a:lnTo>
                    <a:pt x="4932770" y="1357685"/>
                  </a:lnTo>
                  <a:lnTo>
                    <a:pt x="4931118" y="1357685"/>
                  </a:lnTo>
                  <a:lnTo>
                    <a:pt x="4929467" y="1357685"/>
                  </a:lnTo>
                  <a:lnTo>
                    <a:pt x="4927815" y="1357685"/>
                  </a:lnTo>
                  <a:lnTo>
                    <a:pt x="4926164" y="1357685"/>
                  </a:lnTo>
                  <a:lnTo>
                    <a:pt x="4924513" y="1357685"/>
                  </a:lnTo>
                  <a:lnTo>
                    <a:pt x="4922861" y="1357685"/>
                  </a:lnTo>
                  <a:lnTo>
                    <a:pt x="4921210" y="1357685"/>
                  </a:lnTo>
                  <a:lnTo>
                    <a:pt x="4919558" y="1357685"/>
                  </a:lnTo>
                  <a:lnTo>
                    <a:pt x="4917907" y="1357685"/>
                  </a:lnTo>
                  <a:lnTo>
                    <a:pt x="4916256" y="1357685"/>
                  </a:lnTo>
                  <a:lnTo>
                    <a:pt x="4914604" y="1357685"/>
                  </a:lnTo>
                  <a:lnTo>
                    <a:pt x="4912953" y="1357685"/>
                  </a:lnTo>
                  <a:lnTo>
                    <a:pt x="4911301" y="1357685"/>
                  </a:lnTo>
                  <a:lnTo>
                    <a:pt x="4909650" y="1357685"/>
                  </a:lnTo>
                  <a:lnTo>
                    <a:pt x="4907998" y="1357685"/>
                  </a:lnTo>
                  <a:lnTo>
                    <a:pt x="4906347" y="1357685"/>
                  </a:lnTo>
                  <a:lnTo>
                    <a:pt x="4904696" y="1357685"/>
                  </a:lnTo>
                  <a:lnTo>
                    <a:pt x="4903044" y="1357685"/>
                  </a:lnTo>
                  <a:lnTo>
                    <a:pt x="4901393" y="1357685"/>
                  </a:lnTo>
                  <a:lnTo>
                    <a:pt x="4899741" y="1357685"/>
                  </a:lnTo>
                  <a:lnTo>
                    <a:pt x="4898090" y="1357685"/>
                  </a:lnTo>
                  <a:lnTo>
                    <a:pt x="4896439" y="1357685"/>
                  </a:lnTo>
                  <a:lnTo>
                    <a:pt x="4894787" y="1357685"/>
                  </a:lnTo>
                  <a:lnTo>
                    <a:pt x="4893136" y="1357685"/>
                  </a:lnTo>
                  <a:lnTo>
                    <a:pt x="4891484" y="1357685"/>
                  </a:lnTo>
                  <a:lnTo>
                    <a:pt x="4889833" y="1357685"/>
                  </a:lnTo>
                  <a:lnTo>
                    <a:pt x="4888182" y="1357685"/>
                  </a:lnTo>
                  <a:lnTo>
                    <a:pt x="4886530" y="1357685"/>
                  </a:lnTo>
                  <a:lnTo>
                    <a:pt x="4884879" y="1357685"/>
                  </a:lnTo>
                  <a:lnTo>
                    <a:pt x="4883227" y="1357685"/>
                  </a:lnTo>
                  <a:lnTo>
                    <a:pt x="4881576" y="1357685"/>
                  </a:lnTo>
                  <a:lnTo>
                    <a:pt x="4879924" y="1357685"/>
                  </a:lnTo>
                  <a:lnTo>
                    <a:pt x="4878273" y="1357685"/>
                  </a:lnTo>
                  <a:lnTo>
                    <a:pt x="4876622" y="1357685"/>
                  </a:lnTo>
                  <a:lnTo>
                    <a:pt x="4874970" y="1357685"/>
                  </a:lnTo>
                  <a:lnTo>
                    <a:pt x="4873319" y="1357685"/>
                  </a:lnTo>
                  <a:lnTo>
                    <a:pt x="4871667" y="1357685"/>
                  </a:lnTo>
                  <a:lnTo>
                    <a:pt x="4870016" y="1357685"/>
                  </a:lnTo>
                  <a:lnTo>
                    <a:pt x="4868365" y="1357685"/>
                  </a:lnTo>
                  <a:lnTo>
                    <a:pt x="4866713" y="1357685"/>
                  </a:lnTo>
                  <a:lnTo>
                    <a:pt x="4865062" y="1357685"/>
                  </a:lnTo>
                  <a:lnTo>
                    <a:pt x="4863410" y="1357685"/>
                  </a:lnTo>
                  <a:lnTo>
                    <a:pt x="4861759" y="1357685"/>
                  </a:lnTo>
                  <a:lnTo>
                    <a:pt x="4860108" y="1357685"/>
                  </a:lnTo>
                  <a:lnTo>
                    <a:pt x="4858456" y="1357685"/>
                  </a:lnTo>
                  <a:lnTo>
                    <a:pt x="4856805" y="1357685"/>
                  </a:lnTo>
                  <a:lnTo>
                    <a:pt x="4855153" y="1357685"/>
                  </a:lnTo>
                  <a:lnTo>
                    <a:pt x="4853502" y="1357685"/>
                  </a:lnTo>
                  <a:lnTo>
                    <a:pt x="4851850" y="1357685"/>
                  </a:lnTo>
                  <a:lnTo>
                    <a:pt x="4850199" y="1357685"/>
                  </a:lnTo>
                  <a:lnTo>
                    <a:pt x="4848548" y="1357685"/>
                  </a:lnTo>
                  <a:lnTo>
                    <a:pt x="4846896" y="1357685"/>
                  </a:lnTo>
                  <a:lnTo>
                    <a:pt x="4845245" y="1357685"/>
                  </a:lnTo>
                  <a:lnTo>
                    <a:pt x="4843593" y="1357685"/>
                  </a:lnTo>
                  <a:lnTo>
                    <a:pt x="4841942" y="1357685"/>
                  </a:lnTo>
                  <a:lnTo>
                    <a:pt x="4840291" y="1357685"/>
                  </a:lnTo>
                  <a:lnTo>
                    <a:pt x="4838639" y="1357685"/>
                  </a:lnTo>
                  <a:lnTo>
                    <a:pt x="4836988" y="1357685"/>
                  </a:lnTo>
                  <a:lnTo>
                    <a:pt x="4835336" y="1357685"/>
                  </a:lnTo>
                  <a:lnTo>
                    <a:pt x="4833685" y="1357685"/>
                  </a:lnTo>
                  <a:lnTo>
                    <a:pt x="4832034" y="1357685"/>
                  </a:lnTo>
                  <a:lnTo>
                    <a:pt x="4830382" y="1357685"/>
                  </a:lnTo>
                  <a:lnTo>
                    <a:pt x="4828731" y="1357685"/>
                  </a:lnTo>
                  <a:lnTo>
                    <a:pt x="4827079" y="1357685"/>
                  </a:lnTo>
                  <a:lnTo>
                    <a:pt x="4825428" y="1357685"/>
                  </a:lnTo>
                  <a:lnTo>
                    <a:pt x="4823776" y="1357685"/>
                  </a:lnTo>
                  <a:lnTo>
                    <a:pt x="4822125" y="1357685"/>
                  </a:lnTo>
                  <a:lnTo>
                    <a:pt x="4820474" y="1357685"/>
                  </a:lnTo>
                  <a:lnTo>
                    <a:pt x="4818822" y="1357685"/>
                  </a:lnTo>
                  <a:lnTo>
                    <a:pt x="4817171" y="1357685"/>
                  </a:lnTo>
                  <a:lnTo>
                    <a:pt x="4815519" y="1357685"/>
                  </a:lnTo>
                  <a:lnTo>
                    <a:pt x="4813868" y="1357685"/>
                  </a:lnTo>
                  <a:lnTo>
                    <a:pt x="4812217" y="1357685"/>
                  </a:lnTo>
                  <a:lnTo>
                    <a:pt x="4810565" y="1357685"/>
                  </a:lnTo>
                  <a:lnTo>
                    <a:pt x="4808914" y="1357685"/>
                  </a:lnTo>
                  <a:lnTo>
                    <a:pt x="4807262" y="1357685"/>
                  </a:lnTo>
                  <a:lnTo>
                    <a:pt x="4805611" y="1357685"/>
                  </a:lnTo>
                  <a:lnTo>
                    <a:pt x="4803959" y="1357685"/>
                  </a:lnTo>
                  <a:lnTo>
                    <a:pt x="4802308" y="1357685"/>
                  </a:lnTo>
                  <a:lnTo>
                    <a:pt x="4800657" y="1357685"/>
                  </a:lnTo>
                  <a:lnTo>
                    <a:pt x="4799005" y="1357685"/>
                  </a:lnTo>
                  <a:lnTo>
                    <a:pt x="4797354" y="1357685"/>
                  </a:lnTo>
                  <a:lnTo>
                    <a:pt x="4795702" y="1357685"/>
                  </a:lnTo>
                  <a:lnTo>
                    <a:pt x="4794051" y="1357685"/>
                  </a:lnTo>
                  <a:lnTo>
                    <a:pt x="4792400" y="1357685"/>
                  </a:lnTo>
                  <a:lnTo>
                    <a:pt x="4790748" y="1357685"/>
                  </a:lnTo>
                  <a:lnTo>
                    <a:pt x="4789097" y="1357685"/>
                  </a:lnTo>
                  <a:lnTo>
                    <a:pt x="4787445" y="1357685"/>
                  </a:lnTo>
                  <a:lnTo>
                    <a:pt x="4785794" y="1357685"/>
                  </a:lnTo>
                  <a:lnTo>
                    <a:pt x="4784143" y="1357685"/>
                  </a:lnTo>
                  <a:lnTo>
                    <a:pt x="4782491" y="1357685"/>
                  </a:lnTo>
                  <a:lnTo>
                    <a:pt x="4780840" y="1357685"/>
                  </a:lnTo>
                  <a:lnTo>
                    <a:pt x="4779188" y="1357685"/>
                  </a:lnTo>
                  <a:lnTo>
                    <a:pt x="4777537" y="1357685"/>
                  </a:lnTo>
                  <a:lnTo>
                    <a:pt x="4775885" y="1357685"/>
                  </a:lnTo>
                  <a:lnTo>
                    <a:pt x="4774234" y="1357685"/>
                  </a:lnTo>
                  <a:lnTo>
                    <a:pt x="4772583" y="1357685"/>
                  </a:lnTo>
                  <a:lnTo>
                    <a:pt x="4770931" y="1357685"/>
                  </a:lnTo>
                  <a:lnTo>
                    <a:pt x="4769280" y="1357685"/>
                  </a:lnTo>
                  <a:lnTo>
                    <a:pt x="4767628" y="1357685"/>
                  </a:lnTo>
                  <a:lnTo>
                    <a:pt x="4765977" y="1357685"/>
                  </a:lnTo>
                  <a:lnTo>
                    <a:pt x="4764326" y="1357685"/>
                  </a:lnTo>
                  <a:lnTo>
                    <a:pt x="4762674" y="1357685"/>
                  </a:lnTo>
                  <a:lnTo>
                    <a:pt x="4761023" y="1357685"/>
                  </a:lnTo>
                  <a:lnTo>
                    <a:pt x="4759371" y="1357685"/>
                  </a:lnTo>
                  <a:lnTo>
                    <a:pt x="4757720" y="1357685"/>
                  </a:lnTo>
                  <a:lnTo>
                    <a:pt x="4756069" y="1357685"/>
                  </a:lnTo>
                  <a:lnTo>
                    <a:pt x="4754417" y="1357685"/>
                  </a:lnTo>
                  <a:lnTo>
                    <a:pt x="4752766" y="1357685"/>
                  </a:lnTo>
                  <a:lnTo>
                    <a:pt x="4751114" y="1357685"/>
                  </a:lnTo>
                  <a:lnTo>
                    <a:pt x="4749463" y="1357685"/>
                  </a:lnTo>
                  <a:lnTo>
                    <a:pt x="4747811" y="1357685"/>
                  </a:lnTo>
                  <a:lnTo>
                    <a:pt x="4746160" y="1357685"/>
                  </a:lnTo>
                  <a:lnTo>
                    <a:pt x="4744509" y="1357685"/>
                  </a:lnTo>
                  <a:lnTo>
                    <a:pt x="4742857" y="1357685"/>
                  </a:lnTo>
                  <a:lnTo>
                    <a:pt x="4741206" y="1357685"/>
                  </a:lnTo>
                  <a:lnTo>
                    <a:pt x="4739554" y="1357685"/>
                  </a:lnTo>
                  <a:lnTo>
                    <a:pt x="4737903" y="1357685"/>
                  </a:lnTo>
                  <a:lnTo>
                    <a:pt x="4736252" y="1357685"/>
                  </a:lnTo>
                  <a:lnTo>
                    <a:pt x="4734600" y="1357685"/>
                  </a:lnTo>
                  <a:lnTo>
                    <a:pt x="4732949" y="1357685"/>
                  </a:lnTo>
                  <a:lnTo>
                    <a:pt x="4731297" y="1357685"/>
                  </a:lnTo>
                  <a:lnTo>
                    <a:pt x="4729646" y="1357685"/>
                  </a:lnTo>
                  <a:lnTo>
                    <a:pt x="4727994" y="1357685"/>
                  </a:lnTo>
                  <a:lnTo>
                    <a:pt x="4726343" y="1357685"/>
                  </a:lnTo>
                  <a:lnTo>
                    <a:pt x="4724692" y="1357685"/>
                  </a:lnTo>
                  <a:lnTo>
                    <a:pt x="4723040" y="1357685"/>
                  </a:lnTo>
                  <a:lnTo>
                    <a:pt x="4721389" y="1357685"/>
                  </a:lnTo>
                  <a:lnTo>
                    <a:pt x="4719737" y="1357685"/>
                  </a:lnTo>
                  <a:lnTo>
                    <a:pt x="4718086" y="1357685"/>
                  </a:lnTo>
                  <a:lnTo>
                    <a:pt x="4716435" y="1357685"/>
                  </a:lnTo>
                  <a:lnTo>
                    <a:pt x="4714783" y="1357685"/>
                  </a:lnTo>
                  <a:lnTo>
                    <a:pt x="4713132" y="1357685"/>
                  </a:lnTo>
                  <a:lnTo>
                    <a:pt x="4711480" y="1357685"/>
                  </a:lnTo>
                  <a:lnTo>
                    <a:pt x="4709829" y="1357685"/>
                  </a:lnTo>
                  <a:lnTo>
                    <a:pt x="4708178" y="1357685"/>
                  </a:lnTo>
                  <a:lnTo>
                    <a:pt x="4706526" y="1357685"/>
                  </a:lnTo>
                  <a:lnTo>
                    <a:pt x="4704875" y="1357685"/>
                  </a:lnTo>
                  <a:lnTo>
                    <a:pt x="4703223" y="1357685"/>
                  </a:lnTo>
                  <a:lnTo>
                    <a:pt x="4701572" y="1357685"/>
                  </a:lnTo>
                  <a:lnTo>
                    <a:pt x="4699920" y="1357685"/>
                  </a:lnTo>
                  <a:lnTo>
                    <a:pt x="4698269" y="1357685"/>
                  </a:lnTo>
                  <a:lnTo>
                    <a:pt x="4696618" y="1357685"/>
                  </a:lnTo>
                  <a:lnTo>
                    <a:pt x="4694966" y="1357685"/>
                  </a:lnTo>
                  <a:lnTo>
                    <a:pt x="4693315" y="1357685"/>
                  </a:lnTo>
                  <a:lnTo>
                    <a:pt x="4691663" y="1357685"/>
                  </a:lnTo>
                  <a:lnTo>
                    <a:pt x="4690012" y="1357685"/>
                  </a:lnTo>
                  <a:lnTo>
                    <a:pt x="4688361" y="1357685"/>
                  </a:lnTo>
                  <a:lnTo>
                    <a:pt x="4686709" y="1357685"/>
                  </a:lnTo>
                  <a:lnTo>
                    <a:pt x="4685058" y="1357685"/>
                  </a:lnTo>
                  <a:lnTo>
                    <a:pt x="4683406" y="1357685"/>
                  </a:lnTo>
                  <a:lnTo>
                    <a:pt x="4681755" y="1357685"/>
                  </a:lnTo>
                  <a:lnTo>
                    <a:pt x="4680104" y="1357685"/>
                  </a:lnTo>
                  <a:lnTo>
                    <a:pt x="4678452" y="1357685"/>
                  </a:lnTo>
                  <a:lnTo>
                    <a:pt x="4676801" y="1357685"/>
                  </a:lnTo>
                  <a:lnTo>
                    <a:pt x="4675149" y="1357685"/>
                  </a:lnTo>
                  <a:lnTo>
                    <a:pt x="4673498" y="1357685"/>
                  </a:lnTo>
                  <a:lnTo>
                    <a:pt x="4671846" y="1357685"/>
                  </a:lnTo>
                  <a:lnTo>
                    <a:pt x="4670195" y="1357685"/>
                  </a:lnTo>
                  <a:lnTo>
                    <a:pt x="4668544" y="1357685"/>
                  </a:lnTo>
                  <a:lnTo>
                    <a:pt x="4666892" y="1357685"/>
                  </a:lnTo>
                  <a:lnTo>
                    <a:pt x="4665241" y="1357685"/>
                  </a:lnTo>
                  <a:lnTo>
                    <a:pt x="4663589" y="1357685"/>
                  </a:lnTo>
                  <a:lnTo>
                    <a:pt x="4661938" y="1357685"/>
                  </a:lnTo>
                  <a:lnTo>
                    <a:pt x="4660287" y="1357685"/>
                  </a:lnTo>
                  <a:lnTo>
                    <a:pt x="4658635" y="1357685"/>
                  </a:lnTo>
                  <a:lnTo>
                    <a:pt x="4656984" y="1357685"/>
                  </a:lnTo>
                  <a:lnTo>
                    <a:pt x="4655332" y="1357685"/>
                  </a:lnTo>
                  <a:lnTo>
                    <a:pt x="4653681" y="1357685"/>
                  </a:lnTo>
                  <a:lnTo>
                    <a:pt x="4652030" y="1357685"/>
                  </a:lnTo>
                  <a:lnTo>
                    <a:pt x="4650378" y="1357685"/>
                  </a:lnTo>
                  <a:lnTo>
                    <a:pt x="4648727" y="1357685"/>
                  </a:lnTo>
                  <a:lnTo>
                    <a:pt x="4647075" y="1357685"/>
                  </a:lnTo>
                  <a:lnTo>
                    <a:pt x="4645424" y="1357685"/>
                  </a:lnTo>
                  <a:lnTo>
                    <a:pt x="4643772" y="1357685"/>
                  </a:lnTo>
                  <a:lnTo>
                    <a:pt x="4642121" y="1357685"/>
                  </a:lnTo>
                  <a:lnTo>
                    <a:pt x="4640470" y="1357685"/>
                  </a:lnTo>
                  <a:lnTo>
                    <a:pt x="4638818" y="1357685"/>
                  </a:lnTo>
                  <a:lnTo>
                    <a:pt x="4637167" y="1357685"/>
                  </a:lnTo>
                  <a:lnTo>
                    <a:pt x="4635515" y="1357685"/>
                  </a:lnTo>
                  <a:lnTo>
                    <a:pt x="4633864" y="1357685"/>
                  </a:lnTo>
                  <a:lnTo>
                    <a:pt x="4632213" y="1357685"/>
                  </a:lnTo>
                  <a:lnTo>
                    <a:pt x="4630561" y="1357685"/>
                  </a:lnTo>
                  <a:lnTo>
                    <a:pt x="4628910" y="1357685"/>
                  </a:lnTo>
                  <a:lnTo>
                    <a:pt x="4627258" y="1357685"/>
                  </a:lnTo>
                  <a:lnTo>
                    <a:pt x="4625607" y="1357685"/>
                  </a:lnTo>
                  <a:lnTo>
                    <a:pt x="4623955" y="1357685"/>
                  </a:lnTo>
                  <a:lnTo>
                    <a:pt x="4622304" y="1357685"/>
                  </a:lnTo>
                  <a:lnTo>
                    <a:pt x="4620653" y="1357685"/>
                  </a:lnTo>
                  <a:lnTo>
                    <a:pt x="4619001" y="1357685"/>
                  </a:lnTo>
                  <a:lnTo>
                    <a:pt x="4617350" y="1357685"/>
                  </a:lnTo>
                  <a:lnTo>
                    <a:pt x="4615698" y="1357685"/>
                  </a:lnTo>
                  <a:lnTo>
                    <a:pt x="4614047" y="1357685"/>
                  </a:lnTo>
                  <a:lnTo>
                    <a:pt x="4612396" y="1357685"/>
                  </a:lnTo>
                  <a:lnTo>
                    <a:pt x="4610744" y="1357685"/>
                  </a:lnTo>
                  <a:lnTo>
                    <a:pt x="4609093" y="1357685"/>
                  </a:lnTo>
                  <a:lnTo>
                    <a:pt x="4607441" y="1357685"/>
                  </a:lnTo>
                  <a:lnTo>
                    <a:pt x="4605790" y="1357685"/>
                  </a:lnTo>
                  <a:lnTo>
                    <a:pt x="4604139" y="1357685"/>
                  </a:lnTo>
                  <a:lnTo>
                    <a:pt x="4602487" y="1357685"/>
                  </a:lnTo>
                  <a:lnTo>
                    <a:pt x="4600836" y="1357685"/>
                  </a:lnTo>
                  <a:lnTo>
                    <a:pt x="4599184" y="1357685"/>
                  </a:lnTo>
                  <a:lnTo>
                    <a:pt x="4597533" y="1357685"/>
                  </a:lnTo>
                  <a:lnTo>
                    <a:pt x="4595881" y="1357685"/>
                  </a:lnTo>
                  <a:lnTo>
                    <a:pt x="4594230" y="1357685"/>
                  </a:lnTo>
                  <a:lnTo>
                    <a:pt x="4592579" y="1357685"/>
                  </a:lnTo>
                  <a:lnTo>
                    <a:pt x="4590927" y="1357685"/>
                  </a:lnTo>
                  <a:lnTo>
                    <a:pt x="4589276" y="1357685"/>
                  </a:lnTo>
                  <a:lnTo>
                    <a:pt x="4587624" y="1357685"/>
                  </a:lnTo>
                  <a:lnTo>
                    <a:pt x="4585973" y="1357685"/>
                  </a:lnTo>
                  <a:lnTo>
                    <a:pt x="4584322" y="1357685"/>
                  </a:lnTo>
                  <a:lnTo>
                    <a:pt x="4582670" y="1357685"/>
                  </a:lnTo>
                  <a:lnTo>
                    <a:pt x="4581019" y="1357685"/>
                  </a:lnTo>
                  <a:lnTo>
                    <a:pt x="4579367" y="1357685"/>
                  </a:lnTo>
                  <a:lnTo>
                    <a:pt x="4577716" y="1357685"/>
                  </a:lnTo>
                  <a:lnTo>
                    <a:pt x="4576065" y="1357685"/>
                  </a:lnTo>
                  <a:lnTo>
                    <a:pt x="4574413" y="1357685"/>
                  </a:lnTo>
                  <a:lnTo>
                    <a:pt x="4572762" y="1357685"/>
                  </a:lnTo>
                  <a:lnTo>
                    <a:pt x="4571110" y="1357685"/>
                  </a:lnTo>
                  <a:lnTo>
                    <a:pt x="4569459" y="1357685"/>
                  </a:lnTo>
                  <a:lnTo>
                    <a:pt x="4567807" y="1357685"/>
                  </a:lnTo>
                  <a:lnTo>
                    <a:pt x="4566156" y="1357685"/>
                  </a:lnTo>
                  <a:lnTo>
                    <a:pt x="4564505" y="1357685"/>
                  </a:lnTo>
                  <a:lnTo>
                    <a:pt x="4562853" y="1357685"/>
                  </a:lnTo>
                  <a:lnTo>
                    <a:pt x="4561202" y="1357685"/>
                  </a:lnTo>
                  <a:lnTo>
                    <a:pt x="4559550" y="1357685"/>
                  </a:lnTo>
                  <a:lnTo>
                    <a:pt x="4557899" y="1357685"/>
                  </a:lnTo>
                  <a:lnTo>
                    <a:pt x="4556248" y="1357685"/>
                  </a:lnTo>
                  <a:lnTo>
                    <a:pt x="4554596" y="1357685"/>
                  </a:lnTo>
                  <a:lnTo>
                    <a:pt x="4552945" y="1357685"/>
                  </a:lnTo>
                  <a:lnTo>
                    <a:pt x="4551293" y="1357685"/>
                  </a:lnTo>
                  <a:lnTo>
                    <a:pt x="4549642" y="1357685"/>
                  </a:lnTo>
                  <a:lnTo>
                    <a:pt x="4547990" y="1357685"/>
                  </a:lnTo>
                  <a:lnTo>
                    <a:pt x="4546339" y="1357685"/>
                  </a:lnTo>
                  <a:lnTo>
                    <a:pt x="4544688" y="1357685"/>
                  </a:lnTo>
                  <a:lnTo>
                    <a:pt x="4543036" y="1357685"/>
                  </a:lnTo>
                  <a:lnTo>
                    <a:pt x="4541385" y="1357685"/>
                  </a:lnTo>
                  <a:lnTo>
                    <a:pt x="4539733" y="1357685"/>
                  </a:lnTo>
                  <a:lnTo>
                    <a:pt x="4538082" y="1357685"/>
                  </a:lnTo>
                  <a:lnTo>
                    <a:pt x="4536431" y="1357685"/>
                  </a:lnTo>
                  <a:lnTo>
                    <a:pt x="4534779" y="1357685"/>
                  </a:lnTo>
                  <a:lnTo>
                    <a:pt x="4533128" y="1357685"/>
                  </a:lnTo>
                  <a:lnTo>
                    <a:pt x="4531476" y="1357685"/>
                  </a:lnTo>
                  <a:lnTo>
                    <a:pt x="4529825" y="1357685"/>
                  </a:lnTo>
                  <a:lnTo>
                    <a:pt x="4528174" y="1357685"/>
                  </a:lnTo>
                  <a:lnTo>
                    <a:pt x="4526522" y="1357685"/>
                  </a:lnTo>
                  <a:lnTo>
                    <a:pt x="4524871" y="1357685"/>
                  </a:lnTo>
                  <a:lnTo>
                    <a:pt x="4523219" y="1357685"/>
                  </a:lnTo>
                  <a:lnTo>
                    <a:pt x="4521568" y="1357685"/>
                  </a:lnTo>
                  <a:lnTo>
                    <a:pt x="4519916" y="1357685"/>
                  </a:lnTo>
                  <a:lnTo>
                    <a:pt x="4518265" y="1357685"/>
                  </a:lnTo>
                  <a:lnTo>
                    <a:pt x="4516614" y="1357685"/>
                  </a:lnTo>
                  <a:lnTo>
                    <a:pt x="4514962" y="1357685"/>
                  </a:lnTo>
                  <a:lnTo>
                    <a:pt x="4513311" y="1357685"/>
                  </a:lnTo>
                  <a:lnTo>
                    <a:pt x="4511659" y="1357685"/>
                  </a:lnTo>
                  <a:lnTo>
                    <a:pt x="4510008" y="1357685"/>
                  </a:lnTo>
                  <a:lnTo>
                    <a:pt x="4508357" y="1357685"/>
                  </a:lnTo>
                  <a:lnTo>
                    <a:pt x="4506705" y="1357685"/>
                  </a:lnTo>
                  <a:lnTo>
                    <a:pt x="4505054" y="1357685"/>
                  </a:lnTo>
                  <a:lnTo>
                    <a:pt x="4503402" y="1357685"/>
                  </a:lnTo>
                  <a:lnTo>
                    <a:pt x="4501751" y="1357685"/>
                  </a:lnTo>
                  <a:lnTo>
                    <a:pt x="4500100" y="1357685"/>
                  </a:lnTo>
                  <a:lnTo>
                    <a:pt x="4498448" y="1357685"/>
                  </a:lnTo>
                  <a:lnTo>
                    <a:pt x="4496797" y="1357685"/>
                  </a:lnTo>
                  <a:lnTo>
                    <a:pt x="4495145" y="1357685"/>
                  </a:lnTo>
                  <a:lnTo>
                    <a:pt x="4493494" y="1357685"/>
                  </a:lnTo>
                  <a:lnTo>
                    <a:pt x="4491842" y="1357685"/>
                  </a:lnTo>
                  <a:lnTo>
                    <a:pt x="4490191" y="1357685"/>
                  </a:lnTo>
                  <a:lnTo>
                    <a:pt x="4488540" y="1357685"/>
                  </a:lnTo>
                  <a:lnTo>
                    <a:pt x="4486888" y="1357685"/>
                  </a:lnTo>
                  <a:lnTo>
                    <a:pt x="4485237" y="1357685"/>
                  </a:lnTo>
                  <a:lnTo>
                    <a:pt x="4483585" y="1357685"/>
                  </a:lnTo>
                  <a:lnTo>
                    <a:pt x="4481934" y="1357685"/>
                  </a:lnTo>
                  <a:lnTo>
                    <a:pt x="4480283" y="1357685"/>
                  </a:lnTo>
                  <a:lnTo>
                    <a:pt x="4478631" y="1357685"/>
                  </a:lnTo>
                  <a:lnTo>
                    <a:pt x="4476980" y="1357685"/>
                  </a:lnTo>
                  <a:lnTo>
                    <a:pt x="4475328" y="1357685"/>
                  </a:lnTo>
                  <a:lnTo>
                    <a:pt x="4473677" y="1357685"/>
                  </a:lnTo>
                  <a:lnTo>
                    <a:pt x="4472026" y="1357685"/>
                  </a:lnTo>
                  <a:lnTo>
                    <a:pt x="4470374" y="1357685"/>
                  </a:lnTo>
                  <a:lnTo>
                    <a:pt x="4468723" y="1357685"/>
                  </a:lnTo>
                  <a:lnTo>
                    <a:pt x="4467071" y="1357685"/>
                  </a:lnTo>
                  <a:lnTo>
                    <a:pt x="4465420" y="1357685"/>
                  </a:lnTo>
                  <a:lnTo>
                    <a:pt x="4463768" y="1357685"/>
                  </a:lnTo>
                  <a:lnTo>
                    <a:pt x="4462117" y="1357685"/>
                  </a:lnTo>
                  <a:lnTo>
                    <a:pt x="4460466" y="1357685"/>
                  </a:lnTo>
                  <a:lnTo>
                    <a:pt x="4458814" y="1357685"/>
                  </a:lnTo>
                  <a:lnTo>
                    <a:pt x="4457163" y="1357685"/>
                  </a:lnTo>
                  <a:lnTo>
                    <a:pt x="4455511" y="1357685"/>
                  </a:lnTo>
                  <a:lnTo>
                    <a:pt x="4453860" y="1357685"/>
                  </a:lnTo>
                  <a:lnTo>
                    <a:pt x="4452209" y="1357685"/>
                  </a:lnTo>
                  <a:lnTo>
                    <a:pt x="4450557" y="1357685"/>
                  </a:lnTo>
                  <a:lnTo>
                    <a:pt x="4448906" y="1357685"/>
                  </a:lnTo>
                  <a:lnTo>
                    <a:pt x="4447254" y="1357685"/>
                  </a:lnTo>
                  <a:lnTo>
                    <a:pt x="4445603" y="1357685"/>
                  </a:lnTo>
                  <a:lnTo>
                    <a:pt x="4443951" y="1357685"/>
                  </a:lnTo>
                  <a:lnTo>
                    <a:pt x="4442300" y="1357685"/>
                  </a:lnTo>
                  <a:lnTo>
                    <a:pt x="4440649" y="1357685"/>
                  </a:lnTo>
                  <a:lnTo>
                    <a:pt x="4438997" y="1357685"/>
                  </a:lnTo>
                  <a:lnTo>
                    <a:pt x="4437346" y="1357685"/>
                  </a:lnTo>
                  <a:lnTo>
                    <a:pt x="4435694" y="1357685"/>
                  </a:lnTo>
                  <a:lnTo>
                    <a:pt x="4434043" y="1357685"/>
                  </a:lnTo>
                  <a:lnTo>
                    <a:pt x="4432392" y="1357685"/>
                  </a:lnTo>
                  <a:lnTo>
                    <a:pt x="4430740" y="1357685"/>
                  </a:lnTo>
                  <a:lnTo>
                    <a:pt x="4429089" y="1357685"/>
                  </a:lnTo>
                  <a:lnTo>
                    <a:pt x="4427437" y="1357685"/>
                  </a:lnTo>
                  <a:lnTo>
                    <a:pt x="4425786" y="1357685"/>
                  </a:lnTo>
                  <a:lnTo>
                    <a:pt x="4424135" y="1357685"/>
                  </a:lnTo>
                  <a:lnTo>
                    <a:pt x="4422483" y="1357685"/>
                  </a:lnTo>
                  <a:lnTo>
                    <a:pt x="4420832" y="1357685"/>
                  </a:lnTo>
                  <a:lnTo>
                    <a:pt x="4419180" y="1357685"/>
                  </a:lnTo>
                  <a:lnTo>
                    <a:pt x="4417529" y="1357685"/>
                  </a:lnTo>
                  <a:lnTo>
                    <a:pt x="4415877" y="1357685"/>
                  </a:lnTo>
                  <a:lnTo>
                    <a:pt x="4414226" y="1357685"/>
                  </a:lnTo>
                  <a:lnTo>
                    <a:pt x="4412575" y="1357685"/>
                  </a:lnTo>
                  <a:lnTo>
                    <a:pt x="4410923" y="1357685"/>
                  </a:lnTo>
                  <a:lnTo>
                    <a:pt x="4409272" y="1357685"/>
                  </a:lnTo>
                  <a:lnTo>
                    <a:pt x="4407620" y="1357685"/>
                  </a:lnTo>
                  <a:lnTo>
                    <a:pt x="4405969" y="1357685"/>
                  </a:lnTo>
                  <a:lnTo>
                    <a:pt x="4404318" y="1357685"/>
                  </a:lnTo>
                  <a:lnTo>
                    <a:pt x="4402666" y="1357685"/>
                  </a:lnTo>
                  <a:lnTo>
                    <a:pt x="4401015" y="1357685"/>
                  </a:lnTo>
                  <a:lnTo>
                    <a:pt x="4399363" y="1357685"/>
                  </a:lnTo>
                  <a:lnTo>
                    <a:pt x="4397712" y="1357685"/>
                  </a:lnTo>
                  <a:lnTo>
                    <a:pt x="4396061" y="1357685"/>
                  </a:lnTo>
                  <a:lnTo>
                    <a:pt x="4394409" y="1357685"/>
                  </a:lnTo>
                  <a:lnTo>
                    <a:pt x="4392758" y="1357685"/>
                  </a:lnTo>
                  <a:lnTo>
                    <a:pt x="4391106" y="1357685"/>
                  </a:lnTo>
                  <a:lnTo>
                    <a:pt x="4389455" y="1357685"/>
                  </a:lnTo>
                  <a:lnTo>
                    <a:pt x="4387803" y="1357685"/>
                  </a:lnTo>
                  <a:lnTo>
                    <a:pt x="4386152" y="1357685"/>
                  </a:lnTo>
                  <a:lnTo>
                    <a:pt x="4384501" y="1357685"/>
                  </a:lnTo>
                  <a:lnTo>
                    <a:pt x="4382849" y="1357685"/>
                  </a:lnTo>
                  <a:lnTo>
                    <a:pt x="4381198" y="1357685"/>
                  </a:lnTo>
                  <a:lnTo>
                    <a:pt x="4379546" y="1357685"/>
                  </a:lnTo>
                  <a:lnTo>
                    <a:pt x="4377895" y="1357685"/>
                  </a:lnTo>
                  <a:lnTo>
                    <a:pt x="4376244" y="1357685"/>
                  </a:lnTo>
                  <a:lnTo>
                    <a:pt x="4374592" y="1357685"/>
                  </a:lnTo>
                  <a:lnTo>
                    <a:pt x="4372941" y="1357685"/>
                  </a:lnTo>
                  <a:lnTo>
                    <a:pt x="4371289" y="1357685"/>
                  </a:lnTo>
                  <a:lnTo>
                    <a:pt x="4369638" y="1357685"/>
                  </a:lnTo>
                  <a:lnTo>
                    <a:pt x="4367986" y="1357685"/>
                  </a:lnTo>
                  <a:lnTo>
                    <a:pt x="4366335" y="1357685"/>
                  </a:lnTo>
                  <a:lnTo>
                    <a:pt x="4364684" y="1357685"/>
                  </a:lnTo>
                  <a:lnTo>
                    <a:pt x="4363032" y="1357685"/>
                  </a:lnTo>
                  <a:lnTo>
                    <a:pt x="4361381" y="1357685"/>
                  </a:lnTo>
                  <a:lnTo>
                    <a:pt x="4359729" y="1357685"/>
                  </a:lnTo>
                  <a:lnTo>
                    <a:pt x="4358078" y="1357685"/>
                  </a:lnTo>
                  <a:lnTo>
                    <a:pt x="4356427" y="1357685"/>
                  </a:lnTo>
                  <a:lnTo>
                    <a:pt x="4354775" y="1357685"/>
                  </a:lnTo>
                  <a:lnTo>
                    <a:pt x="4353124" y="1357685"/>
                  </a:lnTo>
                  <a:lnTo>
                    <a:pt x="4351472" y="1357685"/>
                  </a:lnTo>
                  <a:lnTo>
                    <a:pt x="4349821" y="1357685"/>
                  </a:lnTo>
                  <a:lnTo>
                    <a:pt x="4348170" y="1357685"/>
                  </a:lnTo>
                  <a:lnTo>
                    <a:pt x="4346518" y="1357685"/>
                  </a:lnTo>
                  <a:lnTo>
                    <a:pt x="4344867" y="1357685"/>
                  </a:lnTo>
                  <a:lnTo>
                    <a:pt x="4343215" y="1357685"/>
                  </a:lnTo>
                  <a:lnTo>
                    <a:pt x="4341564" y="1357685"/>
                  </a:lnTo>
                  <a:lnTo>
                    <a:pt x="4339912" y="1357685"/>
                  </a:lnTo>
                  <a:lnTo>
                    <a:pt x="4338261" y="1357685"/>
                  </a:lnTo>
                  <a:lnTo>
                    <a:pt x="4336610" y="1357685"/>
                  </a:lnTo>
                  <a:lnTo>
                    <a:pt x="4334958" y="1357685"/>
                  </a:lnTo>
                  <a:lnTo>
                    <a:pt x="4333307" y="1357685"/>
                  </a:lnTo>
                  <a:lnTo>
                    <a:pt x="4331655" y="1357685"/>
                  </a:lnTo>
                  <a:lnTo>
                    <a:pt x="4330004" y="1357685"/>
                  </a:lnTo>
                  <a:lnTo>
                    <a:pt x="4328353" y="1357685"/>
                  </a:lnTo>
                  <a:lnTo>
                    <a:pt x="4326701" y="1357685"/>
                  </a:lnTo>
                  <a:lnTo>
                    <a:pt x="4325050" y="1357685"/>
                  </a:lnTo>
                  <a:lnTo>
                    <a:pt x="4323398" y="1357685"/>
                  </a:lnTo>
                  <a:lnTo>
                    <a:pt x="4321747" y="1357685"/>
                  </a:lnTo>
                  <a:lnTo>
                    <a:pt x="4320096" y="1357685"/>
                  </a:lnTo>
                  <a:lnTo>
                    <a:pt x="4318444" y="1357685"/>
                  </a:lnTo>
                  <a:lnTo>
                    <a:pt x="4316793" y="1357685"/>
                  </a:lnTo>
                  <a:lnTo>
                    <a:pt x="4315141" y="1357685"/>
                  </a:lnTo>
                  <a:lnTo>
                    <a:pt x="4313490" y="1357685"/>
                  </a:lnTo>
                  <a:lnTo>
                    <a:pt x="4311838" y="1357685"/>
                  </a:lnTo>
                  <a:lnTo>
                    <a:pt x="4310187" y="1357685"/>
                  </a:lnTo>
                  <a:lnTo>
                    <a:pt x="4308536" y="1357685"/>
                  </a:lnTo>
                  <a:lnTo>
                    <a:pt x="4306884" y="1357685"/>
                  </a:lnTo>
                  <a:lnTo>
                    <a:pt x="4305233" y="1357685"/>
                  </a:lnTo>
                  <a:lnTo>
                    <a:pt x="4303581" y="1357685"/>
                  </a:lnTo>
                  <a:lnTo>
                    <a:pt x="4301930" y="1357685"/>
                  </a:lnTo>
                  <a:lnTo>
                    <a:pt x="4300279" y="1357685"/>
                  </a:lnTo>
                  <a:lnTo>
                    <a:pt x="4298627" y="1357685"/>
                  </a:lnTo>
                  <a:lnTo>
                    <a:pt x="4296976" y="1357685"/>
                  </a:lnTo>
                  <a:lnTo>
                    <a:pt x="4295324" y="1357685"/>
                  </a:lnTo>
                  <a:lnTo>
                    <a:pt x="4293673" y="1357685"/>
                  </a:lnTo>
                  <a:lnTo>
                    <a:pt x="4292022" y="1357685"/>
                  </a:lnTo>
                  <a:lnTo>
                    <a:pt x="4290370" y="1357685"/>
                  </a:lnTo>
                  <a:lnTo>
                    <a:pt x="4288719" y="1357685"/>
                  </a:lnTo>
                  <a:lnTo>
                    <a:pt x="4287067" y="1357685"/>
                  </a:lnTo>
                  <a:lnTo>
                    <a:pt x="4285416" y="1357685"/>
                  </a:lnTo>
                  <a:lnTo>
                    <a:pt x="4283764" y="1357685"/>
                  </a:lnTo>
                  <a:lnTo>
                    <a:pt x="4282113" y="1357685"/>
                  </a:lnTo>
                  <a:lnTo>
                    <a:pt x="4280462" y="1357685"/>
                  </a:lnTo>
                  <a:lnTo>
                    <a:pt x="4278810" y="1357685"/>
                  </a:lnTo>
                  <a:lnTo>
                    <a:pt x="4277159" y="1357685"/>
                  </a:lnTo>
                  <a:lnTo>
                    <a:pt x="4275507" y="1357685"/>
                  </a:lnTo>
                  <a:lnTo>
                    <a:pt x="4273856" y="1357685"/>
                  </a:lnTo>
                  <a:lnTo>
                    <a:pt x="4272205" y="1357685"/>
                  </a:lnTo>
                  <a:lnTo>
                    <a:pt x="4270553" y="1357685"/>
                  </a:lnTo>
                  <a:lnTo>
                    <a:pt x="4268902" y="1357685"/>
                  </a:lnTo>
                  <a:lnTo>
                    <a:pt x="4267250" y="1357685"/>
                  </a:lnTo>
                  <a:lnTo>
                    <a:pt x="4265599" y="1357685"/>
                  </a:lnTo>
                  <a:lnTo>
                    <a:pt x="4263947" y="1357685"/>
                  </a:lnTo>
                  <a:lnTo>
                    <a:pt x="4262296" y="1357685"/>
                  </a:lnTo>
                  <a:lnTo>
                    <a:pt x="4260645" y="1357685"/>
                  </a:lnTo>
                  <a:lnTo>
                    <a:pt x="4258993" y="1357685"/>
                  </a:lnTo>
                  <a:lnTo>
                    <a:pt x="4257342" y="1357685"/>
                  </a:lnTo>
                  <a:lnTo>
                    <a:pt x="4255690" y="1357685"/>
                  </a:lnTo>
                  <a:lnTo>
                    <a:pt x="4254039" y="1357685"/>
                  </a:lnTo>
                  <a:lnTo>
                    <a:pt x="4252388" y="1357685"/>
                  </a:lnTo>
                  <a:lnTo>
                    <a:pt x="4250736" y="1357685"/>
                  </a:lnTo>
                  <a:lnTo>
                    <a:pt x="4249085" y="1357685"/>
                  </a:lnTo>
                  <a:lnTo>
                    <a:pt x="4247433" y="1357685"/>
                  </a:lnTo>
                  <a:lnTo>
                    <a:pt x="4245782" y="1357685"/>
                  </a:lnTo>
                  <a:lnTo>
                    <a:pt x="4244131" y="1357685"/>
                  </a:lnTo>
                  <a:lnTo>
                    <a:pt x="4242479" y="1357685"/>
                  </a:lnTo>
                  <a:lnTo>
                    <a:pt x="4240828" y="1357685"/>
                  </a:lnTo>
                  <a:lnTo>
                    <a:pt x="4239176" y="1357685"/>
                  </a:lnTo>
                  <a:lnTo>
                    <a:pt x="4237525" y="1357685"/>
                  </a:lnTo>
                  <a:lnTo>
                    <a:pt x="4235873" y="1357685"/>
                  </a:lnTo>
                  <a:lnTo>
                    <a:pt x="4234222" y="1357685"/>
                  </a:lnTo>
                  <a:lnTo>
                    <a:pt x="4232571" y="1357685"/>
                  </a:lnTo>
                  <a:lnTo>
                    <a:pt x="4230919" y="1357685"/>
                  </a:lnTo>
                  <a:lnTo>
                    <a:pt x="4229268" y="1357685"/>
                  </a:lnTo>
                  <a:lnTo>
                    <a:pt x="4227616" y="1357685"/>
                  </a:lnTo>
                  <a:lnTo>
                    <a:pt x="4225965" y="1357685"/>
                  </a:lnTo>
                  <a:lnTo>
                    <a:pt x="4224314" y="1357685"/>
                  </a:lnTo>
                  <a:lnTo>
                    <a:pt x="4222662" y="1357685"/>
                  </a:lnTo>
                  <a:lnTo>
                    <a:pt x="4221011" y="1357685"/>
                  </a:lnTo>
                  <a:lnTo>
                    <a:pt x="4219359" y="1357685"/>
                  </a:lnTo>
                  <a:lnTo>
                    <a:pt x="4217708" y="1357685"/>
                  </a:lnTo>
                  <a:lnTo>
                    <a:pt x="4216057" y="1357685"/>
                  </a:lnTo>
                  <a:lnTo>
                    <a:pt x="4214405" y="1357685"/>
                  </a:lnTo>
                  <a:lnTo>
                    <a:pt x="4212754" y="1357685"/>
                  </a:lnTo>
                  <a:lnTo>
                    <a:pt x="4211102" y="1357685"/>
                  </a:lnTo>
                  <a:lnTo>
                    <a:pt x="4209451" y="1357685"/>
                  </a:lnTo>
                  <a:lnTo>
                    <a:pt x="4207799" y="1357685"/>
                  </a:lnTo>
                  <a:lnTo>
                    <a:pt x="4206148" y="1357685"/>
                  </a:lnTo>
                  <a:lnTo>
                    <a:pt x="4204497" y="1357685"/>
                  </a:lnTo>
                  <a:lnTo>
                    <a:pt x="4202845" y="1357685"/>
                  </a:lnTo>
                  <a:lnTo>
                    <a:pt x="4201194" y="1357685"/>
                  </a:lnTo>
                  <a:lnTo>
                    <a:pt x="4199542" y="1357685"/>
                  </a:lnTo>
                  <a:lnTo>
                    <a:pt x="4197891" y="1357685"/>
                  </a:lnTo>
                  <a:lnTo>
                    <a:pt x="4196240" y="1357685"/>
                  </a:lnTo>
                  <a:lnTo>
                    <a:pt x="4194588" y="1357685"/>
                  </a:lnTo>
                  <a:lnTo>
                    <a:pt x="4192937" y="1357685"/>
                  </a:lnTo>
                  <a:lnTo>
                    <a:pt x="4191285" y="1357685"/>
                  </a:lnTo>
                  <a:lnTo>
                    <a:pt x="4189634" y="1357685"/>
                  </a:lnTo>
                  <a:lnTo>
                    <a:pt x="4187982" y="1357685"/>
                  </a:lnTo>
                  <a:lnTo>
                    <a:pt x="4186331" y="1357685"/>
                  </a:lnTo>
                  <a:lnTo>
                    <a:pt x="4184680" y="1357685"/>
                  </a:lnTo>
                  <a:lnTo>
                    <a:pt x="4183028" y="1357685"/>
                  </a:lnTo>
                  <a:lnTo>
                    <a:pt x="4181377" y="1357685"/>
                  </a:lnTo>
                  <a:lnTo>
                    <a:pt x="4179725" y="1357685"/>
                  </a:lnTo>
                  <a:lnTo>
                    <a:pt x="4178074" y="1357685"/>
                  </a:lnTo>
                  <a:lnTo>
                    <a:pt x="4176423" y="1357685"/>
                  </a:lnTo>
                  <a:lnTo>
                    <a:pt x="4174771" y="1357685"/>
                  </a:lnTo>
                  <a:lnTo>
                    <a:pt x="4173120" y="1357685"/>
                  </a:lnTo>
                  <a:lnTo>
                    <a:pt x="4171468" y="1357685"/>
                  </a:lnTo>
                  <a:lnTo>
                    <a:pt x="4169817" y="1357685"/>
                  </a:lnTo>
                  <a:lnTo>
                    <a:pt x="4168166" y="1357685"/>
                  </a:lnTo>
                  <a:lnTo>
                    <a:pt x="4166514" y="1357685"/>
                  </a:lnTo>
                  <a:lnTo>
                    <a:pt x="4164863" y="1357685"/>
                  </a:lnTo>
                  <a:lnTo>
                    <a:pt x="4163211" y="1357685"/>
                  </a:lnTo>
                  <a:lnTo>
                    <a:pt x="4161560" y="1357685"/>
                  </a:lnTo>
                  <a:lnTo>
                    <a:pt x="4159908" y="1357685"/>
                  </a:lnTo>
                  <a:lnTo>
                    <a:pt x="4158257" y="1357685"/>
                  </a:lnTo>
                  <a:lnTo>
                    <a:pt x="4156606" y="1357685"/>
                  </a:lnTo>
                  <a:lnTo>
                    <a:pt x="4154954" y="1357685"/>
                  </a:lnTo>
                  <a:lnTo>
                    <a:pt x="4153303" y="1357685"/>
                  </a:lnTo>
                  <a:lnTo>
                    <a:pt x="4151651" y="1357685"/>
                  </a:lnTo>
                  <a:lnTo>
                    <a:pt x="4150000" y="1357685"/>
                  </a:lnTo>
                  <a:lnTo>
                    <a:pt x="4148349" y="1357685"/>
                  </a:lnTo>
                  <a:lnTo>
                    <a:pt x="4146697" y="1357685"/>
                  </a:lnTo>
                  <a:lnTo>
                    <a:pt x="4145046" y="1357685"/>
                  </a:lnTo>
                  <a:lnTo>
                    <a:pt x="4143394" y="1357685"/>
                  </a:lnTo>
                  <a:lnTo>
                    <a:pt x="4141743" y="1357685"/>
                  </a:lnTo>
                  <a:lnTo>
                    <a:pt x="4140092" y="1357685"/>
                  </a:lnTo>
                  <a:lnTo>
                    <a:pt x="4138440" y="1357685"/>
                  </a:lnTo>
                  <a:lnTo>
                    <a:pt x="4136789" y="1357685"/>
                  </a:lnTo>
                  <a:lnTo>
                    <a:pt x="4135137" y="1357685"/>
                  </a:lnTo>
                  <a:lnTo>
                    <a:pt x="4133486" y="1357685"/>
                  </a:lnTo>
                  <a:lnTo>
                    <a:pt x="4131834" y="1357685"/>
                  </a:lnTo>
                  <a:lnTo>
                    <a:pt x="4130183" y="1357685"/>
                  </a:lnTo>
                  <a:lnTo>
                    <a:pt x="4128532" y="1357685"/>
                  </a:lnTo>
                  <a:lnTo>
                    <a:pt x="4126880" y="1357685"/>
                  </a:lnTo>
                  <a:lnTo>
                    <a:pt x="4125229" y="1357685"/>
                  </a:lnTo>
                  <a:lnTo>
                    <a:pt x="4123577" y="1357685"/>
                  </a:lnTo>
                  <a:lnTo>
                    <a:pt x="4121926" y="1357685"/>
                  </a:lnTo>
                  <a:lnTo>
                    <a:pt x="4120275" y="1357685"/>
                  </a:lnTo>
                  <a:lnTo>
                    <a:pt x="4118623" y="1357685"/>
                  </a:lnTo>
                  <a:lnTo>
                    <a:pt x="4116972" y="1357685"/>
                  </a:lnTo>
                  <a:lnTo>
                    <a:pt x="4115320" y="1357685"/>
                  </a:lnTo>
                  <a:lnTo>
                    <a:pt x="4113669" y="1357685"/>
                  </a:lnTo>
                  <a:lnTo>
                    <a:pt x="4112018" y="1357685"/>
                  </a:lnTo>
                  <a:lnTo>
                    <a:pt x="4110366" y="1357685"/>
                  </a:lnTo>
                  <a:lnTo>
                    <a:pt x="4108715" y="1357685"/>
                  </a:lnTo>
                  <a:lnTo>
                    <a:pt x="4107063" y="1357685"/>
                  </a:lnTo>
                  <a:lnTo>
                    <a:pt x="4105412" y="1357685"/>
                  </a:lnTo>
                  <a:lnTo>
                    <a:pt x="4103760" y="1357685"/>
                  </a:lnTo>
                  <a:lnTo>
                    <a:pt x="4102109" y="1357685"/>
                  </a:lnTo>
                  <a:lnTo>
                    <a:pt x="4100458" y="1357685"/>
                  </a:lnTo>
                  <a:lnTo>
                    <a:pt x="4098806" y="1357685"/>
                  </a:lnTo>
                  <a:lnTo>
                    <a:pt x="4097155" y="1357685"/>
                  </a:lnTo>
                  <a:lnTo>
                    <a:pt x="4095503" y="1357685"/>
                  </a:lnTo>
                  <a:lnTo>
                    <a:pt x="4093852" y="1357685"/>
                  </a:lnTo>
                  <a:lnTo>
                    <a:pt x="4092201" y="1357685"/>
                  </a:lnTo>
                  <a:lnTo>
                    <a:pt x="4090549" y="1357685"/>
                  </a:lnTo>
                  <a:lnTo>
                    <a:pt x="4088898" y="1357685"/>
                  </a:lnTo>
                  <a:lnTo>
                    <a:pt x="4087246" y="1357685"/>
                  </a:lnTo>
                  <a:lnTo>
                    <a:pt x="4085595" y="1357685"/>
                  </a:lnTo>
                  <a:lnTo>
                    <a:pt x="4083943" y="1357685"/>
                  </a:lnTo>
                  <a:lnTo>
                    <a:pt x="4082292" y="1357685"/>
                  </a:lnTo>
                  <a:lnTo>
                    <a:pt x="4080641" y="1357685"/>
                  </a:lnTo>
                  <a:lnTo>
                    <a:pt x="4078989" y="1357685"/>
                  </a:lnTo>
                  <a:lnTo>
                    <a:pt x="4077338" y="1357685"/>
                  </a:lnTo>
                  <a:lnTo>
                    <a:pt x="4075686" y="1357685"/>
                  </a:lnTo>
                  <a:lnTo>
                    <a:pt x="4074035" y="1357685"/>
                  </a:lnTo>
                  <a:lnTo>
                    <a:pt x="4072384" y="1357685"/>
                  </a:lnTo>
                  <a:lnTo>
                    <a:pt x="4070732" y="1357685"/>
                  </a:lnTo>
                  <a:lnTo>
                    <a:pt x="4069081" y="1357685"/>
                  </a:lnTo>
                  <a:lnTo>
                    <a:pt x="4067429" y="1357685"/>
                  </a:lnTo>
                  <a:lnTo>
                    <a:pt x="4065778" y="1357685"/>
                  </a:lnTo>
                  <a:lnTo>
                    <a:pt x="4064127" y="1357685"/>
                  </a:lnTo>
                  <a:lnTo>
                    <a:pt x="4062475" y="1357685"/>
                  </a:lnTo>
                  <a:lnTo>
                    <a:pt x="4060824" y="1357685"/>
                  </a:lnTo>
                  <a:lnTo>
                    <a:pt x="4059172" y="1357685"/>
                  </a:lnTo>
                  <a:lnTo>
                    <a:pt x="4057521" y="1357685"/>
                  </a:lnTo>
                  <a:lnTo>
                    <a:pt x="4055869" y="1357685"/>
                  </a:lnTo>
                  <a:lnTo>
                    <a:pt x="4054218" y="1357685"/>
                  </a:lnTo>
                  <a:lnTo>
                    <a:pt x="4052567" y="1357685"/>
                  </a:lnTo>
                  <a:lnTo>
                    <a:pt x="4050915" y="1357685"/>
                  </a:lnTo>
                  <a:lnTo>
                    <a:pt x="4049264" y="1357685"/>
                  </a:lnTo>
                  <a:lnTo>
                    <a:pt x="4047612" y="1357685"/>
                  </a:lnTo>
                  <a:lnTo>
                    <a:pt x="4045961" y="1357685"/>
                  </a:lnTo>
                  <a:lnTo>
                    <a:pt x="4044310" y="1357685"/>
                  </a:lnTo>
                  <a:lnTo>
                    <a:pt x="4042658" y="1357685"/>
                  </a:lnTo>
                  <a:lnTo>
                    <a:pt x="4041007" y="1357685"/>
                  </a:lnTo>
                  <a:lnTo>
                    <a:pt x="4039355" y="1357685"/>
                  </a:lnTo>
                  <a:lnTo>
                    <a:pt x="4037704" y="1357685"/>
                  </a:lnTo>
                  <a:lnTo>
                    <a:pt x="4036053" y="1357685"/>
                  </a:lnTo>
                  <a:lnTo>
                    <a:pt x="4034401" y="1357685"/>
                  </a:lnTo>
                  <a:lnTo>
                    <a:pt x="4032750" y="1357685"/>
                  </a:lnTo>
                  <a:lnTo>
                    <a:pt x="4031098" y="1357685"/>
                  </a:lnTo>
                  <a:lnTo>
                    <a:pt x="4029447" y="1357685"/>
                  </a:lnTo>
                  <a:lnTo>
                    <a:pt x="4027795" y="1357685"/>
                  </a:lnTo>
                  <a:lnTo>
                    <a:pt x="4026144" y="1357685"/>
                  </a:lnTo>
                  <a:lnTo>
                    <a:pt x="4024493" y="1357685"/>
                  </a:lnTo>
                  <a:lnTo>
                    <a:pt x="4022841" y="1357685"/>
                  </a:lnTo>
                  <a:lnTo>
                    <a:pt x="4021190" y="1357685"/>
                  </a:lnTo>
                  <a:lnTo>
                    <a:pt x="4019538" y="1357685"/>
                  </a:lnTo>
                  <a:lnTo>
                    <a:pt x="4017887" y="1357685"/>
                  </a:lnTo>
                  <a:lnTo>
                    <a:pt x="4016236" y="1357685"/>
                  </a:lnTo>
                  <a:lnTo>
                    <a:pt x="4014584" y="1357685"/>
                  </a:lnTo>
                  <a:lnTo>
                    <a:pt x="4012933" y="1357685"/>
                  </a:lnTo>
                  <a:lnTo>
                    <a:pt x="4011281" y="1357685"/>
                  </a:lnTo>
                  <a:lnTo>
                    <a:pt x="4009630" y="1357685"/>
                  </a:lnTo>
                  <a:lnTo>
                    <a:pt x="4007978" y="1357685"/>
                  </a:lnTo>
                  <a:lnTo>
                    <a:pt x="4006327" y="1357685"/>
                  </a:lnTo>
                  <a:lnTo>
                    <a:pt x="4004676" y="1357685"/>
                  </a:lnTo>
                  <a:lnTo>
                    <a:pt x="4003024" y="1357685"/>
                  </a:lnTo>
                  <a:lnTo>
                    <a:pt x="4001373" y="1357685"/>
                  </a:lnTo>
                  <a:lnTo>
                    <a:pt x="3999721" y="1357685"/>
                  </a:lnTo>
                  <a:lnTo>
                    <a:pt x="3998070" y="1357685"/>
                  </a:lnTo>
                  <a:lnTo>
                    <a:pt x="3996419" y="1357685"/>
                  </a:lnTo>
                  <a:lnTo>
                    <a:pt x="3994767" y="1357685"/>
                  </a:lnTo>
                  <a:lnTo>
                    <a:pt x="3993116" y="1357685"/>
                  </a:lnTo>
                  <a:lnTo>
                    <a:pt x="3991464" y="1357685"/>
                  </a:lnTo>
                  <a:lnTo>
                    <a:pt x="3989813" y="1357685"/>
                  </a:lnTo>
                  <a:lnTo>
                    <a:pt x="3988162" y="1357685"/>
                  </a:lnTo>
                  <a:lnTo>
                    <a:pt x="3986510" y="1357685"/>
                  </a:lnTo>
                  <a:lnTo>
                    <a:pt x="3984859" y="1357685"/>
                  </a:lnTo>
                  <a:lnTo>
                    <a:pt x="3983207" y="1357685"/>
                  </a:lnTo>
                  <a:lnTo>
                    <a:pt x="3981556" y="1357685"/>
                  </a:lnTo>
                  <a:lnTo>
                    <a:pt x="3979904" y="1357685"/>
                  </a:lnTo>
                  <a:lnTo>
                    <a:pt x="3978253" y="1357685"/>
                  </a:lnTo>
                  <a:lnTo>
                    <a:pt x="3976602" y="1357685"/>
                  </a:lnTo>
                  <a:lnTo>
                    <a:pt x="3974950" y="1357685"/>
                  </a:lnTo>
                  <a:lnTo>
                    <a:pt x="3973299" y="1357685"/>
                  </a:lnTo>
                  <a:lnTo>
                    <a:pt x="3971647" y="1357685"/>
                  </a:lnTo>
                  <a:lnTo>
                    <a:pt x="3969996" y="1357685"/>
                  </a:lnTo>
                  <a:lnTo>
                    <a:pt x="3968345" y="1357685"/>
                  </a:lnTo>
                  <a:lnTo>
                    <a:pt x="3966693" y="1357685"/>
                  </a:lnTo>
                  <a:lnTo>
                    <a:pt x="3965042" y="1357685"/>
                  </a:lnTo>
                  <a:lnTo>
                    <a:pt x="3963390" y="1357685"/>
                  </a:lnTo>
                  <a:lnTo>
                    <a:pt x="3961739" y="1357685"/>
                  </a:lnTo>
                  <a:lnTo>
                    <a:pt x="3960088" y="1357685"/>
                  </a:lnTo>
                  <a:lnTo>
                    <a:pt x="3958436" y="1357685"/>
                  </a:lnTo>
                  <a:lnTo>
                    <a:pt x="3956785" y="1357685"/>
                  </a:lnTo>
                  <a:lnTo>
                    <a:pt x="3955133" y="1357685"/>
                  </a:lnTo>
                  <a:lnTo>
                    <a:pt x="3953482" y="1357685"/>
                  </a:lnTo>
                  <a:lnTo>
                    <a:pt x="3951830" y="1357685"/>
                  </a:lnTo>
                  <a:lnTo>
                    <a:pt x="3950179" y="1357685"/>
                  </a:lnTo>
                  <a:lnTo>
                    <a:pt x="3948528" y="1357685"/>
                  </a:lnTo>
                  <a:lnTo>
                    <a:pt x="3946876" y="1357685"/>
                  </a:lnTo>
                  <a:lnTo>
                    <a:pt x="3945225" y="1357685"/>
                  </a:lnTo>
                  <a:lnTo>
                    <a:pt x="3943573" y="1357685"/>
                  </a:lnTo>
                  <a:lnTo>
                    <a:pt x="3941922" y="1357685"/>
                  </a:lnTo>
                  <a:lnTo>
                    <a:pt x="3940271" y="1357685"/>
                  </a:lnTo>
                  <a:lnTo>
                    <a:pt x="3938619" y="1357685"/>
                  </a:lnTo>
                  <a:lnTo>
                    <a:pt x="3936968" y="1357685"/>
                  </a:lnTo>
                  <a:lnTo>
                    <a:pt x="3935316" y="1357685"/>
                  </a:lnTo>
                  <a:lnTo>
                    <a:pt x="3933665" y="1357685"/>
                  </a:lnTo>
                  <a:lnTo>
                    <a:pt x="3932014" y="1357685"/>
                  </a:lnTo>
                  <a:lnTo>
                    <a:pt x="3930362" y="1357685"/>
                  </a:lnTo>
                  <a:lnTo>
                    <a:pt x="3928711" y="1357685"/>
                  </a:lnTo>
                  <a:lnTo>
                    <a:pt x="3927059" y="1357685"/>
                  </a:lnTo>
                  <a:lnTo>
                    <a:pt x="3925408" y="1357685"/>
                  </a:lnTo>
                  <a:lnTo>
                    <a:pt x="3923756" y="1357685"/>
                  </a:lnTo>
                  <a:lnTo>
                    <a:pt x="3922105" y="1357685"/>
                  </a:lnTo>
                  <a:lnTo>
                    <a:pt x="3920454" y="1357685"/>
                  </a:lnTo>
                  <a:lnTo>
                    <a:pt x="3918802" y="1357685"/>
                  </a:lnTo>
                  <a:lnTo>
                    <a:pt x="3917151" y="1357685"/>
                  </a:lnTo>
                  <a:lnTo>
                    <a:pt x="3915499" y="1357685"/>
                  </a:lnTo>
                  <a:lnTo>
                    <a:pt x="3913848" y="1357685"/>
                  </a:lnTo>
                  <a:lnTo>
                    <a:pt x="3912197" y="1357685"/>
                  </a:lnTo>
                  <a:lnTo>
                    <a:pt x="3910545" y="1357685"/>
                  </a:lnTo>
                  <a:lnTo>
                    <a:pt x="3908894" y="1357685"/>
                  </a:lnTo>
                  <a:lnTo>
                    <a:pt x="3907242" y="1357685"/>
                  </a:lnTo>
                  <a:lnTo>
                    <a:pt x="3905591" y="1357685"/>
                  </a:lnTo>
                  <a:lnTo>
                    <a:pt x="3903939" y="1357685"/>
                  </a:lnTo>
                  <a:lnTo>
                    <a:pt x="3902288" y="1357685"/>
                  </a:lnTo>
                  <a:lnTo>
                    <a:pt x="3900637" y="1357685"/>
                  </a:lnTo>
                  <a:lnTo>
                    <a:pt x="3898985" y="1357685"/>
                  </a:lnTo>
                  <a:lnTo>
                    <a:pt x="3897334" y="1357685"/>
                  </a:lnTo>
                  <a:lnTo>
                    <a:pt x="3895682" y="1357685"/>
                  </a:lnTo>
                  <a:lnTo>
                    <a:pt x="3894031" y="1357685"/>
                  </a:lnTo>
                  <a:lnTo>
                    <a:pt x="3892380" y="1357685"/>
                  </a:lnTo>
                  <a:lnTo>
                    <a:pt x="3890728" y="1357685"/>
                  </a:lnTo>
                  <a:lnTo>
                    <a:pt x="3889077" y="1357685"/>
                  </a:lnTo>
                  <a:lnTo>
                    <a:pt x="3887425" y="1357685"/>
                  </a:lnTo>
                  <a:lnTo>
                    <a:pt x="3885774" y="1357685"/>
                  </a:lnTo>
                  <a:lnTo>
                    <a:pt x="3884123" y="1357685"/>
                  </a:lnTo>
                  <a:lnTo>
                    <a:pt x="3882471" y="1357685"/>
                  </a:lnTo>
                  <a:lnTo>
                    <a:pt x="3880820" y="1357685"/>
                  </a:lnTo>
                  <a:lnTo>
                    <a:pt x="3879168" y="1357685"/>
                  </a:lnTo>
                  <a:lnTo>
                    <a:pt x="3877517" y="1357685"/>
                  </a:lnTo>
                  <a:lnTo>
                    <a:pt x="3875865" y="1357685"/>
                  </a:lnTo>
                  <a:lnTo>
                    <a:pt x="3874214" y="1357685"/>
                  </a:lnTo>
                  <a:lnTo>
                    <a:pt x="3872563" y="1357685"/>
                  </a:lnTo>
                  <a:lnTo>
                    <a:pt x="3870911" y="1357685"/>
                  </a:lnTo>
                  <a:lnTo>
                    <a:pt x="3869260" y="1357685"/>
                  </a:lnTo>
                  <a:lnTo>
                    <a:pt x="3867608" y="1357685"/>
                  </a:lnTo>
                  <a:lnTo>
                    <a:pt x="3865957" y="1357685"/>
                  </a:lnTo>
                  <a:lnTo>
                    <a:pt x="3864306" y="1357685"/>
                  </a:lnTo>
                  <a:lnTo>
                    <a:pt x="3862654" y="1357685"/>
                  </a:lnTo>
                  <a:lnTo>
                    <a:pt x="3861003" y="1357685"/>
                  </a:lnTo>
                  <a:lnTo>
                    <a:pt x="3859351" y="1357685"/>
                  </a:lnTo>
                  <a:lnTo>
                    <a:pt x="3857700" y="1357685"/>
                  </a:lnTo>
                  <a:lnTo>
                    <a:pt x="3856049" y="1357685"/>
                  </a:lnTo>
                  <a:lnTo>
                    <a:pt x="3854397" y="1357685"/>
                  </a:lnTo>
                  <a:lnTo>
                    <a:pt x="3852746" y="1357685"/>
                  </a:lnTo>
                  <a:lnTo>
                    <a:pt x="3851094" y="1357685"/>
                  </a:lnTo>
                  <a:lnTo>
                    <a:pt x="3849443" y="1357685"/>
                  </a:lnTo>
                  <a:lnTo>
                    <a:pt x="3847791" y="1357685"/>
                  </a:lnTo>
                  <a:lnTo>
                    <a:pt x="3846140" y="1357685"/>
                  </a:lnTo>
                  <a:lnTo>
                    <a:pt x="3844489" y="1357685"/>
                  </a:lnTo>
                  <a:lnTo>
                    <a:pt x="3842837" y="1357685"/>
                  </a:lnTo>
                  <a:lnTo>
                    <a:pt x="3841186" y="1357685"/>
                  </a:lnTo>
                  <a:lnTo>
                    <a:pt x="3839534" y="1357685"/>
                  </a:lnTo>
                  <a:lnTo>
                    <a:pt x="3837883" y="1357685"/>
                  </a:lnTo>
                  <a:lnTo>
                    <a:pt x="3836232" y="1357685"/>
                  </a:lnTo>
                  <a:lnTo>
                    <a:pt x="3834580" y="1357685"/>
                  </a:lnTo>
                  <a:lnTo>
                    <a:pt x="3832929" y="1357685"/>
                  </a:lnTo>
                  <a:lnTo>
                    <a:pt x="3831277" y="1357685"/>
                  </a:lnTo>
                  <a:lnTo>
                    <a:pt x="3829626" y="1357685"/>
                  </a:lnTo>
                  <a:lnTo>
                    <a:pt x="3827974" y="1357685"/>
                  </a:lnTo>
                  <a:lnTo>
                    <a:pt x="3826323" y="1357685"/>
                  </a:lnTo>
                  <a:lnTo>
                    <a:pt x="3824672" y="1357685"/>
                  </a:lnTo>
                  <a:lnTo>
                    <a:pt x="3823020" y="1357685"/>
                  </a:lnTo>
                  <a:lnTo>
                    <a:pt x="3821369" y="1357685"/>
                  </a:lnTo>
                  <a:lnTo>
                    <a:pt x="3819717" y="1357685"/>
                  </a:lnTo>
                  <a:lnTo>
                    <a:pt x="3818066" y="1357685"/>
                  </a:lnTo>
                  <a:lnTo>
                    <a:pt x="3816415" y="1357685"/>
                  </a:lnTo>
                  <a:lnTo>
                    <a:pt x="3814763" y="1357685"/>
                  </a:lnTo>
                  <a:lnTo>
                    <a:pt x="3813112" y="1357685"/>
                  </a:lnTo>
                  <a:lnTo>
                    <a:pt x="3811460" y="1357685"/>
                  </a:lnTo>
                  <a:lnTo>
                    <a:pt x="3809809" y="1357685"/>
                  </a:lnTo>
                  <a:lnTo>
                    <a:pt x="3808158" y="1357685"/>
                  </a:lnTo>
                  <a:lnTo>
                    <a:pt x="3806506" y="1357685"/>
                  </a:lnTo>
                  <a:lnTo>
                    <a:pt x="3804855" y="1357685"/>
                  </a:lnTo>
                  <a:lnTo>
                    <a:pt x="3803203" y="1357685"/>
                  </a:lnTo>
                  <a:lnTo>
                    <a:pt x="3801552" y="1357685"/>
                  </a:lnTo>
                  <a:lnTo>
                    <a:pt x="3799900" y="1357685"/>
                  </a:lnTo>
                  <a:lnTo>
                    <a:pt x="3798249" y="1357685"/>
                  </a:lnTo>
                  <a:lnTo>
                    <a:pt x="3796598" y="1357685"/>
                  </a:lnTo>
                  <a:lnTo>
                    <a:pt x="3794946" y="1357685"/>
                  </a:lnTo>
                  <a:lnTo>
                    <a:pt x="3793295" y="1357685"/>
                  </a:lnTo>
                  <a:lnTo>
                    <a:pt x="3791643" y="1357685"/>
                  </a:lnTo>
                  <a:lnTo>
                    <a:pt x="3789992" y="1357685"/>
                  </a:lnTo>
                  <a:lnTo>
                    <a:pt x="3788341" y="1357685"/>
                  </a:lnTo>
                  <a:lnTo>
                    <a:pt x="3786689" y="1357685"/>
                  </a:lnTo>
                  <a:lnTo>
                    <a:pt x="3785038" y="1357685"/>
                  </a:lnTo>
                  <a:lnTo>
                    <a:pt x="3783386" y="1357685"/>
                  </a:lnTo>
                  <a:lnTo>
                    <a:pt x="3781735" y="1357685"/>
                  </a:lnTo>
                  <a:lnTo>
                    <a:pt x="3780084" y="1357685"/>
                  </a:lnTo>
                  <a:lnTo>
                    <a:pt x="3778432" y="1357685"/>
                  </a:lnTo>
                  <a:lnTo>
                    <a:pt x="3776781" y="1357685"/>
                  </a:lnTo>
                  <a:lnTo>
                    <a:pt x="3775129" y="1357685"/>
                  </a:lnTo>
                  <a:lnTo>
                    <a:pt x="3773478" y="1357685"/>
                  </a:lnTo>
                  <a:lnTo>
                    <a:pt x="3771826" y="1357685"/>
                  </a:lnTo>
                  <a:lnTo>
                    <a:pt x="3770175" y="1357685"/>
                  </a:lnTo>
                  <a:lnTo>
                    <a:pt x="3768524" y="1357685"/>
                  </a:lnTo>
                  <a:lnTo>
                    <a:pt x="3766872" y="1357685"/>
                  </a:lnTo>
                  <a:lnTo>
                    <a:pt x="3765221" y="1357685"/>
                  </a:lnTo>
                  <a:lnTo>
                    <a:pt x="3763569" y="1357685"/>
                  </a:lnTo>
                  <a:lnTo>
                    <a:pt x="3761918" y="1357685"/>
                  </a:lnTo>
                  <a:lnTo>
                    <a:pt x="3760267" y="1357685"/>
                  </a:lnTo>
                  <a:lnTo>
                    <a:pt x="3758615" y="1357685"/>
                  </a:lnTo>
                  <a:lnTo>
                    <a:pt x="3756964" y="1357685"/>
                  </a:lnTo>
                  <a:lnTo>
                    <a:pt x="3755312" y="1357685"/>
                  </a:lnTo>
                  <a:lnTo>
                    <a:pt x="3753661" y="1357685"/>
                  </a:lnTo>
                  <a:lnTo>
                    <a:pt x="3752010" y="1357685"/>
                  </a:lnTo>
                  <a:lnTo>
                    <a:pt x="3750358" y="1357685"/>
                  </a:lnTo>
                  <a:lnTo>
                    <a:pt x="3748707" y="1357685"/>
                  </a:lnTo>
                  <a:lnTo>
                    <a:pt x="3747055" y="1357685"/>
                  </a:lnTo>
                  <a:lnTo>
                    <a:pt x="3745404" y="1357685"/>
                  </a:lnTo>
                  <a:lnTo>
                    <a:pt x="3743752" y="1357685"/>
                  </a:lnTo>
                  <a:lnTo>
                    <a:pt x="3742101" y="1357685"/>
                  </a:lnTo>
                  <a:lnTo>
                    <a:pt x="3740450" y="1357685"/>
                  </a:lnTo>
                  <a:lnTo>
                    <a:pt x="3738798" y="1357685"/>
                  </a:lnTo>
                  <a:lnTo>
                    <a:pt x="3737147" y="1357685"/>
                  </a:lnTo>
                  <a:lnTo>
                    <a:pt x="3735495" y="1357685"/>
                  </a:lnTo>
                  <a:lnTo>
                    <a:pt x="3733844" y="1357685"/>
                  </a:lnTo>
                  <a:lnTo>
                    <a:pt x="3732193" y="1357685"/>
                  </a:lnTo>
                  <a:lnTo>
                    <a:pt x="3730541" y="1357685"/>
                  </a:lnTo>
                  <a:lnTo>
                    <a:pt x="3728890" y="1357685"/>
                  </a:lnTo>
                  <a:lnTo>
                    <a:pt x="3727238" y="1357685"/>
                  </a:lnTo>
                  <a:lnTo>
                    <a:pt x="3725587" y="1357685"/>
                  </a:lnTo>
                  <a:lnTo>
                    <a:pt x="3723935" y="1357685"/>
                  </a:lnTo>
                  <a:lnTo>
                    <a:pt x="3722284" y="1357685"/>
                  </a:lnTo>
                  <a:lnTo>
                    <a:pt x="3720633" y="1357685"/>
                  </a:lnTo>
                  <a:lnTo>
                    <a:pt x="3718981" y="1357685"/>
                  </a:lnTo>
                  <a:lnTo>
                    <a:pt x="3717330" y="1357685"/>
                  </a:lnTo>
                  <a:lnTo>
                    <a:pt x="3715678" y="1357685"/>
                  </a:lnTo>
                  <a:lnTo>
                    <a:pt x="3714027" y="1357685"/>
                  </a:lnTo>
                  <a:lnTo>
                    <a:pt x="3712376" y="1357685"/>
                  </a:lnTo>
                  <a:lnTo>
                    <a:pt x="3710724" y="1357685"/>
                  </a:lnTo>
                  <a:lnTo>
                    <a:pt x="3709073" y="1357685"/>
                  </a:lnTo>
                  <a:lnTo>
                    <a:pt x="3707421" y="1357685"/>
                  </a:lnTo>
                  <a:lnTo>
                    <a:pt x="3705770" y="1357685"/>
                  </a:lnTo>
                  <a:lnTo>
                    <a:pt x="3704119" y="1357685"/>
                  </a:lnTo>
                  <a:lnTo>
                    <a:pt x="3702467" y="1357685"/>
                  </a:lnTo>
                  <a:lnTo>
                    <a:pt x="3700816" y="1357685"/>
                  </a:lnTo>
                  <a:lnTo>
                    <a:pt x="3699164" y="1357685"/>
                  </a:lnTo>
                  <a:lnTo>
                    <a:pt x="3697513" y="1357685"/>
                  </a:lnTo>
                  <a:lnTo>
                    <a:pt x="3695861" y="1357685"/>
                  </a:lnTo>
                  <a:lnTo>
                    <a:pt x="3694210" y="1357685"/>
                  </a:lnTo>
                  <a:lnTo>
                    <a:pt x="3692559" y="1357685"/>
                  </a:lnTo>
                  <a:lnTo>
                    <a:pt x="3690907" y="1357685"/>
                  </a:lnTo>
                  <a:lnTo>
                    <a:pt x="3689256" y="1357685"/>
                  </a:lnTo>
                  <a:lnTo>
                    <a:pt x="3687604" y="1357685"/>
                  </a:lnTo>
                  <a:lnTo>
                    <a:pt x="3685953" y="1357685"/>
                  </a:lnTo>
                  <a:lnTo>
                    <a:pt x="3684302" y="1357685"/>
                  </a:lnTo>
                  <a:lnTo>
                    <a:pt x="3682650" y="1357685"/>
                  </a:lnTo>
                  <a:lnTo>
                    <a:pt x="3680999" y="1357685"/>
                  </a:lnTo>
                  <a:lnTo>
                    <a:pt x="3679347" y="1357685"/>
                  </a:lnTo>
                  <a:lnTo>
                    <a:pt x="3677696" y="1357685"/>
                  </a:lnTo>
                  <a:lnTo>
                    <a:pt x="3676045" y="1357685"/>
                  </a:lnTo>
                  <a:lnTo>
                    <a:pt x="3674393" y="1357685"/>
                  </a:lnTo>
                  <a:lnTo>
                    <a:pt x="3672742" y="1357685"/>
                  </a:lnTo>
                  <a:lnTo>
                    <a:pt x="3671090" y="1357685"/>
                  </a:lnTo>
                  <a:lnTo>
                    <a:pt x="3669439" y="1357685"/>
                  </a:lnTo>
                  <a:lnTo>
                    <a:pt x="3667787" y="1357685"/>
                  </a:lnTo>
                  <a:lnTo>
                    <a:pt x="3666136" y="1357685"/>
                  </a:lnTo>
                  <a:lnTo>
                    <a:pt x="3664485" y="1357685"/>
                  </a:lnTo>
                  <a:lnTo>
                    <a:pt x="3662833" y="1357685"/>
                  </a:lnTo>
                  <a:lnTo>
                    <a:pt x="3661182" y="1357685"/>
                  </a:lnTo>
                  <a:lnTo>
                    <a:pt x="3659530" y="1357685"/>
                  </a:lnTo>
                  <a:lnTo>
                    <a:pt x="3657879" y="1357685"/>
                  </a:lnTo>
                  <a:lnTo>
                    <a:pt x="3656228" y="1357685"/>
                  </a:lnTo>
                  <a:lnTo>
                    <a:pt x="3654576" y="1357685"/>
                  </a:lnTo>
                  <a:lnTo>
                    <a:pt x="3652925" y="1357685"/>
                  </a:lnTo>
                  <a:lnTo>
                    <a:pt x="3651273" y="1357685"/>
                  </a:lnTo>
                  <a:lnTo>
                    <a:pt x="3649622" y="1357685"/>
                  </a:lnTo>
                  <a:lnTo>
                    <a:pt x="3647970" y="1357685"/>
                  </a:lnTo>
                  <a:lnTo>
                    <a:pt x="3646319" y="1357685"/>
                  </a:lnTo>
                  <a:lnTo>
                    <a:pt x="3644668" y="1357685"/>
                  </a:lnTo>
                  <a:lnTo>
                    <a:pt x="3643016" y="1357685"/>
                  </a:lnTo>
                  <a:lnTo>
                    <a:pt x="3641365" y="1357685"/>
                  </a:lnTo>
                  <a:lnTo>
                    <a:pt x="3639713" y="1357685"/>
                  </a:lnTo>
                  <a:lnTo>
                    <a:pt x="3638062" y="1357685"/>
                  </a:lnTo>
                  <a:lnTo>
                    <a:pt x="3636411" y="1357685"/>
                  </a:lnTo>
                  <a:lnTo>
                    <a:pt x="3634759" y="1357685"/>
                  </a:lnTo>
                  <a:lnTo>
                    <a:pt x="3633108" y="1357685"/>
                  </a:lnTo>
                  <a:lnTo>
                    <a:pt x="3631456" y="1357685"/>
                  </a:lnTo>
                  <a:lnTo>
                    <a:pt x="3629805" y="1357685"/>
                  </a:lnTo>
                  <a:lnTo>
                    <a:pt x="3628154" y="1357685"/>
                  </a:lnTo>
                  <a:lnTo>
                    <a:pt x="3626502" y="1357685"/>
                  </a:lnTo>
                  <a:lnTo>
                    <a:pt x="3624851" y="1357685"/>
                  </a:lnTo>
                  <a:lnTo>
                    <a:pt x="3623199" y="1357685"/>
                  </a:lnTo>
                  <a:lnTo>
                    <a:pt x="3621548" y="1357685"/>
                  </a:lnTo>
                  <a:lnTo>
                    <a:pt x="3619896" y="1357685"/>
                  </a:lnTo>
                  <a:lnTo>
                    <a:pt x="3618245" y="1357685"/>
                  </a:lnTo>
                  <a:lnTo>
                    <a:pt x="3616594" y="1357685"/>
                  </a:lnTo>
                  <a:lnTo>
                    <a:pt x="3614942" y="1357685"/>
                  </a:lnTo>
                  <a:lnTo>
                    <a:pt x="3613291" y="1357685"/>
                  </a:lnTo>
                  <a:lnTo>
                    <a:pt x="3611639" y="1357685"/>
                  </a:lnTo>
                  <a:lnTo>
                    <a:pt x="3609988" y="1357685"/>
                  </a:lnTo>
                  <a:lnTo>
                    <a:pt x="3608337" y="1357685"/>
                  </a:lnTo>
                  <a:lnTo>
                    <a:pt x="3606685" y="1357685"/>
                  </a:lnTo>
                  <a:lnTo>
                    <a:pt x="3605034" y="1357685"/>
                  </a:lnTo>
                  <a:lnTo>
                    <a:pt x="3603382" y="1357685"/>
                  </a:lnTo>
                  <a:lnTo>
                    <a:pt x="3601731" y="1357685"/>
                  </a:lnTo>
                  <a:lnTo>
                    <a:pt x="3600080" y="1357685"/>
                  </a:lnTo>
                  <a:lnTo>
                    <a:pt x="3598428" y="1357685"/>
                  </a:lnTo>
                  <a:lnTo>
                    <a:pt x="3596777" y="1357685"/>
                  </a:lnTo>
                  <a:lnTo>
                    <a:pt x="3595125" y="1357685"/>
                  </a:lnTo>
                  <a:lnTo>
                    <a:pt x="3593474" y="1357685"/>
                  </a:lnTo>
                  <a:lnTo>
                    <a:pt x="3591822" y="1357685"/>
                  </a:lnTo>
                  <a:lnTo>
                    <a:pt x="3590171" y="1357685"/>
                  </a:lnTo>
                  <a:lnTo>
                    <a:pt x="3588520" y="1357685"/>
                  </a:lnTo>
                  <a:lnTo>
                    <a:pt x="3586868" y="1357685"/>
                  </a:lnTo>
                  <a:lnTo>
                    <a:pt x="3585217" y="1357685"/>
                  </a:lnTo>
                  <a:lnTo>
                    <a:pt x="3583565" y="1357685"/>
                  </a:lnTo>
                  <a:lnTo>
                    <a:pt x="3581914" y="1357685"/>
                  </a:lnTo>
                  <a:lnTo>
                    <a:pt x="3580263" y="1357685"/>
                  </a:lnTo>
                  <a:lnTo>
                    <a:pt x="3578611" y="1357685"/>
                  </a:lnTo>
                  <a:lnTo>
                    <a:pt x="3576960" y="1357685"/>
                  </a:lnTo>
                  <a:lnTo>
                    <a:pt x="3575308" y="1357685"/>
                  </a:lnTo>
                  <a:lnTo>
                    <a:pt x="3573657" y="1357685"/>
                  </a:lnTo>
                  <a:lnTo>
                    <a:pt x="3572006" y="1357685"/>
                  </a:lnTo>
                  <a:lnTo>
                    <a:pt x="3570354" y="1357685"/>
                  </a:lnTo>
                  <a:lnTo>
                    <a:pt x="3568703" y="1357685"/>
                  </a:lnTo>
                  <a:lnTo>
                    <a:pt x="3567051" y="1357685"/>
                  </a:lnTo>
                  <a:lnTo>
                    <a:pt x="3565400" y="1357685"/>
                  </a:lnTo>
                  <a:lnTo>
                    <a:pt x="3563748" y="1357685"/>
                  </a:lnTo>
                  <a:lnTo>
                    <a:pt x="3562097" y="1357685"/>
                  </a:lnTo>
                  <a:lnTo>
                    <a:pt x="3560446" y="1357685"/>
                  </a:lnTo>
                  <a:lnTo>
                    <a:pt x="3558794" y="1357685"/>
                  </a:lnTo>
                  <a:lnTo>
                    <a:pt x="3557143" y="1357685"/>
                  </a:lnTo>
                  <a:lnTo>
                    <a:pt x="3555491" y="1357685"/>
                  </a:lnTo>
                  <a:lnTo>
                    <a:pt x="3553840" y="1357685"/>
                  </a:lnTo>
                  <a:lnTo>
                    <a:pt x="3552189" y="1357685"/>
                  </a:lnTo>
                  <a:lnTo>
                    <a:pt x="3550537" y="1357685"/>
                  </a:lnTo>
                  <a:lnTo>
                    <a:pt x="3548886" y="1357685"/>
                  </a:lnTo>
                  <a:lnTo>
                    <a:pt x="3547234" y="1357685"/>
                  </a:lnTo>
                  <a:lnTo>
                    <a:pt x="3545583" y="1357685"/>
                  </a:lnTo>
                  <a:lnTo>
                    <a:pt x="3543931" y="1357685"/>
                  </a:lnTo>
                  <a:lnTo>
                    <a:pt x="3542280" y="1357685"/>
                  </a:lnTo>
                  <a:lnTo>
                    <a:pt x="3540629" y="1357685"/>
                  </a:lnTo>
                  <a:lnTo>
                    <a:pt x="3538977" y="1357685"/>
                  </a:lnTo>
                  <a:lnTo>
                    <a:pt x="3537326" y="1357685"/>
                  </a:lnTo>
                  <a:lnTo>
                    <a:pt x="3535674" y="1357685"/>
                  </a:lnTo>
                  <a:lnTo>
                    <a:pt x="3534023" y="1357685"/>
                  </a:lnTo>
                  <a:lnTo>
                    <a:pt x="3532372" y="1357685"/>
                  </a:lnTo>
                  <a:lnTo>
                    <a:pt x="3530720" y="1357685"/>
                  </a:lnTo>
                  <a:lnTo>
                    <a:pt x="3529069" y="1357685"/>
                  </a:lnTo>
                  <a:lnTo>
                    <a:pt x="3527417" y="1357685"/>
                  </a:lnTo>
                  <a:lnTo>
                    <a:pt x="3525766" y="1357685"/>
                  </a:lnTo>
                  <a:lnTo>
                    <a:pt x="3524115" y="1357685"/>
                  </a:lnTo>
                  <a:lnTo>
                    <a:pt x="3522463" y="1357685"/>
                  </a:lnTo>
                  <a:lnTo>
                    <a:pt x="3520812" y="1357685"/>
                  </a:lnTo>
                  <a:lnTo>
                    <a:pt x="3519160" y="1357685"/>
                  </a:lnTo>
                  <a:lnTo>
                    <a:pt x="3517509" y="1357685"/>
                  </a:lnTo>
                  <a:lnTo>
                    <a:pt x="3515857" y="1357685"/>
                  </a:lnTo>
                  <a:lnTo>
                    <a:pt x="3514206" y="1357685"/>
                  </a:lnTo>
                  <a:lnTo>
                    <a:pt x="3512555" y="1357685"/>
                  </a:lnTo>
                  <a:lnTo>
                    <a:pt x="3510903" y="1357685"/>
                  </a:lnTo>
                  <a:lnTo>
                    <a:pt x="3509252" y="1357685"/>
                  </a:lnTo>
                  <a:lnTo>
                    <a:pt x="3507600" y="1357685"/>
                  </a:lnTo>
                  <a:lnTo>
                    <a:pt x="3505949" y="1357685"/>
                  </a:lnTo>
                  <a:lnTo>
                    <a:pt x="3504298" y="1357685"/>
                  </a:lnTo>
                  <a:lnTo>
                    <a:pt x="3502646" y="1357685"/>
                  </a:lnTo>
                  <a:lnTo>
                    <a:pt x="3500995" y="1357685"/>
                  </a:lnTo>
                  <a:lnTo>
                    <a:pt x="3499343" y="1357685"/>
                  </a:lnTo>
                  <a:lnTo>
                    <a:pt x="3497692" y="1357685"/>
                  </a:lnTo>
                  <a:lnTo>
                    <a:pt x="3496041" y="1357685"/>
                  </a:lnTo>
                  <a:lnTo>
                    <a:pt x="3494389" y="1357685"/>
                  </a:lnTo>
                  <a:lnTo>
                    <a:pt x="3492738" y="1357685"/>
                  </a:lnTo>
                  <a:lnTo>
                    <a:pt x="3491086" y="1357685"/>
                  </a:lnTo>
                  <a:lnTo>
                    <a:pt x="3489435" y="1357685"/>
                  </a:lnTo>
                  <a:lnTo>
                    <a:pt x="3487783" y="1357685"/>
                  </a:lnTo>
                  <a:lnTo>
                    <a:pt x="3486132" y="1357685"/>
                  </a:lnTo>
                  <a:lnTo>
                    <a:pt x="3484481" y="1357685"/>
                  </a:lnTo>
                  <a:lnTo>
                    <a:pt x="3482829" y="1357685"/>
                  </a:lnTo>
                  <a:lnTo>
                    <a:pt x="3481178" y="1357685"/>
                  </a:lnTo>
                  <a:lnTo>
                    <a:pt x="3479526" y="1357685"/>
                  </a:lnTo>
                  <a:lnTo>
                    <a:pt x="3477875" y="1357685"/>
                  </a:lnTo>
                  <a:lnTo>
                    <a:pt x="3476224" y="1357685"/>
                  </a:lnTo>
                  <a:lnTo>
                    <a:pt x="3474572" y="1357685"/>
                  </a:lnTo>
                  <a:lnTo>
                    <a:pt x="3472921" y="1357685"/>
                  </a:lnTo>
                  <a:lnTo>
                    <a:pt x="3471269" y="1357685"/>
                  </a:lnTo>
                  <a:lnTo>
                    <a:pt x="3469618" y="1357685"/>
                  </a:lnTo>
                  <a:lnTo>
                    <a:pt x="3467966" y="1357685"/>
                  </a:lnTo>
                  <a:lnTo>
                    <a:pt x="3466315" y="1357685"/>
                  </a:lnTo>
                  <a:lnTo>
                    <a:pt x="3464664" y="1357685"/>
                  </a:lnTo>
                  <a:lnTo>
                    <a:pt x="3463012" y="1357685"/>
                  </a:lnTo>
                  <a:lnTo>
                    <a:pt x="3461361" y="1357685"/>
                  </a:lnTo>
                  <a:lnTo>
                    <a:pt x="3459709" y="1357685"/>
                  </a:lnTo>
                  <a:lnTo>
                    <a:pt x="3458058" y="1357685"/>
                  </a:lnTo>
                  <a:lnTo>
                    <a:pt x="3456407" y="1357685"/>
                  </a:lnTo>
                  <a:lnTo>
                    <a:pt x="3454755" y="1357685"/>
                  </a:lnTo>
                  <a:lnTo>
                    <a:pt x="3453104" y="1357685"/>
                  </a:lnTo>
                  <a:lnTo>
                    <a:pt x="3451452" y="1357685"/>
                  </a:lnTo>
                  <a:lnTo>
                    <a:pt x="3449801" y="1357685"/>
                  </a:lnTo>
                  <a:lnTo>
                    <a:pt x="3448150" y="1357685"/>
                  </a:lnTo>
                  <a:lnTo>
                    <a:pt x="3446498" y="1357685"/>
                  </a:lnTo>
                  <a:lnTo>
                    <a:pt x="3444847" y="1357685"/>
                  </a:lnTo>
                  <a:lnTo>
                    <a:pt x="3443195" y="1357685"/>
                  </a:lnTo>
                  <a:lnTo>
                    <a:pt x="3441544" y="1357685"/>
                  </a:lnTo>
                  <a:lnTo>
                    <a:pt x="3439892" y="1357685"/>
                  </a:lnTo>
                  <a:lnTo>
                    <a:pt x="3438241" y="1357685"/>
                  </a:lnTo>
                  <a:lnTo>
                    <a:pt x="3436590" y="1357685"/>
                  </a:lnTo>
                  <a:lnTo>
                    <a:pt x="3434938" y="1357685"/>
                  </a:lnTo>
                  <a:lnTo>
                    <a:pt x="3433287" y="1357685"/>
                  </a:lnTo>
                  <a:lnTo>
                    <a:pt x="3431635" y="1357685"/>
                  </a:lnTo>
                  <a:lnTo>
                    <a:pt x="3429984" y="1357685"/>
                  </a:lnTo>
                  <a:lnTo>
                    <a:pt x="3428333" y="1357685"/>
                  </a:lnTo>
                  <a:lnTo>
                    <a:pt x="3426681" y="1357685"/>
                  </a:lnTo>
                  <a:lnTo>
                    <a:pt x="3425030" y="1357685"/>
                  </a:lnTo>
                  <a:lnTo>
                    <a:pt x="3423378" y="1357685"/>
                  </a:lnTo>
                  <a:lnTo>
                    <a:pt x="3421727" y="1357685"/>
                  </a:lnTo>
                  <a:lnTo>
                    <a:pt x="3420076" y="1357685"/>
                  </a:lnTo>
                  <a:lnTo>
                    <a:pt x="3418424" y="1357685"/>
                  </a:lnTo>
                  <a:lnTo>
                    <a:pt x="3416773" y="1357685"/>
                  </a:lnTo>
                  <a:lnTo>
                    <a:pt x="3415121" y="1357685"/>
                  </a:lnTo>
                  <a:lnTo>
                    <a:pt x="3413470" y="1357685"/>
                  </a:lnTo>
                  <a:lnTo>
                    <a:pt x="3411818" y="1357685"/>
                  </a:lnTo>
                  <a:lnTo>
                    <a:pt x="3410167" y="1357685"/>
                  </a:lnTo>
                  <a:lnTo>
                    <a:pt x="3408516" y="1357685"/>
                  </a:lnTo>
                  <a:lnTo>
                    <a:pt x="3406864" y="1357685"/>
                  </a:lnTo>
                  <a:lnTo>
                    <a:pt x="3405213" y="1357685"/>
                  </a:lnTo>
                  <a:lnTo>
                    <a:pt x="3403561" y="1357685"/>
                  </a:lnTo>
                  <a:lnTo>
                    <a:pt x="3401910" y="1357685"/>
                  </a:lnTo>
                  <a:lnTo>
                    <a:pt x="3400259" y="1357685"/>
                  </a:lnTo>
                  <a:lnTo>
                    <a:pt x="3398607" y="1357685"/>
                  </a:lnTo>
                  <a:lnTo>
                    <a:pt x="3396956" y="1357685"/>
                  </a:lnTo>
                  <a:lnTo>
                    <a:pt x="3395304" y="1357685"/>
                  </a:lnTo>
                  <a:lnTo>
                    <a:pt x="3393653" y="1357685"/>
                  </a:lnTo>
                  <a:lnTo>
                    <a:pt x="3392002" y="1357685"/>
                  </a:lnTo>
                  <a:lnTo>
                    <a:pt x="3390350" y="1357685"/>
                  </a:lnTo>
                  <a:lnTo>
                    <a:pt x="3388699" y="1357685"/>
                  </a:lnTo>
                  <a:lnTo>
                    <a:pt x="3387047" y="1357685"/>
                  </a:lnTo>
                  <a:lnTo>
                    <a:pt x="3385396" y="1357685"/>
                  </a:lnTo>
                  <a:lnTo>
                    <a:pt x="3383744" y="1357685"/>
                  </a:lnTo>
                  <a:lnTo>
                    <a:pt x="3382093" y="1357685"/>
                  </a:lnTo>
                  <a:lnTo>
                    <a:pt x="3380442" y="1357685"/>
                  </a:lnTo>
                  <a:lnTo>
                    <a:pt x="3378790" y="1357685"/>
                  </a:lnTo>
                  <a:lnTo>
                    <a:pt x="3377139" y="1357685"/>
                  </a:lnTo>
                  <a:lnTo>
                    <a:pt x="3375487" y="1357685"/>
                  </a:lnTo>
                  <a:lnTo>
                    <a:pt x="3373836" y="1357685"/>
                  </a:lnTo>
                  <a:lnTo>
                    <a:pt x="3372185" y="1357685"/>
                  </a:lnTo>
                  <a:lnTo>
                    <a:pt x="3370533" y="1357685"/>
                  </a:lnTo>
                  <a:lnTo>
                    <a:pt x="3368882" y="1357685"/>
                  </a:lnTo>
                  <a:lnTo>
                    <a:pt x="3367230" y="1357685"/>
                  </a:lnTo>
                  <a:lnTo>
                    <a:pt x="3365579" y="1357685"/>
                  </a:lnTo>
                  <a:lnTo>
                    <a:pt x="3363927" y="1357685"/>
                  </a:lnTo>
                  <a:lnTo>
                    <a:pt x="3362276" y="1357685"/>
                  </a:lnTo>
                  <a:lnTo>
                    <a:pt x="3360625" y="1357685"/>
                  </a:lnTo>
                  <a:lnTo>
                    <a:pt x="3358973" y="1357685"/>
                  </a:lnTo>
                  <a:lnTo>
                    <a:pt x="3357322" y="1357685"/>
                  </a:lnTo>
                  <a:lnTo>
                    <a:pt x="3355670" y="1357685"/>
                  </a:lnTo>
                  <a:lnTo>
                    <a:pt x="3354019" y="1357685"/>
                  </a:lnTo>
                  <a:lnTo>
                    <a:pt x="3352368" y="1357685"/>
                  </a:lnTo>
                  <a:lnTo>
                    <a:pt x="3350716" y="1357685"/>
                  </a:lnTo>
                  <a:lnTo>
                    <a:pt x="3349065" y="1357685"/>
                  </a:lnTo>
                  <a:lnTo>
                    <a:pt x="3347413" y="1357685"/>
                  </a:lnTo>
                  <a:lnTo>
                    <a:pt x="3345762" y="1357685"/>
                  </a:lnTo>
                  <a:lnTo>
                    <a:pt x="3344111" y="1357685"/>
                  </a:lnTo>
                  <a:lnTo>
                    <a:pt x="3342459" y="1357685"/>
                  </a:lnTo>
                  <a:lnTo>
                    <a:pt x="3340808" y="1357685"/>
                  </a:lnTo>
                  <a:lnTo>
                    <a:pt x="3339156" y="1357685"/>
                  </a:lnTo>
                  <a:lnTo>
                    <a:pt x="3337505" y="1357685"/>
                  </a:lnTo>
                  <a:lnTo>
                    <a:pt x="3335853" y="1357685"/>
                  </a:lnTo>
                  <a:lnTo>
                    <a:pt x="3334202" y="1357685"/>
                  </a:lnTo>
                  <a:lnTo>
                    <a:pt x="3332551" y="1357685"/>
                  </a:lnTo>
                  <a:lnTo>
                    <a:pt x="3330899" y="1357685"/>
                  </a:lnTo>
                  <a:lnTo>
                    <a:pt x="3329248" y="1357685"/>
                  </a:lnTo>
                  <a:lnTo>
                    <a:pt x="3327596" y="1357685"/>
                  </a:lnTo>
                  <a:lnTo>
                    <a:pt x="3325945" y="1357685"/>
                  </a:lnTo>
                  <a:lnTo>
                    <a:pt x="3324294" y="1357685"/>
                  </a:lnTo>
                  <a:lnTo>
                    <a:pt x="3322642" y="1357685"/>
                  </a:lnTo>
                  <a:lnTo>
                    <a:pt x="3320991" y="1357685"/>
                  </a:lnTo>
                  <a:lnTo>
                    <a:pt x="3319339" y="1357685"/>
                  </a:lnTo>
                  <a:lnTo>
                    <a:pt x="3317688" y="1357685"/>
                  </a:lnTo>
                  <a:lnTo>
                    <a:pt x="3316037" y="1357685"/>
                  </a:lnTo>
                  <a:lnTo>
                    <a:pt x="3314385" y="1357685"/>
                  </a:lnTo>
                  <a:lnTo>
                    <a:pt x="3312734" y="1357685"/>
                  </a:lnTo>
                  <a:lnTo>
                    <a:pt x="3311082" y="1357685"/>
                  </a:lnTo>
                  <a:lnTo>
                    <a:pt x="3309431" y="1357685"/>
                  </a:lnTo>
                  <a:lnTo>
                    <a:pt x="3307779" y="1357685"/>
                  </a:lnTo>
                  <a:lnTo>
                    <a:pt x="3306128" y="1357685"/>
                  </a:lnTo>
                  <a:lnTo>
                    <a:pt x="3304477" y="1357685"/>
                  </a:lnTo>
                  <a:lnTo>
                    <a:pt x="3302825" y="1357685"/>
                  </a:lnTo>
                  <a:lnTo>
                    <a:pt x="3301174" y="1357685"/>
                  </a:lnTo>
                  <a:lnTo>
                    <a:pt x="3299522" y="1357685"/>
                  </a:lnTo>
                  <a:lnTo>
                    <a:pt x="3297871" y="1357685"/>
                  </a:lnTo>
                  <a:lnTo>
                    <a:pt x="3296220" y="1357685"/>
                  </a:lnTo>
                  <a:lnTo>
                    <a:pt x="3294568" y="1357685"/>
                  </a:lnTo>
                  <a:lnTo>
                    <a:pt x="3292917" y="1357685"/>
                  </a:lnTo>
                  <a:lnTo>
                    <a:pt x="3291265" y="1357685"/>
                  </a:lnTo>
                  <a:lnTo>
                    <a:pt x="3289614" y="1357685"/>
                  </a:lnTo>
                  <a:lnTo>
                    <a:pt x="3287962" y="1357685"/>
                  </a:lnTo>
                  <a:lnTo>
                    <a:pt x="3286311" y="1357685"/>
                  </a:lnTo>
                  <a:lnTo>
                    <a:pt x="3284660" y="1357685"/>
                  </a:lnTo>
                  <a:lnTo>
                    <a:pt x="3283008" y="1357685"/>
                  </a:lnTo>
                  <a:lnTo>
                    <a:pt x="3281357" y="1357685"/>
                  </a:lnTo>
                  <a:lnTo>
                    <a:pt x="3279705" y="1357685"/>
                  </a:lnTo>
                  <a:lnTo>
                    <a:pt x="3278054" y="1357685"/>
                  </a:lnTo>
                  <a:lnTo>
                    <a:pt x="3276403" y="1357685"/>
                  </a:lnTo>
                  <a:lnTo>
                    <a:pt x="3274751" y="1357685"/>
                  </a:lnTo>
                  <a:lnTo>
                    <a:pt x="3273100" y="1357685"/>
                  </a:lnTo>
                  <a:lnTo>
                    <a:pt x="3271448" y="1357685"/>
                  </a:lnTo>
                  <a:lnTo>
                    <a:pt x="3269797" y="1357685"/>
                  </a:lnTo>
                  <a:lnTo>
                    <a:pt x="3268146" y="1357685"/>
                  </a:lnTo>
                  <a:lnTo>
                    <a:pt x="3266494" y="1357685"/>
                  </a:lnTo>
                  <a:lnTo>
                    <a:pt x="3264843" y="1357685"/>
                  </a:lnTo>
                  <a:lnTo>
                    <a:pt x="3263191" y="1357685"/>
                  </a:lnTo>
                  <a:lnTo>
                    <a:pt x="3261540" y="1357685"/>
                  </a:lnTo>
                  <a:lnTo>
                    <a:pt x="3259888" y="1357685"/>
                  </a:lnTo>
                  <a:lnTo>
                    <a:pt x="3258237" y="1357685"/>
                  </a:lnTo>
                  <a:lnTo>
                    <a:pt x="3256586" y="1357685"/>
                  </a:lnTo>
                  <a:lnTo>
                    <a:pt x="3254934" y="1357685"/>
                  </a:lnTo>
                  <a:lnTo>
                    <a:pt x="3253283" y="1357685"/>
                  </a:lnTo>
                  <a:lnTo>
                    <a:pt x="3251631" y="1357685"/>
                  </a:lnTo>
                  <a:lnTo>
                    <a:pt x="3249980" y="1357685"/>
                  </a:lnTo>
                  <a:lnTo>
                    <a:pt x="3248329" y="1357685"/>
                  </a:lnTo>
                  <a:lnTo>
                    <a:pt x="3246677" y="1357685"/>
                  </a:lnTo>
                  <a:lnTo>
                    <a:pt x="3245026" y="1357685"/>
                  </a:lnTo>
                  <a:lnTo>
                    <a:pt x="3243374" y="1357685"/>
                  </a:lnTo>
                  <a:lnTo>
                    <a:pt x="3241723" y="1357685"/>
                  </a:lnTo>
                  <a:lnTo>
                    <a:pt x="3240072" y="1357685"/>
                  </a:lnTo>
                  <a:lnTo>
                    <a:pt x="3238420" y="1357685"/>
                  </a:lnTo>
                  <a:lnTo>
                    <a:pt x="3236769" y="1357685"/>
                  </a:lnTo>
                  <a:lnTo>
                    <a:pt x="3235117" y="1357685"/>
                  </a:lnTo>
                  <a:lnTo>
                    <a:pt x="3233466" y="1357685"/>
                  </a:lnTo>
                  <a:lnTo>
                    <a:pt x="3231814" y="1357685"/>
                  </a:lnTo>
                  <a:lnTo>
                    <a:pt x="3230163" y="1357685"/>
                  </a:lnTo>
                  <a:lnTo>
                    <a:pt x="3228512" y="1357685"/>
                  </a:lnTo>
                  <a:lnTo>
                    <a:pt x="3226860" y="1357685"/>
                  </a:lnTo>
                  <a:lnTo>
                    <a:pt x="3225209" y="1357685"/>
                  </a:lnTo>
                  <a:lnTo>
                    <a:pt x="3223557" y="1357685"/>
                  </a:lnTo>
                  <a:lnTo>
                    <a:pt x="3221906" y="1357685"/>
                  </a:lnTo>
                  <a:lnTo>
                    <a:pt x="3220255" y="1357685"/>
                  </a:lnTo>
                  <a:lnTo>
                    <a:pt x="3218603" y="1357685"/>
                  </a:lnTo>
                  <a:lnTo>
                    <a:pt x="3216952" y="1357685"/>
                  </a:lnTo>
                  <a:lnTo>
                    <a:pt x="3215300" y="1357685"/>
                  </a:lnTo>
                  <a:lnTo>
                    <a:pt x="3213649" y="1357685"/>
                  </a:lnTo>
                  <a:lnTo>
                    <a:pt x="3211997" y="1357685"/>
                  </a:lnTo>
                  <a:lnTo>
                    <a:pt x="3210346" y="1357685"/>
                  </a:lnTo>
                  <a:lnTo>
                    <a:pt x="3208695" y="1357685"/>
                  </a:lnTo>
                  <a:lnTo>
                    <a:pt x="3207043" y="1357685"/>
                  </a:lnTo>
                  <a:lnTo>
                    <a:pt x="3205392" y="1357685"/>
                  </a:lnTo>
                  <a:lnTo>
                    <a:pt x="3203740" y="1357685"/>
                  </a:lnTo>
                  <a:lnTo>
                    <a:pt x="3202089" y="1357685"/>
                  </a:lnTo>
                  <a:lnTo>
                    <a:pt x="3200438" y="1357685"/>
                  </a:lnTo>
                  <a:lnTo>
                    <a:pt x="3198786" y="1357685"/>
                  </a:lnTo>
                  <a:lnTo>
                    <a:pt x="3197135" y="1357685"/>
                  </a:lnTo>
                  <a:lnTo>
                    <a:pt x="3195483" y="1357685"/>
                  </a:lnTo>
                  <a:lnTo>
                    <a:pt x="3193832" y="1357685"/>
                  </a:lnTo>
                  <a:lnTo>
                    <a:pt x="3192181" y="1357685"/>
                  </a:lnTo>
                  <a:lnTo>
                    <a:pt x="3190529" y="1357685"/>
                  </a:lnTo>
                  <a:lnTo>
                    <a:pt x="3188878" y="1357685"/>
                  </a:lnTo>
                  <a:lnTo>
                    <a:pt x="3187226" y="1357685"/>
                  </a:lnTo>
                  <a:lnTo>
                    <a:pt x="3185575" y="1357685"/>
                  </a:lnTo>
                  <a:lnTo>
                    <a:pt x="3183923" y="1357685"/>
                  </a:lnTo>
                  <a:lnTo>
                    <a:pt x="3182272" y="1357685"/>
                  </a:lnTo>
                  <a:lnTo>
                    <a:pt x="3180621" y="1357685"/>
                  </a:lnTo>
                  <a:lnTo>
                    <a:pt x="3178969" y="1357685"/>
                  </a:lnTo>
                  <a:lnTo>
                    <a:pt x="3177318" y="1357685"/>
                  </a:lnTo>
                  <a:lnTo>
                    <a:pt x="3175666" y="1357685"/>
                  </a:lnTo>
                  <a:lnTo>
                    <a:pt x="3174015" y="1357685"/>
                  </a:lnTo>
                  <a:lnTo>
                    <a:pt x="3172364" y="1357685"/>
                  </a:lnTo>
                  <a:lnTo>
                    <a:pt x="3170712" y="1357685"/>
                  </a:lnTo>
                  <a:lnTo>
                    <a:pt x="3169061" y="1357685"/>
                  </a:lnTo>
                  <a:lnTo>
                    <a:pt x="3167409" y="1357685"/>
                  </a:lnTo>
                  <a:lnTo>
                    <a:pt x="3165758" y="1357685"/>
                  </a:lnTo>
                  <a:lnTo>
                    <a:pt x="3164107" y="1357685"/>
                  </a:lnTo>
                  <a:lnTo>
                    <a:pt x="3162455" y="1357685"/>
                  </a:lnTo>
                  <a:lnTo>
                    <a:pt x="3160804" y="1357685"/>
                  </a:lnTo>
                  <a:lnTo>
                    <a:pt x="3159152" y="1357685"/>
                  </a:lnTo>
                  <a:lnTo>
                    <a:pt x="3157501" y="1357685"/>
                  </a:lnTo>
                  <a:lnTo>
                    <a:pt x="3155849" y="1357685"/>
                  </a:lnTo>
                  <a:lnTo>
                    <a:pt x="3154198" y="1357685"/>
                  </a:lnTo>
                  <a:lnTo>
                    <a:pt x="3152547" y="1357685"/>
                  </a:lnTo>
                  <a:lnTo>
                    <a:pt x="3150895" y="1357685"/>
                  </a:lnTo>
                  <a:lnTo>
                    <a:pt x="3149244" y="1357685"/>
                  </a:lnTo>
                  <a:lnTo>
                    <a:pt x="3147592" y="1357685"/>
                  </a:lnTo>
                  <a:lnTo>
                    <a:pt x="3145941" y="1357685"/>
                  </a:lnTo>
                  <a:lnTo>
                    <a:pt x="3144290" y="1357685"/>
                  </a:lnTo>
                  <a:lnTo>
                    <a:pt x="3142638" y="1357685"/>
                  </a:lnTo>
                  <a:lnTo>
                    <a:pt x="3140987" y="1357685"/>
                  </a:lnTo>
                  <a:lnTo>
                    <a:pt x="3139335" y="1357685"/>
                  </a:lnTo>
                  <a:lnTo>
                    <a:pt x="3137684" y="1357685"/>
                  </a:lnTo>
                  <a:lnTo>
                    <a:pt x="3136033" y="1357685"/>
                  </a:lnTo>
                  <a:lnTo>
                    <a:pt x="3134381" y="1357685"/>
                  </a:lnTo>
                  <a:lnTo>
                    <a:pt x="3132730" y="1357685"/>
                  </a:lnTo>
                  <a:lnTo>
                    <a:pt x="3131078" y="1357685"/>
                  </a:lnTo>
                  <a:lnTo>
                    <a:pt x="3129427" y="1357685"/>
                  </a:lnTo>
                  <a:lnTo>
                    <a:pt x="3127775" y="1357685"/>
                  </a:lnTo>
                  <a:lnTo>
                    <a:pt x="3126124" y="1357685"/>
                  </a:lnTo>
                  <a:lnTo>
                    <a:pt x="3124473" y="1357685"/>
                  </a:lnTo>
                  <a:lnTo>
                    <a:pt x="3122821" y="1357685"/>
                  </a:lnTo>
                  <a:lnTo>
                    <a:pt x="3121170" y="1357685"/>
                  </a:lnTo>
                  <a:lnTo>
                    <a:pt x="3119518" y="1357685"/>
                  </a:lnTo>
                  <a:lnTo>
                    <a:pt x="3117867" y="1357685"/>
                  </a:lnTo>
                  <a:lnTo>
                    <a:pt x="3116216" y="1357685"/>
                  </a:lnTo>
                  <a:lnTo>
                    <a:pt x="3114564" y="1357685"/>
                  </a:lnTo>
                  <a:lnTo>
                    <a:pt x="3112913" y="1357685"/>
                  </a:lnTo>
                  <a:lnTo>
                    <a:pt x="3111261" y="1357685"/>
                  </a:lnTo>
                  <a:lnTo>
                    <a:pt x="3109610" y="1357685"/>
                  </a:lnTo>
                  <a:lnTo>
                    <a:pt x="3107958" y="1357685"/>
                  </a:lnTo>
                  <a:lnTo>
                    <a:pt x="3106307" y="1357685"/>
                  </a:lnTo>
                  <a:lnTo>
                    <a:pt x="3104656" y="1357685"/>
                  </a:lnTo>
                  <a:lnTo>
                    <a:pt x="3103004" y="1357685"/>
                  </a:lnTo>
                  <a:lnTo>
                    <a:pt x="3101353" y="1357685"/>
                  </a:lnTo>
                  <a:lnTo>
                    <a:pt x="3099701" y="1357685"/>
                  </a:lnTo>
                  <a:lnTo>
                    <a:pt x="3098050" y="1357685"/>
                  </a:lnTo>
                  <a:lnTo>
                    <a:pt x="3096399" y="1357685"/>
                  </a:lnTo>
                  <a:lnTo>
                    <a:pt x="3094747" y="1357685"/>
                  </a:lnTo>
                  <a:lnTo>
                    <a:pt x="3093096" y="1357685"/>
                  </a:lnTo>
                  <a:lnTo>
                    <a:pt x="3091444" y="1357685"/>
                  </a:lnTo>
                  <a:lnTo>
                    <a:pt x="3089793" y="1357685"/>
                  </a:lnTo>
                  <a:lnTo>
                    <a:pt x="3088142" y="1357685"/>
                  </a:lnTo>
                  <a:lnTo>
                    <a:pt x="3086490" y="1357685"/>
                  </a:lnTo>
                  <a:lnTo>
                    <a:pt x="3084839" y="1357685"/>
                  </a:lnTo>
                  <a:lnTo>
                    <a:pt x="3083187" y="1357685"/>
                  </a:lnTo>
                  <a:lnTo>
                    <a:pt x="3081536" y="1357685"/>
                  </a:lnTo>
                  <a:lnTo>
                    <a:pt x="3079884" y="1357685"/>
                  </a:lnTo>
                  <a:lnTo>
                    <a:pt x="3078233" y="1357685"/>
                  </a:lnTo>
                  <a:lnTo>
                    <a:pt x="3076582" y="1357685"/>
                  </a:lnTo>
                  <a:lnTo>
                    <a:pt x="3074930" y="1357685"/>
                  </a:lnTo>
                  <a:lnTo>
                    <a:pt x="3073279" y="1357685"/>
                  </a:lnTo>
                  <a:lnTo>
                    <a:pt x="3071627" y="1357685"/>
                  </a:lnTo>
                  <a:lnTo>
                    <a:pt x="3069976" y="1357685"/>
                  </a:lnTo>
                  <a:lnTo>
                    <a:pt x="3068325" y="1357685"/>
                  </a:lnTo>
                  <a:lnTo>
                    <a:pt x="3066673" y="1357685"/>
                  </a:lnTo>
                  <a:lnTo>
                    <a:pt x="3065022" y="1357685"/>
                  </a:lnTo>
                  <a:lnTo>
                    <a:pt x="3063370" y="1357685"/>
                  </a:lnTo>
                  <a:lnTo>
                    <a:pt x="3061719" y="1357685"/>
                  </a:lnTo>
                  <a:lnTo>
                    <a:pt x="3060068" y="1357685"/>
                  </a:lnTo>
                  <a:lnTo>
                    <a:pt x="3058416" y="1357685"/>
                  </a:lnTo>
                  <a:lnTo>
                    <a:pt x="3056765" y="1357685"/>
                  </a:lnTo>
                  <a:lnTo>
                    <a:pt x="3055113" y="1357685"/>
                  </a:lnTo>
                  <a:lnTo>
                    <a:pt x="3053462" y="1357685"/>
                  </a:lnTo>
                  <a:lnTo>
                    <a:pt x="3051810" y="1357685"/>
                  </a:lnTo>
                  <a:lnTo>
                    <a:pt x="3050159" y="1357685"/>
                  </a:lnTo>
                  <a:lnTo>
                    <a:pt x="3048508" y="1357685"/>
                  </a:lnTo>
                  <a:lnTo>
                    <a:pt x="3046856" y="1357685"/>
                  </a:lnTo>
                  <a:lnTo>
                    <a:pt x="3045205" y="1357685"/>
                  </a:lnTo>
                  <a:lnTo>
                    <a:pt x="3043553" y="1357685"/>
                  </a:lnTo>
                  <a:lnTo>
                    <a:pt x="3041902" y="1357685"/>
                  </a:lnTo>
                  <a:lnTo>
                    <a:pt x="3040251" y="1357685"/>
                  </a:lnTo>
                  <a:lnTo>
                    <a:pt x="3038599" y="1357685"/>
                  </a:lnTo>
                  <a:lnTo>
                    <a:pt x="3036948" y="1357685"/>
                  </a:lnTo>
                  <a:lnTo>
                    <a:pt x="3035296" y="1357685"/>
                  </a:lnTo>
                  <a:lnTo>
                    <a:pt x="3033645" y="1357685"/>
                  </a:lnTo>
                  <a:lnTo>
                    <a:pt x="3031993" y="1357685"/>
                  </a:lnTo>
                  <a:lnTo>
                    <a:pt x="3030342" y="1357685"/>
                  </a:lnTo>
                  <a:lnTo>
                    <a:pt x="3028691" y="1357685"/>
                  </a:lnTo>
                  <a:lnTo>
                    <a:pt x="3027039" y="1357685"/>
                  </a:lnTo>
                  <a:lnTo>
                    <a:pt x="3025388" y="1357685"/>
                  </a:lnTo>
                  <a:lnTo>
                    <a:pt x="3023736" y="1357685"/>
                  </a:lnTo>
                  <a:lnTo>
                    <a:pt x="3022085" y="1357685"/>
                  </a:lnTo>
                  <a:lnTo>
                    <a:pt x="3020434" y="1357685"/>
                  </a:lnTo>
                  <a:lnTo>
                    <a:pt x="3018782" y="1357685"/>
                  </a:lnTo>
                  <a:lnTo>
                    <a:pt x="3017131" y="1357685"/>
                  </a:lnTo>
                  <a:lnTo>
                    <a:pt x="3015479" y="1357685"/>
                  </a:lnTo>
                  <a:lnTo>
                    <a:pt x="3013828" y="1357685"/>
                  </a:lnTo>
                  <a:lnTo>
                    <a:pt x="3012177" y="1357685"/>
                  </a:lnTo>
                  <a:lnTo>
                    <a:pt x="3010525" y="1357685"/>
                  </a:lnTo>
                  <a:lnTo>
                    <a:pt x="3008874" y="1357685"/>
                  </a:lnTo>
                  <a:lnTo>
                    <a:pt x="3007222" y="1357685"/>
                  </a:lnTo>
                  <a:lnTo>
                    <a:pt x="3005571" y="1357685"/>
                  </a:lnTo>
                  <a:lnTo>
                    <a:pt x="3003919" y="1357685"/>
                  </a:lnTo>
                  <a:lnTo>
                    <a:pt x="3002268" y="1357685"/>
                  </a:lnTo>
                  <a:lnTo>
                    <a:pt x="3000617" y="1357685"/>
                  </a:lnTo>
                  <a:lnTo>
                    <a:pt x="2998965" y="1357685"/>
                  </a:lnTo>
                  <a:lnTo>
                    <a:pt x="2997314" y="1357685"/>
                  </a:lnTo>
                  <a:lnTo>
                    <a:pt x="2995662" y="1357685"/>
                  </a:lnTo>
                  <a:lnTo>
                    <a:pt x="2994011" y="1357685"/>
                  </a:lnTo>
                  <a:lnTo>
                    <a:pt x="2992360" y="1357685"/>
                  </a:lnTo>
                  <a:lnTo>
                    <a:pt x="2990708" y="1357685"/>
                  </a:lnTo>
                  <a:lnTo>
                    <a:pt x="2989057" y="1357685"/>
                  </a:lnTo>
                  <a:lnTo>
                    <a:pt x="2987405" y="1357685"/>
                  </a:lnTo>
                  <a:lnTo>
                    <a:pt x="2985754" y="1357685"/>
                  </a:lnTo>
                  <a:lnTo>
                    <a:pt x="2984103" y="1357685"/>
                  </a:lnTo>
                  <a:lnTo>
                    <a:pt x="2982451" y="1357685"/>
                  </a:lnTo>
                  <a:lnTo>
                    <a:pt x="2980800" y="1357685"/>
                  </a:lnTo>
                  <a:lnTo>
                    <a:pt x="2979148" y="1357685"/>
                  </a:lnTo>
                  <a:lnTo>
                    <a:pt x="2977497" y="1357685"/>
                  </a:lnTo>
                  <a:lnTo>
                    <a:pt x="2975845" y="1357685"/>
                  </a:lnTo>
                  <a:lnTo>
                    <a:pt x="2974194" y="1357685"/>
                  </a:lnTo>
                  <a:lnTo>
                    <a:pt x="2972543" y="1357685"/>
                  </a:lnTo>
                  <a:lnTo>
                    <a:pt x="2970891" y="1357685"/>
                  </a:lnTo>
                  <a:lnTo>
                    <a:pt x="2969240" y="1357685"/>
                  </a:lnTo>
                  <a:lnTo>
                    <a:pt x="2967588" y="1357685"/>
                  </a:lnTo>
                  <a:lnTo>
                    <a:pt x="2965937" y="1357685"/>
                  </a:lnTo>
                  <a:lnTo>
                    <a:pt x="2964286" y="1357685"/>
                  </a:lnTo>
                  <a:lnTo>
                    <a:pt x="2962634" y="1357685"/>
                  </a:lnTo>
                  <a:lnTo>
                    <a:pt x="2960983" y="1357685"/>
                  </a:lnTo>
                  <a:lnTo>
                    <a:pt x="2959331" y="1357685"/>
                  </a:lnTo>
                  <a:lnTo>
                    <a:pt x="2957680" y="1357685"/>
                  </a:lnTo>
                  <a:lnTo>
                    <a:pt x="2956029" y="1357685"/>
                  </a:lnTo>
                  <a:lnTo>
                    <a:pt x="2954377" y="1357685"/>
                  </a:lnTo>
                  <a:lnTo>
                    <a:pt x="2952726" y="1357685"/>
                  </a:lnTo>
                  <a:lnTo>
                    <a:pt x="2951074" y="1357685"/>
                  </a:lnTo>
                  <a:lnTo>
                    <a:pt x="2949423" y="1357685"/>
                  </a:lnTo>
                  <a:lnTo>
                    <a:pt x="2947771" y="1357685"/>
                  </a:lnTo>
                  <a:lnTo>
                    <a:pt x="2946120" y="1357685"/>
                  </a:lnTo>
                  <a:lnTo>
                    <a:pt x="2944469" y="1357685"/>
                  </a:lnTo>
                  <a:lnTo>
                    <a:pt x="2942817" y="1357685"/>
                  </a:lnTo>
                  <a:lnTo>
                    <a:pt x="2941166" y="1357685"/>
                  </a:lnTo>
                  <a:lnTo>
                    <a:pt x="2939514" y="1357685"/>
                  </a:lnTo>
                  <a:lnTo>
                    <a:pt x="2937863" y="1357685"/>
                  </a:lnTo>
                  <a:lnTo>
                    <a:pt x="2936212" y="1357685"/>
                  </a:lnTo>
                  <a:lnTo>
                    <a:pt x="2934560" y="1357685"/>
                  </a:lnTo>
                  <a:lnTo>
                    <a:pt x="2932909" y="1357685"/>
                  </a:lnTo>
                  <a:lnTo>
                    <a:pt x="2931257" y="1357685"/>
                  </a:lnTo>
                  <a:lnTo>
                    <a:pt x="2929606" y="1357685"/>
                  </a:lnTo>
                  <a:lnTo>
                    <a:pt x="2927954" y="1357685"/>
                  </a:lnTo>
                  <a:lnTo>
                    <a:pt x="2926303" y="1357685"/>
                  </a:lnTo>
                  <a:lnTo>
                    <a:pt x="2924652" y="1357685"/>
                  </a:lnTo>
                  <a:lnTo>
                    <a:pt x="2923000" y="1357685"/>
                  </a:lnTo>
                  <a:lnTo>
                    <a:pt x="2921349" y="1357685"/>
                  </a:lnTo>
                  <a:lnTo>
                    <a:pt x="2919697" y="1357685"/>
                  </a:lnTo>
                  <a:lnTo>
                    <a:pt x="2918046" y="1357685"/>
                  </a:lnTo>
                  <a:lnTo>
                    <a:pt x="2916395" y="1357685"/>
                  </a:lnTo>
                  <a:lnTo>
                    <a:pt x="2914743" y="1357685"/>
                  </a:lnTo>
                  <a:lnTo>
                    <a:pt x="2913092" y="1357685"/>
                  </a:lnTo>
                  <a:lnTo>
                    <a:pt x="2911440" y="1357685"/>
                  </a:lnTo>
                  <a:lnTo>
                    <a:pt x="2909789" y="1357685"/>
                  </a:lnTo>
                  <a:lnTo>
                    <a:pt x="2908138" y="1357685"/>
                  </a:lnTo>
                  <a:lnTo>
                    <a:pt x="2906486" y="1357685"/>
                  </a:lnTo>
                  <a:lnTo>
                    <a:pt x="2904835" y="1357685"/>
                  </a:lnTo>
                  <a:lnTo>
                    <a:pt x="2903183" y="1357685"/>
                  </a:lnTo>
                  <a:lnTo>
                    <a:pt x="2901532" y="1357685"/>
                  </a:lnTo>
                  <a:lnTo>
                    <a:pt x="2899880" y="1357685"/>
                  </a:lnTo>
                  <a:lnTo>
                    <a:pt x="2898229" y="1357685"/>
                  </a:lnTo>
                  <a:lnTo>
                    <a:pt x="2896578" y="1357685"/>
                  </a:lnTo>
                  <a:lnTo>
                    <a:pt x="2894926" y="1357685"/>
                  </a:lnTo>
                  <a:lnTo>
                    <a:pt x="2893275" y="1357685"/>
                  </a:lnTo>
                  <a:lnTo>
                    <a:pt x="2891623" y="1357685"/>
                  </a:lnTo>
                  <a:lnTo>
                    <a:pt x="2889972" y="1357685"/>
                  </a:lnTo>
                  <a:lnTo>
                    <a:pt x="2888321" y="1357685"/>
                  </a:lnTo>
                  <a:lnTo>
                    <a:pt x="2886669" y="1357685"/>
                  </a:lnTo>
                  <a:lnTo>
                    <a:pt x="2885018" y="1357685"/>
                  </a:lnTo>
                  <a:lnTo>
                    <a:pt x="2883366" y="1357685"/>
                  </a:lnTo>
                  <a:lnTo>
                    <a:pt x="2881715" y="1357685"/>
                  </a:lnTo>
                  <a:lnTo>
                    <a:pt x="2880064" y="1357685"/>
                  </a:lnTo>
                  <a:lnTo>
                    <a:pt x="2878412" y="1357685"/>
                  </a:lnTo>
                  <a:lnTo>
                    <a:pt x="2876761" y="1357685"/>
                  </a:lnTo>
                  <a:lnTo>
                    <a:pt x="2875109" y="1357685"/>
                  </a:lnTo>
                  <a:lnTo>
                    <a:pt x="2873458" y="1357685"/>
                  </a:lnTo>
                  <a:lnTo>
                    <a:pt x="2871806" y="1357685"/>
                  </a:lnTo>
                  <a:lnTo>
                    <a:pt x="2870155" y="1357685"/>
                  </a:lnTo>
                  <a:lnTo>
                    <a:pt x="2868504" y="1357685"/>
                  </a:lnTo>
                  <a:lnTo>
                    <a:pt x="2866852" y="1357685"/>
                  </a:lnTo>
                  <a:lnTo>
                    <a:pt x="2865201" y="1357685"/>
                  </a:lnTo>
                  <a:lnTo>
                    <a:pt x="2863549" y="1357685"/>
                  </a:lnTo>
                  <a:lnTo>
                    <a:pt x="2861898" y="1357685"/>
                  </a:lnTo>
                  <a:lnTo>
                    <a:pt x="2860247" y="1357685"/>
                  </a:lnTo>
                  <a:lnTo>
                    <a:pt x="2858595" y="1357685"/>
                  </a:lnTo>
                  <a:lnTo>
                    <a:pt x="2856944" y="1357685"/>
                  </a:lnTo>
                  <a:lnTo>
                    <a:pt x="2855292" y="1357685"/>
                  </a:lnTo>
                  <a:lnTo>
                    <a:pt x="2853641" y="1357685"/>
                  </a:lnTo>
                  <a:lnTo>
                    <a:pt x="2851989" y="1357685"/>
                  </a:lnTo>
                  <a:lnTo>
                    <a:pt x="2850338" y="1357685"/>
                  </a:lnTo>
                  <a:lnTo>
                    <a:pt x="2848687" y="1357685"/>
                  </a:lnTo>
                  <a:lnTo>
                    <a:pt x="2847035" y="1357685"/>
                  </a:lnTo>
                  <a:lnTo>
                    <a:pt x="2845384" y="1357685"/>
                  </a:lnTo>
                  <a:lnTo>
                    <a:pt x="2843732" y="1357685"/>
                  </a:lnTo>
                  <a:lnTo>
                    <a:pt x="2842081" y="1357685"/>
                  </a:lnTo>
                  <a:lnTo>
                    <a:pt x="2840430" y="1357685"/>
                  </a:lnTo>
                  <a:lnTo>
                    <a:pt x="2838778" y="1357685"/>
                  </a:lnTo>
                  <a:lnTo>
                    <a:pt x="2837127" y="1357685"/>
                  </a:lnTo>
                  <a:lnTo>
                    <a:pt x="2835475" y="1357685"/>
                  </a:lnTo>
                  <a:lnTo>
                    <a:pt x="2833824" y="1357685"/>
                  </a:lnTo>
                  <a:lnTo>
                    <a:pt x="2832173" y="1357685"/>
                  </a:lnTo>
                  <a:lnTo>
                    <a:pt x="2830521" y="1357685"/>
                  </a:lnTo>
                  <a:lnTo>
                    <a:pt x="2828870" y="1357685"/>
                  </a:lnTo>
                  <a:lnTo>
                    <a:pt x="2827218" y="1357685"/>
                  </a:lnTo>
                  <a:lnTo>
                    <a:pt x="2825567" y="1357685"/>
                  </a:lnTo>
                  <a:lnTo>
                    <a:pt x="2823915" y="1357685"/>
                  </a:lnTo>
                  <a:lnTo>
                    <a:pt x="2822264" y="1357685"/>
                  </a:lnTo>
                  <a:lnTo>
                    <a:pt x="2820613" y="1357685"/>
                  </a:lnTo>
                  <a:lnTo>
                    <a:pt x="2818961" y="1357685"/>
                  </a:lnTo>
                  <a:lnTo>
                    <a:pt x="2817310" y="1357685"/>
                  </a:lnTo>
                  <a:lnTo>
                    <a:pt x="2815658" y="1357685"/>
                  </a:lnTo>
                  <a:lnTo>
                    <a:pt x="2814007" y="1357685"/>
                  </a:lnTo>
                  <a:lnTo>
                    <a:pt x="2812356" y="1357685"/>
                  </a:lnTo>
                  <a:lnTo>
                    <a:pt x="2810704" y="1357685"/>
                  </a:lnTo>
                  <a:lnTo>
                    <a:pt x="2809053" y="1357685"/>
                  </a:lnTo>
                  <a:lnTo>
                    <a:pt x="2807401" y="1357685"/>
                  </a:lnTo>
                  <a:lnTo>
                    <a:pt x="2805750" y="1357685"/>
                  </a:lnTo>
                  <a:lnTo>
                    <a:pt x="2804099" y="1357685"/>
                  </a:lnTo>
                  <a:lnTo>
                    <a:pt x="2802447" y="1357685"/>
                  </a:lnTo>
                  <a:lnTo>
                    <a:pt x="2800796" y="1357685"/>
                  </a:lnTo>
                  <a:lnTo>
                    <a:pt x="2799144" y="1357685"/>
                  </a:lnTo>
                  <a:lnTo>
                    <a:pt x="2797493" y="1357685"/>
                  </a:lnTo>
                  <a:lnTo>
                    <a:pt x="2795841" y="1357685"/>
                  </a:lnTo>
                  <a:lnTo>
                    <a:pt x="2794190" y="1357685"/>
                  </a:lnTo>
                  <a:lnTo>
                    <a:pt x="2792539" y="1357685"/>
                  </a:lnTo>
                  <a:lnTo>
                    <a:pt x="2790887" y="1357685"/>
                  </a:lnTo>
                  <a:lnTo>
                    <a:pt x="2789236" y="1357685"/>
                  </a:lnTo>
                  <a:lnTo>
                    <a:pt x="2787584" y="1357685"/>
                  </a:lnTo>
                  <a:lnTo>
                    <a:pt x="2785933" y="1357685"/>
                  </a:lnTo>
                  <a:lnTo>
                    <a:pt x="2784282" y="1357685"/>
                  </a:lnTo>
                  <a:lnTo>
                    <a:pt x="2782630" y="1357685"/>
                  </a:lnTo>
                  <a:lnTo>
                    <a:pt x="2780979" y="1357685"/>
                  </a:lnTo>
                  <a:lnTo>
                    <a:pt x="2779327" y="1357685"/>
                  </a:lnTo>
                  <a:lnTo>
                    <a:pt x="2777676" y="1357685"/>
                  </a:lnTo>
                  <a:lnTo>
                    <a:pt x="2776025" y="1357685"/>
                  </a:lnTo>
                  <a:lnTo>
                    <a:pt x="2774373" y="1357685"/>
                  </a:lnTo>
                  <a:lnTo>
                    <a:pt x="2772722" y="1357685"/>
                  </a:lnTo>
                  <a:lnTo>
                    <a:pt x="2771070" y="1357685"/>
                  </a:lnTo>
                  <a:lnTo>
                    <a:pt x="2769419" y="1357685"/>
                  </a:lnTo>
                  <a:lnTo>
                    <a:pt x="2767767" y="1357685"/>
                  </a:lnTo>
                  <a:lnTo>
                    <a:pt x="2766116" y="1357685"/>
                  </a:lnTo>
                  <a:lnTo>
                    <a:pt x="2764465" y="1357685"/>
                  </a:lnTo>
                  <a:lnTo>
                    <a:pt x="2762813" y="1357685"/>
                  </a:lnTo>
                  <a:lnTo>
                    <a:pt x="2761162" y="1357685"/>
                  </a:lnTo>
                  <a:lnTo>
                    <a:pt x="2759510" y="1357685"/>
                  </a:lnTo>
                  <a:lnTo>
                    <a:pt x="2757859" y="1357685"/>
                  </a:lnTo>
                  <a:lnTo>
                    <a:pt x="2756208" y="1357685"/>
                  </a:lnTo>
                  <a:lnTo>
                    <a:pt x="2754556" y="1357685"/>
                  </a:lnTo>
                  <a:lnTo>
                    <a:pt x="2752905" y="1357685"/>
                  </a:lnTo>
                  <a:lnTo>
                    <a:pt x="2751253" y="1357685"/>
                  </a:lnTo>
                  <a:lnTo>
                    <a:pt x="2749602" y="1357685"/>
                  </a:lnTo>
                  <a:lnTo>
                    <a:pt x="2747950" y="1357685"/>
                  </a:lnTo>
                  <a:lnTo>
                    <a:pt x="2746299" y="1357685"/>
                  </a:lnTo>
                  <a:lnTo>
                    <a:pt x="2744648" y="1357685"/>
                  </a:lnTo>
                  <a:lnTo>
                    <a:pt x="2742996" y="1357685"/>
                  </a:lnTo>
                  <a:lnTo>
                    <a:pt x="2741345" y="1357685"/>
                  </a:lnTo>
                  <a:lnTo>
                    <a:pt x="2739693" y="1357685"/>
                  </a:lnTo>
                  <a:lnTo>
                    <a:pt x="2738042" y="1357685"/>
                  </a:lnTo>
                  <a:lnTo>
                    <a:pt x="2736391" y="1357685"/>
                  </a:lnTo>
                  <a:lnTo>
                    <a:pt x="2734739" y="1357685"/>
                  </a:lnTo>
                  <a:lnTo>
                    <a:pt x="2733088" y="1357685"/>
                  </a:lnTo>
                  <a:lnTo>
                    <a:pt x="2731436" y="1357685"/>
                  </a:lnTo>
                  <a:lnTo>
                    <a:pt x="2729785" y="1357685"/>
                  </a:lnTo>
                  <a:lnTo>
                    <a:pt x="2728134" y="1357685"/>
                  </a:lnTo>
                  <a:lnTo>
                    <a:pt x="2726482" y="1357685"/>
                  </a:lnTo>
                  <a:lnTo>
                    <a:pt x="2724831" y="1357685"/>
                  </a:lnTo>
                  <a:lnTo>
                    <a:pt x="2723179" y="1357685"/>
                  </a:lnTo>
                  <a:lnTo>
                    <a:pt x="2721528" y="1357685"/>
                  </a:lnTo>
                  <a:lnTo>
                    <a:pt x="2719876" y="1357685"/>
                  </a:lnTo>
                  <a:lnTo>
                    <a:pt x="2718225" y="1357685"/>
                  </a:lnTo>
                  <a:lnTo>
                    <a:pt x="2716574" y="1357685"/>
                  </a:lnTo>
                  <a:lnTo>
                    <a:pt x="2714922" y="1357685"/>
                  </a:lnTo>
                  <a:lnTo>
                    <a:pt x="2713271" y="1357685"/>
                  </a:lnTo>
                  <a:lnTo>
                    <a:pt x="2711619" y="1357685"/>
                  </a:lnTo>
                  <a:lnTo>
                    <a:pt x="2709968" y="1357685"/>
                  </a:lnTo>
                  <a:lnTo>
                    <a:pt x="2708317" y="1357685"/>
                  </a:lnTo>
                  <a:lnTo>
                    <a:pt x="2706665" y="1357685"/>
                  </a:lnTo>
                  <a:lnTo>
                    <a:pt x="2705014" y="1357685"/>
                  </a:lnTo>
                  <a:lnTo>
                    <a:pt x="2703362" y="1357685"/>
                  </a:lnTo>
                  <a:lnTo>
                    <a:pt x="2701711" y="1357685"/>
                  </a:lnTo>
                  <a:lnTo>
                    <a:pt x="2700060" y="1357685"/>
                  </a:lnTo>
                  <a:lnTo>
                    <a:pt x="2698408" y="1357685"/>
                  </a:lnTo>
                  <a:lnTo>
                    <a:pt x="2696757" y="1357685"/>
                  </a:lnTo>
                  <a:lnTo>
                    <a:pt x="2695105" y="1357685"/>
                  </a:lnTo>
                  <a:lnTo>
                    <a:pt x="2693454" y="1357685"/>
                  </a:lnTo>
                  <a:lnTo>
                    <a:pt x="2691802" y="1357685"/>
                  </a:lnTo>
                  <a:lnTo>
                    <a:pt x="2690151" y="1357685"/>
                  </a:lnTo>
                  <a:lnTo>
                    <a:pt x="2688500" y="1357685"/>
                  </a:lnTo>
                  <a:lnTo>
                    <a:pt x="2686848" y="1357685"/>
                  </a:lnTo>
                  <a:lnTo>
                    <a:pt x="2685197" y="1357685"/>
                  </a:lnTo>
                  <a:lnTo>
                    <a:pt x="2683545" y="1357685"/>
                  </a:lnTo>
                  <a:lnTo>
                    <a:pt x="2681894" y="1357685"/>
                  </a:lnTo>
                  <a:lnTo>
                    <a:pt x="2680243" y="1357685"/>
                  </a:lnTo>
                  <a:lnTo>
                    <a:pt x="2678591" y="1357685"/>
                  </a:lnTo>
                  <a:lnTo>
                    <a:pt x="2676940" y="1357685"/>
                  </a:lnTo>
                  <a:lnTo>
                    <a:pt x="2675288" y="1357685"/>
                  </a:lnTo>
                  <a:lnTo>
                    <a:pt x="2673637" y="1357685"/>
                  </a:lnTo>
                  <a:lnTo>
                    <a:pt x="2671985" y="1357685"/>
                  </a:lnTo>
                  <a:lnTo>
                    <a:pt x="2670334" y="1357685"/>
                  </a:lnTo>
                  <a:lnTo>
                    <a:pt x="2668683" y="1357685"/>
                  </a:lnTo>
                  <a:lnTo>
                    <a:pt x="2667031" y="1357685"/>
                  </a:lnTo>
                  <a:lnTo>
                    <a:pt x="2665380" y="1357685"/>
                  </a:lnTo>
                  <a:lnTo>
                    <a:pt x="2663728" y="1357685"/>
                  </a:lnTo>
                  <a:lnTo>
                    <a:pt x="2662077" y="1357685"/>
                  </a:lnTo>
                  <a:lnTo>
                    <a:pt x="2660426" y="1357685"/>
                  </a:lnTo>
                  <a:lnTo>
                    <a:pt x="2658774" y="1357685"/>
                  </a:lnTo>
                  <a:lnTo>
                    <a:pt x="2657123" y="1357685"/>
                  </a:lnTo>
                  <a:lnTo>
                    <a:pt x="2655471" y="1357685"/>
                  </a:lnTo>
                  <a:lnTo>
                    <a:pt x="2653820" y="1357685"/>
                  </a:lnTo>
                  <a:lnTo>
                    <a:pt x="2652169" y="1357685"/>
                  </a:lnTo>
                  <a:lnTo>
                    <a:pt x="2650517" y="1357685"/>
                  </a:lnTo>
                  <a:lnTo>
                    <a:pt x="2648866" y="1357685"/>
                  </a:lnTo>
                  <a:lnTo>
                    <a:pt x="2647214" y="1357685"/>
                  </a:lnTo>
                  <a:lnTo>
                    <a:pt x="2645563" y="1357685"/>
                  </a:lnTo>
                  <a:lnTo>
                    <a:pt x="2643911" y="1357685"/>
                  </a:lnTo>
                  <a:lnTo>
                    <a:pt x="2642260" y="1357685"/>
                  </a:lnTo>
                  <a:lnTo>
                    <a:pt x="2640609" y="1357685"/>
                  </a:lnTo>
                  <a:lnTo>
                    <a:pt x="2638957" y="1357685"/>
                  </a:lnTo>
                  <a:lnTo>
                    <a:pt x="2637306" y="1357685"/>
                  </a:lnTo>
                  <a:lnTo>
                    <a:pt x="2635654" y="1357685"/>
                  </a:lnTo>
                  <a:lnTo>
                    <a:pt x="2634003" y="1357685"/>
                  </a:lnTo>
                  <a:lnTo>
                    <a:pt x="2632352" y="1357685"/>
                  </a:lnTo>
                  <a:lnTo>
                    <a:pt x="2630700" y="1357685"/>
                  </a:lnTo>
                  <a:lnTo>
                    <a:pt x="2629049" y="1357685"/>
                  </a:lnTo>
                  <a:lnTo>
                    <a:pt x="2627397" y="1357685"/>
                  </a:lnTo>
                  <a:lnTo>
                    <a:pt x="2625746" y="1357685"/>
                  </a:lnTo>
                  <a:lnTo>
                    <a:pt x="2624095" y="1357685"/>
                  </a:lnTo>
                  <a:lnTo>
                    <a:pt x="2622443" y="1357685"/>
                  </a:lnTo>
                  <a:lnTo>
                    <a:pt x="2620792" y="1357685"/>
                  </a:lnTo>
                  <a:lnTo>
                    <a:pt x="2619140" y="1357685"/>
                  </a:lnTo>
                  <a:lnTo>
                    <a:pt x="2617489" y="1357685"/>
                  </a:lnTo>
                  <a:lnTo>
                    <a:pt x="2615837" y="1357685"/>
                  </a:lnTo>
                  <a:lnTo>
                    <a:pt x="2614186" y="1357685"/>
                  </a:lnTo>
                  <a:lnTo>
                    <a:pt x="2612535" y="1357685"/>
                  </a:lnTo>
                  <a:lnTo>
                    <a:pt x="2610883" y="1357685"/>
                  </a:lnTo>
                  <a:lnTo>
                    <a:pt x="2609232" y="1357685"/>
                  </a:lnTo>
                  <a:lnTo>
                    <a:pt x="2607580" y="1357685"/>
                  </a:lnTo>
                  <a:lnTo>
                    <a:pt x="2605929" y="1357685"/>
                  </a:lnTo>
                  <a:lnTo>
                    <a:pt x="2604278" y="1357685"/>
                  </a:lnTo>
                  <a:lnTo>
                    <a:pt x="2602626" y="1357685"/>
                  </a:lnTo>
                  <a:lnTo>
                    <a:pt x="2600975" y="1357685"/>
                  </a:lnTo>
                  <a:lnTo>
                    <a:pt x="2599323" y="1357685"/>
                  </a:lnTo>
                  <a:lnTo>
                    <a:pt x="2597672" y="1357685"/>
                  </a:lnTo>
                  <a:lnTo>
                    <a:pt x="2596021" y="1357685"/>
                  </a:lnTo>
                  <a:lnTo>
                    <a:pt x="2594369" y="1357685"/>
                  </a:lnTo>
                  <a:lnTo>
                    <a:pt x="2592718" y="1357685"/>
                  </a:lnTo>
                  <a:lnTo>
                    <a:pt x="2591066" y="1357685"/>
                  </a:lnTo>
                  <a:lnTo>
                    <a:pt x="2589415" y="1357685"/>
                  </a:lnTo>
                  <a:lnTo>
                    <a:pt x="2587763" y="1357685"/>
                  </a:lnTo>
                  <a:lnTo>
                    <a:pt x="2586112" y="1357685"/>
                  </a:lnTo>
                  <a:lnTo>
                    <a:pt x="2584461" y="1357685"/>
                  </a:lnTo>
                  <a:lnTo>
                    <a:pt x="2582809" y="1357685"/>
                  </a:lnTo>
                  <a:lnTo>
                    <a:pt x="2581158" y="1357685"/>
                  </a:lnTo>
                  <a:lnTo>
                    <a:pt x="2579506" y="1357685"/>
                  </a:lnTo>
                  <a:lnTo>
                    <a:pt x="2577855" y="1357685"/>
                  </a:lnTo>
                  <a:lnTo>
                    <a:pt x="2576204" y="1357685"/>
                  </a:lnTo>
                  <a:lnTo>
                    <a:pt x="2574552" y="1357685"/>
                  </a:lnTo>
                  <a:lnTo>
                    <a:pt x="2572901" y="1357685"/>
                  </a:lnTo>
                  <a:lnTo>
                    <a:pt x="2571249" y="1357685"/>
                  </a:lnTo>
                  <a:lnTo>
                    <a:pt x="2569598" y="1357685"/>
                  </a:lnTo>
                  <a:lnTo>
                    <a:pt x="2567946" y="1357685"/>
                  </a:lnTo>
                  <a:lnTo>
                    <a:pt x="2566295" y="1357685"/>
                  </a:lnTo>
                  <a:lnTo>
                    <a:pt x="2564644" y="1357685"/>
                  </a:lnTo>
                  <a:lnTo>
                    <a:pt x="2562992" y="1357685"/>
                  </a:lnTo>
                  <a:lnTo>
                    <a:pt x="2561341" y="1357685"/>
                  </a:lnTo>
                  <a:lnTo>
                    <a:pt x="2559689" y="1357685"/>
                  </a:lnTo>
                  <a:lnTo>
                    <a:pt x="2558038" y="1357685"/>
                  </a:lnTo>
                  <a:lnTo>
                    <a:pt x="2556387" y="1357685"/>
                  </a:lnTo>
                  <a:lnTo>
                    <a:pt x="2554735" y="1357685"/>
                  </a:lnTo>
                  <a:lnTo>
                    <a:pt x="2553084" y="1357685"/>
                  </a:lnTo>
                  <a:lnTo>
                    <a:pt x="2551432" y="1357685"/>
                  </a:lnTo>
                  <a:lnTo>
                    <a:pt x="2549781" y="1357685"/>
                  </a:lnTo>
                  <a:lnTo>
                    <a:pt x="2548130" y="1357685"/>
                  </a:lnTo>
                  <a:lnTo>
                    <a:pt x="2546478" y="1357685"/>
                  </a:lnTo>
                  <a:lnTo>
                    <a:pt x="2544827" y="1357685"/>
                  </a:lnTo>
                  <a:lnTo>
                    <a:pt x="2543175" y="1357685"/>
                  </a:lnTo>
                  <a:lnTo>
                    <a:pt x="2541524" y="1357685"/>
                  </a:lnTo>
                  <a:lnTo>
                    <a:pt x="2539872" y="1357685"/>
                  </a:lnTo>
                  <a:lnTo>
                    <a:pt x="2538221" y="1357685"/>
                  </a:lnTo>
                  <a:lnTo>
                    <a:pt x="2536570" y="1357685"/>
                  </a:lnTo>
                  <a:lnTo>
                    <a:pt x="2534918" y="1357685"/>
                  </a:lnTo>
                  <a:lnTo>
                    <a:pt x="2533267" y="1357685"/>
                  </a:lnTo>
                  <a:lnTo>
                    <a:pt x="2531615" y="1357685"/>
                  </a:lnTo>
                  <a:lnTo>
                    <a:pt x="2529964" y="1357685"/>
                  </a:lnTo>
                  <a:lnTo>
                    <a:pt x="2528313" y="1357685"/>
                  </a:lnTo>
                  <a:lnTo>
                    <a:pt x="2526661" y="1357685"/>
                  </a:lnTo>
                  <a:lnTo>
                    <a:pt x="2525010" y="1357685"/>
                  </a:lnTo>
                  <a:lnTo>
                    <a:pt x="2523358" y="1357685"/>
                  </a:lnTo>
                  <a:lnTo>
                    <a:pt x="2521707" y="1357685"/>
                  </a:lnTo>
                  <a:lnTo>
                    <a:pt x="2520056" y="1357685"/>
                  </a:lnTo>
                  <a:lnTo>
                    <a:pt x="2518404" y="1357685"/>
                  </a:lnTo>
                  <a:lnTo>
                    <a:pt x="2516753" y="1357685"/>
                  </a:lnTo>
                  <a:lnTo>
                    <a:pt x="2515101" y="1357685"/>
                  </a:lnTo>
                  <a:lnTo>
                    <a:pt x="2513450" y="1357685"/>
                  </a:lnTo>
                  <a:lnTo>
                    <a:pt x="2511798" y="1357685"/>
                  </a:lnTo>
                  <a:lnTo>
                    <a:pt x="2510147" y="1357685"/>
                  </a:lnTo>
                  <a:lnTo>
                    <a:pt x="2508496" y="1357685"/>
                  </a:lnTo>
                  <a:lnTo>
                    <a:pt x="2506844" y="1357685"/>
                  </a:lnTo>
                  <a:lnTo>
                    <a:pt x="2505193" y="1357685"/>
                  </a:lnTo>
                  <a:lnTo>
                    <a:pt x="2503541" y="1357685"/>
                  </a:lnTo>
                  <a:lnTo>
                    <a:pt x="2501890" y="1357685"/>
                  </a:lnTo>
                  <a:lnTo>
                    <a:pt x="2500239" y="1357685"/>
                  </a:lnTo>
                  <a:lnTo>
                    <a:pt x="2498587" y="1357685"/>
                  </a:lnTo>
                  <a:lnTo>
                    <a:pt x="2496936" y="1357685"/>
                  </a:lnTo>
                  <a:lnTo>
                    <a:pt x="2495284" y="1357685"/>
                  </a:lnTo>
                  <a:lnTo>
                    <a:pt x="2493633" y="1357685"/>
                  </a:lnTo>
                  <a:lnTo>
                    <a:pt x="2491981" y="1357685"/>
                  </a:lnTo>
                  <a:lnTo>
                    <a:pt x="2490330" y="1357685"/>
                  </a:lnTo>
                  <a:lnTo>
                    <a:pt x="2488679" y="1357685"/>
                  </a:lnTo>
                  <a:lnTo>
                    <a:pt x="2487027" y="1357685"/>
                  </a:lnTo>
                  <a:lnTo>
                    <a:pt x="2485376" y="1357685"/>
                  </a:lnTo>
                  <a:lnTo>
                    <a:pt x="2483724" y="1357685"/>
                  </a:lnTo>
                  <a:lnTo>
                    <a:pt x="2482073" y="1357685"/>
                  </a:lnTo>
                  <a:lnTo>
                    <a:pt x="2480422" y="1357685"/>
                  </a:lnTo>
                  <a:lnTo>
                    <a:pt x="2478770" y="1357685"/>
                  </a:lnTo>
                  <a:lnTo>
                    <a:pt x="2477119" y="1357685"/>
                  </a:lnTo>
                  <a:lnTo>
                    <a:pt x="2475467" y="1357685"/>
                  </a:lnTo>
                  <a:lnTo>
                    <a:pt x="2473816" y="1357685"/>
                  </a:lnTo>
                  <a:lnTo>
                    <a:pt x="2472165" y="1357685"/>
                  </a:lnTo>
                  <a:lnTo>
                    <a:pt x="2470513" y="1357685"/>
                  </a:lnTo>
                  <a:lnTo>
                    <a:pt x="2468862" y="1357685"/>
                  </a:lnTo>
                  <a:lnTo>
                    <a:pt x="2467210" y="1357685"/>
                  </a:lnTo>
                  <a:lnTo>
                    <a:pt x="2465559" y="1357685"/>
                  </a:lnTo>
                  <a:lnTo>
                    <a:pt x="2463907" y="1357685"/>
                  </a:lnTo>
                  <a:lnTo>
                    <a:pt x="2462256" y="1357685"/>
                  </a:lnTo>
                  <a:lnTo>
                    <a:pt x="2460605" y="1357685"/>
                  </a:lnTo>
                  <a:lnTo>
                    <a:pt x="2458953" y="1357685"/>
                  </a:lnTo>
                  <a:lnTo>
                    <a:pt x="2457302" y="1357685"/>
                  </a:lnTo>
                  <a:lnTo>
                    <a:pt x="2455650" y="1357685"/>
                  </a:lnTo>
                  <a:lnTo>
                    <a:pt x="2453999" y="1357685"/>
                  </a:lnTo>
                  <a:lnTo>
                    <a:pt x="2452348" y="1357685"/>
                  </a:lnTo>
                  <a:lnTo>
                    <a:pt x="2450696" y="1357685"/>
                  </a:lnTo>
                  <a:lnTo>
                    <a:pt x="2449045" y="1357685"/>
                  </a:lnTo>
                  <a:lnTo>
                    <a:pt x="2447393" y="1357685"/>
                  </a:lnTo>
                  <a:lnTo>
                    <a:pt x="2445742" y="1357685"/>
                  </a:lnTo>
                  <a:lnTo>
                    <a:pt x="2444091" y="1357685"/>
                  </a:lnTo>
                  <a:lnTo>
                    <a:pt x="2442439" y="1357685"/>
                  </a:lnTo>
                  <a:lnTo>
                    <a:pt x="2440788" y="1357685"/>
                  </a:lnTo>
                  <a:lnTo>
                    <a:pt x="2439136" y="1357685"/>
                  </a:lnTo>
                  <a:lnTo>
                    <a:pt x="2437485" y="1357685"/>
                  </a:lnTo>
                  <a:lnTo>
                    <a:pt x="2435833" y="1357685"/>
                  </a:lnTo>
                  <a:lnTo>
                    <a:pt x="2434182" y="1357685"/>
                  </a:lnTo>
                  <a:lnTo>
                    <a:pt x="2432531" y="1357685"/>
                  </a:lnTo>
                  <a:lnTo>
                    <a:pt x="2430879" y="1357685"/>
                  </a:lnTo>
                  <a:lnTo>
                    <a:pt x="2429228" y="1357685"/>
                  </a:lnTo>
                  <a:lnTo>
                    <a:pt x="2427576" y="1357685"/>
                  </a:lnTo>
                  <a:lnTo>
                    <a:pt x="2425925" y="1357685"/>
                  </a:lnTo>
                  <a:lnTo>
                    <a:pt x="2424274" y="1357685"/>
                  </a:lnTo>
                  <a:lnTo>
                    <a:pt x="2422622" y="1357685"/>
                  </a:lnTo>
                  <a:lnTo>
                    <a:pt x="2420971" y="1357685"/>
                  </a:lnTo>
                  <a:lnTo>
                    <a:pt x="2419319" y="1357685"/>
                  </a:lnTo>
                  <a:lnTo>
                    <a:pt x="2417668" y="1357685"/>
                  </a:lnTo>
                  <a:lnTo>
                    <a:pt x="2416017" y="1357685"/>
                  </a:lnTo>
                  <a:lnTo>
                    <a:pt x="2414365" y="1357685"/>
                  </a:lnTo>
                  <a:lnTo>
                    <a:pt x="2412714" y="1357685"/>
                  </a:lnTo>
                  <a:lnTo>
                    <a:pt x="2411062" y="1357685"/>
                  </a:lnTo>
                  <a:lnTo>
                    <a:pt x="2409411" y="1357685"/>
                  </a:lnTo>
                  <a:lnTo>
                    <a:pt x="2407759" y="1357685"/>
                  </a:lnTo>
                  <a:lnTo>
                    <a:pt x="2406108" y="1357685"/>
                  </a:lnTo>
                  <a:lnTo>
                    <a:pt x="2404457" y="1357685"/>
                  </a:lnTo>
                  <a:lnTo>
                    <a:pt x="2402805" y="1357685"/>
                  </a:lnTo>
                  <a:lnTo>
                    <a:pt x="2401154" y="1357685"/>
                  </a:lnTo>
                  <a:lnTo>
                    <a:pt x="2399502" y="1357685"/>
                  </a:lnTo>
                  <a:lnTo>
                    <a:pt x="2397851" y="1357685"/>
                  </a:lnTo>
                  <a:lnTo>
                    <a:pt x="2396200" y="1357685"/>
                  </a:lnTo>
                  <a:lnTo>
                    <a:pt x="2394548" y="1357685"/>
                  </a:lnTo>
                  <a:lnTo>
                    <a:pt x="2392897" y="1357685"/>
                  </a:lnTo>
                  <a:lnTo>
                    <a:pt x="2391245" y="1357685"/>
                  </a:lnTo>
                  <a:lnTo>
                    <a:pt x="2389594" y="1357685"/>
                  </a:lnTo>
                  <a:lnTo>
                    <a:pt x="2387942" y="1357685"/>
                  </a:lnTo>
                  <a:lnTo>
                    <a:pt x="2386291" y="1357685"/>
                  </a:lnTo>
                  <a:lnTo>
                    <a:pt x="2384640" y="1357685"/>
                  </a:lnTo>
                  <a:lnTo>
                    <a:pt x="2382988" y="1357685"/>
                  </a:lnTo>
                  <a:lnTo>
                    <a:pt x="2381337" y="1357685"/>
                  </a:lnTo>
                  <a:lnTo>
                    <a:pt x="2379685" y="1357685"/>
                  </a:lnTo>
                  <a:lnTo>
                    <a:pt x="2378034" y="1357685"/>
                  </a:lnTo>
                  <a:lnTo>
                    <a:pt x="2376383" y="1357685"/>
                  </a:lnTo>
                  <a:lnTo>
                    <a:pt x="2374731" y="1357685"/>
                  </a:lnTo>
                  <a:lnTo>
                    <a:pt x="2373080" y="1357685"/>
                  </a:lnTo>
                  <a:lnTo>
                    <a:pt x="2371428" y="1357685"/>
                  </a:lnTo>
                  <a:lnTo>
                    <a:pt x="2369777" y="1357685"/>
                  </a:lnTo>
                  <a:lnTo>
                    <a:pt x="2368126" y="1357685"/>
                  </a:lnTo>
                  <a:lnTo>
                    <a:pt x="2366474" y="1357685"/>
                  </a:lnTo>
                  <a:lnTo>
                    <a:pt x="2364823" y="1357685"/>
                  </a:lnTo>
                  <a:lnTo>
                    <a:pt x="2363171" y="1357685"/>
                  </a:lnTo>
                  <a:lnTo>
                    <a:pt x="2361520" y="1357685"/>
                  </a:lnTo>
                  <a:lnTo>
                    <a:pt x="2359868" y="1357685"/>
                  </a:lnTo>
                  <a:lnTo>
                    <a:pt x="2358217" y="1357685"/>
                  </a:lnTo>
                  <a:lnTo>
                    <a:pt x="2356566" y="1357685"/>
                  </a:lnTo>
                  <a:lnTo>
                    <a:pt x="2354914" y="1357685"/>
                  </a:lnTo>
                  <a:lnTo>
                    <a:pt x="2353263" y="1357685"/>
                  </a:lnTo>
                  <a:lnTo>
                    <a:pt x="2351611" y="1357685"/>
                  </a:lnTo>
                  <a:lnTo>
                    <a:pt x="2349960" y="1357685"/>
                  </a:lnTo>
                  <a:lnTo>
                    <a:pt x="2348309" y="1357685"/>
                  </a:lnTo>
                  <a:lnTo>
                    <a:pt x="2346657" y="1357685"/>
                  </a:lnTo>
                  <a:lnTo>
                    <a:pt x="2345006" y="1357685"/>
                  </a:lnTo>
                  <a:lnTo>
                    <a:pt x="2343354" y="1357685"/>
                  </a:lnTo>
                  <a:lnTo>
                    <a:pt x="2341703" y="1357685"/>
                  </a:lnTo>
                  <a:lnTo>
                    <a:pt x="2340052" y="1357685"/>
                  </a:lnTo>
                  <a:lnTo>
                    <a:pt x="2338400" y="1357685"/>
                  </a:lnTo>
                  <a:lnTo>
                    <a:pt x="2336749" y="1357685"/>
                  </a:lnTo>
                  <a:lnTo>
                    <a:pt x="2335097" y="1357685"/>
                  </a:lnTo>
                  <a:lnTo>
                    <a:pt x="2333446" y="1357685"/>
                  </a:lnTo>
                  <a:lnTo>
                    <a:pt x="2331794" y="1357685"/>
                  </a:lnTo>
                  <a:lnTo>
                    <a:pt x="2330143" y="1357685"/>
                  </a:lnTo>
                  <a:lnTo>
                    <a:pt x="2328492" y="1357685"/>
                  </a:lnTo>
                  <a:lnTo>
                    <a:pt x="2326840" y="1357685"/>
                  </a:lnTo>
                  <a:lnTo>
                    <a:pt x="2325189" y="1357685"/>
                  </a:lnTo>
                  <a:lnTo>
                    <a:pt x="2323537" y="1357685"/>
                  </a:lnTo>
                  <a:lnTo>
                    <a:pt x="2321886" y="1357685"/>
                  </a:lnTo>
                  <a:lnTo>
                    <a:pt x="2320235" y="1357685"/>
                  </a:lnTo>
                  <a:lnTo>
                    <a:pt x="2318583" y="1357685"/>
                  </a:lnTo>
                  <a:lnTo>
                    <a:pt x="2316932" y="1357685"/>
                  </a:lnTo>
                  <a:lnTo>
                    <a:pt x="2315280" y="1357685"/>
                  </a:lnTo>
                  <a:lnTo>
                    <a:pt x="2313629" y="1357685"/>
                  </a:lnTo>
                  <a:lnTo>
                    <a:pt x="2311977" y="1357685"/>
                  </a:lnTo>
                  <a:lnTo>
                    <a:pt x="2310326" y="1357685"/>
                  </a:lnTo>
                  <a:lnTo>
                    <a:pt x="2308675" y="1357685"/>
                  </a:lnTo>
                  <a:lnTo>
                    <a:pt x="2307023" y="1357685"/>
                  </a:lnTo>
                  <a:lnTo>
                    <a:pt x="2305372" y="1357685"/>
                  </a:lnTo>
                  <a:lnTo>
                    <a:pt x="2303720" y="1357685"/>
                  </a:lnTo>
                  <a:lnTo>
                    <a:pt x="2302069" y="1357685"/>
                  </a:lnTo>
                  <a:lnTo>
                    <a:pt x="2300418" y="1357685"/>
                  </a:lnTo>
                  <a:lnTo>
                    <a:pt x="2298766" y="1357685"/>
                  </a:lnTo>
                  <a:lnTo>
                    <a:pt x="2297115" y="1357685"/>
                  </a:lnTo>
                  <a:lnTo>
                    <a:pt x="2295463" y="1357685"/>
                  </a:lnTo>
                  <a:lnTo>
                    <a:pt x="2293812" y="1357685"/>
                  </a:lnTo>
                  <a:lnTo>
                    <a:pt x="2292161" y="1357685"/>
                  </a:lnTo>
                  <a:lnTo>
                    <a:pt x="2290509" y="1357685"/>
                  </a:lnTo>
                  <a:lnTo>
                    <a:pt x="2288858" y="1357685"/>
                  </a:lnTo>
                  <a:lnTo>
                    <a:pt x="2287206" y="1357685"/>
                  </a:lnTo>
                  <a:lnTo>
                    <a:pt x="2285555" y="1357685"/>
                  </a:lnTo>
                  <a:lnTo>
                    <a:pt x="2283903" y="1357685"/>
                  </a:lnTo>
                  <a:lnTo>
                    <a:pt x="2282252" y="1357685"/>
                  </a:lnTo>
                  <a:lnTo>
                    <a:pt x="2280601" y="1357685"/>
                  </a:lnTo>
                  <a:lnTo>
                    <a:pt x="2278949" y="1357685"/>
                  </a:lnTo>
                  <a:lnTo>
                    <a:pt x="2277298" y="1357685"/>
                  </a:lnTo>
                  <a:lnTo>
                    <a:pt x="2275646" y="1357685"/>
                  </a:lnTo>
                  <a:lnTo>
                    <a:pt x="2273995" y="1357685"/>
                  </a:lnTo>
                  <a:lnTo>
                    <a:pt x="2272344" y="1357685"/>
                  </a:lnTo>
                  <a:lnTo>
                    <a:pt x="2270692" y="1357685"/>
                  </a:lnTo>
                  <a:lnTo>
                    <a:pt x="2269041" y="1357685"/>
                  </a:lnTo>
                  <a:lnTo>
                    <a:pt x="2267389" y="1357685"/>
                  </a:lnTo>
                  <a:lnTo>
                    <a:pt x="2265738" y="1357685"/>
                  </a:lnTo>
                  <a:lnTo>
                    <a:pt x="2264087" y="1357685"/>
                  </a:lnTo>
                  <a:lnTo>
                    <a:pt x="2262435" y="1357685"/>
                  </a:lnTo>
                  <a:lnTo>
                    <a:pt x="2260784" y="1357685"/>
                  </a:lnTo>
                  <a:lnTo>
                    <a:pt x="2259132" y="1357685"/>
                  </a:lnTo>
                  <a:lnTo>
                    <a:pt x="2257481" y="1357685"/>
                  </a:lnTo>
                  <a:lnTo>
                    <a:pt x="2255829" y="1357685"/>
                  </a:lnTo>
                  <a:lnTo>
                    <a:pt x="2254178" y="1357685"/>
                  </a:lnTo>
                  <a:lnTo>
                    <a:pt x="2252527" y="1357685"/>
                  </a:lnTo>
                  <a:lnTo>
                    <a:pt x="2250875" y="1357685"/>
                  </a:lnTo>
                  <a:lnTo>
                    <a:pt x="2249224" y="1357685"/>
                  </a:lnTo>
                  <a:lnTo>
                    <a:pt x="2247572" y="1357685"/>
                  </a:lnTo>
                  <a:lnTo>
                    <a:pt x="2245921" y="1357685"/>
                  </a:lnTo>
                  <a:lnTo>
                    <a:pt x="2244270" y="1357685"/>
                  </a:lnTo>
                  <a:lnTo>
                    <a:pt x="2242618" y="1357685"/>
                  </a:lnTo>
                  <a:lnTo>
                    <a:pt x="2240967" y="1357685"/>
                  </a:lnTo>
                  <a:lnTo>
                    <a:pt x="2239315" y="1357685"/>
                  </a:lnTo>
                  <a:lnTo>
                    <a:pt x="2237664" y="1357685"/>
                  </a:lnTo>
                  <a:lnTo>
                    <a:pt x="2236013" y="1357685"/>
                  </a:lnTo>
                  <a:lnTo>
                    <a:pt x="2234361" y="1357685"/>
                  </a:lnTo>
                  <a:lnTo>
                    <a:pt x="2232710" y="1357685"/>
                  </a:lnTo>
                  <a:lnTo>
                    <a:pt x="2231058" y="1357685"/>
                  </a:lnTo>
                  <a:lnTo>
                    <a:pt x="2229407" y="1357685"/>
                  </a:lnTo>
                  <a:lnTo>
                    <a:pt x="2227755" y="1357685"/>
                  </a:lnTo>
                  <a:lnTo>
                    <a:pt x="2226104" y="1357685"/>
                  </a:lnTo>
                  <a:lnTo>
                    <a:pt x="2224453" y="1357685"/>
                  </a:lnTo>
                  <a:lnTo>
                    <a:pt x="2222801" y="1357685"/>
                  </a:lnTo>
                  <a:lnTo>
                    <a:pt x="2221150" y="1357685"/>
                  </a:lnTo>
                  <a:lnTo>
                    <a:pt x="2219498" y="1357685"/>
                  </a:lnTo>
                  <a:lnTo>
                    <a:pt x="2217847" y="1357685"/>
                  </a:lnTo>
                  <a:lnTo>
                    <a:pt x="2216196" y="1357685"/>
                  </a:lnTo>
                  <a:lnTo>
                    <a:pt x="2214544" y="1357685"/>
                  </a:lnTo>
                  <a:lnTo>
                    <a:pt x="2212893" y="1357685"/>
                  </a:lnTo>
                  <a:lnTo>
                    <a:pt x="2211241" y="1357685"/>
                  </a:lnTo>
                  <a:lnTo>
                    <a:pt x="2209590" y="1357685"/>
                  </a:lnTo>
                  <a:lnTo>
                    <a:pt x="2207938" y="1357685"/>
                  </a:lnTo>
                  <a:lnTo>
                    <a:pt x="2206287" y="1357685"/>
                  </a:lnTo>
                  <a:lnTo>
                    <a:pt x="2204636" y="1357685"/>
                  </a:lnTo>
                  <a:lnTo>
                    <a:pt x="2202984" y="1357685"/>
                  </a:lnTo>
                  <a:lnTo>
                    <a:pt x="2201333" y="1357685"/>
                  </a:lnTo>
                  <a:lnTo>
                    <a:pt x="2199681" y="1357685"/>
                  </a:lnTo>
                  <a:lnTo>
                    <a:pt x="2198030" y="1357685"/>
                  </a:lnTo>
                  <a:lnTo>
                    <a:pt x="2196379" y="1357685"/>
                  </a:lnTo>
                  <a:lnTo>
                    <a:pt x="2194727" y="1357685"/>
                  </a:lnTo>
                  <a:lnTo>
                    <a:pt x="2193076" y="1357685"/>
                  </a:lnTo>
                  <a:lnTo>
                    <a:pt x="2191424" y="1357685"/>
                  </a:lnTo>
                  <a:lnTo>
                    <a:pt x="2189773" y="1357685"/>
                  </a:lnTo>
                  <a:lnTo>
                    <a:pt x="2188122" y="1357685"/>
                  </a:lnTo>
                  <a:lnTo>
                    <a:pt x="2186470" y="1357685"/>
                  </a:lnTo>
                  <a:lnTo>
                    <a:pt x="2184819" y="1357685"/>
                  </a:lnTo>
                  <a:lnTo>
                    <a:pt x="2183167" y="1357685"/>
                  </a:lnTo>
                  <a:lnTo>
                    <a:pt x="2181516" y="1357685"/>
                  </a:lnTo>
                  <a:lnTo>
                    <a:pt x="2179864" y="1357685"/>
                  </a:lnTo>
                  <a:lnTo>
                    <a:pt x="2178213" y="1357685"/>
                  </a:lnTo>
                  <a:lnTo>
                    <a:pt x="2176562" y="1357685"/>
                  </a:lnTo>
                  <a:lnTo>
                    <a:pt x="2174910" y="1357685"/>
                  </a:lnTo>
                  <a:lnTo>
                    <a:pt x="2173259" y="1357685"/>
                  </a:lnTo>
                  <a:lnTo>
                    <a:pt x="2171607" y="1357685"/>
                  </a:lnTo>
                  <a:lnTo>
                    <a:pt x="2169956" y="1357685"/>
                  </a:lnTo>
                  <a:lnTo>
                    <a:pt x="2168305" y="1357685"/>
                  </a:lnTo>
                  <a:lnTo>
                    <a:pt x="2166653" y="1357685"/>
                  </a:lnTo>
                  <a:lnTo>
                    <a:pt x="2165002" y="1357685"/>
                  </a:lnTo>
                  <a:lnTo>
                    <a:pt x="2163350" y="1357685"/>
                  </a:lnTo>
                  <a:lnTo>
                    <a:pt x="2161699" y="1357685"/>
                  </a:lnTo>
                  <a:lnTo>
                    <a:pt x="2160048" y="1357685"/>
                  </a:lnTo>
                  <a:lnTo>
                    <a:pt x="2158396" y="1357685"/>
                  </a:lnTo>
                  <a:lnTo>
                    <a:pt x="2156745" y="1357685"/>
                  </a:lnTo>
                  <a:lnTo>
                    <a:pt x="2155093" y="1357685"/>
                  </a:lnTo>
                  <a:lnTo>
                    <a:pt x="2153442" y="1357685"/>
                  </a:lnTo>
                  <a:lnTo>
                    <a:pt x="2151790" y="1357685"/>
                  </a:lnTo>
                  <a:lnTo>
                    <a:pt x="2150139" y="1357685"/>
                  </a:lnTo>
                  <a:lnTo>
                    <a:pt x="2148488" y="1357685"/>
                  </a:lnTo>
                  <a:lnTo>
                    <a:pt x="2146836" y="1357685"/>
                  </a:lnTo>
                  <a:lnTo>
                    <a:pt x="2145185" y="1357685"/>
                  </a:lnTo>
                  <a:lnTo>
                    <a:pt x="2143533" y="1357685"/>
                  </a:lnTo>
                  <a:lnTo>
                    <a:pt x="2141882" y="1357685"/>
                  </a:lnTo>
                  <a:lnTo>
                    <a:pt x="2140231" y="1357685"/>
                  </a:lnTo>
                  <a:lnTo>
                    <a:pt x="2138579" y="1357685"/>
                  </a:lnTo>
                  <a:lnTo>
                    <a:pt x="2136928" y="1357685"/>
                  </a:lnTo>
                  <a:lnTo>
                    <a:pt x="2135276" y="1357685"/>
                  </a:lnTo>
                  <a:lnTo>
                    <a:pt x="2133625" y="1357685"/>
                  </a:lnTo>
                  <a:lnTo>
                    <a:pt x="2131973" y="1357685"/>
                  </a:lnTo>
                  <a:lnTo>
                    <a:pt x="2130322" y="1357685"/>
                  </a:lnTo>
                  <a:lnTo>
                    <a:pt x="2128671" y="1357685"/>
                  </a:lnTo>
                  <a:lnTo>
                    <a:pt x="2127019" y="1357685"/>
                  </a:lnTo>
                  <a:lnTo>
                    <a:pt x="2125368" y="1357685"/>
                  </a:lnTo>
                  <a:lnTo>
                    <a:pt x="2123716" y="1357685"/>
                  </a:lnTo>
                  <a:lnTo>
                    <a:pt x="2122065" y="1357685"/>
                  </a:lnTo>
                  <a:lnTo>
                    <a:pt x="2120414" y="1357685"/>
                  </a:lnTo>
                  <a:lnTo>
                    <a:pt x="2118762" y="1357685"/>
                  </a:lnTo>
                  <a:lnTo>
                    <a:pt x="2117111" y="1357685"/>
                  </a:lnTo>
                  <a:lnTo>
                    <a:pt x="2115459" y="1357685"/>
                  </a:lnTo>
                  <a:lnTo>
                    <a:pt x="2113808" y="1357685"/>
                  </a:lnTo>
                  <a:lnTo>
                    <a:pt x="2112157" y="1357685"/>
                  </a:lnTo>
                  <a:lnTo>
                    <a:pt x="2110505" y="1357685"/>
                  </a:lnTo>
                  <a:lnTo>
                    <a:pt x="2108854" y="1357685"/>
                  </a:lnTo>
                  <a:lnTo>
                    <a:pt x="2107202" y="1357685"/>
                  </a:lnTo>
                  <a:lnTo>
                    <a:pt x="2105551" y="1357685"/>
                  </a:lnTo>
                  <a:lnTo>
                    <a:pt x="2103899" y="1357685"/>
                  </a:lnTo>
                  <a:lnTo>
                    <a:pt x="2102248" y="1357685"/>
                  </a:lnTo>
                  <a:lnTo>
                    <a:pt x="2100597" y="1357685"/>
                  </a:lnTo>
                  <a:lnTo>
                    <a:pt x="2098945" y="1357685"/>
                  </a:lnTo>
                  <a:lnTo>
                    <a:pt x="2097294" y="1357685"/>
                  </a:lnTo>
                  <a:lnTo>
                    <a:pt x="2095642" y="1357685"/>
                  </a:lnTo>
                  <a:lnTo>
                    <a:pt x="2093991" y="1357685"/>
                  </a:lnTo>
                  <a:lnTo>
                    <a:pt x="2092340" y="1357685"/>
                  </a:lnTo>
                  <a:lnTo>
                    <a:pt x="2090688" y="1357685"/>
                  </a:lnTo>
                  <a:lnTo>
                    <a:pt x="2089037" y="1357685"/>
                  </a:lnTo>
                  <a:lnTo>
                    <a:pt x="2087385" y="1357685"/>
                  </a:lnTo>
                  <a:lnTo>
                    <a:pt x="2085734" y="1357685"/>
                  </a:lnTo>
                  <a:lnTo>
                    <a:pt x="2084083" y="1357685"/>
                  </a:lnTo>
                  <a:lnTo>
                    <a:pt x="2082431" y="1357685"/>
                  </a:lnTo>
                  <a:lnTo>
                    <a:pt x="2080780" y="1357685"/>
                  </a:lnTo>
                  <a:lnTo>
                    <a:pt x="2079128" y="1357685"/>
                  </a:lnTo>
                  <a:lnTo>
                    <a:pt x="2077477" y="1357685"/>
                  </a:lnTo>
                  <a:lnTo>
                    <a:pt x="2075825" y="1357685"/>
                  </a:lnTo>
                  <a:lnTo>
                    <a:pt x="2074174" y="1357685"/>
                  </a:lnTo>
                  <a:lnTo>
                    <a:pt x="2072523" y="1357685"/>
                  </a:lnTo>
                  <a:lnTo>
                    <a:pt x="2070871" y="1357685"/>
                  </a:lnTo>
                  <a:lnTo>
                    <a:pt x="2069220" y="1357685"/>
                  </a:lnTo>
                  <a:lnTo>
                    <a:pt x="2067568" y="1357685"/>
                  </a:lnTo>
                  <a:lnTo>
                    <a:pt x="2065917" y="1357685"/>
                  </a:lnTo>
                  <a:lnTo>
                    <a:pt x="2064266" y="1357685"/>
                  </a:lnTo>
                  <a:lnTo>
                    <a:pt x="2062614" y="1357685"/>
                  </a:lnTo>
                  <a:lnTo>
                    <a:pt x="2060963" y="1357685"/>
                  </a:lnTo>
                  <a:lnTo>
                    <a:pt x="2059311" y="1357685"/>
                  </a:lnTo>
                  <a:lnTo>
                    <a:pt x="2057660" y="1357685"/>
                  </a:lnTo>
                  <a:lnTo>
                    <a:pt x="2056009" y="1357685"/>
                  </a:lnTo>
                  <a:lnTo>
                    <a:pt x="2054357" y="1357685"/>
                  </a:lnTo>
                  <a:lnTo>
                    <a:pt x="2052706" y="1357685"/>
                  </a:lnTo>
                  <a:lnTo>
                    <a:pt x="2051054" y="1357685"/>
                  </a:lnTo>
                  <a:lnTo>
                    <a:pt x="2049403" y="1357685"/>
                  </a:lnTo>
                  <a:lnTo>
                    <a:pt x="2047751" y="1357685"/>
                  </a:lnTo>
                  <a:lnTo>
                    <a:pt x="2046100" y="1357685"/>
                  </a:lnTo>
                  <a:lnTo>
                    <a:pt x="2044449" y="1357685"/>
                  </a:lnTo>
                  <a:lnTo>
                    <a:pt x="2042797" y="1357685"/>
                  </a:lnTo>
                  <a:lnTo>
                    <a:pt x="2041146" y="1357685"/>
                  </a:lnTo>
                  <a:lnTo>
                    <a:pt x="2039494" y="1357685"/>
                  </a:lnTo>
                  <a:lnTo>
                    <a:pt x="2037843" y="1357685"/>
                  </a:lnTo>
                  <a:lnTo>
                    <a:pt x="2036192" y="1357685"/>
                  </a:lnTo>
                  <a:lnTo>
                    <a:pt x="2034540" y="1357685"/>
                  </a:lnTo>
                  <a:lnTo>
                    <a:pt x="2032889" y="1357685"/>
                  </a:lnTo>
                  <a:lnTo>
                    <a:pt x="2031237" y="1357685"/>
                  </a:lnTo>
                  <a:lnTo>
                    <a:pt x="2029586" y="1357685"/>
                  </a:lnTo>
                  <a:lnTo>
                    <a:pt x="2027934" y="1357685"/>
                  </a:lnTo>
                  <a:lnTo>
                    <a:pt x="2026283" y="1357685"/>
                  </a:lnTo>
                  <a:lnTo>
                    <a:pt x="2024632" y="1357685"/>
                  </a:lnTo>
                  <a:lnTo>
                    <a:pt x="2022980" y="1357685"/>
                  </a:lnTo>
                  <a:lnTo>
                    <a:pt x="2021329" y="1357685"/>
                  </a:lnTo>
                  <a:lnTo>
                    <a:pt x="2019677" y="1357685"/>
                  </a:lnTo>
                  <a:lnTo>
                    <a:pt x="2018026" y="1357685"/>
                  </a:lnTo>
                  <a:lnTo>
                    <a:pt x="2016375" y="1357685"/>
                  </a:lnTo>
                  <a:lnTo>
                    <a:pt x="2014723" y="1357685"/>
                  </a:lnTo>
                  <a:lnTo>
                    <a:pt x="2013072" y="1357685"/>
                  </a:lnTo>
                  <a:lnTo>
                    <a:pt x="2011420" y="1357685"/>
                  </a:lnTo>
                  <a:lnTo>
                    <a:pt x="2009769" y="1357685"/>
                  </a:lnTo>
                  <a:lnTo>
                    <a:pt x="2008118" y="1357685"/>
                  </a:lnTo>
                  <a:lnTo>
                    <a:pt x="2006466" y="1357685"/>
                  </a:lnTo>
                  <a:lnTo>
                    <a:pt x="2004815" y="1357685"/>
                  </a:lnTo>
                  <a:lnTo>
                    <a:pt x="2003163" y="1357685"/>
                  </a:lnTo>
                  <a:lnTo>
                    <a:pt x="2001512" y="1357685"/>
                  </a:lnTo>
                  <a:lnTo>
                    <a:pt x="1999860" y="1357685"/>
                  </a:lnTo>
                  <a:lnTo>
                    <a:pt x="1998209" y="1357685"/>
                  </a:lnTo>
                  <a:lnTo>
                    <a:pt x="1996558" y="1357685"/>
                  </a:lnTo>
                  <a:lnTo>
                    <a:pt x="1994906" y="1357685"/>
                  </a:lnTo>
                  <a:lnTo>
                    <a:pt x="1993255" y="1357685"/>
                  </a:lnTo>
                  <a:lnTo>
                    <a:pt x="1991603" y="1357685"/>
                  </a:lnTo>
                  <a:lnTo>
                    <a:pt x="1989952" y="1357685"/>
                  </a:lnTo>
                  <a:lnTo>
                    <a:pt x="1988301" y="1357685"/>
                  </a:lnTo>
                  <a:lnTo>
                    <a:pt x="1986649" y="1357685"/>
                  </a:lnTo>
                  <a:lnTo>
                    <a:pt x="1984998" y="1357685"/>
                  </a:lnTo>
                  <a:lnTo>
                    <a:pt x="1983346" y="1357685"/>
                  </a:lnTo>
                  <a:lnTo>
                    <a:pt x="1981695" y="1357685"/>
                  </a:lnTo>
                  <a:lnTo>
                    <a:pt x="1980044" y="1357685"/>
                  </a:lnTo>
                  <a:lnTo>
                    <a:pt x="1978392" y="1357685"/>
                  </a:lnTo>
                  <a:lnTo>
                    <a:pt x="1976741" y="1357685"/>
                  </a:lnTo>
                  <a:lnTo>
                    <a:pt x="1975089" y="1357685"/>
                  </a:lnTo>
                  <a:lnTo>
                    <a:pt x="1973438" y="1357685"/>
                  </a:lnTo>
                  <a:lnTo>
                    <a:pt x="1971786" y="1357685"/>
                  </a:lnTo>
                  <a:lnTo>
                    <a:pt x="1970135" y="1357685"/>
                  </a:lnTo>
                  <a:lnTo>
                    <a:pt x="1968484" y="1357685"/>
                  </a:lnTo>
                  <a:lnTo>
                    <a:pt x="1966832" y="1357685"/>
                  </a:lnTo>
                  <a:lnTo>
                    <a:pt x="1965181" y="1357685"/>
                  </a:lnTo>
                  <a:lnTo>
                    <a:pt x="1963529" y="1357685"/>
                  </a:lnTo>
                  <a:lnTo>
                    <a:pt x="1961878" y="1357685"/>
                  </a:lnTo>
                  <a:lnTo>
                    <a:pt x="1960227" y="1357685"/>
                  </a:lnTo>
                  <a:lnTo>
                    <a:pt x="1958575" y="1357685"/>
                  </a:lnTo>
                  <a:lnTo>
                    <a:pt x="1956924" y="1357685"/>
                  </a:lnTo>
                  <a:lnTo>
                    <a:pt x="1955272" y="1357685"/>
                  </a:lnTo>
                  <a:lnTo>
                    <a:pt x="1953621" y="1357685"/>
                  </a:lnTo>
                  <a:lnTo>
                    <a:pt x="1951969" y="1357685"/>
                  </a:lnTo>
                  <a:lnTo>
                    <a:pt x="1950318" y="1357685"/>
                  </a:lnTo>
                  <a:lnTo>
                    <a:pt x="1948667" y="1357685"/>
                  </a:lnTo>
                  <a:lnTo>
                    <a:pt x="1947015" y="1357685"/>
                  </a:lnTo>
                  <a:lnTo>
                    <a:pt x="1945364" y="1357685"/>
                  </a:lnTo>
                  <a:lnTo>
                    <a:pt x="1943712" y="1357685"/>
                  </a:lnTo>
                  <a:lnTo>
                    <a:pt x="1942061" y="1357685"/>
                  </a:lnTo>
                  <a:lnTo>
                    <a:pt x="1940410" y="1357685"/>
                  </a:lnTo>
                  <a:lnTo>
                    <a:pt x="1938758" y="1357685"/>
                  </a:lnTo>
                  <a:lnTo>
                    <a:pt x="1937107" y="1357685"/>
                  </a:lnTo>
                  <a:lnTo>
                    <a:pt x="1935455" y="1357685"/>
                  </a:lnTo>
                  <a:lnTo>
                    <a:pt x="1933804" y="1357685"/>
                  </a:lnTo>
                  <a:lnTo>
                    <a:pt x="1932153" y="1357685"/>
                  </a:lnTo>
                  <a:lnTo>
                    <a:pt x="1930501" y="1357685"/>
                  </a:lnTo>
                  <a:lnTo>
                    <a:pt x="1928850" y="1357685"/>
                  </a:lnTo>
                  <a:lnTo>
                    <a:pt x="1927198" y="1357685"/>
                  </a:lnTo>
                  <a:lnTo>
                    <a:pt x="1925547" y="1357685"/>
                  </a:lnTo>
                  <a:lnTo>
                    <a:pt x="1923895" y="1357685"/>
                  </a:lnTo>
                  <a:lnTo>
                    <a:pt x="1922244" y="1357685"/>
                  </a:lnTo>
                  <a:lnTo>
                    <a:pt x="1920593" y="1357685"/>
                  </a:lnTo>
                  <a:lnTo>
                    <a:pt x="1918941" y="1357685"/>
                  </a:lnTo>
                  <a:lnTo>
                    <a:pt x="1917290" y="1357685"/>
                  </a:lnTo>
                  <a:lnTo>
                    <a:pt x="1915638" y="1357685"/>
                  </a:lnTo>
                  <a:lnTo>
                    <a:pt x="1913987" y="1357685"/>
                  </a:lnTo>
                  <a:lnTo>
                    <a:pt x="1912336" y="1357685"/>
                  </a:lnTo>
                  <a:lnTo>
                    <a:pt x="1910684" y="1357685"/>
                  </a:lnTo>
                  <a:lnTo>
                    <a:pt x="1909033" y="1357685"/>
                  </a:lnTo>
                  <a:lnTo>
                    <a:pt x="1907381" y="1357685"/>
                  </a:lnTo>
                  <a:lnTo>
                    <a:pt x="1905730" y="1357685"/>
                  </a:lnTo>
                  <a:lnTo>
                    <a:pt x="1904079" y="1357685"/>
                  </a:lnTo>
                  <a:lnTo>
                    <a:pt x="1902427" y="1357685"/>
                  </a:lnTo>
                  <a:lnTo>
                    <a:pt x="1900776" y="1357685"/>
                  </a:lnTo>
                  <a:lnTo>
                    <a:pt x="1899124" y="1357685"/>
                  </a:lnTo>
                  <a:lnTo>
                    <a:pt x="1897473" y="1357685"/>
                  </a:lnTo>
                  <a:lnTo>
                    <a:pt x="1895821" y="1357685"/>
                  </a:lnTo>
                  <a:lnTo>
                    <a:pt x="1894170" y="1357685"/>
                  </a:lnTo>
                  <a:lnTo>
                    <a:pt x="1892519" y="1357685"/>
                  </a:lnTo>
                  <a:lnTo>
                    <a:pt x="1890867" y="1357685"/>
                  </a:lnTo>
                  <a:lnTo>
                    <a:pt x="1889216" y="1357685"/>
                  </a:lnTo>
                  <a:lnTo>
                    <a:pt x="1887564" y="1357685"/>
                  </a:lnTo>
                  <a:lnTo>
                    <a:pt x="1885913" y="1357685"/>
                  </a:lnTo>
                  <a:lnTo>
                    <a:pt x="1884262" y="1357685"/>
                  </a:lnTo>
                  <a:lnTo>
                    <a:pt x="1882610" y="1357685"/>
                  </a:lnTo>
                  <a:lnTo>
                    <a:pt x="1880959" y="1357685"/>
                  </a:lnTo>
                  <a:lnTo>
                    <a:pt x="1879307" y="1357685"/>
                  </a:lnTo>
                  <a:lnTo>
                    <a:pt x="1877656" y="1357685"/>
                  </a:lnTo>
                  <a:lnTo>
                    <a:pt x="1876005" y="1357685"/>
                  </a:lnTo>
                  <a:lnTo>
                    <a:pt x="1874353" y="1357685"/>
                  </a:lnTo>
                  <a:lnTo>
                    <a:pt x="1872702" y="1357685"/>
                  </a:lnTo>
                  <a:lnTo>
                    <a:pt x="1871050" y="1357685"/>
                  </a:lnTo>
                  <a:lnTo>
                    <a:pt x="1869399" y="1357685"/>
                  </a:lnTo>
                  <a:lnTo>
                    <a:pt x="1867747" y="1357685"/>
                  </a:lnTo>
                  <a:lnTo>
                    <a:pt x="1866096" y="1357685"/>
                  </a:lnTo>
                  <a:lnTo>
                    <a:pt x="1864445" y="1357685"/>
                  </a:lnTo>
                  <a:lnTo>
                    <a:pt x="1862793" y="1357685"/>
                  </a:lnTo>
                  <a:lnTo>
                    <a:pt x="1861142" y="1357685"/>
                  </a:lnTo>
                  <a:lnTo>
                    <a:pt x="1859490" y="1357685"/>
                  </a:lnTo>
                  <a:lnTo>
                    <a:pt x="1857839" y="1357685"/>
                  </a:lnTo>
                  <a:lnTo>
                    <a:pt x="1856188" y="1357685"/>
                  </a:lnTo>
                  <a:lnTo>
                    <a:pt x="1854536" y="1357685"/>
                  </a:lnTo>
                  <a:lnTo>
                    <a:pt x="1852885" y="1357685"/>
                  </a:lnTo>
                  <a:lnTo>
                    <a:pt x="1851233" y="1357685"/>
                  </a:lnTo>
                  <a:lnTo>
                    <a:pt x="1849582" y="1357685"/>
                  </a:lnTo>
                  <a:lnTo>
                    <a:pt x="1847930" y="1357685"/>
                  </a:lnTo>
                  <a:lnTo>
                    <a:pt x="1846279" y="1357685"/>
                  </a:lnTo>
                  <a:lnTo>
                    <a:pt x="1844628" y="1357685"/>
                  </a:lnTo>
                  <a:lnTo>
                    <a:pt x="1842976" y="1357685"/>
                  </a:lnTo>
                  <a:lnTo>
                    <a:pt x="1841325" y="1357685"/>
                  </a:lnTo>
                  <a:lnTo>
                    <a:pt x="1839673" y="1357685"/>
                  </a:lnTo>
                  <a:lnTo>
                    <a:pt x="1838022" y="1357685"/>
                  </a:lnTo>
                  <a:lnTo>
                    <a:pt x="1836371" y="1357685"/>
                  </a:lnTo>
                  <a:lnTo>
                    <a:pt x="1834719" y="1357685"/>
                  </a:lnTo>
                  <a:lnTo>
                    <a:pt x="1833068" y="1357685"/>
                  </a:lnTo>
                  <a:lnTo>
                    <a:pt x="1831416" y="1357685"/>
                  </a:lnTo>
                  <a:lnTo>
                    <a:pt x="1829765" y="1357685"/>
                  </a:lnTo>
                  <a:lnTo>
                    <a:pt x="1828114" y="1357685"/>
                  </a:lnTo>
                  <a:lnTo>
                    <a:pt x="1826462" y="1357685"/>
                  </a:lnTo>
                  <a:lnTo>
                    <a:pt x="1824811" y="1357685"/>
                  </a:lnTo>
                  <a:lnTo>
                    <a:pt x="1823159" y="1357685"/>
                  </a:lnTo>
                  <a:lnTo>
                    <a:pt x="1821508" y="1357685"/>
                  </a:lnTo>
                  <a:lnTo>
                    <a:pt x="1819856" y="1357685"/>
                  </a:lnTo>
                  <a:lnTo>
                    <a:pt x="1818205" y="1357685"/>
                  </a:lnTo>
                  <a:lnTo>
                    <a:pt x="1816554" y="1357685"/>
                  </a:lnTo>
                  <a:lnTo>
                    <a:pt x="1814902" y="1357685"/>
                  </a:lnTo>
                  <a:lnTo>
                    <a:pt x="1813251" y="1357685"/>
                  </a:lnTo>
                  <a:lnTo>
                    <a:pt x="1811599" y="1357685"/>
                  </a:lnTo>
                  <a:lnTo>
                    <a:pt x="1809948" y="1357685"/>
                  </a:lnTo>
                  <a:lnTo>
                    <a:pt x="1808297" y="1357685"/>
                  </a:lnTo>
                  <a:lnTo>
                    <a:pt x="1806645" y="1357685"/>
                  </a:lnTo>
                  <a:lnTo>
                    <a:pt x="1804994" y="1357685"/>
                  </a:lnTo>
                  <a:lnTo>
                    <a:pt x="1803342" y="1357685"/>
                  </a:lnTo>
                  <a:lnTo>
                    <a:pt x="1801691" y="1357685"/>
                  </a:lnTo>
                  <a:lnTo>
                    <a:pt x="1800040" y="1357685"/>
                  </a:lnTo>
                  <a:lnTo>
                    <a:pt x="1798388" y="1357685"/>
                  </a:lnTo>
                  <a:lnTo>
                    <a:pt x="1796737" y="1357685"/>
                  </a:lnTo>
                  <a:lnTo>
                    <a:pt x="1795085" y="1357685"/>
                  </a:lnTo>
                  <a:lnTo>
                    <a:pt x="1793434" y="1357685"/>
                  </a:lnTo>
                  <a:lnTo>
                    <a:pt x="1791782" y="1357685"/>
                  </a:lnTo>
                  <a:lnTo>
                    <a:pt x="1790131" y="1357685"/>
                  </a:lnTo>
                  <a:lnTo>
                    <a:pt x="1788480" y="1357685"/>
                  </a:lnTo>
                  <a:lnTo>
                    <a:pt x="1786828" y="1357685"/>
                  </a:lnTo>
                  <a:lnTo>
                    <a:pt x="1785177" y="1357685"/>
                  </a:lnTo>
                  <a:lnTo>
                    <a:pt x="1783525" y="1357685"/>
                  </a:lnTo>
                  <a:lnTo>
                    <a:pt x="1781874" y="1357685"/>
                  </a:lnTo>
                  <a:lnTo>
                    <a:pt x="1780223" y="1357685"/>
                  </a:lnTo>
                  <a:lnTo>
                    <a:pt x="1778571" y="1357685"/>
                  </a:lnTo>
                  <a:lnTo>
                    <a:pt x="1776920" y="1357685"/>
                  </a:lnTo>
                  <a:lnTo>
                    <a:pt x="1775268" y="1357685"/>
                  </a:lnTo>
                  <a:lnTo>
                    <a:pt x="1773617" y="1357685"/>
                  </a:lnTo>
                  <a:lnTo>
                    <a:pt x="1771965" y="1357685"/>
                  </a:lnTo>
                  <a:lnTo>
                    <a:pt x="1770314" y="1357685"/>
                  </a:lnTo>
                  <a:lnTo>
                    <a:pt x="1768663" y="1357685"/>
                  </a:lnTo>
                  <a:lnTo>
                    <a:pt x="1767011" y="1357685"/>
                  </a:lnTo>
                  <a:lnTo>
                    <a:pt x="1765360" y="1357685"/>
                  </a:lnTo>
                  <a:lnTo>
                    <a:pt x="1763708" y="1357685"/>
                  </a:lnTo>
                  <a:lnTo>
                    <a:pt x="1762057" y="1357685"/>
                  </a:lnTo>
                  <a:lnTo>
                    <a:pt x="1760406" y="1357685"/>
                  </a:lnTo>
                  <a:lnTo>
                    <a:pt x="1758754" y="1357685"/>
                  </a:lnTo>
                  <a:lnTo>
                    <a:pt x="1757103" y="1357685"/>
                  </a:lnTo>
                  <a:lnTo>
                    <a:pt x="1755451" y="1357685"/>
                  </a:lnTo>
                  <a:lnTo>
                    <a:pt x="1753800" y="1357685"/>
                  </a:lnTo>
                  <a:lnTo>
                    <a:pt x="1752149" y="1357685"/>
                  </a:lnTo>
                  <a:lnTo>
                    <a:pt x="1750497" y="1357685"/>
                  </a:lnTo>
                  <a:lnTo>
                    <a:pt x="1748846" y="1357685"/>
                  </a:lnTo>
                  <a:lnTo>
                    <a:pt x="1747194" y="1357685"/>
                  </a:lnTo>
                  <a:lnTo>
                    <a:pt x="1745543" y="1357685"/>
                  </a:lnTo>
                  <a:lnTo>
                    <a:pt x="1743891" y="1357685"/>
                  </a:lnTo>
                  <a:lnTo>
                    <a:pt x="1742240" y="1357685"/>
                  </a:lnTo>
                  <a:lnTo>
                    <a:pt x="1740589" y="1357685"/>
                  </a:lnTo>
                  <a:lnTo>
                    <a:pt x="1738937" y="1357685"/>
                  </a:lnTo>
                  <a:lnTo>
                    <a:pt x="1737286" y="1357685"/>
                  </a:lnTo>
                  <a:lnTo>
                    <a:pt x="1735634" y="1357685"/>
                  </a:lnTo>
                  <a:lnTo>
                    <a:pt x="1733983" y="1357685"/>
                  </a:lnTo>
                  <a:lnTo>
                    <a:pt x="1732332" y="1357685"/>
                  </a:lnTo>
                  <a:lnTo>
                    <a:pt x="1730680" y="1357685"/>
                  </a:lnTo>
                  <a:lnTo>
                    <a:pt x="1729029" y="1357685"/>
                  </a:lnTo>
                  <a:lnTo>
                    <a:pt x="1727377" y="1357685"/>
                  </a:lnTo>
                  <a:lnTo>
                    <a:pt x="1725726" y="1357685"/>
                  </a:lnTo>
                  <a:lnTo>
                    <a:pt x="1724075" y="1357685"/>
                  </a:lnTo>
                  <a:lnTo>
                    <a:pt x="1722423" y="1357685"/>
                  </a:lnTo>
                  <a:lnTo>
                    <a:pt x="1720772" y="1357685"/>
                  </a:lnTo>
                  <a:lnTo>
                    <a:pt x="1719120" y="1357685"/>
                  </a:lnTo>
                  <a:lnTo>
                    <a:pt x="1717469" y="1357685"/>
                  </a:lnTo>
                  <a:lnTo>
                    <a:pt x="1715817" y="1357685"/>
                  </a:lnTo>
                  <a:lnTo>
                    <a:pt x="1714166" y="1357685"/>
                  </a:lnTo>
                  <a:lnTo>
                    <a:pt x="1712515" y="1357685"/>
                  </a:lnTo>
                  <a:lnTo>
                    <a:pt x="1710863" y="1357685"/>
                  </a:lnTo>
                  <a:lnTo>
                    <a:pt x="1709212" y="1357685"/>
                  </a:lnTo>
                  <a:lnTo>
                    <a:pt x="1707560" y="1357685"/>
                  </a:lnTo>
                  <a:lnTo>
                    <a:pt x="1705909" y="1357685"/>
                  </a:lnTo>
                  <a:lnTo>
                    <a:pt x="1704258" y="1357685"/>
                  </a:lnTo>
                  <a:lnTo>
                    <a:pt x="1702606" y="1357685"/>
                  </a:lnTo>
                  <a:lnTo>
                    <a:pt x="1700955" y="1357685"/>
                  </a:lnTo>
                  <a:lnTo>
                    <a:pt x="1699303" y="1357685"/>
                  </a:lnTo>
                  <a:lnTo>
                    <a:pt x="1697652" y="1357685"/>
                  </a:lnTo>
                  <a:lnTo>
                    <a:pt x="1696001" y="1357685"/>
                  </a:lnTo>
                  <a:lnTo>
                    <a:pt x="1694349" y="1357685"/>
                  </a:lnTo>
                  <a:lnTo>
                    <a:pt x="1692698" y="1357685"/>
                  </a:lnTo>
                  <a:lnTo>
                    <a:pt x="1691046" y="1357685"/>
                  </a:lnTo>
                  <a:lnTo>
                    <a:pt x="1689395" y="1357685"/>
                  </a:lnTo>
                  <a:lnTo>
                    <a:pt x="1687743" y="1357685"/>
                  </a:lnTo>
                  <a:lnTo>
                    <a:pt x="1686092" y="1357685"/>
                  </a:lnTo>
                  <a:lnTo>
                    <a:pt x="1684441" y="1357685"/>
                  </a:lnTo>
                  <a:lnTo>
                    <a:pt x="1682789" y="1357685"/>
                  </a:lnTo>
                  <a:lnTo>
                    <a:pt x="1681138" y="1357685"/>
                  </a:lnTo>
                  <a:lnTo>
                    <a:pt x="1679486" y="1357685"/>
                  </a:lnTo>
                  <a:lnTo>
                    <a:pt x="1677835" y="1357685"/>
                  </a:lnTo>
                  <a:lnTo>
                    <a:pt x="1676184" y="1357685"/>
                  </a:lnTo>
                  <a:lnTo>
                    <a:pt x="1674532" y="1357685"/>
                  </a:lnTo>
                  <a:lnTo>
                    <a:pt x="1672881" y="1357685"/>
                  </a:lnTo>
                  <a:lnTo>
                    <a:pt x="1671229" y="1357685"/>
                  </a:lnTo>
                  <a:lnTo>
                    <a:pt x="1669578" y="1357685"/>
                  </a:lnTo>
                  <a:lnTo>
                    <a:pt x="1667926" y="1357685"/>
                  </a:lnTo>
                  <a:lnTo>
                    <a:pt x="1666275" y="1357685"/>
                  </a:lnTo>
                  <a:lnTo>
                    <a:pt x="1664624" y="1357685"/>
                  </a:lnTo>
                  <a:lnTo>
                    <a:pt x="1662972" y="1357685"/>
                  </a:lnTo>
                  <a:lnTo>
                    <a:pt x="1661321" y="1357685"/>
                  </a:lnTo>
                  <a:lnTo>
                    <a:pt x="1659669" y="1357685"/>
                  </a:lnTo>
                  <a:lnTo>
                    <a:pt x="1658018" y="1357685"/>
                  </a:lnTo>
                  <a:lnTo>
                    <a:pt x="1656367" y="1357685"/>
                  </a:lnTo>
                  <a:lnTo>
                    <a:pt x="1654715" y="1357685"/>
                  </a:lnTo>
                  <a:lnTo>
                    <a:pt x="1653064" y="1357685"/>
                  </a:lnTo>
                  <a:lnTo>
                    <a:pt x="1651412" y="1357685"/>
                  </a:lnTo>
                  <a:lnTo>
                    <a:pt x="1649761" y="1357685"/>
                  </a:lnTo>
                  <a:lnTo>
                    <a:pt x="1648110" y="1357685"/>
                  </a:lnTo>
                  <a:lnTo>
                    <a:pt x="1646458" y="1357685"/>
                  </a:lnTo>
                  <a:lnTo>
                    <a:pt x="1644807" y="1357685"/>
                  </a:lnTo>
                  <a:lnTo>
                    <a:pt x="1643155" y="1357685"/>
                  </a:lnTo>
                  <a:lnTo>
                    <a:pt x="1641504" y="1357685"/>
                  </a:lnTo>
                  <a:lnTo>
                    <a:pt x="1639852" y="1357685"/>
                  </a:lnTo>
                  <a:lnTo>
                    <a:pt x="1638201" y="1357685"/>
                  </a:lnTo>
                  <a:lnTo>
                    <a:pt x="1636550" y="1357685"/>
                  </a:lnTo>
                  <a:lnTo>
                    <a:pt x="1634898" y="1357685"/>
                  </a:lnTo>
                  <a:lnTo>
                    <a:pt x="1633247" y="1357685"/>
                  </a:lnTo>
                  <a:lnTo>
                    <a:pt x="1631595" y="1357685"/>
                  </a:lnTo>
                  <a:lnTo>
                    <a:pt x="1629944" y="1357685"/>
                  </a:lnTo>
                  <a:lnTo>
                    <a:pt x="1628293" y="1357685"/>
                  </a:lnTo>
                  <a:lnTo>
                    <a:pt x="1626641" y="1357685"/>
                  </a:lnTo>
                  <a:lnTo>
                    <a:pt x="1624990" y="1357685"/>
                  </a:lnTo>
                  <a:lnTo>
                    <a:pt x="1623338" y="1357685"/>
                  </a:lnTo>
                  <a:lnTo>
                    <a:pt x="1621687" y="1357685"/>
                  </a:lnTo>
                  <a:lnTo>
                    <a:pt x="1620036" y="1357685"/>
                  </a:lnTo>
                  <a:lnTo>
                    <a:pt x="1618384" y="1357685"/>
                  </a:lnTo>
                  <a:lnTo>
                    <a:pt x="1616733" y="1357685"/>
                  </a:lnTo>
                  <a:lnTo>
                    <a:pt x="1615081" y="1357685"/>
                  </a:lnTo>
                  <a:lnTo>
                    <a:pt x="1613430" y="1357685"/>
                  </a:lnTo>
                  <a:lnTo>
                    <a:pt x="1611778" y="1357685"/>
                  </a:lnTo>
                  <a:lnTo>
                    <a:pt x="1610127" y="1357685"/>
                  </a:lnTo>
                  <a:lnTo>
                    <a:pt x="1608476" y="1357685"/>
                  </a:lnTo>
                  <a:lnTo>
                    <a:pt x="1606824" y="1357685"/>
                  </a:lnTo>
                  <a:lnTo>
                    <a:pt x="1605173" y="1357685"/>
                  </a:lnTo>
                  <a:lnTo>
                    <a:pt x="1603521" y="1357685"/>
                  </a:lnTo>
                  <a:lnTo>
                    <a:pt x="1601870" y="1357685"/>
                  </a:lnTo>
                  <a:lnTo>
                    <a:pt x="1600219" y="1357685"/>
                  </a:lnTo>
                  <a:lnTo>
                    <a:pt x="1598567" y="1357685"/>
                  </a:lnTo>
                  <a:lnTo>
                    <a:pt x="1596916" y="1357685"/>
                  </a:lnTo>
                  <a:lnTo>
                    <a:pt x="1595264" y="1357685"/>
                  </a:lnTo>
                  <a:lnTo>
                    <a:pt x="1593613" y="1357685"/>
                  </a:lnTo>
                  <a:lnTo>
                    <a:pt x="1591961" y="1357685"/>
                  </a:lnTo>
                  <a:lnTo>
                    <a:pt x="1590310" y="1357685"/>
                  </a:lnTo>
                  <a:lnTo>
                    <a:pt x="1588659" y="1357685"/>
                  </a:lnTo>
                  <a:lnTo>
                    <a:pt x="1587007" y="1357685"/>
                  </a:lnTo>
                  <a:lnTo>
                    <a:pt x="1585356" y="1357685"/>
                  </a:lnTo>
                  <a:lnTo>
                    <a:pt x="1583704" y="1357685"/>
                  </a:lnTo>
                  <a:lnTo>
                    <a:pt x="1582053" y="1357685"/>
                  </a:lnTo>
                  <a:lnTo>
                    <a:pt x="1580402" y="1357685"/>
                  </a:lnTo>
                  <a:lnTo>
                    <a:pt x="1578750" y="1357685"/>
                  </a:lnTo>
                  <a:lnTo>
                    <a:pt x="1577099" y="1357685"/>
                  </a:lnTo>
                  <a:lnTo>
                    <a:pt x="1575447" y="1357685"/>
                  </a:lnTo>
                  <a:lnTo>
                    <a:pt x="1573796" y="1357685"/>
                  </a:lnTo>
                  <a:lnTo>
                    <a:pt x="1572145" y="1357685"/>
                  </a:lnTo>
                  <a:lnTo>
                    <a:pt x="1570493" y="1357685"/>
                  </a:lnTo>
                  <a:lnTo>
                    <a:pt x="1568842" y="1357685"/>
                  </a:lnTo>
                  <a:lnTo>
                    <a:pt x="1567190" y="1357685"/>
                  </a:lnTo>
                  <a:lnTo>
                    <a:pt x="1565539" y="1357685"/>
                  </a:lnTo>
                  <a:lnTo>
                    <a:pt x="1563887" y="1357685"/>
                  </a:lnTo>
                  <a:lnTo>
                    <a:pt x="1562236" y="1357685"/>
                  </a:lnTo>
                  <a:lnTo>
                    <a:pt x="1560585" y="1357685"/>
                  </a:lnTo>
                  <a:lnTo>
                    <a:pt x="1558933" y="1357685"/>
                  </a:lnTo>
                  <a:lnTo>
                    <a:pt x="1557282" y="1357685"/>
                  </a:lnTo>
                  <a:lnTo>
                    <a:pt x="1555630" y="1357685"/>
                  </a:lnTo>
                  <a:lnTo>
                    <a:pt x="1553979" y="1357685"/>
                  </a:lnTo>
                  <a:lnTo>
                    <a:pt x="1552328" y="1357685"/>
                  </a:lnTo>
                  <a:lnTo>
                    <a:pt x="1550676" y="1357685"/>
                  </a:lnTo>
                  <a:lnTo>
                    <a:pt x="1549025" y="1357685"/>
                  </a:lnTo>
                  <a:lnTo>
                    <a:pt x="1547373" y="1357685"/>
                  </a:lnTo>
                  <a:lnTo>
                    <a:pt x="1545722" y="1357685"/>
                  </a:lnTo>
                  <a:lnTo>
                    <a:pt x="1544071" y="1357685"/>
                  </a:lnTo>
                  <a:lnTo>
                    <a:pt x="1542419" y="1357685"/>
                  </a:lnTo>
                  <a:lnTo>
                    <a:pt x="1540768" y="1357685"/>
                  </a:lnTo>
                  <a:lnTo>
                    <a:pt x="1539116" y="1357685"/>
                  </a:lnTo>
                  <a:lnTo>
                    <a:pt x="1537465" y="1357685"/>
                  </a:lnTo>
                  <a:lnTo>
                    <a:pt x="1535813" y="1357685"/>
                  </a:lnTo>
                  <a:lnTo>
                    <a:pt x="1534162" y="1357685"/>
                  </a:lnTo>
                  <a:lnTo>
                    <a:pt x="1532511" y="1357685"/>
                  </a:lnTo>
                  <a:lnTo>
                    <a:pt x="1530859" y="1357685"/>
                  </a:lnTo>
                  <a:lnTo>
                    <a:pt x="1529208" y="1357685"/>
                  </a:lnTo>
                  <a:lnTo>
                    <a:pt x="1527556" y="1357685"/>
                  </a:lnTo>
                  <a:lnTo>
                    <a:pt x="1525905" y="1357685"/>
                  </a:lnTo>
                  <a:lnTo>
                    <a:pt x="1524254" y="1357685"/>
                  </a:lnTo>
                  <a:lnTo>
                    <a:pt x="1522602" y="1357685"/>
                  </a:lnTo>
                  <a:lnTo>
                    <a:pt x="1520951" y="1357685"/>
                  </a:lnTo>
                  <a:lnTo>
                    <a:pt x="1519299" y="1357685"/>
                  </a:lnTo>
                  <a:lnTo>
                    <a:pt x="1517648" y="1357685"/>
                  </a:lnTo>
                  <a:lnTo>
                    <a:pt x="1515996" y="1357685"/>
                  </a:lnTo>
                  <a:lnTo>
                    <a:pt x="1514345" y="1357685"/>
                  </a:lnTo>
                  <a:lnTo>
                    <a:pt x="1512694" y="1357685"/>
                  </a:lnTo>
                  <a:lnTo>
                    <a:pt x="1511042" y="1357685"/>
                  </a:lnTo>
                  <a:lnTo>
                    <a:pt x="1509391" y="1357685"/>
                  </a:lnTo>
                  <a:lnTo>
                    <a:pt x="1507739" y="1357685"/>
                  </a:lnTo>
                  <a:lnTo>
                    <a:pt x="1506088" y="1357685"/>
                  </a:lnTo>
                  <a:lnTo>
                    <a:pt x="1504437" y="1357685"/>
                  </a:lnTo>
                  <a:lnTo>
                    <a:pt x="1502785" y="1357685"/>
                  </a:lnTo>
                  <a:lnTo>
                    <a:pt x="1501134" y="1357685"/>
                  </a:lnTo>
                  <a:lnTo>
                    <a:pt x="1499482" y="1357685"/>
                  </a:lnTo>
                  <a:lnTo>
                    <a:pt x="1497831" y="1357685"/>
                  </a:lnTo>
                  <a:lnTo>
                    <a:pt x="1496180" y="1357685"/>
                  </a:lnTo>
                  <a:lnTo>
                    <a:pt x="1494528" y="1357685"/>
                  </a:lnTo>
                  <a:lnTo>
                    <a:pt x="1492877" y="1357685"/>
                  </a:lnTo>
                  <a:lnTo>
                    <a:pt x="1491225" y="1357685"/>
                  </a:lnTo>
                  <a:lnTo>
                    <a:pt x="1489574" y="1357685"/>
                  </a:lnTo>
                  <a:lnTo>
                    <a:pt x="1487922" y="1357685"/>
                  </a:lnTo>
                  <a:lnTo>
                    <a:pt x="1486271" y="1357685"/>
                  </a:lnTo>
                  <a:lnTo>
                    <a:pt x="1484620" y="1357685"/>
                  </a:lnTo>
                  <a:lnTo>
                    <a:pt x="1482968" y="1357685"/>
                  </a:lnTo>
                  <a:lnTo>
                    <a:pt x="1481317" y="1357685"/>
                  </a:lnTo>
                  <a:lnTo>
                    <a:pt x="1479665" y="1357685"/>
                  </a:lnTo>
                  <a:lnTo>
                    <a:pt x="1478014" y="1357685"/>
                  </a:lnTo>
                  <a:lnTo>
                    <a:pt x="1476363" y="1357685"/>
                  </a:lnTo>
                  <a:lnTo>
                    <a:pt x="1474711" y="1357685"/>
                  </a:lnTo>
                  <a:lnTo>
                    <a:pt x="1473060" y="1357685"/>
                  </a:lnTo>
                  <a:lnTo>
                    <a:pt x="1471408" y="1357685"/>
                  </a:lnTo>
                  <a:lnTo>
                    <a:pt x="1469757" y="1357685"/>
                  </a:lnTo>
                  <a:lnTo>
                    <a:pt x="1468106" y="1357685"/>
                  </a:lnTo>
                  <a:lnTo>
                    <a:pt x="1466454" y="1357685"/>
                  </a:lnTo>
                  <a:lnTo>
                    <a:pt x="1464803" y="1357685"/>
                  </a:lnTo>
                  <a:lnTo>
                    <a:pt x="1463151" y="1357685"/>
                  </a:lnTo>
                  <a:lnTo>
                    <a:pt x="1461500" y="1357685"/>
                  </a:lnTo>
                  <a:lnTo>
                    <a:pt x="1459848" y="1357685"/>
                  </a:lnTo>
                  <a:lnTo>
                    <a:pt x="1458197" y="1357685"/>
                  </a:lnTo>
                  <a:lnTo>
                    <a:pt x="1456546" y="1357685"/>
                  </a:lnTo>
                  <a:lnTo>
                    <a:pt x="1454894" y="1357685"/>
                  </a:lnTo>
                  <a:lnTo>
                    <a:pt x="1453243" y="1357685"/>
                  </a:lnTo>
                  <a:lnTo>
                    <a:pt x="1451591" y="1357685"/>
                  </a:lnTo>
                  <a:lnTo>
                    <a:pt x="1449940" y="1357685"/>
                  </a:lnTo>
                  <a:lnTo>
                    <a:pt x="1448289" y="1357685"/>
                  </a:lnTo>
                  <a:lnTo>
                    <a:pt x="1446637" y="1357685"/>
                  </a:lnTo>
                  <a:lnTo>
                    <a:pt x="1444986" y="1357685"/>
                  </a:lnTo>
                  <a:lnTo>
                    <a:pt x="1443334" y="1357685"/>
                  </a:lnTo>
                  <a:lnTo>
                    <a:pt x="1441683" y="1357685"/>
                  </a:lnTo>
                  <a:lnTo>
                    <a:pt x="1440032" y="1357685"/>
                  </a:lnTo>
                  <a:lnTo>
                    <a:pt x="1438380" y="1357685"/>
                  </a:lnTo>
                  <a:lnTo>
                    <a:pt x="1436729" y="1357685"/>
                  </a:lnTo>
                  <a:lnTo>
                    <a:pt x="1435077" y="1357685"/>
                  </a:lnTo>
                  <a:lnTo>
                    <a:pt x="1433426" y="1357685"/>
                  </a:lnTo>
                  <a:lnTo>
                    <a:pt x="1431774" y="1357685"/>
                  </a:lnTo>
                  <a:lnTo>
                    <a:pt x="1430123" y="1357685"/>
                  </a:lnTo>
                  <a:lnTo>
                    <a:pt x="1428472" y="1357685"/>
                  </a:lnTo>
                  <a:lnTo>
                    <a:pt x="1426820" y="1357685"/>
                  </a:lnTo>
                  <a:lnTo>
                    <a:pt x="1425169" y="1357685"/>
                  </a:lnTo>
                  <a:lnTo>
                    <a:pt x="1423517" y="1357685"/>
                  </a:lnTo>
                  <a:lnTo>
                    <a:pt x="1421866" y="1357685"/>
                  </a:lnTo>
                  <a:lnTo>
                    <a:pt x="1420215" y="1357685"/>
                  </a:lnTo>
                  <a:lnTo>
                    <a:pt x="1418563" y="1357685"/>
                  </a:lnTo>
                  <a:lnTo>
                    <a:pt x="1416912" y="1357685"/>
                  </a:lnTo>
                  <a:lnTo>
                    <a:pt x="1415260" y="1357685"/>
                  </a:lnTo>
                  <a:lnTo>
                    <a:pt x="1413609" y="1357685"/>
                  </a:lnTo>
                  <a:lnTo>
                    <a:pt x="1411957" y="1357685"/>
                  </a:lnTo>
                  <a:lnTo>
                    <a:pt x="1410306" y="1357685"/>
                  </a:lnTo>
                  <a:lnTo>
                    <a:pt x="1408655" y="1357685"/>
                  </a:lnTo>
                  <a:lnTo>
                    <a:pt x="1407003" y="1357685"/>
                  </a:lnTo>
                  <a:lnTo>
                    <a:pt x="1405352" y="1357685"/>
                  </a:lnTo>
                  <a:lnTo>
                    <a:pt x="1403700" y="1357685"/>
                  </a:lnTo>
                  <a:lnTo>
                    <a:pt x="1402049" y="1357685"/>
                  </a:lnTo>
                  <a:lnTo>
                    <a:pt x="1400398" y="1357685"/>
                  </a:lnTo>
                  <a:lnTo>
                    <a:pt x="1398746" y="1357685"/>
                  </a:lnTo>
                  <a:lnTo>
                    <a:pt x="1397095" y="1357685"/>
                  </a:lnTo>
                  <a:lnTo>
                    <a:pt x="1395443" y="1357685"/>
                  </a:lnTo>
                  <a:lnTo>
                    <a:pt x="1393792" y="1357685"/>
                  </a:lnTo>
                  <a:lnTo>
                    <a:pt x="1392141" y="1357685"/>
                  </a:lnTo>
                  <a:lnTo>
                    <a:pt x="1390489" y="1357685"/>
                  </a:lnTo>
                  <a:lnTo>
                    <a:pt x="1388838" y="1357685"/>
                  </a:lnTo>
                  <a:lnTo>
                    <a:pt x="1387186" y="1357685"/>
                  </a:lnTo>
                  <a:lnTo>
                    <a:pt x="1385535" y="1357685"/>
                  </a:lnTo>
                  <a:lnTo>
                    <a:pt x="1383883" y="1357685"/>
                  </a:lnTo>
                  <a:lnTo>
                    <a:pt x="1382232" y="1357685"/>
                  </a:lnTo>
                  <a:lnTo>
                    <a:pt x="1380581" y="1357685"/>
                  </a:lnTo>
                  <a:lnTo>
                    <a:pt x="1378929" y="1357685"/>
                  </a:lnTo>
                  <a:lnTo>
                    <a:pt x="1377278" y="1357685"/>
                  </a:lnTo>
                  <a:lnTo>
                    <a:pt x="1375626" y="1357685"/>
                  </a:lnTo>
                  <a:lnTo>
                    <a:pt x="1373975" y="1357685"/>
                  </a:lnTo>
                  <a:lnTo>
                    <a:pt x="1372324" y="1357685"/>
                  </a:lnTo>
                  <a:lnTo>
                    <a:pt x="1370672" y="1357685"/>
                  </a:lnTo>
                  <a:lnTo>
                    <a:pt x="1369021" y="1357685"/>
                  </a:lnTo>
                  <a:lnTo>
                    <a:pt x="1367369" y="1357685"/>
                  </a:lnTo>
                  <a:lnTo>
                    <a:pt x="1365718" y="1357685"/>
                  </a:lnTo>
                  <a:lnTo>
                    <a:pt x="1364067" y="1357685"/>
                  </a:lnTo>
                  <a:lnTo>
                    <a:pt x="1362415" y="1357685"/>
                  </a:lnTo>
                  <a:lnTo>
                    <a:pt x="1360764" y="1357685"/>
                  </a:lnTo>
                  <a:lnTo>
                    <a:pt x="1359112" y="1357685"/>
                  </a:lnTo>
                  <a:lnTo>
                    <a:pt x="1357461" y="1357685"/>
                  </a:lnTo>
                  <a:lnTo>
                    <a:pt x="1355809" y="1357685"/>
                  </a:lnTo>
                  <a:lnTo>
                    <a:pt x="1354158" y="1357685"/>
                  </a:lnTo>
                  <a:lnTo>
                    <a:pt x="1352507" y="1357685"/>
                  </a:lnTo>
                  <a:lnTo>
                    <a:pt x="1350855" y="1357685"/>
                  </a:lnTo>
                  <a:lnTo>
                    <a:pt x="1349204" y="1357685"/>
                  </a:lnTo>
                  <a:lnTo>
                    <a:pt x="1347552" y="1357685"/>
                  </a:lnTo>
                  <a:lnTo>
                    <a:pt x="1345901" y="1357685"/>
                  </a:lnTo>
                  <a:lnTo>
                    <a:pt x="1344250" y="1357685"/>
                  </a:lnTo>
                  <a:lnTo>
                    <a:pt x="1342598" y="1357685"/>
                  </a:lnTo>
                  <a:lnTo>
                    <a:pt x="1340947" y="1357685"/>
                  </a:lnTo>
                  <a:lnTo>
                    <a:pt x="1339295" y="1357685"/>
                  </a:lnTo>
                  <a:lnTo>
                    <a:pt x="1337644" y="1357685"/>
                  </a:lnTo>
                  <a:lnTo>
                    <a:pt x="1335992" y="1357685"/>
                  </a:lnTo>
                  <a:lnTo>
                    <a:pt x="1334341" y="1357685"/>
                  </a:lnTo>
                  <a:lnTo>
                    <a:pt x="1332690" y="1357685"/>
                  </a:lnTo>
                  <a:lnTo>
                    <a:pt x="1331038" y="1357685"/>
                  </a:lnTo>
                  <a:lnTo>
                    <a:pt x="1329387" y="1357685"/>
                  </a:lnTo>
                  <a:lnTo>
                    <a:pt x="1327735" y="1357685"/>
                  </a:lnTo>
                  <a:lnTo>
                    <a:pt x="1326084" y="1357685"/>
                  </a:lnTo>
                  <a:lnTo>
                    <a:pt x="1324433" y="1357685"/>
                  </a:lnTo>
                  <a:lnTo>
                    <a:pt x="1322781" y="1357685"/>
                  </a:lnTo>
                  <a:lnTo>
                    <a:pt x="1321130" y="1357685"/>
                  </a:lnTo>
                  <a:lnTo>
                    <a:pt x="1319478" y="1357685"/>
                  </a:lnTo>
                  <a:lnTo>
                    <a:pt x="1317827" y="1357685"/>
                  </a:lnTo>
                  <a:lnTo>
                    <a:pt x="1316176" y="1357685"/>
                  </a:lnTo>
                  <a:lnTo>
                    <a:pt x="1314524" y="1357685"/>
                  </a:lnTo>
                  <a:lnTo>
                    <a:pt x="1312873" y="1357685"/>
                  </a:lnTo>
                  <a:lnTo>
                    <a:pt x="1311221" y="1357685"/>
                  </a:lnTo>
                  <a:lnTo>
                    <a:pt x="1309570" y="1357685"/>
                  </a:lnTo>
                  <a:lnTo>
                    <a:pt x="1307918" y="1357685"/>
                  </a:lnTo>
                  <a:lnTo>
                    <a:pt x="1306267" y="1357685"/>
                  </a:lnTo>
                  <a:lnTo>
                    <a:pt x="1304616" y="1357685"/>
                  </a:lnTo>
                  <a:lnTo>
                    <a:pt x="1302964" y="1357685"/>
                  </a:lnTo>
                  <a:lnTo>
                    <a:pt x="1301313" y="1357685"/>
                  </a:lnTo>
                  <a:lnTo>
                    <a:pt x="1299661" y="1357685"/>
                  </a:lnTo>
                  <a:lnTo>
                    <a:pt x="1298010" y="1357685"/>
                  </a:lnTo>
                  <a:lnTo>
                    <a:pt x="1296359" y="1357685"/>
                  </a:lnTo>
                  <a:lnTo>
                    <a:pt x="1294707" y="1357685"/>
                  </a:lnTo>
                  <a:lnTo>
                    <a:pt x="1293056" y="1357685"/>
                  </a:lnTo>
                  <a:lnTo>
                    <a:pt x="1291404" y="1357685"/>
                  </a:lnTo>
                  <a:lnTo>
                    <a:pt x="1289753" y="1357685"/>
                  </a:lnTo>
                  <a:lnTo>
                    <a:pt x="1288102" y="1357685"/>
                  </a:lnTo>
                  <a:lnTo>
                    <a:pt x="1286450" y="1357685"/>
                  </a:lnTo>
                  <a:lnTo>
                    <a:pt x="1284799" y="1357685"/>
                  </a:lnTo>
                  <a:lnTo>
                    <a:pt x="1283147" y="1357685"/>
                  </a:lnTo>
                  <a:lnTo>
                    <a:pt x="1281496" y="1357685"/>
                  </a:lnTo>
                  <a:lnTo>
                    <a:pt x="1279844" y="1357685"/>
                  </a:lnTo>
                  <a:lnTo>
                    <a:pt x="1278193" y="1357685"/>
                  </a:lnTo>
                  <a:lnTo>
                    <a:pt x="1276542" y="1357685"/>
                  </a:lnTo>
                  <a:lnTo>
                    <a:pt x="1274890" y="1357685"/>
                  </a:lnTo>
                  <a:lnTo>
                    <a:pt x="1273239" y="1357685"/>
                  </a:lnTo>
                  <a:lnTo>
                    <a:pt x="1271587" y="1357685"/>
                  </a:lnTo>
                  <a:lnTo>
                    <a:pt x="1269936" y="1357685"/>
                  </a:lnTo>
                  <a:lnTo>
                    <a:pt x="1268285" y="1357685"/>
                  </a:lnTo>
                  <a:lnTo>
                    <a:pt x="1266633" y="1357685"/>
                  </a:lnTo>
                  <a:lnTo>
                    <a:pt x="1264982" y="1357685"/>
                  </a:lnTo>
                  <a:lnTo>
                    <a:pt x="1263330" y="1357685"/>
                  </a:lnTo>
                  <a:lnTo>
                    <a:pt x="1261679" y="1357685"/>
                  </a:lnTo>
                  <a:lnTo>
                    <a:pt x="1260028" y="1357685"/>
                  </a:lnTo>
                  <a:lnTo>
                    <a:pt x="1258376" y="1357685"/>
                  </a:lnTo>
                  <a:lnTo>
                    <a:pt x="1256725" y="1357685"/>
                  </a:lnTo>
                  <a:lnTo>
                    <a:pt x="1255073" y="1357685"/>
                  </a:lnTo>
                  <a:lnTo>
                    <a:pt x="1253422" y="1357685"/>
                  </a:lnTo>
                  <a:lnTo>
                    <a:pt x="1251770" y="1357685"/>
                  </a:lnTo>
                  <a:lnTo>
                    <a:pt x="1250119" y="1357685"/>
                  </a:lnTo>
                  <a:lnTo>
                    <a:pt x="1248468" y="1357685"/>
                  </a:lnTo>
                  <a:lnTo>
                    <a:pt x="1246816" y="1357685"/>
                  </a:lnTo>
                  <a:lnTo>
                    <a:pt x="1245165" y="1357685"/>
                  </a:lnTo>
                  <a:lnTo>
                    <a:pt x="1243513" y="1357685"/>
                  </a:lnTo>
                  <a:lnTo>
                    <a:pt x="1241862" y="1357685"/>
                  </a:lnTo>
                  <a:lnTo>
                    <a:pt x="1240211" y="1357685"/>
                  </a:lnTo>
                  <a:lnTo>
                    <a:pt x="1238559" y="1357685"/>
                  </a:lnTo>
                  <a:lnTo>
                    <a:pt x="1236908" y="1357685"/>
                  </a:lnTo>
                  <a:lnTo>
                    <a:pt x="1235256" y="1357685"/>
                  </a:lnTo>
                  <a:lnTo>
                    <a:pt x="1233605" y="1357685"/>
                  </a:lnTo>
                  <a:lnTo>
                    <a:pt x="1231953" y="1357685"/>
                  </a:lnTo>
                  <a:lnTo>
                    <a:pt x="1230302" y="1357685"/>
                  </a:lnTo>
                  <a:lnTo>
                    <a:pt x="1228651" y="1357685"/>
                  </a:lnTo>
                  <a:lnTo>
                    <a:pt x="1226999" y="1357685"/>
                  </a:lnTo>
                  <a:lnTo>
                    <a:pt x="1225348" y="1357685"/>
                  </a:lnTo>
                  <a:lnTo>
                    <a:pt x="1223696" y="1357685"/>
                  </a:lnTo>
                  <a:lnTo>
                    <a:pt x="1222045" y="1357685"/>
                  </a:lnTo>
                  <a:lnTo>
                    <a:pt x="1220394" y="1357685"/>
                  </a:lnTo>
                  <a:lnTo>
                    <a:pt x="1218742" y="1357685"/>
                  </a:lnTo>
                  <a:lnTo>
                    <a:pt x="1217091" y="1357685"/>
                  </a:lnTo>
                  <a:lnTo>
                    <a:pt x="1215439" y="1357685"/>
                  </a:lnTo>
                  <a:lnTo>
                    <a:pt x="1213788" y="1357685"/>
                  </a:lnTo>
                  <a:lnTo>
                    <a:pt x="1212137" y="1357685"/>
                  </a:lnTo>
                  <a:lnTo>
                    <a:pt x="1210485" y="1357685"/>
                  </a:lnTo>
                  <a:lnTo>
                    <a:pt x="1208834" y="1357685"/>
                  </a:lnTo>
                  <a:lnTo>
                    <a:pt x="1207182" y="1357685"/>
                  </a:lnTo>
                  <a:lnTo>
                    <a:pt x="1205531" y="1357685"/>
                  </a:lnTo>
                  <a:lnTo>
                    <a:pt x="1203879" y="1357685"/>
                  </a:lnTo>
                  <a:lnTo>
                    <a:pt x="1202228" y="1357685"/>
                  </a:lnTo>
                  <a:lnTo>
                    <a:pt x="1200577" y="1357685"/>
                  </a:lnTo>
                  <a:lnTo>
                    <a:pt x="1198925" y="1357685"/>
                  </a:lnTo>
                  <a:lnTo>
                    <a:pt x="1197274" y="1357685"/>
                  </a:lnTo>
                  <a:lnTo>
                    <a:pt x="1195622" y="1357685"/>
                  </a:lnTo>
                  <a:lnTo>
                    <a:pt x="1193971" y="1357685"/>
                  </a:lnTo>
                  <a:lnTo>
                    <a:pt x="1192320" y="1357685"/>
                  </a:lnTo>
                  <a:lnTo>
                    <a:pt x="1190668" y="1357685"/>
                  </a:lnTo>
                  <a:lnTo>
                    <a:pt x="1189017" y="1357685"/>
                  </a:lnTo>
                  <a:lnTo>
                    <a:pt x="1187365" y="1357685"/>
                  </a:lnTo>
                  <a:lnTo>
                    <a:pt x="1185714" y="1357685"/>
                  </a:lnTo>
                  <a:lnTo>
                    <a:pt x="1184063" y="1357685"/>
                  </a:lnTo>
                  <a:lnTo>
                    <a:pt x="1182411" y="1357685"/>
                  </a:lnTo>
                  <a:lnTo>
                    <a:pt x="1180760" y="1357685"/>
                  </a:lnTo>
                  <a:lnTo>
                    <a:pt x="1179108" y="1357685"/>
                  </a:lnTo>
                  <a:lnTo>
                    <a:pt x="1177457" y="1357685"/>
                  </a:lnTo>
                  <a:lnTo>
                    <a:pt x="1175805" y="1357685"/>
                  </a:lnTo>
                  <a:lnTo>
                    <a:pt x="1174154" y="1357685"/>
                  </a:lnTo>
                  <a:lnTo>
                    <a:pt x="1172503" y="1357685"/>
                  </a:lnTo>
                  <a:lnTo>
                    <a:pt x="1170851" y="1357685"/>
                  </a:lnTo>
                  <a:lnTo>
                    <a:pt x="1169200" y="1357685"/>
                  </a:lnTo>
                  <a:lnTo>
                    <a:pt x="1167548" y="1357685"/>
                  </a:lnTo>
                  <a:lnTo>
                    <a:pt x="1165897" y="1357685"/>
                  </a:lnTo>
                  <a:lnTo>
                    <a:pt x="1164246" y="1357685"/>
                  </a:lnTo>
                  <a:lnTo>
                    <a:pt x="1162594" y="1357685"/>
                  </a:lnTo>
                  <a:lnTo>
                    <a:pt x="1160943" y="1357685"/>
                  </a:lnTo>
                  <a:lnTo>
                    <a:pt x="1159291" y="1357685"/>
                  </a:lnTo>
                  <a:lnTo>
                    <a:pt x="1157640" y="1357685"/>
                  </a:lnTo>
                  <a:lnTo>
                    <a:pt x="1155988" y="1357685"/>
                  </a:lnTo>
                  <a:lnTo>
                    <a:pt x="1154337" y="1357685"/>
                  </a:lnTo>
                  <a:lnTo>
                    <a:pt x="1152686" y="1357685"/>
                  </a:lnTo>
                  <a:lnTo>
                    <a:pt x="1151034" y="1357685"/>
                  </a:lnTo>
                  <a:lnTo>
                    <a:pt x="1149383" y="1357685"/>
                  </a:lnTo>
                  <a:lnTo>
                    <a:pt x="1147731" y="1357685"/>
                  </a:lnTo>
                  <a:lnTo>
                    <a:pt x="1146080" y="1357685"/>
                  </a:lnTo>
                  <a:lnTo>
                    <a:pt x="1144429" y="1357685"/>
                  </a:lnTo>
                  <a:lnTo>
                    <a:pt x="1142777" y="1357685"/>
                  </a:lnTo>
                  <a:lnTo>
                    <a:pt x="1141126" y="1357685"/>
                  </a:lnTo>
                  <a:lnTo>
                    <a:pt x="1139474" y="1357685"/>
                  </a:lnTo>
                  <a:lnTo>
                    <a:pt x="1137823" y="1357685"/>
                  </a:lnTo>
                  <a:lnTo>
                    <a:pt x="1136172" y="1357685"/>
                  </a:lnTo>
                  <a:lnTo>
                    <a:pt x="1134520" y="1357685"/>
                  </a:lnTo>
                  <a:lnTo>
                    <a:pt x="1132869" y="1357685"/>
                  </a:lnTo>
                  <a:lnTo>
                    <a:pt x="1131217" y="1357685"/>
                  </a:lnTo>
                  <a:lnTo>
                    <a:pt x="1129566" y="1357685"/>
                  </a:lnTo>
                  <a:lnTo>
                    <a:pt x="1127914" y="1357685"/>
                  </a:lnTo>
                  <a:lnTo>
                    <a:pt x="1126263" y="1357685"/>
                  </a:lnTo>
                  <a:lnTo>
                    <a:pt x="1124612" y="1357685"/>
                  </a:lnTo>
                  <a:lnTo>
                    <a:pt x="1122960" y="1357685"/>
                  </a:lnTo>
                  <a:lnTo>
                    <a:pt x="1121309" y="1357685"/>
                  </a:lnTo>
                  <a:lnTo>
                    <a:pt x="1119657" y="1357685"/>
                  </a:lnTo>
                  <a:lnTo>
                    <a:pt x="1118006" y="1357685"/>
                  </a:lnTo>
                  <a:lnTo>
                    <a:pt x="1116355" y="1357685"/>
                  </a:lnTo>
                  <a:lnTo>
                    <a:pt x="1114703" y="1357685"/>
                  </a:lnTo>
                  <a:lnTo>
                    <a:pt x="1113052" y="1357685"/>
                  </a:lnTo>
                  <a:lnTo>
                    <a:pt x="1111400" y="1357685"/>
                  </a:lnTo>
                  <a:lnTo>
                    <a:pt x="1109749" y="1357685"/>
                  </a:lnTo>
                  <a:lnTo>
                    <a:pt x="1108098" y="1357685"/>
                  </a:lnTo>
                  <a:lnTo>
                    <a:pt x="1106446" y="1357685"/>
                  </a:lnTo>
                  <a:lnTo>
                    <a:pt x="1104795" y="1357685"/>
                  </a:lnTo>
                  <a:lnTo>
                    <a:pt x="1103143" y="1357685"/>
                  </a:lnTo>
                  <a:lnTo>
                    <a:pt x="1101492" y="1357685"/>
                  </a:lnTo>
                  <a:lnTo>
                    <a:pt x="1099840" y="1357685"/>
                  </a:lnTo>
                  <a:lnTo>
                    <a:pt x="1098189" y="1357685"/>
                  </a:lnTo>
                  <a:lnTo>
                    <a:pt x="1096538" y="1357685"/>
                  </a:lnTo>
                  <a:lnTo>
                    <a:pt x="1094886" y="1357685"/>
                  </a:lnTo>
                  <a:lnTo>
                    <a:pt x="1093235" y="1357685"/>
                  </a:lnTo>
                  <a:lnTo>
                    <a:pt x="1091583" y="1357685"/>
                  </a:lnTo>
                  <a:lnTo>
                    <a:pt x="1089932" y="1357685"/>
                  </a:lnTo>
                  <a:lnTo>
                    <a:pt x="1088281" y="1357685"/>
                  </a:lnTo>
                  <a:lnTo>
                    <a:pt x="1086629" y="1357685"/>
                  </a:lnTo>
                  <a:lnTo>
                    <a:pt x="1084978" y="1357685"/>
                  </a:lnTo>
                  <a:lnTo>
                    <a:pt x="1083326" y="1357685"/>
                  </a:lnTo>
                  <a:lnTo>
                    <a:pt x="1081675" y="1357685"/>
                  </a:lnTo>
                  <a:lnTo>
                    <a:pt x="1080024" y="1357685"/>
                  </a:lnTo>
                  <a:lnTo>
                    <a:pt x="1078372" y="1357685"/>
                  </a:lnTo>
                  <a:lnTo>
                    <a:pt x="1076721" y="1357685"/>
                  </a:lnTo>
                  <a:lnTo>
                    <a:pt x="1075069" y="1357685"/>
                  </a:lnTo>
                  <a:lnTo>
                    <a:pt x="1073418" y="1357685"/>
                  </a:lnTo>
                  <a:lnTo>
                    <a:pt x="1071766" y="1357685"/>
                  </a:lnTo>
                  <a:lnTo>
                    <a:pt x="1070115" y="1357685"/>
                  </a:lnTo>
                  <a:lnTo>
                    <a:pt x="1068464" y="1357685"/>
                  </a:lnTo>
                  <a:lnTo>
                    <a:pt x="1066812" y="1357685"/>
                  </a:lnTo>
                  <a:lnTo>
                    <a:pt x="1065161" y="1357685"/>
                  </a:lnTo>
                  <a:lnTo>
                    <a:pt x="1063509" y="1357685"/>
                  </a:lnTo>
                  <a:lnTo>
                    <a:pt x="1061858" y="1357685"/>
                  </a:lnTo>
                  <a:lnTo>
                    <a:pt x="1060207" y="1357685"/>
                  </a:lnTo>
                  <a:lnTo>
                    <a:pt x="1058555" y="1357685"/>
                  </a:lnTo>
                  <a:lnTo>
                    <a:pt x="1056904" y="1357685"/>
                  </a:lnTo>
                  <a:lnTo>
                    <a:pt x="1055252" y="1357685"/>
                  </a:lnTo>
                  <a:lnTo>
                    <a:pt x="1053601" y="1357685"/>
                  </a:lnTo>
                  <a:lnTo>
                    <a:pt x="1051949" y="1357685"/>
                  </a:lnTo>
                  <a:lnTo>
                    <a:pt x="1050298" y="1357685"/>
                  </a:lnTo>
                  <a:lnTo>
                    <a:pt x="1048647" y="1357685"/>
                  </a:lnTo>
                  <a:lnTo>
                    <a:pt x="1046995" y="1357685"/>
                  </a:lnTo>
                  <a:lnTo>
                    <a:pt x="1045344" y="1357685"/>
                  </a:lnTo>
                  <a:lnTo>
                    <a:pt x="1043692" y="1357685"/>
                  </a:lnTo>
                  <a:lnTo>
                    <a:pt x="1042041" y="1357685"/>
                  </a:lnTo>
                  <a:lnTo>
                    <a:pt x="1040390" y="1357685"/>
                  </a:lnTo>
                  <a:lnTo>
                    <a:pt x="1038738" y="1357685"/>
                  </a:lnTo>
                  <a:lnTo>
                    <a:pt x="1037087" y="1357685"/>
                  </a:lnTo>
                  <a:lnTo>
                    <a:pt x="1035435" y="1357685"/>
                  </a:lnTo>
                  <a:lnTo>
                    <a:pt x="1033784" y="1357685"/>
                  </a:lnTo>
                  <a:lnTo>
                    <a:pt x="1032133" y="1357685"/>
                  </a:lnTo>
                  <a:lnTo>
                    <a:pt x="1030481" y="1357685"/>
                  </a:lnTo>
                  <a:lnTo>
                    <a:pt x="1028830" y="1357685"/>
                  </a:lnTo>
                  <a:lnTo>
                    <a:pt x="1027178" y="1357685"/>
                  </a:lnTo>
                  <a:lnTo>
                    <a:pt x="1025527" y="1357685"/>
                  </a:lnTo>
                  <a:lnTo>
                    <a:pt x="1023875" y="1357685"/>
                  </a:lnTo>
                  <a:lnTo>
                    <a:pt x="1022224" y="1357685"/>
                  </a:lnTo>
                  <a:lnTo>
                    <a:pt x="1020573" y="1357685"/>
                  </a:lnTo>
                  <a:lnTo>
                    <a:pt x="1018921" y="1357685"/>
                  </a:lnTo>
                  <a:lnTo>
                    <a:pt x="1017270" y="1357685"/>
                  </a:lnTo>
                  <a:lnTo>
                    <a:pt x="1015618" y="1357685"/>
                  </a:lnTo>
                  <a:lnTo>
                    <a:pt x="1013967" y="1357685"/>
                  </a:lnTo>
                  <a:lnTo>
                    <a:pt x="1012316" y="1357685"/>
                  </a:lnTo>
                  <a:lnTo>
                    <a:pt x="1010664" y="1357685"/>
                  </a:lnTo>
                  <a:lnTo>
                    <a:pt x="1009013" y="1357685"/>
                  </a:lnTo>
                  <a:lnTo>
                    <a:pt x="1007361" y="1357685"/>
                  </a:lnTo>
                  <a:lnTo>
                    <a:pt x="1005710" y="1357685"/>
                  </a:lnTo>
                  <a:lnTo>
                    <a:pt x="1004059" y="1357685"/>
                  </a:lnTo>
                  <a:lnTo>
                    <a:pt x="1002407" y="1357685"/>
                  </a:lnTo>
                  <a:lnTo>
                    <a:pt x="1000756" y="1357685"/>
                  </a:lnTo>
                  <a:lnTo>
                    <a:pt x="999104" y="1357685"/>
                  </a:lnTo>
                  <a:lnTo>
                    <a:pt x="997453" y="1357685"/>
                  </a:lnTo>
                  <a:lnTo>
                    <a:pt x="995801" y="1357685"/>
                  </a:lnTo>
                  <a:lnTo>
                    <a:pt x="994150" y="1357685"/>
                  </a:lnTo>
                  <a:lnTo>
                    <a:pt x="992499" y="1357685"/>
                  </a:lnTo>
                  <a:lnTo>
                    <a:pt x="990847" y="1357685"/>
                  </a:lnTo>
                  <a:lnTo>
                    <a:pt x="989196" y="1357685"/>
                  </a:lnTo>
                  <a:lnTo>
                    <a:pt x="987544" y="1357685"/>
                  </a:lnTo>
                  <a:lnTo>
                    <a:pt x="985893" y="1357685"/>
                  </a:lnTo>
                  <a:lnTo>
                    <a:pt x="984242" y="1357685"/>
                  </a:lnTo>
                  <a:lnTo>
                    <a:pt x="982590" y="1357685"/>
                  </a:lnTo>
                  <a:lnTo>
                    <a:pt x="980939" y="1357685"/>
                  </a:lnTo>
                  <a:lnTo>
                    <a:pt x="979287" y="1357685"/>
                  </a:lnTo>
                  <a:lnTo>
                    <a:pt x="977636" y="1357685"/>
                  </a:lnTo>
                  <a:lnTo>
                    <a:pt x="975984" y="1357685"/>
                  </a:lnTo>
                  <a:lnTo>
                    <a:pt x="974333" y="1357685"/>
                  </a:lnTo>
                  <a:lnTo>
                    <a:pt x="972682" y="1357685"/>
                  </a:lnTo>
                  <a:lnTo>
                    <a:pt x="971030" y="1357685"/>
                  </a:lnTo>
                  <a:lnTo>
                    <a:pt x="969379" y="1357685"/>
                  </a:lnTo>
                  <a:lnTo>
                    <a:pt x="967727" y="1357685"/>
                  </a:lnTo>
                  <a:lnTo>
                    <a:pt x="966076" y="1357685"/>
                  </a:lnTo>
                  <a:lnTo>
                    <a:pt x="964425" y="1357685"/>
                  </a:lnTo>
                  <a:lnTo>
                    <a:pt x="962773" y="1357685"/>
                  </a:lnTo>
                  <a:lnTo>
                    <a:pt x="961122" y="1357685"/>
                  </a:lnTo>
                  <a:lnTo>
                    <a:pt x="959470" y="1357685"/>
                  </a:lnTo>
                  <a:lnTo>
                    <a:pt x="957819" y="1357685"/>
                  </a:lnTo>
                  <a:lnTo>
                    <a:pt x="956168" y="1357685"/>
                  </a:lnTo>
                  <a:lnTo>
                    <a:pt x="954516" y="1357685"/>
                  </a:lnTo>
                  <a:lnTo>
                    <a:pt x="952865" y="1357685"/>
                  </a:lnTo>
                  <a:lnTo>
                    <a:pt x="951213" y="1357685"/>
                  </a:lnTo>
                  <a:lnTo>
                    <a:pt x="949562" y="1357685"/>
                  </a:lnTo>
                  <a:lnTo>
                    <a:pt x="947910" y="1357685"/>
                  </a:lnTo>
                  <a:lnTo>
                    <a:pt x="946259" y="1357685"/>
                  </a:lnTo>
                  <a:lnTo>
                    <a:pt x="944608" y="1357685"/>
                  </a:lnTo>
                  <a:lnTo>
                    <a:pt x="942956" y="1357685"/>
                  </a:lnTo>
                  <a:lnTo>
                    <a:pt x="941305" y="1357685"/>
                  </a:lnTo>
                  <a:lnTo>
                    <a:pt x="939653" y="1357685"/>
                  </a:lnTo>
                  <a:lnTo>
                    <a:pt x="938002" y="1357685"/>
                  </a:lnTo>
                  <a:lnTo>
                    <a:pt x="936351" y="1357685"/>
                  </a:lnTo>
                  <a:lnTo>
                    <a:pt x="934699" y="1357685"/>
                  </a:lnTo>
                  <a:lnTo>
                    <a:pt x="933048" y="1357685"/>
                  </a:lnTo>
                  <a:lnTo>
                    <a:pt x="931396" y="1357685"/>
                  </a:lnTo>
                  <a:lnTo>
                    <a:pt x="929745" y="1357685"/>
                  </a:lnTo>
                  <a:lnTo>
                    <a:pt x="928094" y="1357685"/>
                  </a:lnTo>
                  <a:lnTo>
                    <a:pt x="926442" y="1357685"/>
                  </a:lnTo>
                  <a:lnTo>
                    <a:pt x="924791" y="1357685"/>
                  </a:lnTo>
                  <a:lnTo>
                    <a:pt x="923139" y="1357685"/>
                  </a:lnTo>
                  <a:lnTo>
                    <a:pt x="921488" y="1357685"/>
                  </a:lnTo>
                  <a:lnTo>
                    <a:pt x="919836" y="1357685"/>
                  </a:lnTo>
                  <a:lnTo>
                    <a:pt x="918185" y="1357685"/>
                  </a:lnTo>
                  <a:lnTo>
                    <a:pt x="916534" y="1357685"/>
                  </a:lnTo>
                  <a:lnTo>
                    <a:pt x="914882" y="1357685"/>
                  </a:lnTo>
                  <a:lnTo>
                    <a:pt x="913231" y="1357685"/>
                  </a:lnTo>
                  <a:lnTo>
                    <a:pt x="911579" y="1357685"/>
                  </a:lnTo>
                  <a:lnTo>
                    <a:pt x="909928" y="1357685"/>
                  </a:lnTo>
                  <a:lnTo>
                    <a:pt x="908277" y="1357685"/>
                  </a:lnTo>
                  <a:lnTo>
                    <a:pt x="906625" y="1357685"/>
                  </a:lnTo>
                  <a:lnTo>
                    <a:pt x="904974" y="1357685"/>
                  </a:lnTo>
                  <a:lnTo>
                    <a:pt x="903322" y="1357685"/>
                  </a:lnTo>
                  <a:lnTo>
                    <a:pt x="901671" y="1357685"/>
                  </a:lnTo>
                  <a:lnTo>
                    <a:pt x="900020" y="1357685"/>
                  </a:lnTo>
                  <a:lnTo>
                    <a:pt x="898368" y="1357685"/>
                  </a:lnTo>
                  <a:lnTo>
                    <a:pt x="896717" y="1357685"/>
                  </a:lnTo>
                  <a:lnTo>
                    <a:pt x="895065" y="1357685"/>
                  </a:lnTo>
                  <a:lnTo>
                    <a:pt x="893414" y="1357685"/>
                  </a:lnTo>
                  <a:lnTo>
                    <a:pt x="891762" y="1357685"/>
                  </a:lnTo>
                  <a:lnTo>
                    <a:pt x="890111" y="1357685"/>
                  </a:lnTo>
                  <a:lnTo>
                    <a:pt x="888460" y="1357685"/>
                  </a:lnTo>
                  <a:lnTo>
                    <a:pt x="886808" y="1357685"/>
                  </a:lnTo>
                  <a:lnTo>
                    <a:pt x="885157" y="1357685"/>
                  </a:lnTo>
                  <a:lnTo>
                    <a:pt x="883505" y="1357685"/>
                  </a:lnTo>
                  <a:lnTo>
                    <a:pt x="881854" y="1357685"/>
                  </a:lnTo>
                  <a:lnTo>
                    <a:pt x="880203" y="1357685"/>
                  </a:lnTo>
                  <a:lnTo>
                    <a:pt x="878551" y="1357685"/>
                  </a:lnTo>
                  <a:lnTo>
                    <a:pt x="876900" y="1357685"/>
                  </a:lnTo>
                  <a:lnTo>
                    <a:pt x="875248" y="1357685"/>
                  </a:lnTo>
                  <a:lnTo>
                    <a:pt x="873597" y="1357685"/>
                  </a:lnTo>
                  <a:lnTo>
                    <a:pt x="871945" y="1357685"/>
                  </a:lnTo>
                  <a:lnTo>
                    <a:pt x="870294" y="1357685"/>
                  </a:lnTo>
                  <a:lnTo>
                    <a:pt x="868643" y="1357685"/>
                  </a:lnTo>
                  <a:lnTo>
                    <a:pt x="866991" y="1357685"/>
                  </a:lnTo>
                  <a:lnTo>
                    <a:pt x="865340" y="1357685"/>
                  </a:lnTo>
                  <a:lnTo>
                    <a:pt x="863688" y="1357685"/>
                  </a:lnTo>
                  <a:lnTo>
                    <a:pt x="862037" y="1357685"/>
                  </a:lnTo>
                  <a:lnTo>
                    <a:pt x="860386" y="1357685"/>
                  </a:lnTo>
                  <a:lnTo>
                    <a:pt x="858734" y="1357685"/>
                  </a:lnTo>
                  <a:lnTo>
                    <a:pt x="857083" y="1357685"/>
                  </a:lnTo>
                  <a:lnTo>
                    <a:pt x="855431" y="1357685"/>
                  </a:lnTo>
                  <a:lnTo>
                    <a:pt x="853780" y="1357685"/>
                  </a:lnTo>
                  <a:lnTo>
                    <a:pt x="852129" y="1357685"/>
                  </a:lnTo>
                  <a:lnTo>
                    <a:pt x="850477" y="1357685"/>
                  </a:lnTo>
                  <a:lnTo>
                    <a:pt x="848826" y="1357685"/>
                  </a:lnTo>
                  <a:lnTo>
                    <a:pt x="847174" y="1357685"/>
                  </a:lnTo>
                  <a:lnTo>
                    <a:pt x="845523" y="1357685"/>
                  </a:lnTo>
                  <a:lnTo>
                    <a:pt x="843871" y="1357685"/>
                  </a:lnTo>
                  <a:lnTo>
                    <a:pt x="842220" y="1357685"/>
                  </a:lnTo>
                  <a:lnTo>
                    <a:pt x="840569" y="1357685"/>
                  </a:lnTo>
                  <a:lnTo>
                    <a:pt x="838917" y="1357685"/>
                  </a:lnTo>
                  <a:lnTo>
                    <a:pt x="837266" y="1357685"/>
                  </a:lnTo>
                  <a:lnTo>
                    <a:pt x="835614" y="1357685"/>
                  </a:lnTo>
                  <a:lnTo>
                    <a:pt x="833963" y="1357685"/>
                  </a:lnTo>
                  <a:lnTo>
                    <a:pt x="832312" y="1357685"/>
                  </a:lnTo>
                  <a:lnTo>
                    <a:pt x="830660" y="1357685"/>
                  </a:lnTo>
                  <a:lnTo>
                    <a:pt x="829009" y="1357685"/>
                  </a:lnTo>
                  <a:lnTo>
                    <a:pt x="827357" y="1357685"/>
                  </a:lnTo>
                  <a:lnTo>
                    <a:pt x="825706" y="1357685"/>
                  </a:lnTo>
                  <a:lnTo>
                    <a:pt x="824055" y="1357685"/>
                  </a:lnTo>
                  <a:lnTo>
                    <a:pt x="822403" y="1357685"/>
                  </a:lnTo>
                  <a:lnTo>
                    <a:pt x="820752" y="1357685"/>
                  </a:lnTo>
                  <a:lnTo>
                    <a:pt x="819100" y="1357685"/>
                  </a:lnTo>
                  <a:lnTo>
                    <a:pt x="817449" y="1357685"/>
                  </a:lnTo>
                  <a:lnTo>
                    <a:pt x="815797" y="1357685"/>
                  </a:lnTo>
                  <a:lnTo>
                    <a:pt x="814146" y="1357685"/>
                  </a:lnTo>
                  <a:lnTo>
                    <a:pt x="812495" y="1357685"/>
                  </a:lnTo>
                  <a:lnTo>
                    <a:pt x="810843" y="1357685"/>
                  </a:lnTo>
                  <a:lnTo>
                    <a:pt x="809192" y="1357685"/>
                  </a:lnTo>
                  <a:lnTo>
                    <a:pt x="807540" y="1357685"/>
                  </a:lnTo>
                  <a:lnTo>
                    <a:pt x="805889" y="1357685"/>
                  </a:lnTo>
                  <a:lnTo>
                    <a:pt x="804238" y="1357685"/>
                  </a:lnTo>
                  <a:lnTo>
                    <a:pt x="802586" y="1357685"/>
                  </a:lnTo>
                  <a:lnTo>
                    <a:pt x="800935" y="1357685"/>
                  </a:lnTo>
                  <a:lnTo>
                    <a:pt x="799283" y="1357685"/>
                  </a:lnTo>
                  <a:lnTo>
                    <a:pt x="797632" y="1357685"/>
                  </a:lnTo>
                  <a:lnTo>
                    <a:pt x="795980" y="1357685"/>
                  </a:lnTo>
                  <a:lnTo>
                    <a:pt x="794329" y="1357685"/>
                  </a:lnTo>
                  <a:lnTo>
                    <a:pt x="792678" y="1357685"/>
                  </a:lnTo>
                  <a:lnTo>
                    <a:pt x="791026" y="1357685"/>
                  </a:lnTo>
                  <a:lnTo>
                    <a:pt x="789375" y="1357685"/>
                  </a:lnTo>
                  <a:lnTo>
                    <a:pt x="787723" y="1357685"/>
                  </a:lnTo>
                  <a:lnTo>
                    <a:pt x="786072" y="1357685"/>
                  </a:lnTo>
                  <a:lnTo>
                    <a:pt x="784421" y="1357685"/>
                  </a:lnTo>
                  <a:lnTo>
                    <a:pt x="782769" y="1357685"/>
                  </a:lnTo>
                  <a:lnTo>
                    <a:pt x="781118" y="1357685"/>
                  </a:lnTo>
                  <a:lnTo>
                    <a:pt x="779466" y="1357685"/>
                  </a:lnTo>
                  <a:lnTo>
                    <a:pt x="777815" y="1357685"/>
                  </a:lnTo>
                  <a:lnTo>
                    <a:pt x="776164" y="1357685"/>
                  </a:lnTo>
                  <a:lnTo>
                    <a:pt x="774512" y="1357685"/>
                  </a:lnTo>
                  <a:lnTo>
                    <a:pt x="772861" y="1357685"/>
                  </a:lnTo>
                  <a:lnTo>
                    <a:pt x="771209" y="1357685"/>
                  </a:lnTo>
                  <a:lnTo>
                    <a:pt x="769558" y="1357685"/>
                  </a:lnTo>
                  <a:lnTo>
                    <a:pt x="767906" y="1357685"/>
                  </a:lnTo>
                  <a:lnTo>
                    <a:pt x="766255" y="1357685"/>
                  </a:lnTo>
                  <a:lnTo>
                    <a:pt x="764604" y="1357685"/>
                  </a:lnTo>
                  <a:lnTo>
                    <a:pt x="762952" y="1357685"/>
                  </a:lnTo>
                  <a:lnTo>
                    <a:pt x="761301" y="1357685"/>
                  </a:lnTo>
                  <a:lnTo>
                    <a:pt x="759649" y="1357685"/>
                  </a:lnTo>
                  <a:lnTo>
                    <a:pt x="757998" y="1357685"/>
                  </a:lnTo>
                  <a:lnTo>
                    <a:pt x="756347" y="1357685"/>
                  </a:lnTo>
                  <a:lnTo>
                    <a:pt x="754695" y="1357685"/>
                  </a:lnTo>
                  <a:lnTo>
                    <a:pt x="753044" y="1357685"/>
                  </a:lnTo>
                  <a:lnTo>
                    <a:pt x="751392" y="1357685"/>
                  </a:lnTo>
                  <a:lnTo>
                    <a:pt x="749741" y="1357685"/>
                  </a:lnTo>
                  <a:lnTo>
                    <a:pt x="748090" y="1357685"/>
                  </a:lnTo>
                  <a:lnTo>
                    <a:pt x="746438" y="1357685"/>
                  </a:lnTo>
                  <a:lnTo>
                    <a:pt x="744787" y="1357685"/>
                  </a:lnTo>
                  <a:lnTo>
                    <a:pt x="743135" y="1357685"/>
                  </a:lnTo>
                  <a:lnTo>
                    <a:pt x="741484" y="1357685"/>
                  </a:lnTo>
                  <a:lnTo>
                    <a:pt x="739832" y="1357685"/>
                  </a:lnTo>
                  <a:lnTo>
                    <a:pt x="738181" y="1357685"/>
                  </a:lnTo>
                  <a:lnTo>
                    <a:pt x="736530" y="1357685"/>
                  </a:lnTo>
                  <a:lnTo>
                    <a:pt x="734878" y="1357685"/>
                  </a:lnTo>
                  <a:lnTo>
                    <a:pt x="733227" y="1357685"/>
                  </a:lnTo>
                  <a:lnTo>
                    <a:pt x="731575" y="1357685"/>
                  </a:lnTo>
                  <a:lnTo>
                    <a:pt x="729924" y="1357685"/>
                  </a:lnTo>
                  <a:lnTo>
                    <a:pt x="728273" y="1357685"/>
                  </a:lnTo>
                  <a:lnTo>
                    <a:pt x="726621" y="1357685"/>
                  </a:lnTo>
                  <a:lnTo>
                    <a:pt x="724970" y="1357685"/>
                  </a:lnTo>
                  <a:lnTo>
                    <a:pt x="723318" y="1357685"/>
                  </a:lnTo>
                  <a:lnTo>
                    <a:pt x="721667" y="1357685"/>
                  </a:lnTo>
                  <a:lnTo>
                    <a:pt x="720016" y="1357685"/>
                  </a:lnTo>
                  <a:lnTo>
                    <a:pt x="718364" y="1357685"/>
                  </a:lnTo>
                  <a:lnTo>
                    <a:pt x="716713" y="1357685"/>
                  </a:lnTo>
                  <a:lnTo>
                    <a:pt x="715061" y="1357685"/>
                  </a:lnTo>
                  <a:lnTo>
                    <a:pt x="713410" y="1357685"/>
                  </a:lnTo>
                  <a:lnTo>
                    <a:pt x="711758" y="1357685"/>
                  </a:lnTo>
                  <a:lnTo>
                    <a:pt x="710107" y="1357685"/>
                  </a:lnTo>
                  <a:lnTo>
                    <a:pt x="708456" y="1357685"/>
                  </a:lnTo>
                  <a:lnTo>
                    <a:pt x="706804" y="1357685"/>
                  </a:lnTo>
                  <a:lnTo>
                    <a:pt x="705153" y="1357685"/>
                  </a:lnTo>
                  <a:lnTo>
                    <a:pt x="703501" y="1357685"/>
                  </a:lnTo>
                  <a:lnTo>
                    <a:pt x="701850" y="1357685"/>
                  </a:lnTo>
                  <a:lnTo>
                    <a:pt x="700199" y="1357685"/>
                  </a:lnTo>
                  <a:lnTo>
                    <a:pt x="698547" y="1357685"/>
                  </a:lnTo>
                  <a:lnTo>
                    <a:pt x="696896" y="1357685"/>
                  </a:lnTo>
                  <a:lnTo>
                    <a:pt x="695244" y="1357685"/>
                  </a:lnTo>
                  <a:lnTo>
                    <a:pt x="693593" y="1357685"/>
                  </a:lnTo>
                  <a:lnTo>
                    <a:pt x="691941" y="1357685"/>
                  </a:lnTo>
                  <a:lnTo>
                    <a:pt x="690290" y="1357685"/>
                  </a:lnTo>
                  <a:lnTo>
                    <a:pt x="688639" y="1357685"/>
                  </a:lnTo>
                  <a:lnTo>
                    <a:pt x="686987" y="1357685"/>
                  </a:lnTo>
                  <a:lnTo>
                    <a:pt x="685336" y="1357685"/>
                  </a:lnTo>
                  <a:lnTo>
                    <a:pt x="683684" y="1357685"/>
                  </a:lnTo>
                  <a:lnTo>
                    <a:pt x="682033" y="1357685"/>
                  </a:lnTo>
                  <a:lnTo>
                    <a:pt x="680382" y="1357685"/>
                  </a:lnTo>
                  <a:lnTo>
                    <a:pt x="678730" y="1357685"/>
                  </a:lnTo>
                  <a:lnTo>
                    <a:pt x="677079" y="1357685"/>
                  </a:lnTo>
                  <a:lnTo>
                    <a:pt x="675427" y="1357685"/>
                  </a:lnTo>
                  <a:lnTo>
                    <a:pt x="673776" y="1357685"/>
                  </a:lnTo>
                  <a:lnTo>
                    <a:pt x="672125" y="1357685"/>
                  </a:lnTo>
                  <a:lnTo>
                    <a:pt x="670473" y="1357685"/>
                  </a:lnTo>
                  <a:lnTo>
                    <a:pt x="668822" y="1357685"/>
                  </a:lnTo>
                  <a:lnTo>
                    <a:pt x="667170" y="1357685"/>
                  </a:lnTo>
                  <a:lnTo>
                    <a:pt x="665519" y="1357685"/>
                  </a:lnTo>
                  <a:lnTo>
                    <a:pt x="663867" y="1357685"/>
                  </a:lnTo>
                  <a:lnTo>
                    <a:pt x="662216" y="1357685"/>
                  </a:lnTo>
                  <a:lnTo>
                    <a:pt x="660565" y="1357685"/>
                  </a:lnTo>
                  <a:lnTo>
                    <a:pt x="658913" y="1357685"/>
                  </a:lnTo>
                  <a:lnTo>
                    <a:pt x="657262" y="1357685"/>
                  </a:lnTo>
                  <a:lnTo>
                    <a:pt x="655610" y="1357685"/>
                  </a:lnTo>
                  <a:lnTo>
                    <a:pt x="653959" y="1357685"/>
                  </a:lnTo>
                  <a:lnTo>
                    <a:pt x="652308" y="1357685"/>
                  </a:lnTo>
                  <a:lnTo>
                    <a:pt x="650656" y="1357685"/>
                  </a:lnTo>
                  <a:lnTo>
                    <a:pt x="649005" y="1357685"/>
                  </a:lnTo>
                  <a:lnTo>
                    <a:pt x="647353" y="1357685"/>
                  </a:lnTo>
                  <a:lnTo>
                    <a:pt x="645702" y="1357685"/>
                  </a:lnTo>
                  <a:lnTo>
                    <a:pt x="644051" y="1357685"/>
                  </a:lnTo>
                  <a:lnTo>
                    <a:pt x="642399" y="1357685"/>
                  </a:lnTo>
                  <a:lnTo>
                    <a:pt x="640748" y="1357685"/>
                  </a:lnTo>
                  <a:lnTo>
                    <a:pt x="639096" y="1357685"/>
                  </a:lnTo>
                  <a:lnTo>
                    <a:pt x="637445" y="1357685"/>
                  </a:lnTo>
                  <a:lnTo>
                    <a:pt x="635793" y="1357685"/>
                  </a:lnTo>
                  <a:lnTo>
                    <a:pt x="634142" y="1357685"/>
                  </a:lnTo>
                  <a:lnTo>
                    <a:pt x="632491" y="1357685"/>
                  </a:lnTo>
                  <a:lnTo>
                    <a:pt x="630839" y="1357685"/>
                  </a:lnTo>
                  <a:lnTo>
                    <a:pt x="629188" y="1357685"/>
                  </a:lnTo>
                  <a:lnTo>
                    <a:pt x="627536" y="1357685"/>
                  </a:lnTo>
                  <a:lnTo>
                    <a:pt x="625885" y="1357685"/>
                  </a:lnTo>
                  <a:lnTo>
                    <a:pt x="624234" y="1357685"/>
                  </a:lnTo>
                  <a:lnTo>
                    <a:pt x="622582" y="1357685"/>
                  </a:lnTo>
                  <a:lnTo>
                    <a:pt x="620931" y="1357685"/>
                  </a:lnTo>
                  <a:lnTo>
                    <a:pt x="619279" y="1357685"/>
                  </a:lnTo>
                  <a:lnTo>
                    <a:pt x="617628" y="1357685"/>
                  </a:lnTo>
                  <a:lnTo>
                    <a:pt x="615976" y="1357685"/>
                  </a:lnTo>
                  <a:lnTo>
                    <a:pt x="614325" y="1357685"/>
                  </a:lnTo>
                  <a:lnTo>
                    <a:pt x="612674" y="1357685"/>
                  </a:lnTo>
                  <a:lnTo>
                    <a:pt x="611022" y="1357685"/>
                  </a:lnTo>
                  <a:lnTo>
                    <a:pt x="609371" y="1357685"/>
                  </a:lnTo>
                  <a:lnTo>
                    <a:pt x="607719" y="1357685"/>
                  </a:lnTo>
                  <a:lnTo>
                    <a:pt x="606068" y="1357685"/>
                  </a:lnTo>
                  <a:lnTo>
                    <a:pt x="604417" y="1357685"/>
                  </a:lnTo>
                  <a:lnTo>
                    <a:pt x="602765" y="1357685"/>
                  </a:lnTo>
                  <a:lnTo>
                    <a:pt x="601114" y="1357685"/>
                  </a:lnTo>
                  <a:lnTo>
                    <a:pt x="599462" y="1357685"/>
                  </a:lnTo>
                  <a:lnTo>
                    <a:pt x="597811" y="1357685"/>
                  </a:lnTo>
                  <a:lnTo>
                    <a:pt x="596160" y="1357685"/>
                  </a:lnTo>
                  <a:lnTo>
                    <a:pt x="594508" y="1357685"/>
                  </a:lnTo>
                  <a:lnTo>
                    <a:pt x="592857" y="1357685"/>
                  </a:lnTo>
                  <a:lnTo>
                    <a:pt x="591205" y="1357685"/>
                  </a:lnTo>
                  <a:lnTo>
                    <a:pt x="589554" y="1357685"/>
                  </a:lnTo>
                  <a:lnTo>
                    <a:pt x="587902" y="1357685"/>
                  </a:lnTo>
                  <a:lnTo>
                    <a:pt x="586251" y="1357685"/>
                  </a:lnTo>
                  <a:lnTo>
                    <a:pt x="584600" y="1357685"/>
                  </a:lnTo>
                  <a:lnTo>
                    <a:pt x="582948" y="1357685"/>
                  </a:lnTo>
                  <a:lnTo>
                    <a:pt x="581297" y="1357685"/>
                  </a:lnTo>
                  <a:lnTo>
                    <a:pt x="579645" y="1357685"/>
                  </a:lnTo>
                  <a:lnTo>
                    <a:pt x="577994" y="1357685"/>
                  </a:lnTo>
                  <a:lnTo>
                    <a:pt x="576343" y="1357685"/>
                  </a:lnTo>
                  <a:lnTo>
                    <a:pt x="574691" y="1357685"/>
                  </a:lnTo>
                  <a:lnTo>
                    <a:pt x="573040" y="1357685"/>
                  </a:lnTo>
                  <a:lnTo>
                    <a:pt x="571388" y="1357685"/>
                  </a:lnTo>
                  <a:lnTo>
                    <a:pt x="569737" y="1357685"/>
                  </a:lnTo>
                  <a:lnTo>
                    <a:pt x="568086" y="1357685"/>
                  </a:lnTo>
                  <a:lnTo>
                    <a:pt x="566434" y="1357685"/>
                  </a:lnTo>
                  <a:lnTo>
                    <a:pt x="564783" y="1357685"/>
                  </a:lnTo>
                  <a:lnTo>
                    <a:pt x="563131" y="1357685"/>
                  </a:lnTo>
                  <a:lnTo>
                    <a:pt x="561480" y="1357685"/>
                  </a:lnTo>
                  <a:lnTo>
                    <a:pt x="559828" y="1357685"/>
                  </a:lnTo>
                  <a:lnTo>
                    <a:pt x="558177" y="1357685"/>
                  </a:lnTo>
                  <a:lnTo>
                    <a:pt x="556526" y="1357685"/>
                  </a:lnTo>
                  <a:lnTo>
                    <a:pt x="554874" y="1357685"/>
                  </a:lnTo>
                  <a:lnTo>
                    <a:pt x="553223" y="1357685"/>
                  </a:lnTo>
                  <a:lnTo>
                    <a:pt x="551571" y="1357685"/>
                  </a:lnTo>
                  <a:lnTo>
                    <a:pt x="549920" y="1357685"/>
                  </a:lnTo>
                  <a:lnTo>
                    <a:pt x="548269" y="1357685"/>
                  </a:lnTo>
                  <a:lnTo>
                    <a:pt x="546617" y="1357685"/>
                  </a:lnTo>
                  <a:lnTo>
                    <a:pt x="544966" y="1357685"/>
                  </a:lnTo>
                  <a:lnTo>
                    <a:pt x="543314" y="1357685"/>
                  </a:lnTo>
                  <a:lnTo>
                    <a:pt x="541663" y="1357685"/>
                  </a:lnTo>
                  <a:lnTo>
                    <a:pt x="540012" y="1357685"/>
                  </a:lnTo>
                  <a:lnTo>
                    <a:pt x="538360" y="1357685"/>
                  </a:lnTo>
                  <a:lnTo>
                    <a:pt x="536709" y="1357685"/>
                  </a:lnTo>
                  <a:lnTo>
                    <a:pt x="535057" y="1357685"/>
                  </a:lnTo>
                  <a:lnTo>
                    <a:pt x="533406" y="1357685"/>
                  </a:lnTo>
                  <a:lnTo>
                    <a:pt x="531754" y="1357685"/>
                  </a:lnTo>
                  <a:lnTo>
                    <a:pt x="530103" y="1357685"/>
                  </a:lnTo>
                  <a:lnTo>
                    <a:pt x="528452" y="1357685"/>
                  </a:lnTo>
                  <a:lnTo>
                    <a:pt x="526800" y="1357685"/>
                  </a:lnTo>
                  <a:lnTo>
                    <a:pt x="525149" y="1357685"/>
                  </a:lnTo>
                  <a:lnTo>
                    <a:pt x="523497" y="1357685"/>
                  </a:lnTo>
                  <a:lnTo>
                    <a:pt x="521846" y="1357685"/>
                  </a:lnTo>
                  <a:lnTo>
                    <a:pt x="520195" y="1357685"/>
                  </a:lnTo>
                  <a:lnTo>
                    <a:pt x="518543" y="1357685"/>
                  </a:lnTo>
                  <a:lnTo>
                    <a:pt x="516892" y="1357685"/>
                  </a:lnTo>
                  <a:lnTo>
                    <a:pt x="515240" y="1357685"/>
                  </a:lnTo>
                  <a:lnTo>
                    <a:pt x="513589" y="1357685"/>
                  </a:lnTo>
                  <a:lnTo>
                    <a:pt x="511937" y="1357685"/>
                  </a:lnTo>
                  <a:lnTo>
                    <a:pt x="510286" y="1357685"/>
                  </a:lnTo>
                  <a:lnTo>
                    <a:pt x="508635" y="1357685"/>
                  </a:lnTo>
                  <a:lnTo>
                    <a:pt x="506983" y="1357685"/>
                  </a:lnTo>
                  <a:lnTo>
                    <a:pt x="505332" y="1357685"/>
                  </a:lnTo>
                  <a:lnTo>
                    <a:pt x="503680" y="1357685"/>
                  </a:lnTo>
                  <a:lnTo>
                    <a:pt x="502029" y="1357685"/>
                  </a:lnTo>
                  <a:lnTo>
                    <a:pt x="500378" y="1357685"/>
                  </a:lnTo>
                  <a:lnTo>
                    <a:pt x="498726" y="1357685"/>
                  </a:lnTo>
                  <a:lnTo>
                    <a:pt x="497075" y="1357685"/>
                  </a:lnTo>
                  <a:lnTo>
                    <a:pt x="495423" y="1357685"/>
                  </a:lnTo>
                  <a:lnTo>
                    <a:pt x="493772" y="1357685"/>
                  </a:lnTo>
                  <a:lnTo>
                    <a:pt x="492121" y="1357685"/>
                  </a:lnTo>
                  <a:lnTo>
                    <a:pt x="490469" y="1357685"/>
                  </a:lnTo>
                  <a:lnTo>
                    <a:pt x="488818" y="1357685"/>
                  </a:lnTo>
                  <a:lnTo>
                    <a:pt x="487166" y="1357685"/>
                  </a:lnTo>
                  <a:lnTo>
                    <a:pt x="485515" y="1357685"/>
                  </a:lnTo>
                  <a:lnTo>
                    <a:pt x="483863" y="1357685"/>
                  </a:lnTo>
                  <a:lnTo>
                    <a:pt x="482212" y="1357685"/>
                  </a:lnTo>
                  <a:lnTo>
                    <a:pt x="480561" y="1357685"/>
                  </a:lnTo>
                  <a:lnTo>
                    <a:pt x="478909" y="1357685"/>
                  </a:lnTo>
                  <a:lnTo>
                    <a:pt x="477258" y="1357685"/>
                  </a:lnTo>
                  <a:lnTo>
                    <a:pt x="475606" y="1357685"/>
                  </a:lnTo>
                  <a:lnTo>
                    <a:pt x="473955" y="1357685"/>
                  </a:lnTo>
                  <a:lnTo>
                    <a:pt x="472304" y="1357685"/>
                  </a:lnTo>
                  <a:lnTo>
                    <a:pt x="470652" y="1357685"/>
                  </a:lnTo>
                  <a:lnTo>
                    <a:pt x="469001" y="1357685"/>
                  </a:lnTo>
                  <a:lnTo>
                    <a:pt x="467349" y="1357685"/>
                  </a:lnTo>
                  <a:lnTo>
                    <a:pt x="465698" y="1357685"/>
                  </a:lnTo>
                  <a:lnTo>
                    <a:pt x="464047" y="1357685"/>
                  </a:lnTo>
                  <a:lnTo>
                    <a:pt x="462395" y="1357685"/>
                  </a:lnTo>
                  <a:lnTo>
                    <a:pt x="460744" y="1357685"/>
                  </a:lnTo>
                  <a:lnTo>
                    <a:pt x="459092" y="1357685"/>
                  </a:lnTo>
                  <a:lnTo>
                    <a:pt x="457441" y="1357685"/>
                  </a:lnTo>
                  <a:lnTo>
                    <a:pt x="455789" y="1357685"/>
                  </a:lnTo>
                  <a:lnTo>
                    <a:pt x="454138" y="1357685"/>
                  </a:lnTo>
                  <a:lnTo>
                    <a:pt x="452487" y="1357685"/>
                  </a:lnTo>
                  <a:lnTo>
                    <a:pt x="450835" y="1357685"/>
                  </a:lnTo>
                  <a:lnTo>
                    <a:pt x="449184" y="1357685"/>
                  </a:lnTo>
                  <a:lnTo>
                    <a:pt x="447532" y="1357685"/>
                  </a:lnTo>
                  <a:lnTo>
                    <a:pt x="445881" y="1357685"/>
                  </a:lnTo>
                  <a:lnTo>
                    <a:pt x="444230" y="1357685"/>
                  </a:lnTo>
                  <a:lnTo>
                    <a:pt x="442578" y="1357685"/>
                  </a:lnTo>
                  <a:lnTo>
                    <a:pt x="440927" y="1357685"/>
                  </a:lnTo>
                  <a:lnTo>
                    <a:pt x="439275" y="1357685"/>
                  </a:lnTo>
                  <a:lnTo>
                    <a:pt x="437624" y="1357685"/>
                  </a:lnTo>
                  <a:lnTo>
                    <a:pt x="435972" y="1357685"/>
                  </a:lnTo>
                  <a:lnTo>
                    <a:pt x="434321" y="1357685"/>
                  </a:lnTo>
                  <a:lnTo>
                    <a:pt x="432670" y="1357685"/>
                  </a:lnTo>
                  <a:lnTo>
                    <a:pt x="431018" y="1357685"/>
                  </a:lnTo>
                  <a:lnTo>
                    <a:pt x="429367" y="1357685"/>
                  </a:lnTo>
                  <a:lnTo>
                    <a:pt x="427715" y="1357685"/>
                  </a:lnTo>
                  <a:lnTo>
                    <a:pt x="426064" y="1357685"/>
                  </a:lnTo>
                  <a:lnTo>
                    <a:pt x="424413" y="1357685"/>
                  </a:lnTo>
                  <a:lnTo>
                    <a:pt x="422761" y="1357685"/>
                  </a:lnTo>
                  <a:lnTo>
                    <a:pt x="421110" y="1357685"/>
                  </a:lnTo>
                  <a:lnTo>
                    <a:pt x="419458" y="1357685"/>
                  </a:lnTo>
                  <a:lnTo>
                    <a:pt x="417807" y="1357685"/>
                  </a:lnTo>
                  <a:lnTo>
                    <a:pt x="416156" y="1357685"/>
                  </a:lnTo>
                  <a:lnTo>
                    <a:pt x="414504" y="1357685"/>
                  </a:lnTo>
                  <a:lnTo>
                    <a:pt x="412853" y="1357685"/>
                  </a:lnTo>
                  <a:lnTo>
                    <a:pt x="411201" y="1357685"/>
                  </a:lnTo>
                  <a:lnTo>
                    <a:pt x="409550" y="1357685"/>
                  </a:lnTo>
                  <a:lnTo>
                    <a:pt x="407898" y="1357685"/>
                  </a:lnTo>
                  <a:lnTo>
                    <a:pt x="406247" y="1357685"/>
                  </a:lnTo>
                  <a:lnTo>
                    <a:pt x="404596" y="1357685"/>
                  </a:lnTo>
                  <a:lnTo>
                    <a:pt x="402944" y="1357685"/>
                  </a:lnTo>
                  <a:lnTo>
                    <a:pt x="401293" y="1357685"/>
                  </a:lnTo>
                  <a:lnTo>
                    <a:pt x="399641" y="1357685"/>
                  </a:lnTo>
                  <a:lnTo>
                    <a:pt x="397990" y="1357685"/>
                  </a:lnTo>
                  <a:lnTo>
                    <a:pt x="396339" y="1357685"/>
                  </a:lnTo>
                  <a:lnTo>
                    <a:pt x="394687" y="1357685"/>
                  </a:lnTo>
                  <a:lnTo>
                    <a:pt x="393036" y="1357685"/>
                  </a:lnTo>
                  <a:lnTo>
                    <a:pt x="391384" y="1357685"/>
                  </a:lnTo>
                  <a:lnTo>
                    <a:pt x="389733" y="1357685"/>
                  </a:lnTo>
                  <a:lnTo>
                    <a:pt x="388082" y="1357685"/>
                  </a:lnTo>
                  <a:lnTo>
                    <a:pt x="386430" y="1357685"/>
                  </a:lnTo>
                  <a:lnTo>
                    <a:pt x="384779" y="1357685"/>
                  </a:lnTo>
                  <a:lnTo>
                    <a:pt x="383127" y="1357685"/>
                  </a:lnTo>
                  <a:lnTo>
                    <a:pt x="381476" y="1357685"/>
                  </a:lnTo>
                  <a:lnTo>
                    <a:pt x="379824" y="1357685"/>
                  </a:lnTo>
                  <a:lnTo>
                    <a:pt x="378173" y="1357685"/>
                  </a:lnTo>
                  <a:lnTo>
                    <a:pt x="376522" y="1357685"/>
                  </a:lnTo>
                  <a:lnTo>
                    <a:pt x="374870" y="1357685"/>
                  </a:lnTo>
                  <a:lnTo>
                    <a:pt x="373219" y="1357685"/>
                  </a:lnTo>
                  <a:lnTo>
                    <a:pt x="371567" y="1357685"/>
                  </a:lnTo>
                  <a:lnTo>
                    <a:pt x="369916" y="1357685"/>
                  </a:lnTo>
                  <a:lnTo>
                    <a:pt x="368265" y="1357685"/>
                  </a:lnTo>
                  <a:lnTo>
                    <a:pt x="366613" y="1357685"/>
                  </a:lnTo>
                  <a:lnTo>
                    <a:pt x="364962" y="1357685"/>
                  </a:lnTo>
                  <a:lnTo>
                    <a:pt x="363310" y="1357685"/>
                  </a:lnTo>
                  <a:lnTo>
                    <a:pt x="361659" y="1357685"/>
                  </a:lnTo>
                  <a:lnTo>
                    <a:pt x="360008" y="1357685"/>
                  </a:lnTo>
                  <a:lnTo>
                    <a:pt x="358356" y="1357685"/>
                  </a:lnTo>
                  <a:lnTo>
                    <a:pt x="356705" y="1357685"/>
                  </a:lnTo>
                  <a:lnTo>
                    <a:pt x="355053" y="1357685"/>
                  </a:lnTo>
                  <a:lnTo>
                    <a:pt x="353402" y="1357685"/>
                  </a:lnTo>
                  <a:lnTo>
                    <a:pt x="351750" y="1357685"/>
                  </a:lnTo>
                  <a:lnTo>
                    <a:pt x="350099" y="1357685"/>
                  </a:lnTo>
                  <a:lnTo>
                    <a:pt x="348448" y="1357685"/>
                  </a:lnTo>
                  <a:lnTo>
                    <a:pt x="346796" y="1357685"/>
                  </a:lnTo>
                  <a:lnTo>
                    <a:pt x="345145" y="1357685"/>
                  </a:lnTo>
                  <a:lnTo>
                    <a:pt x="343493" y="1357685"/>
                  </a:lnTo>
                  <a:lnTo>
                    <a:pt x="341842" y="1357685"/>
                  </a:lnTo>
                  <a:lnTo>
                    <a:pt x="340191" y="1357685"/>
                  </a:lnTo>
                  <a:lnTo>
                    <a:pt x="338539" y="1357685"/>
                  </a:lnTo>
                  <a:lnTo>
                    <a:pt x="336888" y="1357685"/>
                  </a:lnTo>
                  <a:lnTo>
                    <a:pt x="335236" y="1357685"/>
                  </a:lnTo>
                  <a:lnTo>
                    <a:pt x="333585" y="1357685"/>
                  </a:lnTo>
                  <a:lnTo>
                    <a:pt x="331933" y="1357685"/>
                  </a:lnTo>
                  <a:lnTo>
                    <a:pt x="330282" y="1357685"/>
                  </a:lnTo>
                  <a:lnTo>
                    <a:pt x="328631" y="1357685"/>
                  </a:lnTo>
                  <a:lnTo>
                    <a:pt x="326979" y="1357685"/>
                  </a:lnTo>
                  <a:lnTo>
                    <a:pt x="325328" y="1357685"/>
                  </a:lnTo>
                  <a:lnTo>
                    <a:pt x="323676" y="1357685"/>
                  </a:lnTo>
                  <a:lnTo>
                    <a:pt x="322025" y="1357685"/>
                  </a:lnTo>
                  <a:lnTo>
                    <a:pt x="320374" y="1357685"/>
                  </a:lnTo>
                  <a:lnTo>
                    <a:pt x="318722" y="1357685"/>
                  </a:lnTo>
                  <a:lnTo>
                    <a:pt x="317071" y="1357685"/>
                  </a:lnTo>
                  <a:lnTo>
                    <a:pt x="315419" y="1357685"/>
                  </a:lnTo>
                  <a:lnTo>
                    <a:pt x="313768" y="1357685"/>
                  </a:lnTo>
                  <a:lnTo>
                    <a:pt x="312117" y="1357685"/>
                  </a:lnTo>
                  <a:lnTo>
                    <a:pt x="310465" y="1357685"/>
                  </a:lnTo>
                  <a:lnTo>
                    <a:pt x="308814" y="1357685"/>
                  </a:lnTo>
                  <a:lnTo>
                    <a:pt x="307162" y="1357685"/>
                  </a:lnTo>
                  <a:lnTo>
                    <a:pt x="305511" y="1357685"/>
                  </a:lnTo>
                  <a:lnTo>
                    <a:pt x="303859" y="1357685"/>
                  </a:lnTo>
                  <a:lnTo>
                    <a:pt x="302208" y="1357685"/>
                  </a:lnTo>
                  <a:lnTo>
                    <a:pt x="300557" y="1357685"/>
                  </a:lnTo>
                  <a:lnTo>
                    <a:pt x="298905" y="1357685"/>
                  </a:lnTo>
                  <a:lnTo>
                    <a:pt x="297254" y="1357685"/>
                  </a:lnTo>
                  <a:lnTo>
                    <a:pt x="295602" y="1357685"/>
                  </a:lnTo>
                  <a:lnTo>
                    <a:pt x="293951" y="1357685"/>
                  </a:lnTo>
                  <a:lnTo>
                    <a:pt x="292300" y="1357685"/>
                  </a:lnTo>
                  <a:lnTo>
                    <a:pt x="290648" y="1357685"/>
                  </a:lnTo>
                  <a:lnTo>
                    <a:pt x="288997" y="1357685"/>
                  </a:lnTo>
                  <a:lnTo>
                    <a:pt x="287345" y="1357685"/>
                  </a:lnTo>
                  <a:lnTo>
                    <a:pt x="285694" y="1357685"/>
                  </a:lnTo>
                  <a:lnTo>
                    <a:pt x="284043" y="1357685"/>
                  </a:lnTo>
                  <a:lnTo>
                    <a:pt x="282391" y="1357685"/>
                  </a:lnTo>
                  <a:lnTo>
                    <a:pt x="280740" y="1357685"/>
                  </a:lnTo>
                  <a:lnTo>
                    <a:pt x="279088" y="1357685"/>
                  </a:lnTo>
                  <a:lnTo>
                    <a:pt x="277437" y="1357685"/>
                  </a:lnTo>
                  <a:lnTo>
                    <a:pt x="275785" y="1357685"/>
                  </a:lnTo>
                  <a:lnTo>
                    <a:pt x="274134" y="1357685"/>
                  </a:lnTo>
                  <a:lnTo>
                    <a:pt x="272483" y="1357685"/>
                  </a:lnTo>
                  <a:lnTo>
                    <a:pt x="270831" y="1357685"/>
                  </a:lnTo>
                  <a:lnTo>
                    <a:pt x="269180" y="1357685"/>
                  </a:lnTo>
                  <a:lnTo>
                    <a:pt x="267528" y="1357685"/>
                  </a:lnTo>
                  <a:lnTo>
                    <a:pt x="265877" y="1357685"/>
                  </a:lnTo>
                  <a:lnTo>
                    <a:pt x="264226" y="1357685"/>
                  </a:lnTo>
                  <a:lnTo>
                    <a:pt x="262574" y="1357685"/>
                  </a:lnTo>
                  <a:lnTo>
                    <a:pt x="260923" y="1357685"/>
                  </a:lnTo>
                  <a:lnTo>
                    <a:pt x="259271" y="1357685"/>
                  </a:lnTo>
                  <a:lnTo>
                    <a:pt x="257620" y="1357685"/>
                  </a:lnTo>
                  <a:lnTo>
                    <a:pt x="255968" y="1357685"/>
                  </a:lnTo>
                  <a:lnTo>
                    <a:pt x="254317" y="1357685"/>
                  </a:lnTo>
                  <a:lnTo>
                    <a:pt x="252666" y="1357685"/>
                  </a:lnTo>
                  <a:lnTo>
                    <a:pt x="251014" y="1357685"/>
                  </a:lnTo>
                  <a:lnTo>
                    <a:pt x="249363" y="1357685"/>
                  </a:lnTo>
                  <a:lnTo>
                    <a:pt x="247711" y="1357685"/>
                  </a:lnTo>
                  <a:lnTo>
                    <a:pt x="246060" y="1357685"/>
                  </a:lnTo>
                  <a:lnTo>
                    <a:pt x="244409" y="1357685"/>
                  </a:lnTo>
                  <a:lnTo>
                    <a:pt x="242757" y="1357685"/>
                  </a:lnTo>
                  <a:lnTo>
                    <a:pt x="241106" y="1357685"/>
                  </a:lnTo>
                  <a:lnTo>
                    <a:pt x="239454" y="1357685"/>
                  </a:lnTo>
                  <a:lnTo>
                    <a:pt x="237803" y="1357685"/>
                  </a:lnTo>
                  <a:lnTo>
                    <a:pt x="236152" y="1357685"/>
                  </a:lnTo>
                  <a:lnTo>
                    <a:pt x="234500" y="1357685"/>
                  </a:lnTo>
                  <a:lnTo>
                    <a:pt x="232849" y="1357685"/>
                  </a:lnTo>
                  <a:lnTo>
                    <a:pt x="231197" y="1357685"/>
                  </a:lnTo>
                  <a:lnTo>
                    <a:pt x="229546" y="1357685"/>
                  </a:lnTo>
                  <a:lnTo>
                    <a:pt x="227894" y="1357685"/>
                  </a:lnTo>
                  <a:lnTo>
                    <a:pt x="226243" y="1357685"/>
                  </a:lnTo>
                  <a:lnTo>
                    <a:pt x="224592" y="1357685"/>
                  </a:lnTo>
                  <a:lnTo>
                    <a:pt x="222940" y="1357685"/>
                  </a:lnTo>
                  <a:lnTo>
                    <a:pt x="221289" y="1357685"/>
                  </a:lnTo>
                  <a:lnTo>
                    <a:pt x="219637" y="1357685"/>
                  </a:lnTo>
                  <a:lnTo>
                    <a:pt x="217986" y="1357685"/>
                  </a:lnTo>
                  <a:lnTo>
                    <a:pt x="216335" y="1357685"/>
                  </a:lnTo>
                  <a:lnTo>
                    <a:pt x="214683" y="1357685"/>
                  </a:lnTo>
                  <a:lnTo>
                    <a:pt x="213032" y="1357685"/>
                  </a:lnTo>
                  <a:lnTo>
                    <a:pt x="211380" y="1357685"/>
                  </a:lnTo>
                  <a:lnTo>
                    <a:pt x="209729" y="1357685"/>
                  </a:lnTo>
                  <a:lnTo>
                    <a:pt x="208078" y="1357685"/>
                  </a:lnTo>
                  <a:lnTo>
                    <a:pt x="206426" y="1357685"/>
                  </a:lnTo>
                  <a:lnTo>
                    <a:pt x="204775" y="1357685"/>
                  </a:lnTo>
                  <a:lnTo>
                    <a:pt x="203123" y="1357685"/>
                  </a:lnTo>
                  <a:lnTo>
                    <a:pt x="201472" y="1357685"/>
                  </a:lnTo>
                  <a:lnTo>
                    <a:pt x="199820" y="1357685"/>
                  </a:lnTo>
                  <a:lnTo>
                    <a:pt x="198169" y="1357685"/>
                  </a:lnTo>
                  <a:lnTo>
                    <a:pt x="196518" y="1357685"/>
                  </a:lnTo>
                  <a:lnTo>
                    <a:pt x="194866" y="1357685"/>
                  </a:lnTo>
                  <a:lnTo>
                    <a:pt x="193215" y="1357685"/>
                  </a:lnTo>
                  <a:lnTo>
                    <a:pt x="191563" y="1357685"/>
                  </a:lnTo>
                  <a:lnTo>
                    <a:pt x="189912" y="1357685"/>
                  </a:lnTo>
                  <a:lnTo>
                    <a:pt x="188261" y="1357685"/>
                  </a:lnTo>
                  <a:lnTo>
                    <a:pt x="186609" y="1357685"/>
                  </a:lnTo>
                  <a:lnTo>
                    <a:pt x="184958" y="1357685"/>
                  </a:lnTo>
                  <a:lnTo>
                    <a:pt x="183306" y="1357685"/>
                  </a:lnTo>
                  <a:lnTo>
                    <a:pt x="181655" y="1357685"/>
                  </a:lnTo>
                  <a:lnTo>
                    <a:pt x="180004" y="1357685"/>
                  </a:lnTo>
                  <a:lnTo>
                    <a:pt x="178352" y="1357685"/>
                  </a:lnTo>
                  <a:lnTo>
                    <a:pt x="176701" y="1357685"/>
                  </a:lnTo>
                  <a:lnTo>
                    <a:pt x="175049" y="1357685"/>
                  </a:lnTo>
                  <a:lnTo>
                    <a:pt x="173398" y="1357685"/>
                  </a:lnTo>
                  <a:lnTo>
                    <a:pt x="171746" y="1357685"/>
                  </a:lnTo>
                  <a:lnTo>
                    <a:pt x="170095" y="1357685"/>
                  </a:lnTo>
                  <a:lnTo>
                    <a:pt x="168444" y="1357685"/>
                  </a:lnTo>
                  <a:lnTo>
                    <a:pt x="166792" y="1357685"/>
                  </a:lnTo>
                  <a:lnTo>
                    <a:pt x="165141" y="1357685"/>
                  </a:lnTo>
                  <a:lnTo>
                    <a:pt x="163489" y="1357685"/>
                  </a:lnTo>
                  <a:lnTo>
                    <a:pt x="161838" y="1357685"/>
                  </a:lnTo>
                  <a:lnTo>
                    <a:pt x="160187" y="1357685"/>
                  </a:lnTo>
                  <a:lnTo>
                    <a:pt x="158535" y="1357685"/>
                  </a:lnTo>
                  <a:lnTo>
                    <a:pt x="156884" y="1357685"/>
                  </a:lnTo>
                  <a:lnTo>
                    <a:pt x="155232" y="1357685"/>
                  </a:lnTo>
                  <a:lnTo>
                    <a:pt x="153581" y="1357685"/>
                  </a:lnTo>
                  <a:lnTo>
                    <a:pt x="151929" y="1357685"/>
                  </a:lnTo>
                  <a:lnTo>
                    <a:pt x="150278" y="1357685"/>
                  </a:lnTo>
                  <a:lnTo>
                    <a:pt x="148627" y="1357685"/>
                  </a:lnTo>
                  <a:lnTo>
                    <a:pt x="146975" y="1357685"/>
                  </a:lnTo>
                  <a:lnTo>
                    <a:pt x="145324" y="1357685"/>
                  </a:lnTo>
                  <a:lnTo>
                    <a:pt x="143672" y="1357685"/>
                  </a:lnTo>
                  <a:lnTo>
                    <a:pt x="142021" y="1357685"/>
                  </a:lnTo>
                  <a:lnTo>
                    <a:pt x="140370" y="1357685"/>
                  </a:lnTo>
                  <a:lnTo>
                    <a:pt x="138718" y="1357685"/>
                  </a:lnTo>
                  <a:lnTo>
                    <a:pt x="137067" y="1357685"/>
                  </a:lnTo>
                  <a:lnTo>
                    <a:pt x="135415" y="1357685"/>
                  </a:lnTo>
                  <a:lnTo>
                    <a:pt x="133764" y="1357685"/>
                  </a:lnTo>
                  <a:lnTo>
                    <a:pt x="132113" y="1357685"/>
                  </a:lnTo>
                  <a:lnTo>
                    <a:pt x="130461" y="1357685"/>
                  </a:lnTo>
                  <a:lnTo>
                    <a:pt x="128810" y="1357685"/>
                  </a:lnTo>
                  <a:lnTo>
                    <a:pt x="127158" y="1357685"/>
                  </a:lnTo>
                  <a:lnTo>
                    <a:pt x="125507" y="1357685"/>
                  </a:lnTo>
                  <a:lnTo>
                    <a:pt x="123855" y="1357685"/>
                  </a:lnTo>
                  <a:lnTo>
                    <a:pt x="122204" y="1357685"/>
                  </a:lnTo>
                  <a:lnTo>
                    <a:pt x="120553" y="1357685"/>
                  </a:lnTo>
                  <a:lnTo>
                    <a:pt x="118901" y="1357685"/>
                  </a:lnTo>
                  <a:lnTo>
                    <a:pt x="117250" y="1357685"/>
                  </a:lnTo>
                  <a:lnTo>
                    <a:pt x="115598" y="1357685"/>
                  </a:lnTo>
                  <a:lnTo>
                    <a:pt x="113947" y="1357685"/>
                  </a:lnTo>
                  <a:lnTo>
                    <a:pt x="112296" y="1357685"/>
                  </a:lnTo>
                  <a:lnTo>
                    <a:pt x="110644" y="1357685"/>
                  </a:lnTo>
                  <a:lnTo>
                    <a:pt x="108993" y="1357685"/>
                  </a:lnTo>
                  <a:lnTo>
                    <a:pt x="107341" y="1357685"/>
                  </a:lnTo>
                  <a:lnTo>
                    <a:pt x="105690" y="1357685"/>
                  </a:lnTo>
                  <a:lnTo>
                    <a:pt x="104039" y="1357685"/>
                  </a:lnTo>
                  <a:lnTo>
                    <a:pt x="102387" y="1357685"/>
                  </a:lnTo>
                  <a:lnTo>
                    <a:pt x="100736" y="1357685"/>
                  </a:lnTo>
                  <a:lnTo>
                    <a:pt x="99084" y="1357685"/>
                  </a:lnTo>
                  <a:lnTo>
                    <a:pt x="97433" y="1357685"/>
                  </a:lnTo>
                  <a:lnTo>
                    <a:pt x="95781" y="1357685"/>
                  </a:lnTo>
                  <a:lnTo>
                    <a:pt x="94130" y="1357685"/>
                  </a:lnTo>
                  <a:lnTo>
                    <a:pt x="92479" y="1357685"/>
                  </a:lnTo>
                  <a:lnTo>
                    <a:pt x="90827" y="1357685"/>
                  </a:lnTo>
                  <a:lnTo>
                    <a:pt x="89176" y="1357685"/>
                  </a:lnTo>
                  <a:lnTo>
                    <a:pt x="87524" y="1357685"/>
                  </a:lnTo>
                  <a:lnTo>
                    <a:pt x="85873" y="1357685"/>
                  </a:lnTo>
                  <a:lnTo>
                    <a:pt x="84222" y="1357685"/>
                  </a:lnTo>
                  <a:lnTo>
                    <a:pt x="82570" y="1357685"/>
                  </a:lnTo>
                  <a:lnTo>
                    <a:pt x="80919" y="1357685"/>
                  </a:lnTo>
                  <a:lnTo>
                    <a:pt x="79267" y="1357685"/>
                  </a:lnTo>
                  <a:lnTo>
                    <a:pt x="77616" y="1357685"/>
                  </a:lnTo>
                  <a:lnTo>
                    <a:pt x="75964" y="1357685"/>
                  </a:lnTo>
                  <a:lnTo>
                    <a:pt x="74313" y="1357685"/>
                  </a:lnTo>
                  <a:lnTo>
                    <a:pt x="72662" y="1357685"/>
                  </a:lnTo>
                  <a:lnTo>
                    <a:pt x="71010" y="1357685"/>
                  </a:lnTo>
                  <a:lnTo>
                    <a:pt x="69359" y="1357685"/>
                  </a:lnTo>
                  <a:lnTo>
                    <a:pt x="67707" y="1357685"/>
                  </a:lnTo>
                  <a:lnTo>
                    <a:pt x="66056" y="1357685"/>
                  </a:lnTo>
                  <a:lnTo>
                    <a:pt x="64405" y="1357685"/>
                  </a:lnTo>
                  <a:lnTo>
                    <a:pt x="62753" y="1357685"/>
                  </a:lnTo>
                  <a:lnTo>
                    <a:pt x="61102" y="1357685"/>
                  </a:lnTo>
                  <a:lnTo>
                    <a:pt x="59450" y="1357685"/>
                  </a:lnTo>
                  <a:lnTo>
                    <a:pt x="57799" y="1357685"/>
                  </a:lnTo>
                  <a:lnTo>
                    <a:pt x="56148" y="1357685"/>
                  </a:lnTo>
                  <a:lnTo>
                    <a:pt x="54496" y="1357685"/>
                  </a:lnTo>
                  <a:lnTo>
                    <a:pt x="52845" y="1357685"/>
                  </a:lnTo>
                  <a:lnTo>
                    <a:pt x="51193" y="1357685"/>
                  </a:lnTo>
                  <a:lnTo>
                    <a:pt x="49542" y="1357685"/>
                  </a:lnTo>
                  <a:lnTo>
                    <a:pt x="47890" y="1357685"/>
                  </a:lnTo>
                  <a:lnTo>
                    <a:pt x="46239" y="1357685"/>
                  </a:lnTo>
                  <a:lnTo>
                    <a:pt x="44588" y="1357685"/>
                  </a:lnTo>
                  <a:lnTo>
                    <a:pt x="42936" y="1357685"/>
                  </a:lnTo>
                  <a:lnTo>
                    <a:pt x="41285" y="1357685"/>
                  </a:lnTo>
                  <a:lnTo>
                    <a:pt x="39633" y="1357685"/>
                  </a:lnTo>
                  <a:lnTo>
                    <a:pt x="37982" y="1357685"/>
                  </a:lnTo>
                  <a:lnTo>
                    <a:pt x="36331" y="1357685"/>
                  </a:lnTo>
                  <a:lnTo>
                    <a:pt x="34679" y="1357685"/>
                  </a:lnTo>
                  <a:lnTo>
                    <a:pt x="33028" y="1357685"/>
                  </a:lnTo>
                  <a:lnTo>
                    <a:pt x="31376" y="1357685"/>
                  </a:lnTo>
                  <a:lnTo>
                    <a:pt x="29725" y="1357685"/>
                  </a:lnTo>
                  <a:lnTo>
                    <a:pt x="28074" y="1357685"/>
                  </a:lnTo>
                  <a:lnTo>
                    <a:pt x="26422" y="1357685"/>
                  </a:lnTo>
                  <a:lnTo>
                    <a:pt x="24771" y="1357685"/>
                  </a:lnTo>
                  <a:lnTo>
                    <a:pt x="23119" y="1357685"/>
                  </a:lnTo>
                  <a:lnTo>
                    <a:pt x="21468" y="1357685"/>
                  </a:lnTo>
                  <a:lnTo>
                    <a:pt x="19816" y="1357685"/>
                  </a:lnTo>
                  <a:lnTo>
                    <a:pt x="18165" y="1357685"/>
                  </a:lnTo>
                  <a:lnTo>
                    <a:pt x="16514" y="1357685"/>
                  </a:lnTo>
                  <a:lnTo>
                    <a:pt x="14862" y="1357685"/>
                  </a:lnTo>
                  <a:lnTo>
                    <a:pt x="13211" y="1357685"/>
                  </a:lnTo>
                  <a:lnTo>
                    <a:pt x="11559" y="1357685"/>
                  </a:lnTo>
                  <a:lnTo>
                    <a:pt x="9908" y="1357685"/>
                  </a:lnTo>
                  <a:lnTo>
                    <a:pt x="8257" y="1357685"/>
                  </a:lnTo>
                  <a:lnTo>
                    <a:pt x="6605" y="1357685"/>
                  </a:lnTo>
                  <a:lnTo>
                    <a:pt x="4954" y="1357685"/>
                  </a:lnTo>
                  <a:lnTo>
                    <a:pt x="3302" y="1357685"/>
                  </a:lnTo>
                  <a:lnTo>
                    <a:pt x="1651" y="1357685"/>
                  </a:lnTo>
                  <a:lnTo>
                    <a:pt x="0" y="135768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005840" y="4575504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4572066" y="3694042"/>
              <a:ext cx="0" cy="1517720"/>
            </a:xfrm>
            <a:custGeom>
              <a:avLst/>
              <a:pathLst>
                <a:path w="0" h="1517720">
                  <a:moveTo>
                    <a:pt x="0" y="15177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2026-03-09T10:17:01Z</dcterms:modified>
  <cp:category/>
</cp:coreProperties>
</file>