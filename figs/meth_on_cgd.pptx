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469813" y="2455321"/>
              <a:ext cx="6570133" cy="2632839"/>
            </a:xfrm>
            <a:custGeom>
              <a:avLst/>
              <a:pathLst>
                <a:path w="6570133" h="2632839">
                  <a:moveTo>
                    <a:pt x="0" y="234219"/>
                  </a:moveTo>
                  <a:lnTo>
                    <a:pt x="226556" y="202628"/>
                  </a:lnTo>
                  <a:lnTo>
                    <a:pt x="453112" y="236574"/>
                  </a:lnTo>
                  <a:lnTo>
                    <a:pt x="679668" y="213118"/>
                  </a:lnTo>
                  <a:lnTo>
                    <a:pt x="906225" y="193618"/>
                  </a:lnTo>
                  <a:lnTo>
                    <a:pt x="1132781" y="239859"/>
                  </a:lnTo>
                  <a:lnTo>
                    <a:pt x="1359337" y="233181"/>
                  </a:lnTo>
                  <a:lnTo>
                    <a:pt x="1585894" y="308807"/>
                  </a:lnTo>
                  <a:lnTo>
                    <a:pt x="1812450" y="484907"/>
                  </a:lnTo>
                  <a:lnTo>
                    <a:pt x="2039006" y="874274"/>
                  </a:lnTo>
                  <a:lnTo>
                    <a:pt x="2265563" y="1517827"/>
                  </a:lnTo>
                  <a:lnTo>
                    <a:pt x="2492119" y="2190763"/>
                  </a:lnTo>
                  <a:lnTo>
                    <a:pt x="2718675" y="2530536"/>
                  </a:lnTo>
                  <a:lnTo>
                    <a:pt x="2945232" y="2615550"/>
                  </a:lnTo>
                  <a:lnTo>
                    <a:pt x="3171788" y="2632839"/>
                  </a:lnTo>
                  <a:lnTo>
                    <a:pt x="3398344" y="2612463"/>
                  </a:lnTo>
                  <a:lnTo>
                    <a:pt x="3624901" y="2557108"/>
                  </a:lnTo>
                  <a:lnTo>
                    <a:pt x="3851457" y="2297184"/>
                  </a:lnTo>
                  <a:lnTo>
                    <a:pt x="4078013" y="1720211"/>
                  </a:lnTo>
                  <a:lnTo>
                    <a:pt x="4304570" y="1054627"/>
                  </a:lnTo>
                  <a:lnTo>
                    <a:pt x="4531126" y="561125"/>
                  </a:lnTo>
                  <a:lnTo>
                    <a:pt x="4757682" y="311118"/>
                  </a:lnTo>
                  <a:lnTo>
                    <a:pt x="4984239" y="148552"/>
                  </a:lnTo>
                  <a:lnTo>
                    <a:pt x="5210795" y="85350"/>
                  </a:lnTo>
                  <a:lnTo>
                    <a:pt x="5437351" y="57655"/>
                  </a:lnTo>
                  <a:lnTo>
                    <a:pt x="5663908" y="37489"/>
                  </a:lnTo>
                  <a:lnTo>
                    <a:pt x="5890464" y="0"/>
                  </a:lnTo>
                  <a:lnTo>
                    <a:pt x="6117020" y="9198"/>
                  </a:lnTo>
                  <a:lnTo>
                    <a:pt x="6343577" y="19506"/>
                  </a:lnTo>
                  <a:lnTo>
                    <a:pt x="6570133" y="58964"/>
                  </a:lnTo>
                </a:path>
              </a:pathLst>
            </a:custGeom>
            <a:ln w="1905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243257" y="5193474"/>
              <a:ext cx="6796689" cy="0"/>
            </a:xfrm>
            <a:custGeom>
              <a:avLst/>
              <a:pathLst>
                <a:path w="6796689" h="0">
                  <a:moveTo>
                    <a:pt x="0" y="0"/>
                  </a:moveTo>
                  <a:lnTo>
                    <a:pt x="679668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243257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376038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350882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4641601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577438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6907165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803994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tx13"/>
            <p:cNvSpPr/>
            <p:nvPr/>
          </p:nvSpPr>
          <p:spPr>
            <a:xfrm>
              <a:off x="1194776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2327557" y="5409400"/>
              <a:ext cx="96961" cy="113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3411858" y="5407391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4544640" y="5409400"/>
              <a:ext cx="193923" cy="113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15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5677421" y="5407391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6810203" y="5407391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25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7942985" y="5407391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</a:t>
              </a:r>
            </a:p>
          </p:txBody>
        </p:sp>
        <p:sp>
          <p:nvSpPr>
            <p:cNvPr id="21" name="pl20"/>
            <p:cNvSpPr/>
            <p:nvPr/>
          </p:nvSpPr>
          <p:spPr>
            <a:xfrm>
              <a:off x="1207008" y="2573333"/>
              <a:ext cx="0" cy="2532917"/>
            </a:xfrm>
            <a:custGeom>
              <a:avLst/>
              <a:pathLst>
                <a:path w="0" h="2532917">
                  <a:moveTo>
                    <a:pt x="0" y="253291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115567" y="510625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115567" y="4473022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115567" y="3839792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115567" y="3206563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1115567" y="2573333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tx26"/>
            <p:cNvSpPr/>
            <p:nvPr/>
          </p:nvSpPr>
          <p:spPr>
            <a:xfrm rot="-5400000">
              <a:off x="808735" y="504861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</a:t>
              </a:r>
            </a:p>
          </p:txBody>
        </p:sp>
        <p:sp>
          <p:nvSpPr>
            <p:cNvPr id="28" name="tx27"/>
            <p:cNvSpPr/>
            <p:nvPr/>
          </p:nvSpPr>
          <p:spPr>
            <a:xfrm rot="-5400000">
              <a:off x="808735" y="4415388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0.2</a:t>
              </a:r>
            </a:p>
          </p:txBody>
        </p:sp>
        <p:sp>
          <p:nvSpPr>
            <p:cNvPr id="29" name="tx28"/>
            <p:cNvSpPr/>
            <p:nvPr/>
          </p:nvSpPr>
          <p:spPr>
            <a:xfrm rot="-5400000">
              <a:off x="808735" y="3782158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0.4</a:t>
              </a:r>
            </a:p>
          </p:txBody>
        </p:sp>
        <p:sp>
          <p:nvSpPr>
            <p:cNvPr id="30" name="tx29"/>
            <p:cNvSpPr/>
            <p:nvPr/>
          </p:nvSpPr>
          <p:spPr>
            <a:xfrm rot="-5400000">
              <a:off x="808735" y="3148929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31" name="tx30"/>
            <p:cNvSpPr/>
            <p:nvPr/>
          </p:nvSpPr>
          <p:spPr>
            <a:xfrm rot="-5400000">
              <a:off x="808735" y="2515699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0.8</a:t>
              </a:r>
            </a:p>
          </p:txBody>
        </p:sp>
        <p:sp>
          <p:nvSpPr>
            <p:cNvPr id="32" name="pg31"/>
            <p:cNvSpPr/>
            <p:nvPr/>
          </p:nvSpPr>
          <p:spPr>
            <a:xfrm>
              <a:off x="1207008" y="2350008"/>
              <a:ext cx="7095744" cy="2843466"/>
            </a:xfrm>
            <a:custGeom>
              <a:avLst/>
              <a:pathLst>
                <a:path w="7095744" h="2843466">
                  <a:moveTo>
                    <a:pt x="0" y="2843466"/>
                  </a:moveTo>
                  <a:lnTo>
                    <a:pt x="7095744" y="2843466"/>
                  </a:lnTo>
                  <a:lnTo>
                    <a:pt x="7095744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tx32"/>
            <p:cNvSpPr/>
            <p:nvPr/>
          </p:nvSpPr>
          <p:spPr>
            <a:xfrm>
              <a:off x="4417650" y="1905854"/>
              <a:ext cx="674459" cy="1359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wt 5mc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543767" y="5770472"/>
              <a:ext cx="422225" cy="1179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Index</a:t>
              </a:r>
            </a:p>
          </p:txBody>
        </p:sp>
        <p:sp>
          <p:nvSpPr>
            <p:cNvPr id="35" name="tx34"/>
            <p:cNvSpPr/>
            <p:nvPr/>
          </p:nvSpPr>
          <p:spPr>
            <a:xfrm rot="-5400000">
              <a:off x="-193079" y="3695876"/>
              <a:ext cx="1478012" cy="1517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meth_trend_txg[-1]</a:t>
              </a:r>
            </a:p>
          </p:txBody>
        </p:sp>
        <p:sp>
          <p:nvSpPr>
            <p:cNvPr id="36" name="pl35"/>
            <p:cNvSpPr/>
            <p:nvPr/>
          </p:nvSpPr>
          <p:spPr>
            <a:xfrm>
              <a:off x="1469813" y="2633417"/>
              <a:ext cx="6570133" cy="2305063"/>
            </a:xfrm>
            <a:custGeom>
              <a:avLst/>
              <a:pathLst>
                <a:path w="6570133" h="2305063">
                  <a:moveTo>
                    <a:pt x="0" y="293376"/>
                  </a:moveTo>
                  <a:lnTo>
                    <a:pt x="226556" y="312426"/>
                  </a:lnTo>
                  <a:lnTo>
                    <a:pt x="453112" y="336042"/>
                  </a:lnTo>
                  <a:lnTo>
                    <a:pt x="679668" y="402285"/>
                  </a:lnTo>
                  <a:lnTo>
                    <a:pt x="906225" y="453309"/>
                  </a:lnTo>
                  <a:lnTo>
                    <a:pt x="1132781" y="564681"/>
                  </a:lnTo>
                  <a:lnTo>
                    <a:pt x="1359337" y="654791"/>
                  </a:lnTo>
                  <a:lnTo>
                    <a:pt x="1585894" y="817810"/>
                  </a:lnTo>
                  <a:lnTo>
                    <a:pt x="1812450" y="979240"/>
                  </a:lnTo>
                  <a:lnTo>
                    <a:pt x="2039006" y="1241328"/>
                  </a:lnTo>
                  <a:lnTo>
                    <a:pt x="2265563" y="1576549"/>
                  </a:lnTo>
                  <a:lnTo>
                    <a:pt x="2492119" y="1957381"/>
                  </a:lnTo>
                  <a:lnTo>
                    <a:pt x="2718675" y="2255664"/>
                  </a:lnTo>
                  <a:lnTo>
                    <a:pt x="2945232" y="2305063"/>
                  </a:lnTo>
                  <a:lnTo>
                    <a:pt x="3171788" y="2298016"/>
                  </a:lnTo>
                  <a:lnTo>
                    <a:pt x="3398344" y="2292014"/>
                  </a:lnTo>
                  <a:lnTo>
                    <a:pt x="3624901" y="2223578"/>
                  </a:lnTo>
                  <a:lnTo>
                    <a:pt x="3851457" y="1909641"/>
                  </a:lnTo>
                  <a:lnTo>
                    <a:pt x="4078013" y="1555729"/>
                  </a:lnTo>
                  <a:lnTo>
                    <a:pt x="4304570" y="1249762"/>
                  </a:lnTo>
                  <a:lnTo>
                    <a:pt x="4531126" y="1015733"/>
                  </a:lnTo>
                  <a:lnTo>
                    <a:pt x="4757682" y="764621"/>
                  </a:lnTo>
                  <a:lnTo>
                    <a:pt x="4984239" y="644528"/>
                  </a:lnTo>
                  <a:lnTo>
                    <a:pt x="5210795" y="511522"/>
                  </a:lnTo>
                  <a:lnTo>
                    <a:pt x="5437351" y="442005"/>
                  </a:lnTo>
                  <a:lnTo>
                    <a:pt x="5663908" y="325380"/>
                  </a:lnTo>
                  <a:lnTo>
                    <a:pt x="5890464" y="279162"/>
                  </a:lnTo>
                  <a:lnTo>
                    <a:pt x="6117020" y="244903"/>
                  </a:lnTo>
                  <a:lnTo>
                    <a:pt x="6343577" y="285612"/>
                  </a:lnTo>
                  <a:lnTo>
                    <a:pt x="6570133" y="0"/>
                  </a:lnTo>
                </a:path>
              </a:pathLst>
            </a:custGeom>
            <a:ln w="19050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1469813" y="2588903"/>
              <a:ext cx="6570133" cy="2203181"/>
            </a:xfrm>
            <a:custGeom>
              <a:avLst/>
              <a:pathLst>
                <a:path w="6570133" h="2203181">
                  <a:moveTo>
                    <a:pt x="0" y="121477"/>
                  </a:moveTo>
                  <a:lnTo>
                    <a:pt x="226556" y="122146"/>
                  </a:lnTo>
                  <a:lnTo>
                    <a:pt x="453112" y="113523"/>
                  </a:lnTo>
                  <a:lnTo>
                    <a:pt x="679668" y="134784"/>
                  </a:lnTo>
                  <a:lnTo>
                    <a:pt x="906225" y="155202"/>
                  </a:lnTo>
                  <a:lnTo>
                    <a:pt x="1132781" y="164400"/>
                  </a:lnTo>
                  <a:lnTo>
                    <a:pt x="1359337" y="225804"/>
                  </a:lnTo>
                  <a:lnTo>
                    <a:pt x="1585894" y="282936"/>
                  </a:lnTo>
                  <a:lnTo>
                    <a:pt x="1812450" y="453044"/>
                  </a:lnTo>
                  <a:lnTo>
                    <a:pt x="2039006" y="711390"/>
                  </a:lnTo>
                  <a:lnTo>
                    <a:pt x="2265563" y="1141736"/>
                  </a:lnTo>
                  <a:lnTo>
                    <a:pt x="2492119" y="1654540"/>
                  </a:lnTo>
                  <a:lnTo>
                    <a:pt x="2718675" y="2105118"/>
                  </a:lnTo>
                  <a:lnTo>
                    <a:pt x="2945232" y="2173061"/>
                  </a:lnTo>
                  <a:lnTo>
                    <a:pt x="3171788" y="2203181"/>
                  </a:lnTo>
                  <a:lnTo>
                    <a:pt x="3398344" y="2190526"/>
                  </a:lnTo>
                  <a:lnTo>
                    <a:pt x="3624901" y="2094606"/>
                  </a:lnTo>
                  <a:lnTo>
                    <a:pt x="3851457" y="1694298"/>
                  </a:lnTo>
                  <a:lnTo>
                    <a:pt x="4078013" y="1231176"/>
                  </a:lnTo>
                  <a:lnTo>
                    <a:pt x="4304570" y="818101"/>
                  </a:lnTo>
                  <a:lnTo>
                    <a:pt x="4531126" y="541632"/>
                  </a:lnTo>
                  <a:lnTo>
                    <a:pt x="4757682" y="357562"/>
                  </a:lnTo>
                  <a:lnTo>
                    <a:pt x="4984239" y="250400"/>
                  </a:lnTo>
                  <a:lnTo>
                    <a:pt x="5210795" y="174015"/>
                  </a:lnTo>
                  <a:lnTo>
                    <a:pt x="5437351" y="120596"/>
                  </a:lnTo>
                  <a:lnTo>
                    <a:pt x="5663908" y="89857"/>
                  </a:lnTo>
                  <a:lnTo>
                    <a:pt x="5890464" y="82069"/>
                  </a:lnTo>
                  <a:lnTo>
                    <a:pt x="6117020" y="62918"/>
                  </a:lnTo>
                  <a:lnTo>
                    <a:pt x="6343577" y="74861"/>
                  </a:lnTo>
                  <a:lnTo>
                    <a:pt x="6570133" y="0"/>
                  </a:lnTo>
                </a:path>
              </a:pathLst>
            </a:custGeom>
            <a:ln w="190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4075211" y="2350008"/>
              <a:ext cx="0" cy="2843466"/>
            </a:xfrm>
            <a:custGeom>
              <a:avLst/>
              <a:pathLst>
                <a:path w="0" h="2843466">
                  <a:moveTo>
                    <a:pt x="0" y="28434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5207992" y="2350008"/>
              <a:ext cx="0" cy="2843466"/>
            </a:xfrm>
            <a:custGeom>
              <a:avLst/>
              <a:pathLst>
                <a:path w="0" h="2843466">
                  <a:moveTo>
                    <a:pt x="0" y="28434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2026-03-10T15:22:00Z</dcterms:modified>
  <cp:category/>
</cp:coreProperties>
</file>