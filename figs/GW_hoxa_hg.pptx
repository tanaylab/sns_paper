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My R Plot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270000" y="2023189"/>
              <a:ext cx="6603999" cy="1430742"/>
            </a:xfrm>
            <a:custGeom>
              <a:avLst/>
              <a:pathLst>
                <a:path w="6603999" h="1430742">
                  <a:moveTo>
                    <a:pt x="0" y="1238679"/>
                  </a:moveTo>
                  <a:lnTo>
                    <a:pt x="4130" y="1383545"/>
                  </a:lnTo>
                  <a:lnTo>
                    <a:pt x="8260" y="1430742"/>
                  </a:lnTo>
                  <a:lnTo>
                    <a:pt x="12390" y="1430742"/>
                  </a:lnTo>
                  <a:lnTo>
                    <a:pt x="16520" y="1406070"/>
                  </a:lnTo>
                  <a:lnTo>
                    <a:pt x="20650" y="1362825"/>
                  </a:lnTo>
                  <a:lnTo>
                    <a:pt x="24780" y="1343641"/>
                  </a:lnTo>
                  <a:lnTo>
                    <a:pt x="28910" y="1343641"/>
                  </a:lnTo>
                  <a:lnTo>
                    <a:pt x="33040" y="1343641"/>
                  </a:lnTo>
                  <a:lnTo>
                    <a:pt x="37170" y="1362825"/>
                  </a:lnTo>
                  <a:lnTo>
                    <a:pt x="41300" y="1406070"/>
                  </a:lnTo>
                  <a:lnTo>
                    <a:pt x="45430" y="1383545"/>
                  </a:lnTo>
                  <a:lnTo>
                    <a:pt x="49560" y="1325781"/>
                  </a:lnTo>
                  <a:lnTo>
                    <a:pt x="53691" y="1278584"/>
                  </a:lnTo>
                  <a:lnTo>
                    <a:pt x="57821" y="1264588"/>
                  </a:lnTo>
                  <a:lnTo>
                    <a:pt x="61951" y="1251309"/>
                  </a:lnTo>
                  <a:lnTo>
                    <a:pt x="66081" y="1278584"/>
                  </a:lnTo>
                  <a:lnTo>
                    <a:pt x="70211" y="1325781"/>
                  </a:lnTo>
                  <a:lnTo>
                    <a:pt x="74341" y="1383545"/>
                  </a:lnTo>
                  <a:lnTo>
                    <a:pt x="78471" y="1406070"/>
                  </a:lnTo>
                  <a:lnTo>
                    <a:pt x="82601" y="1430742"/>
                  </a:lnTo>
                  <a:lnTo>
                    <a:pt x="86731" y="1430742"/>
                  </a:lnTo>
                  <a:lnTo>
                    <a:pt x="90861" y="1430742"/>
                  </a:lnTo>
                  <a:lnTo>
                    <a:pt x="94991" y="1430742"/>
                  </a:lnTo>
                  <a:lnTo>
                    <a:pt x="99121" y="1430742"/>
                  </a:lnTo>
                  <a:lnTo>
                    <a:pt x="103252" y="1430742"/>
                  </a:lnTo>
                  <a:lnTo>
                    <a:pt x="107382" y="1430742"/>
                  </a:lnTo>
                  <a:lnTo>
                    <a:pt x="111512" y="1430742"/>
                  </a:lnTo>
                  <a:lnTo>
                    <a:pt x="115642" y="1430742"/>
                  </a:lnTo>
                  <a:lnTo>
                    <a:pt x="119772" y="1430742"/>
                  </a:lnTo>
                  <a:lnTo>
                    <a:pt x="123902" y="1430742"/>
                  </a:lnTo>
                  <a:lnTo>
                    <a:pt x="128032" y="1430742"/>
                  </a:lnTo>
                  <a:lnTo>
                    <a:pt x="132162" y="1430742"/>
                  </a:lnTo>
                  <a:lnTo>
                    <a:pt x="136292" y="1430742"/>
                  </a:lnTo>
                  <a:lnTo>
                    <a:pt x="140422" y="1430742"/>
                  </a:lnTo>
                  <a:lnTo>
                    <a:pt x="144552" y="1430742"/>
                  </a:lnTo>
                  <a:lnTo>
                    <a:pt x="148682" y="1430742"/>
                  </a:lnTo>
                  <a:lnTo>
                    <a:pt x="152813" y="1430742"/>
                  </a:lnTo>
                  <a:lnTo>
                    <a:pt x="156943" y="1430742"/>
                  </a:lnTo>
                  <a:lnTo>
                    <a:pt x="161073" y="1430742"/>
                  </a:lnTo>
                  <a:lnTo>
                    <a:pt x="165203" y="1430742"/>
                  </a:lnTo>
                  <a:lnTo>
                    <a:pt x="169333" y="1430742"/>
                  </a:lnTo>
                  <a:lnTo>
                    <a:pt x="173463" y="1430742"/>
                  </a:lnTo>
                  <a:lnTo>
                    <a:pt x="177593" y="1430742"/>
                  </a:lnTo>
                  <a:lnTo>
                    <a:pt x="181723" y="1430742"/>
                  </a:lnTo>
                  <a:lnTo>
                    <a:pt x="185853" y="1430742"/>
                  </a:lnTo>
                  <a:lnTo>
                    <a:pt x="189983" y="1430742"/>
                  </a:lnTo>
                  <a:lnTo>
                    <a:pt x="194113" y="1430742"/>
                  </a:lnTo>
                  <a:lnTo>
                    <a:pt x="198243" y="1406070"/>
                  </a:lnTo>
                  <a:lnTo>
                    <a:pt x="202373" y="1362825"/>
                  </a:lnTo>
                  <a:lnTo>
                    <a:pt x="206504" y="1343641"/>
                  </a:lnTo>
                  <a:lnTo>
                    <a:pt x="210634" y="1343641"/>
                  </a:lnTo>
                  <a:lnTo>
                    <a:pt x="214764" y="1343641"/>
                  </a:lnTo>
                  <a:lnTo>
                    <a:pt x="218894" y="1362825"/>
                  </a:lnTo>
                  <a:lnTo>
                    <a:pt x="223024" y="1406070"/>
                  </a:lnTo>
                  <a:lnTo>
                    <a:pt x="227154" y="1430742"/>
                  </a:lnTo>
                  <a:lnTo>
                    <a:pt x="231284" y="1430742"/>
                  </a:lnTo>
                  <a:lnTo>
                    <a:pt x="235414" y="1430742"/>
                  </a:lnTo>
                  <a:lnTo>
                    <a:pt x="239544" y="1430742"/>
                  </a:lnTo>
                  <a:lnTo>
                    <a:pt x="243674" y="1430742"/>
                  </a:lnTo>
                  <a:lnTo>
                    <a:pt x="247804" y="1430742"/>
                  </a:lnTo>
                  <a:lnTo>
                    <a:pt x="251934" y="1430742"/>
                  </a:lnTo>
                  <a:lnTo>
                    <a:pt x="256065" y="1430742"/>
                  </a:lnTo>
                  <a:lnTo>
                    <a:pt x="260195" y="1430742"/>
                  </a:lnTo>
                  <a:lnTo>
                    <a:pt x="264325" y="1430742"/>
                  </a:lnTo>
                  <a:lnTo>
                    <a:pt x="268455" y="1430742"/>
                  </a:lnTo>
                  <a:lnTo>
                    <a:pt x="272585" y="1406070"/>
                  </a:lnTo>
                  <a:lnTo>
                    <a:pt x="276715" y="1383545"/>
                  </a:lnTo>
                  <a:lnTo>
                    <a:pt x="280845" y="1354016"/>
                  </a:lnTo>
                  <a:lnTo>
                    <a:pt x="284975" y="1318129"/>
                  </a:lnTo>
                  <a:lnTo>
                    <a:pt x="289105" y="1286617"/>
                  </a:lnTo>
                  <a:lnTo>
                    <a:pt x="293235" y="1272192"/>
                  </a:lnTo>
                  <a:lnTo>
                    <a:pt x="297365" y="1258528"/>
                  </a:lnTo>
                  <a:lnTo>
                    <a:pt x="301495" y="1264588"/>
                  </a:lnTo>
                  <a:lnTo>
                    <a:pt x="305626" y="1293380"/>
                  </a:lnTo>
                  <a:lnTo>
                    <a:pt x="309756" y="1325781"/>
                  </a:lnTo>
                  <a:lnTo>
                    <a:pt x="313886" y="1362825"/>
                  </a:lnTo>
                  <a:lnTo>
                    <a:pt x="318016" y="1406070"/>
                  </a:lnTo>
                  <a:lnTo>
                    <a:pt x="322146" y="1430742"/>
                  </a:lnTo>
                  <a:lnTo>
                    <a:pt x="326276" y="1430742"/>
                  </a:lnTo>
                  <a:lnTo>
                    <a:pt x="330406" y="1430742"/>
                  </a:lnTo>
                  <a:lnTo>
                    <a:pt x="334536" y="1430742"/>
                  </a:lnTo>
                  <a:lnTo>
                    <a:pt x="338666" y="1421837"/>
                  </a:lnTo>
                  <a:lnTo>
                    <a:pt x="342796" y="1379266"/>
                  </a:lnTo>
                  <a:lnTo>
                    <a:pt x="346926" y="1339969"/>
                  </a:lnTo>
                  <a:lnTo>
                    <a:pt x="351056" y="1322352"/>
                  </a:lnTo>
                  <a:lnTo>
                    <a:pt x="355186" y="1322352"/>
                  </a:lnTo>
                  <a:lnTo>
                    <a:pt x="359317" y="1328382"/>
                  </a:lnTo>
                  <a:lnTo>
                    <a:pt x="363447" y="1362825"/>
                  </a:lnTo>
                  <a:lnTo>
                    <a:pt x="367577" y="1406070"/>
                  </a:lnTo>
                  <a:lnTo>
                    <a:pt x="371707" y="1430742"/>
                  </a:lnTo>
                  <a:lnTo>
                    <a:pt x="375837" y="1430742"/>
                  </a:lnTo>
                  <a:lnTo>
                    <a:pt x="379967" y="1430742"/>
                  </a:lnTo>
                  <a:lnTo>
                    <a:pt x="384097" y="1430742"/>
                  </a:lnTo>
                  <a:lnTo>
                    <a:pt x="388227" y="1430742"/>
                  </a:lnTo>
                  <a:lnTo>
                    <a:pt x="392357" y="1430742"/>
                  </a:lnTo>
                  <a:lnTo>
                    <a:pt x="396487" y="1430742"/>
                  </a:lnTo>
                  <a:lnTo>
                    <a:pt x="400617" y="1430742"/>
                  </a:lnTo>
                  <a:lnTo>
                    <a:pt x="404747" y="1430742"/>
                  </a:lnTo>
                  <a:lnTo>
                    <a:pt x="408878" y="1430742"/>
                  </a:lnTo>
                  <a:lnTo>
                    <a:pt x="413008" y="1430742"/>
                  </a:lnTo>
                  <a:lnTo>
                    <a:pt x="417138" y="1430742"/>
                  </a:lnTo>
                  <a:lnTo>
                    <a:pt x="421268" y="1430742"/>
                  </a:lnTo>
                  <a:lnTo>
                    <a:pt x="425398" y="1430742"/>
                  </a:lnTo>
                  <a:lnTo>
                    <a:pt x="429528" y="1430742"/>
                  </a:lnTo>
                  <a:lnTo>
                    <a:pt x="433658" y="1430742"/>
                  </a:lnTo>
                  <a:lnTo>
                    <a:pt x="437788" y="1430742"/>
                  </a:lnTo>
                  <a:lnTo>
                    <a:pt x="441918" y="1430742"/>
                  </a:lnTo>
                  <a:lnTo>
                    <a:pt x="446048" y="1430742"/>
                  </a:lnTo>
                  <a:lnTo>
                    <a:pt x="450178" y="1430742"/>
                  </a:lnTo>
                  <a:lnTo>
                    <a:pt x="454308" y="1430742"/>
                  </a:lnTo>
                  <a:lnTo>
                    <a:pt x="458439" y="1430742"/>
                  </a:lnTo>
                  <a:lnTo>
                    <a:pt x="462569" y="1430742"/>
                  </a:lnTo>
                  <a:lnTo>
                    <a:pt x="466699" y="1430742"/>
                  </a:lnTo>
                  <a:lnTo>
                    <a:pt x="470829" y="1430742"/>
                  </a:lnTo>
                  <a:lnTo>
                    <a:pt x="474959" y="1430742"/>
                  </a:lnTo>
                  <a:lnTo>
                    <a:pt x="479089" y="1430742"/>
                  </a:lnTo>
                  <a:lnTo>
                    <a:pt x="483219" y="1430742"/>
                  </a:lnTo>
                  <a:lnTo>
                    <a:pt x="487349" y="1430742"/>
                  </a:lnTo>
                  <a:lnTo>
                    <a:pt x="491479" y="1430742"/>
                  </a:lnTo>
                  <a:lnTo>
                    <a:pt x="495609" y="1430742"/>
                  </a:lnTo>
                  <a:lnTo>
                    <a:pt x="499739" y="1430742"/>
                  </a:lnTo>
                  <a:lnTo>
                    <a:pt x="503869" y="1430742"/>
                  </a:lnTo>
                  <a:lnTo>
                    <a:pt x="507999" y="1430742"/>
                  </a:lnTo>
                  <a:lnTo>
                    <a:pt x="512130" y="1430742"/>
                  </a:lnTo>
                  <a:lnTo>
                    <a:pt x="516260" y="1430742"/>
                  </a:lnTo>
                  <a:lnTo>
                    <a:pt x="520390" y="1362825"/>
                  </a:lnTo>
                  <a:lnTo>
                    <a:pt x="524520" y="1278584"/>
                  </a:lnTo>
                  <a:lnTo>
                    <a:pt x="528650" y="1238679"/>
                  </a:lnTo>
                  <a:lnTo>
                    <a:pt x="532780" y="1238679"/>
                  </a:lnTo>
                  <a:lnTo>
                    <a:pt x="536910" y="1194583"/>
                  </a:lnTo>
                  <a:lnTo>
                    <a:pt x="541040" y="1163285"/>
                  </a:lnTo>
                  <a:lnTo>
                    <a:pt x="545170" y="1172665"/>
                  </a:lnTo>
                  <a:lnTo>
                    <a:pt x="549300" y="1182398"/>
                  </a:lnTo>
                  <a:lnTo>
                    <a:pt x="553430" y="1163285"/>
                  </a:lnTo>
                  <a:lnTo>
                    <a:pt x="557560" y="1162365"/>
                  </a:lnTo>
                  <a:lnTo>
                    <a:pt x="561691" y="1183392"/>
                  </a:lnTo>
                  <a:lnTo>
                    <a:pt x="565821" y="1204112"/>
                  </a:lnTo>
                  <a:lnTo>
                    <a:pt x="569951" y="1226637"/>
                  </a:lnTo>
                  <a:lnTo>
                    <a:pt x="574081" y="1251309"/>
                  </a:lnTo>
                  <a:lnTo>
                    <a:pt x="578211" y="1293380"/>
                  </a:lnTo>
                  <a:lnTo>
                    <a:pt x="582341" y="1343641"/>
                  </a:lnTo>
                  <a:lnTo>
                    <a:pt x="586471" y="1362825"/>
                  </a:lnTo>
                  <a:lnTo>
                    <a:pt x="590601" y="1309074"/>
                  </a:lnTo>
                  <a:lnTo>
                    <a:pt x="594731" y="1251309"/>
                  </a:lnTo>
                  <a:lnTo>
                    <a:pt x="598861" y="1215130"/>
                  </a:lnTo>
                  <a:lnTo>
                    <a:pt x="602991" y="1193545"/>
                  </a:lnTo>
                  <a:lnTo>
                    <a:pt x="607121" y="1183392"/>
                  </a:lnTo>
                  <a:lnTo>
                    <a:pt x="611252" y="1193545"/>
                  </a:lnTo>
                  <a:lnTo>
                    <a:pt x="615382" y="1215130"/>
                  </a:lnTo>
                  <a:lnTo>
                    <a:pt x="619512" y="1204112"/>
                  </a:lnTo>
                  <a:lnTo>
                    <a:pt x="623642" y="1131264"/>
                  </a:lnTo>
                  <a:lnTo>
                    <a:pt x="627772" y="1048383"/>
                  </a:lnTo>
                  <a:lnTo>
                    <a:pt x="631902" y="1015150"/>
                  </a:lnTo>
                  <a:lnTo>
                    <a:pt x="636032" y="1002223"/>
                  </a:lnTo>
                  <a:lnTo>
                    <a:pt x="640162" y="983162"/>
                  </a:lnTo>
                  <a:lnTo>
                    <a:pt x="644292" y="991566"/>
                  </a:lnTo>
                  <a:lnTo>
                    <a:pt x="648422" y="1040525"/>
                  </a:lnTo>
                  <a:lnTo>
                    <a:pt x="652552" y="1070908"/>
                  </a:lnTo>
                  <a:lnTo>
                    <a:pt x="656682" y="1033177"/>
                  </a:lnTo>
                  <a:lnTo>
                    <a:pt x="660813" y="1022264"/>
                  </a:lnTo>
                  <a:lnTo>
                    <a:pt x="664943" y="1027663"/>
                  </a:lnTo>
                  <a:lnTo>
                    <a:pt x="669073" y="1015670"/>
                  </a:lnTo>
                  <a:lnTo>
                    <a:pt x="673203" y="1000498"/>
                  </a:lnTo>
                  <a:lnTo>
                    <a:pt x="677333" y="1051057"/>
                  </a:lnTo>
                  <a:lnTo>
                    <a:pt x="681463" y="1118944"/>
                  </a:lnTo>
                  <a:lnTo>
                    <a:pt x="685593" y="1179931"/>
                  </a:lnTo>
                  <a:lnTo>
                    <a:pt x="689723" y="1244917"/>
                  </a:lnTo>
                  <a:lnTo>
                    <a:pt x="693853" y="1317293"/>
                  </a:lnTo>
                  <a:lnTo>
                    <a:pt x="697983" y="1343641"/>
                  </a:lnTo>
                  <a:lnTo>
                    <a:pt x="702113" y="1362825"/>
                  </a:lnTo>
                  <a:lnTo>
                    <a:pt x="706243" y="1383545"/>
                  </a:lnTo>
                  <a:lnTo>
                    <a:pt x="710373" y="1406070"/>
                  </a:lnTo>
                  <a:lnTo>
                    <a:pt x="714504" y="1430742"/>
                  </a:lnTo>
                  <a:lnTo>
                    <a:pt x="718634" y="1430742"/>
                  </a:lnTo>
                  <a:lnTo>
                    <a:pt x="722764" y="1430742"/>
                  </a:lnTo>
                  <a:lnTo>
                    <a:pt x="726894" y="1430742"/>
                  </a:lnTo>
                  <a:lnTo>
                    <a:pt x="731024" y="1423090"/>
                  </a:lnTo>
                  <a:lnTo>
                    <a:pt x="735154" y="1399104"/>
                  </a:lnTo>
                  <a:lnTo>
                    <a:pt x="739284" y="1356919"/>
                  </a:lnTo>
                  <a:lnTo>
                    <a:pt x="743414" y="1320655"/>
                  </a:lnTo>
                  <a:lnTo>
                    <a:pt x="747544" y="1279304"/>
                  </a:lnTo>
                  <a:lnTo>
                    <a:pt x="751674" y="1255880"/>
                  </a:lnTo>
                  <a:lnTo>
                    <a:pt x="755804" y="1264588"/>
                  </a:lnTo>
                  <a:lnTo>
                    <a:pt x="759934" y="1293380"/>
                  </a:lnTo>
                  <a:lnTo>
                    <a:pt x="764065" y="1325781"/>
                  </a:lnTo>
                  <a:lnTo>
                    <a:pt x="768195" y="1376103"/>
                  </a:lnTo>
                  <a:lnTo>
                    <a:pt x="772325" y="1397961"/>
                  </a:lnTo>
                  <a:lnTo>
                    <a:pt x="776455" y="1362825"/>
                  </a:lnTo>
                  <a:lnTo>
                    <a:pt x="780585" y="1343641"/>
                  </a:lnTo>
                  <a:lnTo>
                    <a:pt x="784715" y="1343641"/>
                  </a:lnTo>
                  <a:lnTo>
                    <a:pt x="788845" y="1343641"/>
                  </a:lnTo>
                  <a:lnTo>
                    <a:pt x="792975" y="1362825"/>
                  </a:lnTo>
                  <a:lnTo>
                    <a:pt x="797105" y="1406070"/>
                  </a:lnTo>
                  <a:lnTo>
                    <a:pt x="801235" y="1430742"/>
                  </a:lnTo>
                  <a:lnTo>
                    <a:pt x="805365" y="1430742"/>
                  </a:lnTo>
                  <a:lnTo>
                    <a:pt x="809495" y="1430742"/>
                  </a:lnTo>
                  <a:lnTo>
                    <a:pt x="813626" y="1430742"/>
                  </a:lnTo>
                  <a:lnTo>
                    <a:pt x="817756" y="1430742"/>
                  </a:lnTo>
                  <a:lnTo>
                    <a:pt x="821886" y="1430742"/>
                  </a:lnTo>
                  <a:lnTo>
                    <a:pt x="826016" y="1430742"/>
                  </a:lnTo>
                  <a:lnTo>
                    <a:pt x="830146" y="1430742"/>
                  </a:lnTo>
                  <a:lnTo>
                    <a:pt x="834276" y="1430742"/>
                  </a:lnTo>
                  <a:lnTo>
                    <a:pt x="838406" y="1430742"/>
                  </a:lnTo>
                  <a:lnTo>
                    <a:pt x="842536" y="1428166"/>
                  </a:lnTo>
                  <a:lnTo>
                    <a:pt x="846666" y="1381397"/>
                  </a:lnTo>
                  <a:lnTo>
                    <a:pt x="850796" y="1341798"/>
                  </a:lnTo>
                  <a:lnTo>
                    <a:pt x="854926" y="1324061"/>
                  </a:lnTo>
                  <a:lnTo>
                    <a:pt x="859056" y="1324061"/>
                  </a:lnTo>
                  <a:lnTo>
                    <a:pt x="863186" y="1325781"/>
                  </a:lnTo>
                  <a:lnTo>
                    <a:pt x="867317" y="1362825"/>
                  </a:lnTo>
                  <a:lnTo>
                    <a:pt x="871447" y="1406070"/>
                  </a:lnTo>
                  <a:lnTo>
                    <a:pt x="875577" y="1430742"/>
                  </a:lnTo>
                  <a:lnTo>
                    <a:pt x="879707" y="1430742"/>
                  </a:lnTo>
                  <a:lnTo>
                    <a:pt x="883837" y="1430742"/>
                  </a:lnTo>
                  <a:lnTo>
                    <a:pt x="887967" y="1430742"/>
                  </a:lnTo>
                  <a:lnTo>
                    <a:pt x="892097" y="1383545"/>
                  </a:lnTo>
                  <a:lnTo>
                    <a:pt x="896227" y="1343641"/>
                  </a:lnTo>
                  <a:lnTo>
                    <a:pt x="900357" y="1325781"/>
                  </a:lnTo>
                  <a:lnTo>
                    <a:pt x="904487" y="1293380"/>
                  </a:lnTo>
                  <a:lnTo>
                    <a:pt x="908617" y="1264588"/>
                  </a:lnTo>
                  <a:lnTo>
                    <a:pt x="912747" y="1278584"/>
                  </a:lnTo>
                  <a:lnTo>
                    <a:pt x="916878" y="1309074"/>
                  </a:lnTo>
                  <a:lnTo>
                    <a:pt x="921008" y="1325781"/>
                  </a:lnTo>
                  <a:lnTo>
                    <a:pt x="925138" y="1362825"/>
                  </a:lnTo>
                  <a:lnTo>
                    <a:pt x="929268" y="1406070"/>
                  </a:lnTo>
                  <a:lnTo>
                    <a:pt x="933398" y="1430742"/>
                  </a:lnTo>
                  <a:lnTo>
                    <a:pt x="937528" y="1430742"/>
                  </a:lnTo>
                  <a:lnTo>
                    <a:pt x="941658" y="1430742"/>
                  </a:lnTo>
                  <a:lnTo>
                    <a:pt x="945788" y="1430742"/>
                  </a:lnTo>
                  <a:lnTo>
                    <a:pt x="949918" y="1430742"/>
                  </a:lnTo>
                  <a:lnTo>
                    <a:pt x="954048" y="1430742"/>
                  </a:lnTo>
                  <a:lnTo>
                    <a:pt x="958178" y="1430742"/>
                  </a:lnTo>
                  <a:lnTo>
                    <a:pt x="962308" y="1430742"/>
                  </a:lnTo>
                  <a:lnTo>
                    <a:pt x="966439" y="1430742"/>
                  </a:lnTo>
                  <a:lnTo>
                    <a:pt x="970569" y="1430742"/>
                  </a:lnTo>
                  <a:lnTo>
                    <a:pt x="974699" y="1430742"/>
                  </a:lnTo>
                  <a:lnTo>
                    <a:pt x="978829" y="1430742"/>
                  </a:lnTo>
                  <a:lnTo>
                    <a:pt x="982959" y="1430742"/>
                  </a:lnTo>
                  <a:lnTo>
                    <a:pt x="987089" y="1430742"/>
                  </a:lnTo>
                  <a:lnTo>
                    <a:pt x="991219" y="1430742"/>
                  </a:lnTo>
                  <a:lnTo>
                    <a:pt x="995349" y="1403727"/>
                  </a:lnTo>
                  <a:lnTo>
                    <a:pt x="999479" y="1360841"/>
                  </a:lnTo>
                  <a:lnTo>
                    <a:pt x="1003609" y="1341798"/>
                  </a:lnTo>
                  <a:lnTo>
                    <a:pt x="1007739" y="1341798"/>
                  </a:lnTo>
                  <a:lnTo>
                    <a:pt x="1011869" y="1341798"/>
                  </a:lnTo>
                  <a:lnTo>
                    <a:pt x="1015999" y="1362825"/>
                  </a:lnTo>
                  <a:lnTo>
                    <a:pt x="1020130" y="1406070"/>
                  </a:lnTo>
                  <a:lnTo>
                    <a:pt x="1024260" y="1430742"/>
                  </a:lnTo>
                  <a:lnTo>
                    <a:pt x="1028390" y="1430742"/>
                  </a:lnTo>
                  <a:lnTo>
                    <a:pt x="1032520" y="1430742"/>
                  </a:lnTo>
                  <a:lnTo>
                    <a:pt x="1036650" y="1430742"/>
                  </a:lnTo>
                  <a:lnTo>
                    <a:pt x="1040780" y="1430742"/>
                  </a:lnTo>
                  <a:lnTo>
                    <a:pt x="1044910" y="1430742"/>
                  </a:lnTo>
                  <a:lnTo>
                    <a:pt x="1049040" y="1430742"/>
                  </a:lnTo>
                  <a:lnTo>
                    <a:pt x="1053170" y="1430742"/>
                  </a:lnTo>
                  <a:lnTo>
                    <a:pt x="1057300" y="1430742"/>
                  </a:lnTo>
                  <a:lnTo>
                    <a:pt x="1061430" y="1430742"/>
                  </a:lnTo>
                  <a:lnTo>
                    <a:pt x="1065560" y="1430742"/>
                  </a:lnTo>
                  <a:lnTo>
                    <a:pt x="1069691" y="1430742"/>
                  </a:lnTo>
                  <a:lnTo>
                    <a:pt x="1073821" y="1430742"/>
                  </a:lnTo>
                  <a:lnTo>
                    <a:pt x="1077951" y="1406070"/>
                  </a:lnTo>
                  <a:lnTo>
                    <a:pt x="1082081" y="1383545"/>
                  </a:lnTo>
                  <a:lnTo>
                    <a:pt x="1086211" y="1362825"/>
                  </a:lnTo>
                  <a:lnTo>
                    <a:pt x="1090341" y="1343641"/>
                  </a:lnTo>
                  <a:lnTo>
                    <a:pt x="1094471" y="1325781"/>
                  </a:lnTo>
                  <a:lnTo>
                    <a:pt x="1098601" y="1328382"/>
                  </a:lnTo>
                  <a:lnTo>
                    <a:pt x="1102731" y="1346429"/>
                  </a:lnTo>
                  <a:lnTo>
                    <a:pt x="1106861" y="1365829"/>
                  </a:lnTo>
                  <a:lnTo>
                    <a:pt x="1110991" y="1386801"/>
                  </a:lnTo>
                  <a:lnTo>
                    <a:pt x="1115121" y="1409624"/>
                  </a:lnTo>
                  <a:lnTo>
                    <a:pt x="1119252" y="1406070"/>
                  </a:lnTo>
                  <a:lnTo>
                    <a:pt x="1123382" y="1362825"/>
                  </a:lnTo>
                  <a:lnTo>
                    <a:pt x="1127512" y="1325781"/>
                  </a:lnTo>
                  <a:lnTo>
                    <a:pt x="1131642" y="1309074"/>
                  </a:lnTo>
                  <a:lnTo>
                    <a:pt x="1135772" y="1309074"/>
                  </a:lnTo>
                  <a:lnTo>
                    <a:pt x="1139902" y="1325781"/>
                  </a:lnTo>
                  <a:lnTo>
                    <a:pt x="1144032" y="1362825"/>
                  </a:lnTo>
                  <a:lnTo>
                    <a:pt x="1148162" y="1406070"/>
                  </a:lnTo>
                  <a:lnTo>
                    <a:pt x="1152292" y="1430742"/>
                  </a:lnTo>
                  <a:lnTo>
                    <a:pt x="1156422" y="1430742"/>
                  </a:lnTo>
                  <a:lnTo>
                    <a:pt x="1160552" y="1430742"/>
                  </a:lnTo>
                  <a:lnTo>
                    <a:pt x="1164682" y="1430742"/>
                  </a:lnTo>
                  <a:lnTo>
                    <a:pt x="1168813" y="1430742"/>
                  </a:lnTo>
                  <a:lnTo>
                    <a:pt x="1172943" y="1406070"/>
                  </a:lnTo>
                  <a:lnTo>
                    <a:pt x="1177073" y="1383545"/>
                  </a:lnTo>
                  <a:lnTo>
                    <a:pt x="1181203" y="1362825"/>
                  </a:lnTo>
                  <a:lnTo>
                    <a:pt x="1185333" y="1343641"/>
                  </a:lnTo>
                  <a:lnTo>
                    <a:pt x="1189463" y="1343641"/>
                  </a:lnTo>
                  <a:lnTo>
                    <a:pt x="1193593" y="1362825"/>
                  </a:lnTo>
                  <a:lnTo>
                    <a:pt x="1197723" y="1343641"/>
                  </a:lnTo>
                  <a:lnTo>
                    <a:pt x="1201853" y="1293380"/>
                  </a:lnTo>
                  <a:lnTo>
                    <a:pt x="1205983" y="1278584"/>
                  </a:lnTo>
                  <a:lnTo>
                    <a:pt x="1210113" y="1278584"/>
                  </a:lnTo>
                  <a:lnTo>
                    <a:pt x="1214243" y="1278584"/>
                  </a:lnTo>
                  <a:lnTo>
                    <a:pt x="1218373" y="1309074"/>
                  </a:lnTo>
                  <a:lnTo>
                    <a:pt x="1222504" y="1383545"/>
                  </a:lnTo>
                  <a:lnTo>
                    <a:pt x="1226634" y="1430742"/>
                  </a:lnTo>
                  <a:lnTo>
                    <a:pt x="1230764" y="1406070"/>
                  </a:lnTo>
                  <a:lnTo>
                    <a:pt x="1234894" y="1362825"/>
                  </a:lnTo>
                  <a:lnTo>
                    <a:pt x="1239024" y="1325781"/>
                  </a:lnTo>
                  <a:lnTo>
                    <a:pt x="1243154" y="1309074"/>
                  </a:lnTo>
                  <a:lnTo>
                    <a:pt x="1247284" y="1309074"/>
                  </a:lnTo>
                  <a:lnTo>
                    <a:pt x="1251414" y="1325781"/>
                  </a:lnTo>
                  <a:lnTo>
                    <a:pt x="1255544" y="1362825"/>
                  </a:lnTo>
                  <a:lnTo>
                    <a:pt x="1259674" y="1406070"/>
                  </a:lnTo>
                  <a:lnTo>
                    <a:pt x="1263804" y="1430742"/>
                  </a:lnTo>
                  <a:lnTo>
                    <a:pt x="1267934" y="1430742"/>
                  </a:lnTo>
                  <a:lnTo>
                    <a:pt x="1272065" y="1430742"/>
                  </a:lnTo>
                  <a:lnTo>
                    <a:pt x="1276195" y="1430742"/>
                  </a:lnTo>
                  <a:lnTo>
                    <a:pt x="1280325" y="1430742"/>
                  </a:lnTo>
                  <a:lnTo>
                    <a:pt x="1284455" y="1430742"/>
                  </a:lnTo>
                  <a:lnTo>
                    <a:pt x="1288585" y="1430742"/>
                  </a:lnTo>
                  <a:lnTo>
                    <a:pt x="1292715" y="1430742"/>
                  </a:lnTo>
                  <a:lnTo>
                    <a:pt x="1296845" y="1406070"/>
                  </a:lnTo>
                  <a:lnTo>
                    <a:pt x="1300975" y="1383545"/>
                  </a:lnTo>
                  <a:lnTo>
                    <a:pt x="1305105" y="1362825"/>
                  </a:lnTo>
                  <a:lnTo>
                    <a:pt x="1309235" y="1343641"/>
                  </a:lnTo>
                  <a:lnTo>
                    <a:pt x="1313365" y="1325781"/>
                  </a:lnTo>
                  <a:lnTo>
                    <a:pt x="1317495" y="1343641"/>
                  </a:lnTo>
                  <a:lnTo>
                    <a:pt x="1321626" y="1362825"/>
                  </a:lnTo>
                  <a:lnTo>
                    <a:pt x="1325756" y="1383545"/>
                  </a:lnTo>
                  <a:lnTo>
                    <a:pt x="1329886" y="1406070"/>
                  </a:lnTo>
                  <a:lnTo>
                    <a:pt x="1334016" y="1430742"/>
                  </a:lnTo>
                  <a:lnTo>
                    <a:pt x="1338146" y="1430742"/>
                  </a:lnTo>
                  <a:lnTo>
                    <a:pt x="1342276" y="1430742"/>
                  </a:lnTo>
                  <a:lnTo>
                    <a:pt x="1346406" y="1430742"/>
                  </a:lnTo>
                  <a:lnTo>
                    <a:pt x="1350536" y="1430742"/>
                  </a:lnTo>
                  <a:lnTo>
                    <a:pt x="1354666" y="1430742"/>
                  </a:lnTo>
                  <a:lnTo>
                    <a:pt x="1358796" y="1430742"/>
                  </a:lnTo>
                  <a:lnTo>
                    <a:pt x="1362926" y="1430742"/>
                  </a:lnTo>
                  <a:lnTo>
                    <a:pt x="1367056" y="1383545"/>
                  </a:lnTo>
                  <a:lnTo>
                    <a:pt x="1371186" y="1325781"/>
                  </a:lnTo>
                  <a:lnTo>
                    <a:pt x="1375317" y="1278584"/>
                  </a:lnTo>
                  <a:lnTo>
                    <a:pt x="1379447" y="1226637"/>
                  </a:lnTo>
                  <a:lnTo>
                    <a:pt x="1383577" y="1209012"/>
                  </a:lnTo>
                  <a:lnTo>
                    <a:pt x="1387707" y="1231987"/>
                  </a:lnTo>
                  <a:lnTo>
                    <a:pt x="1391837" y="1270792"/>
                  </a:lnTo>
                  <a:lnTo>
                    <a:pt x="1395967" y="1316459"/>
                  </a:lnTo>
                  <a:lnTo>
                    <a:pt x="1400097" y="1393439"/>
                  </a:lnTo>
                  <a:lnTo>
                    <a:pt x="1404227" y="1406070"/>
                  </a:lnTo>
                  <a:lnTo>
                    <a:pt x="1408357" y="1362825"/>
                  </a:lnTo>
                  <a:lnTo>
                    <a:pt x="1412487" y="1309074"/>
                  </a:lnTo>
                  <a:lnTo>
                    <a:pt x="1416617" y="1251309"/>
                  </a:lnTo>
                  <a:lnTo>
                    <a:pt x="1420747" y="1215130"/>
                  </a:lnTo>
                  <a:lnTo>
                    <a:pt x="1424878" y="1204112"/>
                  </a:lnTo>
                  <a:lnTo>
                    <a:pt x="1429008" y="1195103"/>
                  </a:lnTo>
                  <a:lnTo>
                    <a:pt x="1433138" y="1205735"/>
                  </a:lnTo>
                  <a:lnTo>
                    <a:pt x="1437268" y="1240535"/>
                  </a:lnTo>
                  <a:lnTo>
                    <a:pt x="1441398" y="1266639"/>
                  </a:lnTo>
                  <a:lnTo>
                    <a:pt x="1445528" y="1266639"/>
                  </a:lnTo>
                  <a:lnTo>
                    <a:pt x="1449658" y="1278584"/>
                  </a:lnTo>
                  <a:lnTo>
                    <a:pt x="1453788" y="1293380"/>
                  </a:lnTo>
                  <a:lnTo>
                    <a:pt x="1457918" y="1309074"/>
                  </a:lnTo>
                  <a:lnTo>
                    <a:pt x="1462048" y="1325781"/>
                  </a:lnTo>
                  <a:lnTo>
                    <a:pt x="1466178" y="1362825"/>
                  </a:lnTo>
                  <a:lnTo>
                    <a:pt x="1470308" y="1406070"/>
                  </a:lnTo>
                  <a:lnTo>
                    <a:pt x="1474439" y="1430742"/>
                  </a:lnTo>
                  <a:lnTo>
                    <a:pt x="1478569" y="1430742"/>
                  </a:lnTo>
                  <a:lnTo>
                    <a:pt x="1482699" y="1430742"/>
                  </a:lnTo>
                  <a:lnTo>
                    <a:pt x="1486829" y="1406070"/>
                  </a:lnTo>
                  <a:lnTo>
                    <a:pt x="1490959" y="1362825"/>
                  </a:lnTo>
                  <a:lnTo>
                    <a:pt x="1495089" y="1343641"/>
                  </a:lnTo>
                  <a:lnTo>
                    <a:pt x="1499219" y="1340882"/>
                  </a:lnTo>
                  <a:lnTo>
                    <a:pt x="1503349" y="1340882"/>
                  </a:lnTo>
                  <a:lnTo>
                    <a:pt x="1507479" y="1359855"/>
                  </a:lnTo>
                  <a:lnTo>
                    <a:pt x="1511609" y="1380329"/>
                  </a:lnTo>
                  <a:lnTo>
                    <a:pt x="1515739" y="1359855"/>
                  </a:lnTo>
                  <a:lnTo>
                    <a:pt x="1519869" y="1313151"/>
                  </a:lnTo>
                  <a:lnTo>
                    <a:pt x="1523999" y="1268016"/>
                  </a:lnTo>
                  <a:lnTo>
                    <a:pt x="1528130" y="1217959"/>
                  </a:lnTo>
                  <a:lnTo>
                    <a:pt x="1532260" y="1196147"/>
                  </a:lnTo>
                  <a:lnTo>
                    <a:pt x="1536390" y="1206823"/>
                  </a:lnTo>
                  <a:lnTo>
                    <a:pt x="1540520" y="1238679"/>
                  </a:lnTo>
                  <a:lnTo>
                    <a:pt x="1544650" y="1278584"/>
                  </a:lnTo>
                  <a:lnTo>
                    <a:pt x="1548780" y="1343641"/>
                  </a:lnTo>
                  <a:lnTo>
                    <a:pt x="1552910" y="1406070"/>
                  </a:lnTo>
                  <a:lnTo>
                    <a:pt x="1557040" y="1430742"/>
                  </a:lnTo>
                  <a:lnTo>
                    <a:pt x="1561170" y="1430742"/>
                  </a:lnTo>
                  <a:lnTo>
                    <a:pt x="1565300" y="1430742"/>
                  </a:lnTo>
                  <a:lnTo>
                    <a:pt x="1569430" y="1430742"/>
                  </a:lnTo>
                  <a:lnTo>
                    <a:pt x="1573560" y="1406070"/>
                  </a:lnTo>
                  <a:lnTo>
                    <a:pt x="1577691" y="1362825"/>
                  </a:lnTo>
                  <a:lnTo>
                    <a:pt x="1581821" y="1325781"/>
                  </a:lnTo>
                  <a:lnTo>
                    <a:pt x="1585951" y="1309074"/>
                  </a:lnTo>
                  <a:lnTo>
                    <a:pt x="1590081" y="1309074"/>
                  </a:lnTo>
                  <a:lnTo>
                    <a:pt x="1594211" y="1325781"/>
                  </a:lnTo>
                  <a:lnTo>
                    <a:pt x="1598341" y="1362825"/>
                  </a:lnTo>
                  <a:lnTo>
                    <a:pt x="1602471" y="1406070"/>
                  </a:lnTo>
                  <a:lnTo>
                    <a:pt x="1606601" y="1430742"/>
                  </a:lnTo>
                  <a:lnTo>
                    <a:pt x="1610731" y="1430742"/>
                  </a:lnTo>
                  <a:lnTo>
                    <a:pt x="1614861" y="1408434"/>
                  </a:lnTo>
                  <a:lnTo>
                    <a:pt x="1618991" y="1364824"/>
                  </a:lnTo>
                  <a:lnTo>
                    <a:pt x="1623121" y="1327512"/>
                  </a:lnTo>
                  <a:lnTo>
                    <a:pt x="1627252" y="1313974"/>
                  </a:lnTo>
                  <a:lnTo>
                    <a:pt x="1631382" y="1313974"/>
                  </a:lnTo>
                  <a:lnTo>
                    <a:pt x="1635512" y="1329256"/>
                  </a:lnTo>
                  <a:lnTo>
                    <a:pt x="1639642" y="1366838"/>
                  </a:lnTo>
                  <a:lnTo>
                    <a:pt x="1643772" y="1410820"/>
                  </a:lnTo>
                  <a:lnTo>
                    <a:pt x="1647902" y="1430742"/>
                  </a:lnTo>
                  <a:lnTo>
                    <a:pt x="1652032" y="1362825"/>
                  </a:lnTo>
                  <a:lnTo>
                    <a:pt x="1656162" y="1278584"/>
                  </a:lnTo>
                  <a:lnTo>
                    <a:pt x="1660292" y="1229595"/>
                  </a:lnTo>
                  <a:lnTo>
                    <a:pt x="1664422" y="1206823"/>
                  </a:lnTo>
                  <a:lnTo>
                    <a:pt x="1668552" y="1176030"/>
                  </a:lnTo>
                  <a:lnTo>
                    <a:pt x="1672682" y="1185893"/>
                  </a:lnTo>
                  <a:lnTo>
                    <a:pt x="1676813" y="1196147"/>
                  </a:lnTo>
                  <a:lnTo>
                    <a:pt x="1680943" y="1204112"/>
                  </a:lnTo>
                  <a:lnTo>
                    <a:pt x="1685073" y="1215130"/>
                  </a:lnTo>
                  <a:lnTo>
                    <a:pt x="1689203" y="1238679"/>
                  </a:lnTo>
                  <a:lnTo>
                    <a:pt x="1693333" y="1219099"/>
                  </a:lnTo>
                  <a:lnTo>
                    <a:pt x="1697463" y="1147646"/>
                  </a:lnTo>
                  <a:lnTo>
                    <a:pt x="1701593" y="1059555"/>
                  </a:lnTo>
                  <a:lnTo>
                    <a:pt x="1705723" y="1014371"/>
                  </a:lnTo>
                  <a:lnTo>
                    <a:pt x="1709853" y="980421"/>
                  </a:lnTo>
                  <a:lnTo>
                    <a:pt x="1713983" y="983392"/>
                  </a:lnTo>
                  <a:lnTo>
                    <a:pt x="1718113" y="1035135"/>
                  </a:lnTo>
                  <a:lnTo>
                    <a:pt x="1722243" y="1137860"/>
                  </a:lnTo>
                  <a:lnTo>
                    <a:pt x="1726373" y="1215130"/>
                  </a:lnTo>
                  <a:lnTo>
                    <a:pt x="1730504" y="1309074"/>
                  </a:lnTo>
                  <a:lnTo>
                    <a:pt x="1734634" y="1341798"/>
                  </a:lnTo>
                  <a:lnTo>
                    <a:pt x="1738764" y="1341798"/>
                  </a:lnTo>
                  <a:lnTo>
                    <a:pt x="1742894" y="1341798"/>
                  </a:lnTo>
                  <a:lnTo>
                    <a:pt x="1747024" y="1307461"/>
                  </a:lnTo>
                  <a:lnTo>
                    <a:pt x="1751154" y="1237450"/>
                  </a:lnTo>
                  <a:lnTo>
                    <a:pt x="1755284" y="1156915"/>
                  </a:lnTo>
                  <a:lnTo>
                    <a:pt x="1759414" y="1107927"/>
                  </a:lnTo>
                  <a:lnTo>
                    <a:pt x="1763544" y="1060482"/>
                  </a:lnTo>
                  <a:lnTo>
                    <a:pt x="1767674" y="1048383"/>
                  </a:lnTo>
                  <a:lnTo>
                    <a:pt x="1771804" y="1020401"/>
                  </a:lnTo>
                  <a:lnTo>
                    <a:pt x="1775934" y="1014112"/>
                  </a:lnTo>
                  <a:lnTo>
                    <a:pt x="1780065" y="1010769"/>
                  </a:lnTo>
                  <a:lnTo>
                    <a:pt x="1784195" y="1017500"/>
                  </a:lnTo>
                  <a:lnTo>
                    <a:pt x="1788325" y="1017500"/>
                  </a:lnTo>
                  <a:lnTo>
                    <a:pt x="1792455" y="1063284"/>
                  </a:lnTo>
                  <a:lnTo>
                    <a:pt x="1796585" y="1111296"/>
                  </a:lnTo>
                  <a:lnTo>
                    <a:pt x="1800715" y="1132079"/>
                  </a:lnTo>
                  <a:lnTo>
                    <a:pt x="1804845" y="1129641"/>
                  </a:lnTo>
                  <a:lnTo>
                    <a:pt x="1808975" y="1085155"/>
                  </a:lnTo>
                  <a:lnTo>
                    <a:pt x="1813105" y="1054968"/>
                  </a:lnTo>
                  <a:lnTo>
                    <a:pt x="1817235" y="1017762"/>
                  </a:lnTo>
                  <a:lnTo>
                    <a:pt x="1821365" y="932807"/>
                  </a:lnTo>
                  <a:lnTo>
                    <a:pt x="1825495" y="813680"/>
                  </a:lnTo>
                  <a:lnTo>
                    <a:pt x="1829626" y="702237"/>
                  </a:lnTo>
                  <a:lnTo>
                    <a:pt x="1833756" y="573705"/>
                  </a:lnTo>
                  <a:lnTo>
                    <a:pt x="1837886" y="453951"/>
                  </a:lnTo>
                  <a:lnTo>
                    <a:pt x="1842016" y="360990"/>
                  </a:lnTo>
                  <a:lnTo>
                    <a:pt x="1846146" y="281068"/>
                  </a:lnTo>
                  <a:lnTo>
                    <a:pt x="1850276" y="224536"/>
                  </a:lnTo>
                  <a:lnTo>
                    <a:pt x="1854406" y="197377"/>
                  </a:lnTo>
                  <a:lnTo>
                    <a:pt x="1858536" y="201796"/>
                  </a:lnTo>
                  <a:lnTo>
                    <a:pt x="1862666" y="232566"/>
                  </a:lnTo>
                  <a:lnTo>
                    <a:pt x="1866796" y="280885"/>
                  </a:lnTo>
                  <a:lnTo>
                    <a:pt x="1870926" y="336574"/>
                  </a:lnTo>
                  <a:lnTo>
                    <a:pt x="1875056" y="391221"/>
                  </a:lnTo>
                  <a:lnTo>
                    <a:pt x="1879186" y="433709"/>
                  </a:lnTo>
                  <a:lnTo>
                    <a:pt x="1883317" y="435558"/>
                  </a:lnTo>
                  <a:lnTo>
                    <a:pt x="1887447" y="424683"/>
                  </a:lnTo>
                  <a:lnTo>
                    <a:pt x="1891577" y="422093"/>
                  </a:lnTo>
                  <a:lnTo>
                    <a:pt x="1895707" y="423596"/>
                  </a:lnTo>
                  <a:lnTo>
                    <a:pt x="1899837" y="419607"/>
                  </a:lnTo>
                  <a:lnTo>
                    <a:pt x="1903967" y="430729"/>
                  </a:lnTo>
                  <a:lnTo>
                    <a:pt x="1908097" y="454427"/>
                  </a:lnTo>
                  <a:lnTo>
                    <a:pt x="1912227" y="455981"/>
                  </a:lnTo>
                  <a:lnTo>
                    <a:pt x="1916357" y="434067"/>
                  </a:lnTo>
                  <a:lnTo>
                    <a:pt x="1920487" y="408794"/>
                  </a:lnTo>
                  <a:lnTo>
                    <a:pt x="1924617" y="381128"/>
                  </a:lnTo>
                  <a:lnTo>
                    <a:pt x="1928747" y="351070"/>
                  </a:lnTo>
                  <a:lnTo>
                    <a:pt x="1932878" y="333232"/>
                  </a:lnTo>
                  <a:lnTo>
                    <a:pt x="1937008" y="337673"/>
                  </a:lnTo>
                  <a:lnTo>
                    <a:pt x="1941138" y="338871"/>
                  </a:lnTo>
                  <a:lnTo>
                    <a:pt x="1945268" y="344557"/>
                  </a:lnTo>
                  <a:lnTo>
                    <a:pt x="1949398" y="376920"/>
                  </a:lnTo>
                  <a:lnTo>
                    <a:pt x="1953528" y="417739"/>
                  </a:lnTo>
                  <a:lnTo>
                    <a:pt x="1957658" y="435281"/>
                  </a:lnTo>
                  <a:lnTo>
                    <a:pt x="1961788" y="441526"/>
                  </a:lnTo>
                  <a:lnTo>
                    <a:pt x="1965918" y="425481"/>
                  </a:lnTo>
                  <a:lnTo>
                    <a:pt x="1970048" y="382839"/>
                  </a:lnTo>
                  <a:lnTo>
                    <a:pt x="1974178" y="307894"/>
                  </a:lnTo>
                  <a:lnTo>
                    <a:pt x="1978308" y="233376"/>
                  </a:lnTo>
                  <a:lnTo>
                    <a:pt x="1982439" y="179118"/>
                  </a:lnTo>
                  <a:lnTo>
                    <a:pt x="1986569" y="140634"/>
                  </a:lnTo>
                  <a:lnTo>
                    <a:pt x="1990699" y="119346"/>
                  </a:lnTo>
                  <a:lnTo>
                    <a:pt x="1994829" y="113198"/>
                  </a:lnTo>
                  <a:lnTo>
                    <a:pt x="1998959" y="107083"/>
                  </a:lnTo>
                  <a:lnTo>
                    <a:pt x="2003089" y="101315"/>
                  </a:lnTo>
                  <a:lnTo>
                    <a:pt x="2007219" y="99320"/>
                  </a:lnTo>
                  <a:lnTo>
                    <a:pt x="2011349" y="92570"/>
                  </a:lnTo>
                  <a:lnTo>
                    <a:pt x="2015479" y="87893"/>
                  </a:lnTo>
                  <a:lnTo>
                    <a:pt x="2019609" y="97520"/>
                  </a:lnTo>
                  <a:lnTo>
                    <a:pt x="2023739" y="114661"/>
                  </a:lnTo>
                  <a:lnTo>
                    <a:pt x="2027869" y="135752"/>
                  </a:lnTo>
                  <a:lnTo>
                    <a:pt x="2031999" y="157425"/>
                  </a:lnTo>
                  <a:lnTo>
                    <a:pt x="2036130" y="180542"/>
                  </a:lnTo>
                  <a:lnTo>
                    <a:pt x="2040260" y="201034"/>
                  </a:lnTo>
                  <a:lnTo>
                    <a:pt x="2044390" y="218550"/>
                  </a:lnTo>
                  <a:lnTo>
                    <a:pt x="2048520" y="207299"/>
                  </a:lnTo>
                  <a:lnTo>
                    <a:pt x="2052650" y="173361"/>
                  </a:lnTo>
                  <a:lnTo>
                    <a:pt x="2056780" y="137971"/>
                  </a:lnTo>
                  <a:lnTo>
                    <a:pt x="2060910" y="106834"/>
                  </a:lnTo>
                  <a:lnTo>
                    <a:pt x="2065040" y="82569"/>
                  </a:lnTo>
                  <a:lnTo>
                    <a:pt x="2069170" y="84467"/>
                  </a:lnTo>
                  <a:lnTo>
                    <a:pt x="2073300" y="105701"/>
                  </a:lnTo>
                  <a:lnTo>
                    <a:pt x="2077430" y="139123"/>
                  </a:lnTo>
                  <a:lnTo>
                    <a:pt x="2081560" y="193032"/>
                  </a:lnTo>
                  <a:lnTo>
                    <a:pt x="2085691" y="265072"/>
                  </a:lnTo>
                  <a:lnTo>
                    <a:pt x="2089821" y="326621"/>
                  </a:lnTo>
                  <a:lnTo>
                    <a:pt x="2093951" y="397672"/>
                  </a:lnTo>
                  <a:lnTo>
                    <a:pt x="2098081" y="483365"/>
                  </a:lnTo>
                  <a:lnTo>
                    <a:pt x="2102211" y="538107"/>
                  </a:lnTo>
                  <a:lnTo>
                    <a:pt x="2106341" y="495192"/>
                  </a:lnTo>
                  <a:lnTo>
                    <a:pt x="2110471" y="422172"/>
                  </a:lnTo>
                  <a:lnTo>
                    <a:pt x="2114601" y="332376"/>
                  </a:lnTo>
                  <a:lnTo>
                    <a:pt x="2118731" y="261471"/>
                  </a:lnTo>
                  <a:lnTo>
                    <a:pt x="2122861" y="209951"/>
                  </a:lnTo>
                  <a:lnTo>
                    <a:pt x="2126991" y="186473"/>
                  </a:lnTo>
                  <a:lnTo>
                    <a:pt x="2131121" y="170620"/>
                  </a:lnTo>
                  <a:lnTo>
                    <a:pt x="2135252" y="166718"/>
                  </a:lnTo>
                  <a:lnTo>
                    <a:pt x="2139382" y="163764"/>
                  </a:lnTo>
                  <a:lnTo>
                    <a:pt x="2143512" y="167779"/>
                  </a:lnTo>
                  <a:lnTo>
                    <a:pt x="2147642" y="169240"/>
                  </a:lnTo>
                  <a:lnTo>
                    <a:pt x="2151772" y="165261"/>
                  </a:lnTo>
                  <a:lnTo>
                    <a:pt x="2155902" y="163367"/>
                  </a:lnTo>
                  <a:lnTo>
                    <a:pt x="2160032" y="165661"/>
                  </a:lnTo>
                  <a:lnTo>
                    <a:pt x="2164162" y="154136"/>
                  </a:lnTo>
                  <a:lnTo>
                    <a:pt x="2168292" y="134182"/>
                  </a:lnTo>
                  <a:lnTo>
                    <a:pt x="2172422" y="123311"/>
                  </a:lnTo>
                  <a:lnTo>
                    <a:pt x="2176552" y="123295"/>
                  </a:lnTo>
                  <a:lnTo>
                    <a:pt x="2180682" y="125610"/>
                  </a:lnTo>
                  <a:lnTo>
                    <a:pt x="2184813" y="137305"/>
                  </a:lnTo>
                  <a:lnTo>
                    <a:pt x="2188943" y="162787"/>
                  </a:lnTo>
                  <a:lnTo>
                    <a:pt x="2193073" y="200318"/>
                  </a:lnTo>
                  <a:lnTo>
                    <a:pt x="2197203" y="231267"/>
                  </a:lnTo>
                  <a:lnTo>
                    <a:pt x="2201333" y="260793"/>
                  </a:lnTo>
                  <a:lnTo>
                    <a:pt x="2205463" y="262618"/>
                  </a:lnTo>
                  <a:lnTo>
                    <a:pt x="2209593" y="248995"/>
                  </a:lnTo>
                  <a:lnTo>
                    <a:pt x="2213723" y="230676"/>
                  </a:lnTo>
                  <a:lnTo>
                    <a:pt x="2217853" y="223337"/>
                  </a:lnTo>
                  <a:lnTo>
                    <a:pt x="2221983" y="206647"/>
                  </a:lnTo>
                  <a:lnTo>
                    <a:pt x="2226113" y="190945"/>
                  </a:lnTo>
                  <a:lnTo>
                    <a:pt x="2230243" y="178328"/>
                  </a:lnTo>
                  <a:lnTo>
                    <a:pt x="2234373" y="181755"/>
                  </a:lnTo>
                  <a:lnTo>
                    <a:pt x="2238504" y="197741"/>
                  </a:lnTo>
                  <a:lnTo>
                    <a:pt x="2242634" y="237377"/>
                  </a:lnTo>
                  <a:lnTo>
                    <a:pt x="2246764" y="298509"/>
                  </a:lnTo>
                  <a:lnTo>
                    <a:pt x="2250894" y="362991"/>
                  </a:lnTo>
                  <a:lnTo>
                    <a:pt x="2255024" y="346141"/>
                  </a:lnTo>
                  <a:lnTo>
                    <a:pt x="2259154" y="257528"/>
                  </a:lnTo>
                  <a:lnTo>
                    <a:pt x="2263284" y="172257"/>
                  </a:lnTo>
                  <a:lnTo>
                    <a:pt x="2267414" y="114813"/>
                  </a:lnTo>
                  <a:lnTo>
                    <a:pt x="2271544" y="70008"/>
                  </a:lnTo>
                  <a:lnTo>
                    <a:pt x="2275674" y="46751"/>
                  </a:lnTo>
                  <a:lnTo>
                    <a:pt x="2279804" y="48869"/>
                  </a:lnTo>
                  <a:lnTo>
                    <a:pt x="2283934" y="58344"/>
                  </a:lnTo>
                  <a:lnTo>
                    <a:pt x="2288065" y="66782"/>
                  </a:lnTo>
                  <a:lnTo>
                    <a:pt x="2292195" y="77476"/>
                  </a:lnTo>
                  <a:lnTo>
                    <a:pt x="2296325" y="83349"/>
                  </a:lnTo>
                  <a:lnTo>
                    <a:pt x="2300455" y="74905"/>
                  </a:lnTo>
                  <a:lnTo>
                    <a:pt x="2304585" y="63491"/>
                  </a:lnTo>
                  <a:lnTo>
                    <a:pt x="2308715" y="54127"/>
                  </a:lnTo>
                  <a:lnTo>
                    <a:pt x="2312845" y="55725"/>
                  </a:lnTo>
                  <a:lnTo>
                    <a:pt x="2316975" y="74075"/>
                  </a:lnTo>
                  <a:lnTo>
                    <a:pt x="2321105" y="104488"/>
                  </a:lnTo>
                  <a:lnTo>
                    <a:pt x="2325235" y="134797"/>
                  </a:lnTo>
                  <a:lnTo>
                    <a:pt x="2329365" y="172778"/>
                  </a:lnTo>
                  <a:lnTo>
                    <a:pt x="2333495" y="214427"/>
                  </a:lnTo>
                  <a:lnTo>
                    <a:pt x="2337626" y="259204"/>
                  </a:lnTo>
                  <a:lnTo>
                    <a:pt x="2341756" y="306158"/>
                  </a:lnTo>
                  <a:lnTo>
                    <a:pt x="2345886" y="385634"/>
                  </a:lnTo>
                  <a:lnTo>
                    <a:pt x="2350016" y="486112"/>
                  </a:lnTo>
                  <a:lnTo>
                    <a:pt x="2354146" y="571589"/>
                  </a:lnTo>
                  <a:lnTo>
                    <a:pt x="2358276" y="558838"/>
                  </a:lnTo>
                  <a:lnTo>
                    <a:pt x="2362406" y="459238"/>
                  </a:lnTo>
                  <a:lnTo>
                    <a:pt x="2366536" y="345866"/>
                  </a:lnTo>
                  <a:lnTo>
                    <a:pt x="2370666" y="254896"/>
                  </a:lnTo>
                  <a:lnTo>
                    <a:pt x="2374796" y="183433"/>
                  </a:lnTo>
                  <a:lnTo>
                    <a:pt x="2378926" y="140741"/>
                  </a:lnTo>
                  <a:lnTo>
                    <a:pt x="2383056" y="124825"/>
                  </a:lnTo>
                  <a:lnTo>
                    <a:pt x="2387186" y="130781"/>
                  </a:lnTo>
                  <a:lnTo>
                    <a:pt x="2391317" y="154238"/>
                  </a:lnTo>
                  <a:lnTo>
                    <a:pt x="2395447" y="198494"/>
                  </a:lnTo>
                  <a:lnTo>
                    <a:pt x="2399577" y="254400"/>
                  </a:lnTo>
                  <a:lnTo>
                    <a:pt x="2403707" y="303018"/>
                  </a:lnTo>
                  <a:lnTo>
                    <a:pt x="2407837" y="311677"/>
                  </a:lnTo>
                  <a:lnTo>
                    <a:pt x="2411967" y="272548"/>
                  </a:lnTo>
                  <a:lnTo>
                    <a:pt x="2416097" y="214580"/>
                  </a:lnTo>
                  <a:lnTo>
                    <a:pt x="2420227" y="180283"/>
                  </a:lnTo>
                  <a:lnTo>
                    <a:pt x="2424357" y="164443"/>
                  </a:lnTo>
                  <a:lnTo>
                    <a:pt x="2428487" y="167474"/>
                  </a:lnTo>
                  <a:lnTo>
                    <a:pt x="2432617" y="194119"/>
                  </a:lnTo>
                  <a:lnTo>
                    <a:pt x="2436747" y="243147"/>
                  </a:lnTo>
                  <a:lnTo>
                    <a:pt x="2440878" y="261612"/>
                  </a:lnTo>
                  <a:lnTo>
                    <a:pt x="2445008" y="241781"/>
                  </a:lnTo>
                  <a:lnTo>
                    <a:pt x="2449138" y="197708"/>
                  </a:lnTo>
                  <a:lnTo>
                    <a:pt x="2453268" y="151460"/>
                  </a:lnTo>
                  <a:lnTo>
                    <a:pt x="2457398" y="106096"/>
                  </a:lnTo>
                  <a:lnTo>
                    <a:pt x="2461528" y="76880"/>
                  </a:lnTo>
                  <a:lnTo>
                    <a:pt x="2465658" y="68876"/>
                  </a:lnTo>
                  <a:lnTo>
                    <a:pt x="2469788" y="76036"/>
                  </a:lnTo>
                  <a:lnTo>
                    <a:pt x="2473918" y="87171"/>
                  </a:lnTo>
                  <a:lnTo>
                    <a:pt x="2478048" y="103679"/>
                  </a:lnTo>
                  <a:lnTo>
                    <a:pt x="2482178" y="123204"/>
                  </a:lnTo>
                  <a:lnTo>
                    <a:pt x="2486308" y="144970"/>
                  </a:lnTo>
                  <a:lnTo>
                    <a:pt x="2490439" y="165241"/>
                  </a:lnTo>
                  <a:lnTo>
                    <a:pt x="2494569" y="176336"/>
                  </a:lnTo>
                  <a:lnTo>
                    <a:pt x="2498699" y="177918"/>
                  </a:lnTo>
                  <a:lnTo>
                    <a:pt x="2502829" y="162864"/>
                  </a:lnTo>
                  <a:lnTo>
                    <a:pt x="2506959" y="145358"/>
                  </a:lnTo>
                  <a:lnTo>
                    <a:pt x="2511089" y="135682"/>
                  </a:lnTo>
                  <a:lnTo>
                    <a:pt x="2515219" y="142485"/>
                  </a:lnTo>
                  <a:lnTo>
                    <a:pt x="2519349" y="157472"/>
                  </a:lnTo>
                  <a:lnTo>
                    <a:pt x="2523479" y="177959"/>
                  </a:lnTo>
                  <a:lnTo>
                    <a:pt x="2527609" y="193445"/>
                  </a:lnTo>
                  <a:lnTo>
                    <a:pt x="2531739" y="214509"/>
                  </a:lnTo>
                  <a:lnTo>
                    <a:pt x="2535869" y="242555"/>
                  </a:lnTo>
                  <a:lnTo>
                    <a:pt x="2539999" y="275173"/>
                  </a:lnTo>
                  <a:lnTo>
                    <a:pt x="2544130" y="309625"/>
                  </a:lnTo>
                  <a:lnTo>
                    <a:pt x="2548260" y="320280"/>
                  </a:lnTo>
                  <a:lnTo>
                    <a:pt x="2552390" y="285933"/>
                  </a:lnTo>
                  <a:lnTo>
                    <a:pt x="2556520" y="227197"/>
                  </a:lnTo>
                  <a:lnTo>
                    <a:pt x="2560650" y="177029"/>
                  </a:lnTo>
                  <a:lnTo>
                    <a:pt x="2564780" y="136466"/>
                  </a:lnTo>
                  <a:lnTo>
                    <a:pt x="2568910" y="113365"/>
                  </a:lnTo>
                  <a:lnTo>
                    <a:pt x="2573040" y="98227"/>
                  </a:lnTo>
                  <a:lnTo>
                    <a:pt x="2577170" y="77365"/>
                  </a:lnTo>
                  <a:lnTo>
                    <a:pt x="2581300" y="59864"/>
                  </a:lnTo>
                  <a:lnTo>
                    <a:pt x="2585430" y="55049"/>
                  </a:lnTo>
                  <a:lnTo>
                    <a:pt x="2589560" y="60683"/>
                  </a:lnTo>
                  <a:lnTo>
                    <a:pt x="2593691" y="70812"/>
                  </a:lnTo>
                  <a:lnTo>
                    <a:pt x="2597821" y="95987"/>
                  </a:lnTo>
                  <a:lnTo>
                    <a:pt x="2601951" y="118555"/>
                  </a:lnTo>
                  <a:lnTo>
                    <a:pt x="2606081" y="123046"/>
                  </a:lnTo>
                  <a:lnTo>
                    <a:pt x="2610211" y="110264"/>
                  </a:lnTo>
                  <a:lnTo>
                    <a:pt x="2614341" y="103895"/>
                  </a:lnTo>
                  <a:lnTo>
                    <a:pt x="2618471" y="95897"/>
                  </a:lnTo>
                  <a:lnTo>
                    <a:pt x="2622601" y="84938"/>
                  </a:lnTo>
                  <a:lnTo>
                    <a:pt x="2626731" y="75718"/>
                  </a:lnTo>
                  <a:lnTo>
                    <a:pt x="2630861" y="78360"/>
                  </a:lnTo>
                  <a:lnTo>
                    <a:pt x="2634991" y="98114"/>
                  </a:lnTo>
                  <a:lnTo>
                    <a:pt x="2639121" y="130883"/>
                  </a:lnTo>
                  <a:lnTo>
                    <a:pt x="2643252" y="182098"/>
                  </a:lnTo>
                  <a:lnTo>
                    <a:pt x="2647382" y="256015"/>
                  </a:lnTo>
                  <a:lnTo>
                    <a:pt x="2651512" y="334992"/>
                  </a:lnTo>
                  <a:lnTo>
                    <a:pt x="2655642" y="367381"/>
                  </a:lnTo>
                  <a:lnTo>
                    <a:pt x="2659772" y="378115"/>
                  </a:lnTo>
                  <a:lnTo>
                    <a:pt x="2663902" y="377252"/>
                  </a:lnTo>
                  <a:lnTo>
                    <a:pt x="2668032" y="369647"/>
                  </a:lnTo>
                  <a:lnTo>
                    <a:pt x="2672162" y="340171"/>
                  </a:lnTo>
                  <a:lnTo>
                    <a:pt x="2676292" y="311677"/>
                  </a:lnTo>
                  <a:lnTo>
                    <a:pt x="2680422" y="284090"/>
                  </a:lnTo>
                  <a:lnTo>
                    <a:pt x="2684552" y="250157"/>
                  </a:lnTo>
                  <a:lnTo>
                    <a:pt x="2688682" y="210914"/>
                  </a:lnTo>
                  <a:lnTo>
                    <a:pt x="2692813" y="176509"/>
                  </a:lnTo>
                  <a:lnTo>
                    <a:pt x="2696943" y="153622"/>
                  </a:lnTo>
                  <a:lnTo>
                    <a:pt x="2701073" y="123610"/>
                  </a:lnTo>
                  <a:lnTo>
                    <a:pt x="2705203" y="104349"/>
                  </a:lnTo>
                  <a:lnTo>
                    <a:pt x="2709333" y="89627"/>
                  </a:lnTo>
                  <a:lnTo>
                    <a:pt x="2713463" y="84374"/>
                  </a:lnTo>
                  <a:lnTo>
                    <a:pt x="2717593" y="75153"/>
                  </a:lnTo>
                  <a:lnTo>
                    <a:pt x="2721723" y="82193"/>
                  </a:lnTo>
                  <a:lnTo>
                    <a:pt x="2725853" y="85310"/>
                  </a:lnTo>
                  <a:lnTo>
                    <a:pt x="2729983" y="93618"/>
                  </a:lnTo>
                  <a:lnTo>
                    <a:pt x="2734113" y="98935"/>
                  </a:lnTo>
                  <a:lnTo>
                    <a:pt x="2738243" y="118205"/>
                  </a:lnTo>
                  <a:lnTo>
                    <a:pt x="2742373" y="141113"/>
                  </a:lnTo>
                  <a:lnTo>
                    <a:pt x="2746504" y="176417"/>
                  </a:lnTo>
                  <a:lnTo>
                    <a:pt x="2750634" y="224438"/>
                  </a:lnTo>
                  <a:lnTo>
                    <a:pt x="2754764" y="300869"/>
                  </a:lnTo>
                  <a:lnTo>
                    <a:pt x="2758894" y="373912"/>
                  </a:lnTo>
                  <a:lnTo>
                    <a:pt x="2763024" y="413533"/>
                  </a:lnTo>
                  <a:lnTo>
                    <a:pt x="2767154" y="428779"/>
                  </a:lnTo>
                  <a:lnTo>
                    <a:pt x="2771284" y="412771"/>
                  </a:lnTo>
                  <a:lnTo>
                    <a:pt x="2775414" y="379294"/>
                  </a:lnTo>
                  <a:lnTo>
                    <a:pt x="2779544" y="324718"/>
                  </a:lnTo>
                  <a:lnTo>
                    <a:pt x="2783674" y="278504"/>
                  </a:lnTo>
                  <a:lnTo>
                    <a:pt x="2787804" y="235196"/>
                  </a:lnTo>
                  <a:lnTo>
                    <a:pt x="2791934" y="205927"/>
                  </a:lnTo>
                  <a:lnTo>
                    <a:pt x="2796065" y="188865"/>
                  </a:lnTo>
                  <a:lnTo>
                    <a:pt x="2800195" y="196166"/>
                  </a:lnTo>
                  <a:lnTo>
                    <a:pt x="2804325" y="220498"/>
                  </a:lnTo>
                  <a:lnTo>
                    <a:pt x="2808455" y="257013"/>
                  </a:lnTo>
                  <a:lnTo>
                    <a:pt x="2812585" y="300770"/>
                  </a:lnTo>
                  <a:lnTo>
                    <a:pt x="2816715" y="343526"/>
                  </a:lnTo>
                  <a:lnTo>
                    <a:pt x="2820845" y="368918"/>
                  </a:lnTo>
                  <a:lnTo>
                    <a:pt x="2824975" y="381510"/>
                  </a:lnTo>
                  <a:lnTo>
                    <a:pt x="2829105" y="387444"/>
                  </a:lnTo>
                  <a:lnTo>
                    <a:pt x="2833235" y="368875"/>
                  </a:lnTo>
                  <a:lnTo>
                    <a:pt x="2837365" y="333195"/>
                  </a:lnTo>
                  <a:lnTo>
                    <a:pt x="2841495" y="315132"/>
                  </a:lnTo>
                  <a:lnTo>
                    <a:pt x="2845626" y="285917"/>
                  </a:lnTo>
                  <a:lnTo>
                    <a:pt x="2849756" y="245184"/>
                  </a:lnTo>
                  <a:lnTo>
                    <a:pt x="2853886" y="224744"/>
                  </a:lnTo>
                  <a:lnTo>
                    <a:pt x="2858016" y="210032"/>
                  </a:lnTo>
                  <a:lnTo>
                    <a:pt x="2862146" y="202471"/>
                  </a:lnTo>
                  <a:lnTo>
                    <a:pt x="2866276" y="212922"/>
                  </a:lnTo>
                  <a:lnTo>
                    <a:pt x="2870406" y="252454"/>
                  </a:lnTo>
                  <a:lnTo>
                    <a:pt x="2874536" y="300261"/>
                  </a:lnTo>
                  <a:lnTo>
                    <a:pt x="2878666" y="358881"/>
                  </a:lnTo>
                  <a:lnTo>
                    <a:pt x="2882796" y="400196"/>
                  </a:lnTo>
                  <a:lnTo>
                    <a:pt x="2886926" y="414195"/>
                  </a:lnTo>
                  <a:lnTo>
                    <a:pt x="2891056" y="391594"/>
                  </a:lnTo>
                  <a:lnTo>
                    <a:pt x="2895186" y="349873"/>
                  </a:lnTo>
                  <a:lnTo>
                    <a:pt x="2899317" y="305285"/>
                  </a:lnTo>
                  <a:lnTo>
                    <a:pt x="2903447" y="247759"/>
                  </a:lnTo>
                  <a:lnTo>
                    <a:pt x="2907577" y="191895"/>
                  </a:lnTo>
                  <a:lnTo>
                    <a:pt x="2911707" y="151063"/>
                  </a:lnTo>
                  <a:lnTo>
                    <a:pt x="2915837" y="123179"/>
                  </a:lnTo>
                  <a:lnTo>
                    <a:pt x="2919967" y="110036"/>
                  </a:lnTo>
                  <a:lnTo>
                    <a:pt x="2924097" y="123751"/>
                  </a:lnTo>
                  <a:lnTo>
                    <a:pt x="2928227" y="146543"/>
                  </a:lnTo>
                  <a:lnTo>
                    <a:pt x="2932357" y="167238"/>
                  </a:lnTo>
                  <a:lnTo>
                    <a:pt x="2936487" y="189957"/>
                  </a:lnTo>
                  <a:lnTo>
                    <a:pt x="2940617" y="210693"/>
                  </a:lnTo>
                  <a:lnTo>
                    <a:pt x="2944747" y="225211"/>
                  </a:lnTo>
                  <a:lnTo>
                    <a:pt x="2948878" y="238824"/>
                  </a:lnTo>
                  <a:lnTo>
                    <a:pt x="2953008" y="244972"/>
                  </a:lnTo>
                  <a:lnTo>
                    <a:pt x="2957138" y="227706"/>
                  </a:lnTo>
                  <a:lnTo>
                    <a:pt x="2961268" y="195168"/>
                  </a:lnTo>
                  <a:lnTo>
                    <a:pt x="2965398" y="148829"/>
                  </a:lnTo>
                  <a:lnTo>
                    <a:pt x="2969528" y="124001"/>
                  </a:lnTo>
                  <a:lnTo>
                    <a:pt x="2973658" y="108951"/>
                  </a:lnTo>
                  <a:lnTo>
                    <a:pt x="2977788" y="101041"/>
                  </a:lnTo>
                  <a:lnTo>
                    <a:pt x="2981918" y="102284"/>
                  </a:lnTo>
                  <a:lnTo>
                    <a:pt x="2986048" y="113461"/>
                  </a:lnTo>
                  <a:lnTo>
                    <a:pt x="2990178" y="130337"/>
                  </a:lnTo>
                  <a:lnTo>
                    <a:pt x="2994308" y="150565"/>
                  </a:lnTo>
                  <a:lnTo>
                    <a:pt x="2998439" y="179499"/>
                  </a:lnTo>
                  <a:lnTo>
                    <a:pt x="3002569" y="225925"/>
                  </a:lnTo>
                  <a:lnTo>
                    <a:pt x="3006699" y="285824"/>
                  </a:lnTo>
                  <a:lnTo>
                    <a:pt x="3010829" y="305085"/>
                  </a:lnTo>
                  <a:lnTo>
                    <a:pt x="3014959" y="302421"/>
                  </a:lnTo>
                  <a:lnTo>
                    <a:pt x="3019089" y="277795"/>
                  </a:lnTo>
                  <a:lnTo>
                    <a:pt x="3023219" y="224120"/>
                  </a:lnTo>
                  <a:lnTo>
                    <a:pt x="3027349" y="177908"/>
                  </a:lnTo>
                  <a:lnTo>
                    <a:pt x="3031479" y="148491"/>
                  </a:lnTo>
                  <a:lnTo>
                    <a:pt x="3035609" y="132785"/>
                  </a:lnTo>
                  <a:lnTo>
                    <a:pt x="3039739" y="122848"/>
                  </a:lnTo>
                  <a:lnTo>
                    <a:pt x="3043869" y="125928"/>
                  </a:lnTo>
                  <a:lnTo>
                    <a:pt x="3047999" y="139423"/>
                  </a:lnTo>
                  <a:lnTo>
                    <a:pt x="3052130" y="143164"/>
                  </a:lnTo>
                  <a:lnTo>
                    <a:pt x="3056260" y="140457"/>
                  </a:lnTo>
                  <a:lnTo>
                    <a:pt x="3060390" y="130405"/>
                  </a:lnTo>
                  <a:lnTo>
                    <a:pt x="3064520" y="122385"/>
                  </a:lnTo>
                  <a:lnTo>
                    <a:pt x="3068650" y="101118"/>
                  </a:lnTo>
                  <a:lnTo>
                    <a:pt x="3072780" y="83335"/>
                  </a:lnTo>
                  <a:lnTo>
                    <a:pt x="3076910" y="73787"/>
                  </a:lnTo>
                  <a:lnTo>
                    <a:pt x="3081040" y="76797"/>
                  </a:lnTo>
                  <a:lnTo>
                    <a:pt x="3085170" y="75580"/>
                  </a:lnTo>
                  <a:lnTo>
                    <a:pt x="3089300" y="70710"/>
                  </a:lnTo>
                  <a:lnTo>
                    <a:pt x="3093430" y="64843"/>
                  </a:lnTo>
                  <a:lnTo>
                    <a:pt x="3097560" y="56941"/>
                  </a:lnTo>
                  <a:lnTo>
                    <a:pt x="3101691" y="58189"/>
                  </a:lnTo>
                  <a:lnTo>
                    <a:pt x="3105821" y="71992"/>
                  </a:lnTo>
                  <a:lnTo>
                    <a:pt x="3109951" y="103526"/>
                  </a:lnTo>
                  <a:lnTo>
                    <a:pt x="3114081" y="155869"/>
                  </a:lnTo>
                  <a:lnTo>
                    <a:pt x="3118211" y="234164"/>
                  </a:lnTo>
                  <a:lnTo>
                    <a:pt x="3122341" y="328079"/>
                  </a:lnTo>
                  <a:lnTo>
                    <a:pt x="3126471" y="391244"/>
                  </a:lnTo>
                  <a:lnTo>
                    <a:pt x="3130601" y="358757"/>
                  </a:lnTo>
                  <a:lnTo>
                    <a:pt x="3134731" y="295106"/>
                  </a:lnTo>
                  <a:lnTo>
                    <a:pt x="3138861" y="228128"/>
                  </a:lnTo>
                  <a:lnTo>
                    <a:pt x="3142991" y="169279"/>
                  </a:lnTo>
                  <a:lnTo>
                    <a:pt x="3147121" y="140041"/>
                  </a:lnTo>
                  <a:lnTo>
                    <a:pt x="3151252" y="138771"/>
                  </a:lnTo>
                  <a:lnTo>
                    <a:pt x="3155382" y="138903"/>
                  </a:lnTo>
                  <a:lnTo>
                    <a:pt x="3159512" y="140439"/>
                  </a:lnTo>
                  <a:lnTo>
                    <a:pt x="3163642" y="131131"/>
                  </a:lnTo>
                  <a:lnTo>
                    <a:pt x="3167772" y="99199"/>
                  </a:lnTo>
                  <a:lnTo>
                    <a:pt x="3171902" y="72142"/>
                  </a:lnTo>
                  <a:lnTo>
                    <a:pt x="3176032" y="65300"/>
                  </a:lnTo>
                  <a:lnTo>
                    <a:pt x="3180162" y="52501"/>
                  </a:lnTo>
                  <a:lnTo>
                    <a:pt x="3184292" y="46874"/>
                  </a:lnTo>
                  <a:lnTo>
                    <a:pt x="3188422" y="62460"/>
                  </a:lnTo>
                  <a:lnTo>
                    <a:pt x="3192552" y="91578"/>
                  </a:lnTo>
                  <a:lnTo>
                    <a:pt x="3196682" y="115038"/>
                  </a:lnTo>
                  <a:lnTo>
                    <a:pt x="3200813" y="136187"/>
                  </a:lnTo>
                  <a:lnTo>
                    <a:pt x="3204943" y="150730"/>
                  </a:lnTo>
                  <a:lnTo>
                    <a:pt x="3209073" y="156424"/>
                  </a:lnTo>
                  <a:lnTo>
                    <a:pt x="3213203" y="135508"/>
                  </a:lnTo>
                  <a:lnTo>
                    <a:pt x="3217333" y="108975"/>
                  </a:lnTo>
                  <a:lnTo>
                    <a:pt x="3221463" y="93625"/>
                  </a:lnTo>
                  <a:lnTo>
                    <a:pt x="3225593" y="88472"/>
                  </a:lnTo>
                  <a:lnTo>
                    <a:pt x="3229723" y="71870"/>
                  </a:lnTo>
                  <a:lnTo>
                    <a:pt x="3233853" y="63906"/>
                  </a:lnTo>
                  <a:lnTo>
                    <a:pt x="3237983" y="63807"/>
                  </a:lnTo>
                  <a:lnTo>
                    <a:pt x="3242113" y="72885"/>
                  </a:lnTo>
                  <a:lnTo>
                    <a:pt x="3246243" y="77310"/>
                  </a:lnTo>
                  <a:lnTo>
                    <a:pt x="3250373" y="87351"/>
                  </a:lnTo>
                  <a:lnTo>
                    <a:pt x="3254504" y="92541"/>
                  </a:lnTo>
                  <a:lnTo>
                    <a:pt x="3258634" y="101491"/>
                  </a:lnTo>
                  <a:lnTo>
                    <a:pt x="3262764" y="105631"/>
                  </a:lnTo>
                  <a:lnTo>
                    <a:pt x="3266894" y="102629"/>
                  </a:lnTo>
                  <a:lnTo>
                    <a:pt x="3271024" y="101628"/>
                  </a:lnTo>
                  <a:lnTo>
                    <a:pt x="3275154" y="104110"/>
                  </a:lnTo>
                  <a:lnTo>
                    <a:pt x="3279284" y="100715"/>
                  </a:lnTo>
                  <a:lnTo>
                    <a:pt x="3283414" y="84960"/>
                  </a:lnTo>
                  <a:lnTo>
                    <a:pt x="3287544" y="77886"/>
                  </a:lnTo>
                  <a:lnTo>
                    <a:pt x="3291674" y="69664"/>
                  </a:lnTo>
                  <a:lnTo>
                    <a:pt x="3295804" y="70359"/>
                  </a:lnTo>
                  <a:lnTo>
                    <a:pt x="3299934" y="70143"/>
                  </a:lnTo>
                  <a:lnTo>
                    <a:pt x="3304065" y="75188"/>
                  </a:lnTo>
                  <a:lnTo>
                    <a:pt x="3308195" y="83925"/>
                  </a:lnTo>
                  <a:lnTo>
                    <a:pt x="3312325" y="104072"/>
                  </a:lnTo>
                  <a:lnTo>
                    <a:pt x="3316455" y="110556"/>
                  </a:lnTo>
                  <a:lnTo>
                    <a:pt x="3320585" y="114509"/>
                  </a:lnTo>
                  <a:lnTo>
                    <a:pt x="3324715" y="127271"/>
                  </a:lnTo>
                  <a:lnTo>
                    <a:pt x="3328845" y="143102"/>
                  </a:lnTo>
                  <a:lnTo>
                    <a:pt x="3332975" y="139317"/>
                  </a:lnTo>
                  <a:lnTo>
                    <a:pt x="3337105" y="134113"/>
                  </a:lnTo>
                  <a:lnTo>
                    <a:pt x="3341235" y="127204"/>
                  </a:lnTo>
                  <a:lnTo>
                    <a:pt x="3345365" y="110430"/>
                  </a:lnTo>
                  <a:lnTo>
                    <a:pt x="3349495" y="93558"/>
                  </a:lnTo>
                  <a:lnTo>
                    <a:pt x="3353626" y="88458"/>
                  </a:lnTo>
                  <a:lnTo>
                    <a:pt x="3357756" y="93965"/>
                  </a:lnTo>
                  <a:lnTo>
                    <a:pt x="3361886" y="107754"/>
                  </a:lnTo>
                  <a:lnTo>
                    <a:pt x="3366016" y="115456"/>
                  </a:lnTo>
                  <a:lnTo>
                    <a:pt x="3370146" y="117345"/>
                  </a:lnTo>
                  <a:lnTo>
                    <a:pt x="3374276" y="117410"/>
                  </a:lnTo>
                  <a:lnTo>
                    <a:pt x="3378406" y="125125"/>
                  </a:lnTo>
                  <a:lnTo>
                    <a:pt x="3382536" y="142914"/>
                  </a:lnTo>
                  <a:lnTo>
                    <a:pt x="3386666" y="184554"/>
                  </a:lnTo>
                  <a:lnTo>
                    <a:pt x="3390796" y="237184"/>
                  </a:lnTo>
                  <a:lnTo>
                    <a:pt x="3394926" y="295509"/>
                  </a:lnTo>
                  <a:lnTo>
                    <a:pt x="3399056" y="319500"/>
                  </a:lnTo>
                  <a:lnTo>
                    <a:pt x="3403186" y="294993"/>
                  </a:lnTo>
                  <a:lnTo>
                    <a:pt x="3407317" y="234864"/>
                  </a:lnTo>
                  <a:lnTo>
                    <a:pt x="3411447" y="177427"/>
                  </a:lnTo>
                  <a:lnTo>
                    <a:pt x="3415577" y="136955"/>
                  </a:lnTo>
                  <a:lnTo>
                    <a:pt x="3419707" y="107512"/>
                  </a:lnTo>
                  <a:lnTo>
                    <a:pt x="3423837" y="80445"/>
                  </a:lnTo>
                  <a:lnTo>
                    <a:pt x="3427967" y="68179"/>
                  </a:lnTo>
                  <a:lnTo>
                    <a:pt x="3432097" y="63570"/>
                  </a:lnTo>
                  <a:lnTo>
                    <a:pt x="3436227" y="58350"/>
                  </a:lnTo>
                  <a:lnTo>
                    <a:pt x="3440357" y="52558"/>
                  </a:lnTo>
                  <a:lnTo>
                    <a:pt x="3444487" y="65194"/>
                  </a:lnTo>
                  <a:lnTo>
                    <a:pt x="3448617" y="87734"/>
                  </a:lnTo>
                  <a:lnTo>
                    <a:pt x="3452747" y="123627"/>
                  </a:lnTo>
                  <a:lnTo>
                    <a:pt x="3456878" y="151358"/>
                  </a:lnTo>
                  <a:lnTo>
                    <a:pt x="3461008" y="172598"/>
                  </a:lnTo>
                  <a:lnTo>
                    <a:pt x="3465138" y="163473"/>
                  </a:lnTo>
                  <a:lnTo>
                    <a:pt x="3469268" y="136920"/>
                  </a:lnTo>
                  <a:lnTo>
                    <a:pt x="3473398" y="103610"/>
                  </a:lnTo>
                  <a:lnTo>
                    <a:pt x="3477528" y="85568"/>
                  </a:lnTo>
                  <a:lnTo>
                    <a:pt x="3481658" y="84338"/>
                  </a:lnTo>
                  <a:lnTo>
                    <a:pt x="3485788" y="105414"/>
                  </a:lnTo>
                  <a:lnTo>
                    <a:pt x="3489918" y="150169"/>
                  </a:lnTo>
                  <a:lnTo>
                    <a:pt x="3494048" y="199961"/>
                  </a:lnTo>
                  <a:lnTo>
                    <a:pt x="3498178" y="242332"/>
                  </a:lnTo>
                  <a:lnTo>
                    <a:pt x="3502308" y="249940"/>
                  </a:lnTo>
                  <a:lnTo>
                    <a:pt x="3506439" y="215727"/>
                  </a:lnTo>
                  <a:lnTo>
                    <a:pt x="3510569" y="166894"/>
                  </a:lnTo>
                  <a:lnTo>
                    <a:pt x="3514699" y="124042"/>
                  </a:lnTo>
                  <a:lnTo>
                    <a:pt x="3518829" y="92232"/>
                  </a:lnTo>
                  <a:lnTo>
                    <a:pt x="3522959" y="70677"/>
                  </a:lnTo>
                  <a:lnTo>
                    <a:pt x="3527089" y="62702"/>
                  </a:lnTo>
                  <a:lnTo>
                    <a:pt x="3531219" y="56326"/>
                  </a:lnTo>
                  <a:lnTo>
                    <a:pt x="3535349" y="48857"/>
                  </a:lnTo>
                  <a:lnTo>
                    <a:pt x="3539479" y="48726"/>
                  </a:lnTo>
                  <a:lnTo>
                    <a:pt x="3543609" y="67369"/>
                  </a:lnTo>
                  <a:lnTo>
                    <a:pt x="3547739" y="104704"/>
                  </a:lnTo>
                  <a:lnTo>
                    <a:pt x="3551869" y="161342"/>
                  </a:lnTo>
                  <a:lnTo>
                    <a:pt x="3555999" y="246809"/>
                  </a:lnTo>
                  <a:lnTo>
                    <a:pt x="3560130" y="350391"/>
                  </a:lnTo>
                  <a:lnTo>
                    <a:pt x="3564260" y="417145"/>
                  </a:lnTo>
                  <a:lnTo>
                    <a:pt x="3568390" y="385634"/>
                  </a:lnTo>
                  <a:lnTo>
                    <a:pt x="3572520" y="298297"/>
                  </a:lnTo>
                  <a:lnTo>
                    <a:pt x="3576650" y="227259"/>
                  </a:lnTo>
                  <a:lnTo>
                    <a:pt x="3580780" y="177447"/>
                  </a:lnTo>
                  <a:lnTo>
                    <a:pt x="3584910" y="148985"/>
                  </a:lnTo>
                  <a:lnTo>
                    <a:pt x="3589040" y="144205"/>
                  </a:lnTo>
                  <a:lnTo>
                    <a:pt x="3593170" y="152311"/>
                  </a:lnTo>
                  <a:lnTo>
                    <a:pt x="3597300" y="150703"/>
                  </a:lnTo>
                  <a:lnTo>
                    <a:pt x="3601430" y="142735"/>
                  </a:lnTo>
                  <a:lnTo>
                    <a:pt x="3605560" y="127053"/>
                  </a:lnTo>
                  <a:lnTo>
                    <a:pt x="3609691" y="104580"/>
                  </a:lnTo>
                  <a:lnTo>
                    <a:pt x="3613821" y="90685"/>
                  </a:lnTo>
                  <a:lnTo>
                    <a:pt x="3617951" y="78179"/>
                  </a:lnTo>
                  <a:lnTo>
                    <a:pt x="3622081" y="73664"/>
                  </a:lnTo>
                  <a:lnTo>
                    <a:pt x="3626211" y="75436"/>
                  </a:lnTo>
                  <a:lnTo>
                    <a:pt x="3630341" y="75546"/>
                  </a:lnTo>
                  <a:lnTo>
                    <a:pt x="3634471" y="66409"/>
                  </a:lnTo>
                  <a:lnTo>
                    <a:pt x="3638601" y="64024"/>
                  </a:lnTo>
                  <a:lnTo>
                    <a:pt x="3642731" y="55508"/>
                  </a:lnTo>
                  <a:lnTo>
                    <a:pt x="3646861" y="39879"/>
                  </a:lnTo>
                  <a:lnTo>
                    <a:pt x="3650991" y="25600"/>
                  </a:lnTo>
                  <a:lnTo>
                    <a:pt x="3655121" y="17145"/>
                  </a:lnTo>
                  <a:lnTo>
                    <a:pt x="3659252" y="6670"/>
                  </a:lnTo>
                  <a:lnTo>
                    <a:pt x="3663382" y="0"/>
                  </a:lnTo>
                  <a:lnTo>
                    <a:pt x="3667512" y="3577"/>
                  </a:lnTo>
                  <a:lnTo>
                    <a:pt x="3671642" y="14867"/>
                  </a:lnTo>
                  <a:lnTo>
                    <a:pt x="3675772" y="34617"/>
                  </a:lnTo>
                  <a:lnTo>
                    <a:pt x="3679902" y="59054"/>
                  </a:lnTo>
                  <a:lnTo>
                    <a:pt x="3684032" y="86724"/>
                  </a:lnTo>
                  <a:lnTo>
                    <a:pt x="3688162" y="105414"/>
                  </a:lnTo>
                  <a:lnTo>
                    <a:pt x="3692292" y="120770"/>
                  </a:lnTo>
                  <a:lnTo>
                    <a:pt x="3696422" y="130099"/>
                  </a:lnTo>
                  <a:lnTo>
                    <a:pt x="3700552" y="150684"/>
                  </a:lnTo>
                  <a:lnTo>
                    <a:pt x="3704682" y="177826"/>
                  </a:lnTo>
                  <a:lnTo>
                    <a:pt x="3708813" y="233072"/>
                  </a:lnTo>
                  <a:lnTo>
                    <a:pt x="3712943" y="292926"/>
                  </a:lnTo>
                  <a:lnTo>
                    <a:pt x="3717073" y="352693"/>
                  </a:lnTo>
                  <a:lnTo>
                    <a:pt x="3721203" y="400995"/>
                  </a:lnTo>
                  <a:lnTo>
                    <a:pt x="3725333" y="413253"/>
                  </a:lnTo>
                  <a:lnTo>
                    <a:pt x="3729463" y="352292"/>
                  </a:lnTo>
                  <a:lnTo>
                    <a:pt x="3733593" y="285343"/>
                  </a:lnTo>
                  <a:lnTo>
                    <a:pt x="3737723" y="228028"/>
                  </a:lnTo>
                  <a:lnTo>
                    <a:pt x="3741853" y="179190"/>
                  </a:lnTo>
                  <a:lnTo>
                    <a:pt x="3745983" y="139070"/>
                  </a:lnTo>
                  <a:lnTo>
                    <a:pt x="3750113" y="124700"/>
                  </a:lnTo>
                  <a:lnTo>
                    <a:pt x="3754243" y="122533"/>
                  </a:lnTo>
                  <a:lnTo>
                    <a:pt x="3758373" y="117272"/>
                  </a:lnTo>
                  <a:lnTo>
                    <a:pt x="3762504" y="112537"/>
                  </a:lnTo>
                  <a:lnTo>
                    <a:pt x="3766634" y="122790"/>
                  </a:lnTo>
                  <a:lnTo>
                    <a:pt x="3770764" y="145746"/>
                  </a:lnTo>
                  <a:lnTo>
                    <a:pt x="3774894" y="173120"/>
                  </a:lnTo>
                  <a:lnTo>
                    <a:pt x="3779024" y="207759"/>
                  </a:lnTo>
                  <a:lnTo>
                    <a:pt x="3783154" y="228339"/>
                  </a:lnTo>
                  <a:lnTo>
                    <a:pt x="3787284" y="216843"/>
                  </a:lnTo>
                  <a:lnTo>
                    <a:pt x="3791414" y="174814"/>
                  </a:lnTo>
                  <a:lnTo>
                    <a:pt x="3795544" y="134684"/>
                  </a:lnTo>
                  <a:lnTo>
                    <a:pt x="3799674" y="111949"/>
                  </a:lnTo>
                  <a:lnTo>
                    <a:pt x="3803804" y="99645"/>
                  </a:lnTo>
                  <a:lnTo>
                    <a:pt x="3807934" y="95837"/>
                  </a:lnTo>
                  <a:lnTo>
                    <a:pt x="3812065" y="90597"/>
                  </a:lnTo>
                  <a:lnTo>
                    <a:pt x="3816195" y="90707"/>
                  </a:lnTo>
                  <a:lnTo>
                    <a:pt x="3820325" y="98513"/>
                  </a:lnTo>
                  <a:lnTo>
                    <a:pt x="3824455" y="125501"/>
                  </a:lnTo>
                  <a:lnTo>
                    <a:pt x="3828585" y="164055"/>
                  </a:lnTo>
                  <a:lnTo>
                    <a:pt x="3832715" y="208714"/>
                  </a:lnTo>
                  <a:lnTo>
                    <a:pt x="3836845" y="245769"/>
                  </a:lnTo>
                  <a:lnTo>
                    <a:pt x="3840975" y="235721"/>
                  </a:lnTo>
                  <a:lnTo>
                    <a:pt x="3845105" y="188342"/>
                  </a:lnTo>
                  <a:lnTo>
                    <a:pt x="3849235" y="142681"/>
                  </a:lnTo>
                  <a:lnTo>
                    <a:pt x="3853365" y="115175"/>
                  </a:lnTo>
                  <a:lnTo>
                    <a:pt x="3857495" y="86178"/>
                  </a:lnTo>
                  <a:lnTo>
                    <a:pt x="3861626" y="67917"/>
                  </a:lnTo>
                  <a:lnTo>
                    <a:pt x="3865756" y="57635"/>
                  </a:lnTo>
                  <a:lnTo>
                    <a:pt x="3869886" y="49723"/>
                  </a:lnTo>
                  <a:lnTo>
                    <a:pt x="3874016" y="40595"/>
                  </a:lnTo>
                  <a:lnTo>
                    <a:pt x="3878146" y="50260"/>
                  </a:lnTo>
                  <a:lnTo>
                    <a:pt x="3882276" y="75270"/>
                  </a:lnTo>
                  <a:lnTo>
                    <a:pt x="3886406" y="115850"/>
                  </a:lnTo>
                  <a:lnTo>
                    <a:pt x="3890536" y="169161"/>
                  </a:lnTo>
                  <a:lnTo>
                    <a:pt x="3894666" y="225186"/>
                  </a:lnTo>
                  <a:lnTo>
                    <a:pt x="3898796" y="252468"/>
                  </a:lnTo>
                  <a:lnTo>
                    <a:pt x="3902926" y="250753"/>
                  </a:lnTo>
                  <a:lnTo>
                    <a:pt x="3907056" y="216581"/>
                  </a:lnTo>
                  <a:lnTo>
                    <a:pt x="3911186" y="171657"/>
                  </a:lnTo>
                  <a:lnTo>
                    <a:pt x="3915317" y="134225"/>
                  </a:lnTo>
                  <a:lnTo>
                    <a:pt x="3919447" y="110398"/>
                  </a:lnTo>
                  <a:lnTo>
                    <a:pt x="3923577" y="99971"/>
                  </a:lnTo>
                  <a:lnTo>
                    <a:pt x="3927707" y="97460"/>
                  </a:lnTo>
                  <a:lnTo>
                    <a:pt x="3931837" y="90276"/>
                  </a:lnTo>
                  <a:lnTo>
                    <a:pt x="3935967" y="83207"/>
                  </a:lnTo>
                  <a:lnTo>
                    <a:pt x="3940097" y="74802"/>
                  </a:lnTo>
                  <a:lnTo>
                    <a:pt x="3944227" y="57532"/>
                  </a:lnTo>
                  <a:lnTo>
                    <a:pt x="3948357" y="37767"/>
                  </a:lnTo>
                  <a:lnTo>
                    <a:pt x="3952487" y="33173"/>
                  </a:lnTo>
                  <a:lnTo>
                    <a:pt x="3956617" y="40083"/>
                  </a:lnTo>
                  <a:lnTo>
                    <a:pt x="3960747" y="59197"/>
                  </a:lnTo>
                  <a:lnTo>
                    <a:pt x="3964878" y="82902"/>
                  </a:lnTo>
                  <a:lnTo>
                    <a:pt x="3969008" y="116690"/>
                  </a:lnTo>
                  <a:lnTo>
                    <a:pt x="3973138" y="134753"/>
                  </a:lnTo>
                  <a:lnTo>
                    <a:pt x="3977268" y="139829"/>
                  </a:lnTo>
                  <a:lnTo>
                    <a:pt x="3981398" y="122889"/>
                  </a:lnTo>
                  <a:lnTo>
                    <a:pt x="3985528" y="94106"/>
                  </a:lnTo>
                  <a:lnTo>
                    <a:pt x="3989658" y="61857"/>
                  </a:lnTo>
                  <a:lnTo>
                    <a:pt x="3993788" y="37875"/>
                  </a:lnTo>
                  <a:lnTo>
                    <a:pt x="3997918" y="24913"/>
                  </a:lnTo>
                  <a:lnTo>
                    <a:pt x="4002048" y="14333"/>
                  </a:lnTo>
                  <a:lnTo>
                    <a:pt x="4006178" y="20534"/>
                  </a:lnTo>
                  <a:lnTo>
                    <a:pt x="4010308" y="37190"/>
                  </a:lnTo>
                  <a:lnTo>
                    <a:pt x="4014439" y="58970"/>
                  </a:lnTo>
                  <a:lnTo>
                    <a:pt x="4018569" y="73855"/>
                  </a:lnTo>
                  <a:lnTo>
                    <a:pt x="4022699" y="103533"/>
                  </a:lnTo>
                  <a:lnTo>
                    <a:pt x="4026829" y="129673"/>
                  </a:lnTo>
                  <a:lnTo>
                    <a:pt x="4030959" y="146289"/>
                  </a:lnTo>
                  <a:lnTo>
                    <a:pt x="4035089" y="174966"/>
                  </a:lnTo>
                  <a:lnTo>
                    <a:pt x="4039219" y="223789"/>
                  </a:lnTo>
                  <a:lnTo>
                    <a:pt x="4043349" y="272888"/>
                  </a:lnTo>
                  <a:lnTo>
                    <a:pt x="4047479" y="316388"/>
                  </a:lnTo>
                  <a:lnTo>
                    <a:pt x="4051609" y="370529"/>
                  </a:lnTo>
                  <a:lnTo>
                    <a:pt x="4055739" y="414501"/>
                  </a:lnTo>
                  <a:lnTo>
                    <a:pt x="4059869" y="436057"/>
                  </a:lnTo>
                  <a:lnTo>
                    <a:pt x="4063999" y="450788"/>
                  </a:lnTo>
                  <a:lnTo>
                    <a:pt x="4068130" y="473078"/>
                  </a:lnTo>
                  <a:lnTo>
                    <a:pt x="4072260" y="499659"/>
                  </a:lnTo>
                  <a:lnTo>
                    <a:pt x="4076390" y="532690"/>
                  </a:lnTo>
                  <a:lnTo>
                    <a:pt x="4080520" y="553367"/>
                  </a:lnTo>
                  <a:lnTo>
                    <a:pt x="4084650" y="553410"/>
                  </a:lnTo>
                  <a:lnTo>
                    <a:pt x="4088780" y="582203"/>
                  </a:lnTo>
                  <a:lnTo>
                    <a:pt x="4092910" y="628173"/>
                  </a:lnTo>
                  <a:lnTo>
                    <a:pt x="4097040" y="661801"/>
                  </a:lnTo>
                  <a:lnTo>
                    <a:pt x="4101170" y="710756"/>
                  </a:lnTo>
                  <a:lnTo>
                    <a:pt x="4105300" y="744088"/>
                  </a:lnTo>
                  <a:lnTo>
                    <a:pt x="4109430" y="653056"/>
                  </a:lnTo>
                  <a:lnTo>
                    <a:pt x="4113560" y="546856"/>
                  </a:lnTo>
                  <a:lnTo>
                    <a:pt x="4117691" y="456431"/>
                  </a:lnTo>
                  <a:lnTo>
                    <a:pt x="4121821" y="365219"/>
                  </a:lnTo>
                  <a:lnTo>
                    <a:pt x="4125951" y="262831"/>
                  </a:lnTo>
                  <a:lnTo>
                    <a:pt x="4130081" y="188588"/>
                  </a:lnTo>
                  <a:lnTo>
                    <a:pt x="4134211" y="129903"/>
                  </a:lnTo>
                  <a:lnTo>
                    <a:pt x="4138341" y="85962"/>
                  </a:lnTo>
                  <a:lnTo>
                    <a:pt x="4142471" y="59683"/>
                  </a:lnTo>
                  <a:lnTo>
                    <a:pt x="4146601" y="60078"/>
                  </a:lnTo>
                  <a:lnTo>
                    <a:pt x="4150731" y="73746"/>
                  </a:lnTo>
                  <a:lnTo>
                    <a:pt x="4154861" y="95912"/>
                  </a:lnTo>
                  <a:lnTo>
                    <a:pt x="4158991" y="115657"/>
                  </a:lnTo>
                  <a:lnTo>
                    <a:pt x="4163121" y="123129"/>
                  </a:lnTo>
                  <a:lnTo>
                    <a:pt x="4167252" y="114789"/>
                  </a:lnTo>
                  <a:lnTo>
                    <a:pt x="4171382" y="93566"/>
                  </a:lnTo>
                  <a:lnTo>
                    <a:pt x="4175512" y="70075"/>
                  </a:lnTo>
                  <a:lnTo>
                    <a:pt x="4179642" y="54680"/>
                  </a:lnTo>
                  <a:lnTo>
                    <a:pt x="4183772" y="51074"/>
                  </a:lnTo>
                  <a:lnTo>
                    <a:pt x="4187902" y="48316"/>
                  </a:lnTo>
                  <a:lnTo>
                    <a:pt x="4192032" y="56807"/>
                  </a:lnTo>
                  <a:lnTo>
                    <a:pt x="4196162" y="73397"/>
                  </a:lnTo>
                  <a:lnTo>
                    <a:pt x="4200292" y="94699"/>
                  </a:lnTo>
                  <a:lnTo>
                    <a:pt x="4204422" y="105476"/>
                  </a:lnTo>
                  <a:lnTo>
                    <a:pt x="4208552" y="126750"/>
                  </a:lnTo>
                  <a:lnTo>
                    <a:pt x="4212682" y="154154"/>
                  </a:lnTo>
                  <a:lnTo>
                    <a:pt x="4216813" y="189485"/>
                  </a:lnTo>
                  <a:lnTo>
                    <a:pt x="4220943" y="219594"/>
                  </a:lnTo>
                  <a:lnTo>
                    <a:pt x="4225073" y="261132"/>
                  </a:lnTo>
                  <a:lnTo>
                    <a:pt x="4229203" y="279745"/>
                  </a:lnTo>
                  <a:lnTo>
                    <a:pt x="4233333" y="267261"/>
                  </a:lnTo>
                  <a:lnTo>
                    <a:pt x="4237463" y="242332"/>
                  </a:lnTo>
                  <a:lnTo>
                    <a:pt x="4241593" y="221538"/>
                  </a:lnTo>
                  <a:lnTo>
                    <a:pt x="4245723" y="200106"/>
                  </a:lnTo>
                  <a:lnTo>
                    <a:pt x="4249853" y="182848"/>
                  </a:lnTo>
                  <a:lnTo>
                    <a:pt x="4253983" y="166247"/>
                  </a:lnTo>
                  <a:lnTo>
                    <a:pt x="4258113" y="142306"/>
                  </a:lnTo>
                  <a:lnTo>
                    <a:pt x="4262243" y="113413"/>
                  </a:lnTo>
                  <a:lnTo>
                    <a:pt x="4266373" y="89926"/>
                  </a:lnTo>
                  <a:lnTo>
                    <a:pt x="4270504" y="77497"/>
                  </a:lnTo>
                  <a:lnTo>
                    <a:pt x="4274634" y="71245"/>
                  </a:lnTo>
                  <a:lnTo>
                    <a:pt x="4278764" y="65944"/>
                  </a:lnTo>
                  <a:lnTo>
                    <a:pt x="4282894" y="71707"/>
                  </a:lnTo>
                  <a:lnTo>
                    <a:pt x="4287024" y="94736"/>
                  </a:lnTo>
                  <a:lnTo>
                    <a:pt x="4291154" y="132957"/>
                  </a:lnTo>
                  <a:lnTo>
                    <a:pt x="4295284" y="187236"/>
                  </a:lnTo>
                  <a:lnTo>
                    <a:pt x="4299414" y="270564"/>
                  </a:lnTo>
                  <a:lnTo>
                    <a:pt x="4303544" y="373236"/>
                  </a:lnTo>
                  <a:lnTo>
                    <a:pt x="4307674" y="455981"/>
                  </a:lnTo>
                  <a:lnTo>
                    <a:pt x="4311804" y="486348"/>
                  </a:lnTo>
                  <a:lnTo>
                    <a:pt x="4315934" y="430865"/>
                  </a:lnTo>
                  <a:lnTo>
                    <a:pt x="4320065" y="331448"/>
                  </a:lnTo>
                  <a:lnTo>
                    <a:pt x="4324195" y="251949"/>
                  </a:lnTo>
                  <a:lnTo>
                    <a:pt x="4328325" y="193336"/>
                  </a:lnTo>
                  <a:lnTo>
                    <a:pt x="4332455" y="145078"/>
                  </a:lnTo>
                  <a:lnTo>
                    <a:pt x="4336585" y="121420"/>
                  </a:lnTo>
                  <a:lnTo>
                    <a:pt x="4340715" y="120090"/>
                  </a:lnTo>
                  <a:lnTo>
                    <a:pt x="4344845" y="124375"/>
                  </a:lnTo>
                  <a:lnTo>
                    <a:pt x="4348975" y="132493"/>
                  </a:lnTo>
                  <a:lnTo>
                    <a:pt x="4353105" y="151793"/>
                  </a:lnTo>
                  <a:lnTo>
                    <a:pt x="4357235" y="167700"/>
                  </a:lnTo>
                  <a:lnTo>
                    <a:pt x="4361365" y="179016"/>
                  </a:lnTo>
                  <a:lnTo>
                    <a:pt x="4365495" y="182900"/>
                  </a:lnTo>
                  <a:lnTo>
                    <a:pt x="4369626" y="173794"/>
                  </a:lnTo>
                  <a:lnTo>
                    <a:pt x="4373756" y="157614"/>
                  </a:lnTo>
                  <a:lnTo>
                    <a:pt x="4377886" y="143603"/>
                  </a:lnTo>
                  <a:lnTo>
                    <a:pt x="4382016" y="138094"/>
                  </a:lnTo>
                  <a:lnTo>
                    <a:pt x="4386146" y="131729"/>
                  </a:lnTo>
                  <a:lnTo>
                    <a:pt x="4390276" y="143496"/>
                  </a:lnTo>
                  <a:lnTo>
                    <a:pt x="4394406" y="162468"/>
                  </a:lnTo>
                  <a:lnTo>
                    <a:pt x="4398536" y="185575"/>
                  </a:lnTo>
                  <a:lnTo>
                    <a:pt x="4402666" y="199973"/>
                  </a:lnTo>
                  <a:lnTo>
                    <a:pt x="4406796" y="231103"/>
                  </a:lnTo>
                  <a:lnTo>
                    <a:pt x="4410926" y="246075"/>
                  </a:lnTo>
                  <a:lnTo>
                    <a:pt x="4415056" y="249602"/>
                  </a:lnTo>
                  <a:lnTo>
                    <a:pt x="4419186" y="241088"/>
                  </a:lnTo>
                  <a:lnTo>
                    <a:pt x="4423317" y="231380"/>
                  </a:lnTo>
                  <a:lnTo>
                    <a:pt x="4427447" y="216629"/>
                  </a:lnTo>
                  <a:lnTo>
                    <a:pt x="4431577" y="182337"/>
                  </a:lnTo>
                  <a:lnTo>
                    <a:pt x="4435707" y="140085"/>
                  </a:lnTo>
                  <a:lnTo>
                    <a:pt x="4439837" y="107301"/>
                  </a:lnTo>
                  <a:lnTo>
                    <a:pt x="4443967" y="87994"/>
                  </a:lnTo>
                  <a:lnTo>
                    <a:pt x="4448097" y="84752"/>
                  </a:lnTo>
                  <a:lnTo>
                    <a:pt x="4452227" y="105113"/>
                  </a:lnTo>
                  <a:lnTo>
                    <a:pt x="4456357" y="143872"/>
                  </a:lnTo>
                  <a:lnTo>
                    <a:pt x="4460487" y="187778"/>
                  </a:lnTo>
                  <a:lnTo>
                    <a:pt x="4464617" y="224303"/>
                  </a:lnTo>
                  <a:lnTo>
                    <a:pt x="4468747" y="244839"/>
                  </a:lnTo>
                  <a:lnTo>
                    <a:pt x="4472878" y="263173"/>
                  </a:lnTo>
                  <a:lnTo>
                    <a:pt x="4477008" y="281175"/>
                  </a:lnTo>
                  <a:lnTo>
                    <a:pt x="4481138" y="319465"/>
                  </a:lnTo>
                  <a:lnTo>
                    <a:pt x="4485268" y="372953"/>
                  </a:lnTo>
                  <a:lnTo>
                    <a:pt x="4489398" y="404951"/>
                  </a:lnTo>
                  <a:lnTo>
                    <a:pt x="4493528" y="421594"/>
                  </a:lnTo>
                  <a:lnTo>
                    <a:pt x="4497658" y="437365"/>
                  </a:lnTo>
                  <a:lnTo>
                    <a:pt x="4501788" y="425135"/>
                  </a:lnTo>
                  <a:lnTo>
                    <a:pt x="4505918" y="406160"/>
                  </a:lnTo>
                  <a:lnTo>
                    <a:pt x="4510048" y="403405"/>
                  </a:lnTo>
                  <a:lnTo>
                    <a:pt x="4514178" y="407076"/>
                  </a:lnTo>
                  <a:lnTo>
                    <a:pt x="4518308" y="420913"/>
                  </a:lnTo>
                  <a:lnTo>
                    <a:pt x="4522439" y="462292"/>
                  </a:lnTo>
                  <a:lnTo>
                    <a:pt x="4526569" y="526123"/>
                  </a:lnTo>
                  <a:lnTo>
                    <a:pt x="4530699" y="604887"/>
                  </a:lnTo>
                  <a:lnTo>
                    <a:pt x="4534829" y="696557"/>
                  </a:lnTo>
                  <a:lnTo>
                    <a:pt x="4538959" y="780985"/>
                  </a:lnTo>
                  <a:lnTo>
                    <a:pt x="4543089" y="812608"/>
                  </a:lnTo>
                  <a:lnTo>
                    <a:pt x="4547219" y="788780"/>
                  </a:lnTo>
                  <a:lnTo>
                    <a:pt x="4551349" y="758242"/>
                  </a:lnTo>
                  <a:lnTo>
                    <a:pt x="4555479" y="700458"/>
                  </a:lnTo>
                  <a:lnTo>
                    <a:pt x="4559609" y="613279"/>
                  </a:lnTo>
                  <a:lnTo>
                    <a:pt x="4563739" y="526280"/>
                  </a:lnTo>
                  <a:lnTo>
                    <a:pt x="4567869" y="449411"/>
                  </a:lnTo>
                  <a:lnTo>
                    <a:pt x="4571999" y="386251"/>
                  </a:lnTo>
                  <a:lnTo>
                    <a:pt x="4576130" y="341766"/>
                  </a:lnTo>
                  <a:lnTo>
                    <a:pt x="4580260" y="314420"/>
                  </a:lnTo>
                  <a:lnTo>
                    <a:pt x="4584390" y="292734"/>
                  </a:lnTo>
                  <a:lnTo>
                    <a:pt x="4588520" y="297760"/>
                  </a:lnTo>
                  <a:lnTo>
                    <a:pt x="4592650" y="321008"/>
                  </a:lnTo>
                  <a:lnTo>
                    <a:pt x="4596780" y="357136"/>
                  </a:lnTo>
                  <a:lnTo>
                    <a:pt x="4600910" y="406432"/>
                  </a:lnTo>
                  <a:lnTo>
                    <a:pt x="4605040" y="483599"/>
                  </a:lnTo>
                  <a:lnTo>
                    <a:pt x="4609170" y="540589"/>
                  </a:lnTo>
                  <a:lnTo>
                    <a:pt x="4613300" y="569489"/>
                  </a:lnTo>
                  <a:lnTo>
                    <a:pt x="4617430" y="584359"/>
                  </a:lnTo>
                  <a:lnTo>
                    <a:pt x="4621560" y="596707"/>
                  </a:lnTo>
                  <a:lnTo>
                    <a:pt x="4625691" y="613334"/>
                  </a:lnTo>
                  <a:lnTo>
                    <a:pt x="4629821" y="634307"/>
                  </a:lnTo>
                  <a:lnTo>
                    <a:pt x="4633951" y="644658"/>
                  </a:lnTo>
                  <a:lnTo>
                    <a:pt x="4638081" y="630986"/>
                  </a:lnTo>
                  <a:lnTo>
                    <a:pt x="4642211" y="622523"/>
                  </a:lnTo>
                  <a:lnTo>
                    <a:pt x="4646341" y="606222"/>
                  </a:lnTo>
                  <a:lnTo>
                    <a:pt x="4650471" y="593169"/>
                  </a:lnTo>
                  <a:lnTo>
                    <a:pt x="4654601" y="603771"/>
                  </a:lnTo>
                  <a:lnTo>
                    <a:pt x="4658731" y="641939"/>
                  </a:lnTo>
                  <a:lnTo>
                    <a:pt x="4662861" y="668320"/>
                  </a:lnTo>
                  <a:lnTo>
                    <a:pt x="4666991" y="691595"/>
                  </a:lnTo>
                  <a:lnTo>
                    <a:pt x="4671121" y="726460"/>
                  </a:lnTo>
                  <a:lnTo>
                    <a:pt x="4675252" y="653956"/>
                  </a:lnTo>
                  <a:lnTo>
                    <a:pt x="4679382" y="507951"/>
                  </a:lnTo>
                  <a:lnTo>
                    <a:pt x="4683512" y="387905"/>
                  </a:lnTo>
                  <a:lnTo>
                    <a:pt x="4687642" y="300441"/>
                  </a:lnTo>
                  <a:lnTo>
                    <a:pt x="4691772" y="224695"/>
                  </a:lnTo>
                  <a:lnTo>
                    <a:pt x="4695902" y="193847"/>
                  </a:lnTo>
                  <a:lnTo>
                    <a:pt x="4700032" y="195902"/>
                  </a:lnTo>
                  <a:lnTo>
                    <a:pt x="4704162" y="201504"/>
                  </a:lnTo>
                  <a:lnTo>
                    <a:pt x="4708292" y="210635"/>
                  </a:lnTo>
                  <a:lnTo>
                    <a:pt x="4712422" y="239239"/>
                  </a:lnTo>
                  <a:lnTo>
                    <a:pt x="4716552" y="268594"/>
                  </a:lnTo>
                  <a:lnTo>
                    <a:pt x="4720682" y="294094"/>
                  </a:lnTo>
                  <a:lnTo>
                    <a:pt x="4724813" y="351030"/>
                  </a:lnTo>
                  <a:lnTo>
                    <a:pt x="4728943" y="437058"/>
                  </a:lnTo>
                  <a:lnTo>
                    <a:pt x="4733073" y="523698"/>
                  </a:lnTo>
                  <a:lnTo>
                    <a:pt x="4737203" y="562883"/>
                  </a:lnTo>
                  <a:lnTo>
                    <a:pt x="4741333" y="577655"/>
                  </a:lnTo>
                  <a:lnTo>
                    <a:pt x="4745463" y="572245"/>
                  </a:lnTo>
                  <a:lnTo>
                    <a:pt x="4749593" y="568053"/>
                  </a:lnTo>
                  <a:lnTo>
                    <a:pt x="4753723" y="586931"/>
                  </a:lnTo>
                  <a:lnTo>
                    <a:pt x="4757853" y="642062"/>
                  </a:lnTo>
                  <a:lnTo>
                    <a:pt x="4761983" y="694666"/>
                  </a:lnTo>
                  <a:lnTo>
                    <a:pt x="4766113" y="723579"/>
                  </a:lnTo>
                  <a:lnTo>
                    <a:pt x="4770243" y="726971"/>
                  </a:lnTo>
                  <a:lnTo>
                    <a:pt x="4774373" y="717006"/>
                  </a:lnTo>
                  <a:lnTo>
                    <a:pt x="4778504" y="706146"/>
                  </a:lnTo>
                  <a:lnTo>
                    <a:pt x="4782634" y="725779"/>
                  </a:lnTo>
                  <a:lnTo>
                    <a:pt x="4786764" y="768962"/>
                  </a:lnTo>
                  <a:lnTo>
                    <a:pt x="4790894" y="819840"/>
                  </a:lnTo>
                  <a:lnTo>
                    <a:pt x="4795024" y="873873"/>
                  </a:lnTo>
                  <a:lnTo>
                    <a:pt x="4799154" y="928680"/>
                  </a:lnTo>
                  <a:lnTo>
                    <a:pt x="4803284" y="972365"/>
                  </a:lnTo>
                  <a:lnTo>
                    <a:pt x="4807414" y="1031510"/>
                  </a:lnTo>
                  <a:lnTo>
                    <a:pt x="4811544" y="1084814"/>
                  </a:lnTo>
                  <a:lnTo>
                    <a:pt x="4815674" y="1099151"/>
                  </a:lnTo>
                  <a:lnTo>
                    <a:pt x="4819804" y="1050758"/>
                  </a:lnTo>
                  <a:lnTo>
                    <a:pt x="4823934" y="1006964"/>
                  </a:lnTo>
                  <a:lnTo>
                    <a:pt x="4828065" y="967131"/>
                  </a:lnTo>
                  <a:lnTo>
                    <a:pt x="4832195" y="919000"/>
                  </a:lnTo>
                  <a:lnTo>
                    <a:pt x="4836325" y="889868"/>
                  </a:lnTo>
                  <a:lnTo>
                    <a:pt x="4840455" y="851524"/>
                  </a:lnTo>
                  <a:lnTo>
                    <a:pt x="4844585" y="800534"/>
                  </a:lnTo>
                  <a:lnTo>
                    <a:pt x="4848715" y="719068"/>
                  </a:lnTo>
                  <a:lnTo>
                    <a:pt x="4852845" y="653956"/>
                  </a:lnTo>
                  <a:lnTo>
                    <a:pt x="4856975" y="583034"/>
                  </a:lnTo>
                  <a:lnTo>
                    <a:pt x="4861105" y="537285"/>
                  </a:lnTo>
                  <a:lnTo>
                    <a:pt x="4865235" y="500406"/>
                  </a:lnTo>
                  <a:lnTo>
                    <a:pt x="4869365" y="495926"/>
                  </a:lnTo>
                  <a:lnTo>
                    <a:pt x="4873495" y="498633"/>
                  </a:lnTo>
                  <a:lnTo>
                    <a:pt x="4877626" y="500441"/>
                  </a:lnTo>
                  <a:lnTo>
                    <a:pt x="4881756" y="457816"/>
                  </a:lnTo>
                  <a:lnTo>
                    <a:pt x="4885886" y="376788"/>
                  </a:lnTo>
                  <a:lnTo>
                    <a:pt x="4890016" y="288321"/>
                  </a:lnTo>
                  <a:lnTo>
                    <a:pt x="4894146" y="215218"/>
                  </a:lnTo>
                  <a:lnTo>
                    <a:pt x="4898276" y="158762"/>
                  </a:lnTo>
                  <a:lnTo>
                    <a:pt x="4902406" y="121964"/>
                  </a:lnTo>
                  <a:lnTo>
                    <a:pt x="4906536" y="99230"/>
                  </a:lnTo>
                  <a:lnTo>
                    <a:pt x="4910666" y="82576"/>
                  </a:lnTo>
                  <a:lnTo>
                    <a:pt x="4914796" y="73219"/>
                  </a:lnTo>
                  <a:lnTo>
                    <a:pt x="4918926" y="74328"/>
                  </a:lnTo>
                  <a:lnTo>
                    <a:pt x="4923056" y="84317"/>
                  </a:lnTo>
                  <a:lnTo>
                    <a:pt x="4927186" y="97986"/>
                  </a:lnTo>
                  <a:lnTo>
                    <a:pt x="4931317" y="116060"/>
                  </a:lnTo>
                  <a:lnTo>
                    <a:pt x="4935447" y="135491"/>
                  </a:lnTo>
                  <a:lnTo>
                    <a:pt x="4939577" y="139608"/>
                  </a:lnTo>
                  <a:lnTo>
                    <a:pt x="4943707" y="127718"/>
                  </a:lnTo>
                  <a:lnTo>
                    <a:pt x="4947837" y="124350"/>
                  </a:lnTo>
                  <a:lnTo>
                    <a:pt x="4951967" y="121906"/>
                  </a:lnTo>
                  <a:lnTo>
                    <a:pt x="4956097" y="103826"/>
                  </a:lnTo>
                  <a:lnTo>
                    <a:pt x="4960227" y="83669"/>
                  </a:lnTo>
                  <a:lnTo>
                    <a:pt x="4964357" y="79835"/>
                  </a:lnTo>
                  <a:lnTo>
                    <a:pt x="4968487" y="74411"/>
                  </a:lnTo>
                  <a:lnTo>
                    <a:pt x="4972617" y="77372"/>
                  </a:lnTo>
                  <a:lnTo>
                    <a:pt x="4976747" y="83747"/>
                  </a:lnTo>
                  <a:lnTo>
                    <a:pt x="4980878" y="102843"/>
                  </a:lnTo>
                  <a:lnTo>
                    <a:pt x="4985008" y="112457"/>
                  </a:lnTo>
                  <a:lnTo>
                    <a:pt x="4989138" y="121683"/>
                  </a:lnTo>
                  <a:lnTo>
                    <a:pt x="4993268" y="111165"/>
                  </a:lnTo>
                  <a:lnTo>
                    <a:pt x="4997398" y="109855"/>
                  </a:lnTo>
                  <a:lnTo>
                    <a:pt x="5001528" y="106026"/>
                  </a:lnTo>
                  <a:lnTo>
                    <a:pt x="5005658" y="107247"/>
                  </a:lnTo>
                  <a:lnTo>
                    <a:pt x="5009788" y="102789"/>
                  </a:lnTo>
                  <a:lnTo>
                    <a:pt x="5013918" y="110099"/>
                  </a:lnTo>
                  <a:lnTo>
                    <a:pt x="5018048" y="127600"/>
                  </a:lnTo>
                  <a:lnTo>
                    <a:pt x="5022178" y="153949"/>
                  </a:lnTo>
                  <a:lnTo>
                    <a:pt x="5026308" y="176275"/>
                  </a:lnTo>
                  <a:lnTo>
                    <a:pt x="5030439" y="206761"/>
                  </a:lnTo>
                  <a:lnTo>
                    <a:pt x="5034569" y="222412"/>
                  </a:lnTo>
                  <a:lnTo>
                    <a:pt x="5038699" y="209060"/>
                  </a:lnTo>
                  <a:lnTo>
                    <a:pt x="5042829" y="179458"/>
                  </a:lnTo>
                  <a:lnTo>
                    <a:pt x="5046959" y="151608"/>
                  </a:lnTo>
                  <a:lnTo>
                    <a:pt x="5051089" y="119411"/>
                  </a:lnTo>
                  <a:lnTo>
                    <a:pt x="5055219" y="91094"/>
                  </a:lnTo>
                  <a:lnTo>
                    <a:pt x="5059349" y="68380"/>
                  </a:lnTo>
                  <a:lnTo>
                    <a:pt x="5063479" y="54108"/>
                  </a:lnTo>
                  <a:lnTo>
                    <a:pt x="5067609" y="43338"/>
                  </a:lnTo>
                  <a:lnTo>
                    <a:pt x="5071739" y="34941"/>
                  </a:lnTo>
                  <a:lnTo>
                    <a:pt x="5075869" y="33771"/>
                  </a:lnTo>
                  <a:lnTo>
                    <a:pt x="5079999" y="33103"/>
                  </a:lnTo>
                  <a:lnTo>
                    <a:pt x="5084130" y="29368"/>
                  </a:lnTo>
                  <a:lnTo>
                    <a:pt x="5088260" y="25350"/>
                  </a:lnTo>
                  <a:lnTo>
                    <a:pt x="5092390" y="22341"/>
                  </a:lnTo>
                  <a:lnTo>
                    <a:pt x="5096520" y="16925"/>
                  </a:lnTo>
                  <a:lnTo>
                    <a:pt x="5100650" y="12159"/>
                  </a:lnTo>
                  <a:lnTo>
                    <a:pt x="5104780" y="8803"/>
                  </a:lnTo>
                  <a:lnTo>
                    <a:pt x="5108910" y="9150"/>
                  </a:lnTo>
                  <a:lnTo>
                    <a:pt x="5113040" y="14659"/>
                  </a:lnTo>
                  <a:lnTo>
                    <a:pt x="5117170" y="23370"/>
                  </a:lnTo>
                  <a:lnTo>
                    <a:pt x="5121300" y="40384"/>
                  </a:lnTo>
                  <a:lnTo>
                    <a:pt x="5125430" y="51300"/>
                  </a:lnTo>
                  <a:lnTo>
                    <a:pt x="5129560" y="63846"/>
                  </a:lnTo>
                  <a:lnTo>
                    <a:pt x="5133691" y="74960"/>
                  </a:lnTo>
                  <a:lnTo>
                    <a:pt x="5137821" y="93226"/>
                  </a:lnTo>
                  <a:lnTo>
                    <a:pt x="5141951" y="119378"/>
                  </a:lnTo>
                  <a:lnTo>
                    <a:pt x="5146081" y="153911"/>
                  </a:lnTo>
                  <a:lnTo>
                    <a:pt x="5150211" y="157984"/>
                  </a:lnTo>
                  <a:lnTo>
                    <a:pt x="5154341" y="150463"/>
                  </a:lnTo>
                  <a:lnTo>
                    <a:pt x="5158471" y="135057"/>
                  </a:lnTo>
                  <a:lnTo>
                    <a:pt x="5162601" y="118930"/>
                  </a:lnTo>
                  <a:lnTo>
                    <a:pt x="5166731" y="116262"/>
                  </a:lnTo>
                  <a:lnTo>
                    <a:pt x="5170861" y="129895"/>
                  </a:lnTo>
                  <a:lnTo>
                    <a:pt x="5174991" y="138533"/>
                  </a:lnTo>
                  <a:lnTo>
                    <a:pt x="5179121" y="144016"/>
                  </a:lnTo>
                  <a:lnTo>
                    <a:pt x="5183252" y="143075"/>
                  </a:lnTo>
                  <a:lnTo>
                    <a:pt x="5187382" y="129784"/>
                  </a:lnTo>
                  <a:lnTo>
                    <a:pt x="5191512" y="118848"/>
                  </a:lnTo>
                  <a:lnTo>
                    <a:pt x="5195642" y="131156"/>
                  </a:lnTo>
                  <a:lnTo>
                    <a:pt x="5199772" y="154547"/>
                  </a:lnTo>
                  <a:lnTo>
                    <a:pt x="5203902" y="178605"/>
                  </a:lnTo>
                  <a:lnTo>
                    <a:pt x="5208032" y="214533"/>
                  </a:lnTo>
                  <a:lnTo>
                    <a:pt x="5212162" y="265273"/>
                  </a:lnTo>
                  <a:lnTo>
                    <a:pt x="5216292" y="290510"/>
                  </a:lnTo>
                  <a:lnTo>
                    <a:pt x="5220422" y="271121"/>
                  </a:lnTo>
                  <a:lnTo>
                    <a:pt x="5224552" y="219258"/>
                  </a:lnTo>
                  <a:lnTo>
                    <a:pt x="5228682" y="164871"/>
                  </a:lnTo>
                  <a:lnTo>
                    <a:pt x="5232813" y="120918"/>
                  </a:lnTo>
                  <a:lnTo>
                    <a:pt x="5236943" y="89212"/>
                  </a:lnTo>
                  <a:lnTo>
                    <a:pt x="5241073" y="83996"/>
                  </a:lnTo>
                  <a:lnTo>
                    <a:pt x="5245203" y="93233"/>
                  </a:lnTo>
                  <a:lnTo>
                    <a:pt x="5249333" y="108935"/>
                  </a:lnTo>
                  <a:lnTo>
                    <a:pt x="5253463" y="117215"/>
                  </a:lnTo>
                  <a:lnTo>
                    <a:pt x="5257593" y="129827"/>
                  </a:lnTo>
                  <a:lnTo>
                    <a:pt x="5261723" y="144438"/>
                  </a:lnTo>
                  <a:lnTo>
                    <a:pt x="5265853" y="177131"/>
                  </a:lnTo>
                  <a:lnTo>
                    <a:pt x="5269983" y="210055"/>
                  </a:lnTo>
                  <a:lnTo>
                    <a:pt x="5274113" y="259373"/>
                  </a:lnTo>
                  <a:lnTo>
                    <a:pt x="5278243" y="303983"/>
                  </a:lnTo>
                  <a:lnTo>
                    <a:pt x="5282373" y="328555"/>
                  </a:lnTo>
                  <a:lnTo>
                    <a:pt x="5286504" y="327842"/>
                  </a:lnTo>
                  <a:lnTo>
                    <a:pt x="5290634" y="334373"/>
                  </a:lnTo>
                  <a:lnTo>
                    <a:pt x="5294764" y="347142"/>
                  </a:lnTo>
                  <a:lnTo>
                    <a:pt x="5298894" y="385839"/>
                  </a:lnTo>
                  <a:lnTo>
                    <a:pt x="5303024" y="438147"/>
                  </a:lnTo>
                  <a:lnTo>
                    <a:pt x="5307154" y="514706"/>
                  </a:lnTo>
                  <a:lnTo>
                    <a:pt x="5311284" y="613169"/>
                  </a:lnTo>
                  <a:lnTo>
                    <a:pt x="5315414" y="702936"/>
                  </a:lnTo>
                  <a:lnTo>
                    <a:pt x="5319544" y="767960"/>
                  </a:lnTo>
                  <a:lnTo>
                    <a:pt x="5323674" y="820084"/>
                  </a:lnTo>
                  <a:lnTo>
                    <a:pt x="5327804" y="839250"/>
                  </a:lnTo>
                  <a:lnTo>
                    <a:pt x="5331934" y="853605"/>
                  </a:lnTo>
                  <a:lnTo>
                    <a:pt x="5336065" y="892444"/>
                  </a:lnTo>
                  <a:lnTo>
                    <a:pt x="5340195" y="930173"/>
                  </a:lnTo>
                  <a:lnTo>
                    <a:pt x="5344325" y="994429"/>
                  </a:lnTo>
                  <a:lnTo>
                    <a:pt x="5348455" y="1047498"/>
                  </a:lnTo>
                  <a:lnTo>
                    <a:pt x="5352585" y="1085155"/>
                  </a:lnTo>
                  <a:lnTo>
                    <a:pt x="5356715" y="1111673"/>
                  </a:lnTo>
                  <a:lnTo>
                    <a:pt x="5360845" y="1143772"/>
                  </a:lnTo>
                  <a:lnTo>
                    <a:pt x="5364975" y="1152460"/>
                  </a:lnTo>
                  <a:lnTo>
                    <a:pt x="5369105" y="1161449"/>
                  </a:lnTo>
                  <a:lnTo>
                    <a:pt x="5373235" y="1161449"/>
                  </a:lnTo>
                  <a:lnTo>
                    <a:pt x="5377365" y="1173622"/>
                  </a:lnTo>
                  <a:lnTo>
                    <a:pt x="5381495" y="1183392"/>
                  </a:lnTo>
                  <a:lnTo>
                    <a:pt x="5385626" y="1193545"/>
                  </a:lnTo>
                  <a:lnTo>
                    <a:pt x="5389756" y="1215130"/>
                  </a:lnTo>
                  <a:lnTo>
                    <a:pt x="5393886" y="1264588"/>
                  </a:lnTo>
                  <a:lnTo>
                    <a:pt x="5398016" y="1293380"/>
                  </a:lnTo>
                  <a:lnTo>
                    <a:pt x="5402146" y="1325781"/>
                  </a:lnTo>
                  <a:lnTo>
                    <a:pt x="5406276" y="1383545"/>
                  </a:lnTo>
                  <a:lnTo>
                    <a:pt x="5410406" y="1430742"/>
                  </a:lnTo>
                  <a:lnTo>
                    <a:pt x="5414536" y="1430742"/>
                  </a:lnTo>
                  <a:lnTo>
                    <a:pt x="5418666" y="1430742"/>
                  </a:lnTo>
                  <a:lnTo>
                    <a:pt x="5422796" y="1430742"/>
                  </a:lnTo>
                  <a:lnTo>
                    <a:pt x="5426926" y="1430742"/>
                  </a:lnTo>
                  <a:lnTo>
                    <a:pt x="5431056" y="1406070"/>
                  </a:lnTo>
                  <a:lnTo>
                    <a:pt x="5435186" y="1362825"/>
                  </a:lnTo>
                  <a:lnTo>
                    <a:pt x="5439317" y="1321502"/>
                  </a:lnTo>
                  <a:lnTo>
                    <a:pt x="5443447" y="1275013"/>
                  </a:lnTo>
                  <a:lnTo>
                    <a:pt x="5447577" y="1235616"/>
                  </a:lnTo>
                  <a:lnTo>
                    <a:pt x="5451707" y="1235616"/>
                  </a:lnTo>
                  <a:lnTo>
                    <a:pt x="5455837" y="1248094"/>
                  </a:lnTo>
                  <a:lnTo>
                    <a:pt x="5459967" y="1278584"/>
                  </a:lnTo>
                  <a:lnTo>
                    <a:pt x="5464097" y="1325781"/>
                  </a:lnTo>
                  <a:lnTo>
                    <a:pt x="5468227" y="1383545"/>
                  </a:lnTo>
                  <a:lnTo>
                    <a:pt x="5472357" y="1406070"/>
                  </a:lnTo>
                  <a:lnTo>
                    <a:pt x="5476487" y="1406070"/>
                  </a:lnTo>
                  <a:lnTo>
                    <a:pt x="5480617" y="1362825"/>
                  </a:lnTo>
                  <a:lnTo>
                    <a:pt x="5484747" y="1343641"/>
                  </a:lnTo>
                  <a:lnTo>
                    <a:pt x="5488878" y="1343641"/>
                  </a:lnTo>
                  <a:lnTo>
                    <a:pt x="5493008" y="1343641"/>
                  </a:lnTo>
                  <a:lnTo>
                    <a:pt x="5497138" y="1362825"/>
                  </a:lnTo>
                  <a:lnTo>
                    <a:pt x="5501268" y="1383545"/>
                  </a:lnTo>
                  <a:lnTo>
                    <a:pt x="5505398" y="1343641"/>
                  </a:lnTo>
                  <a:lnTo>
                    <a:pt x="5509528" y="1293380"/>
                  </a:lnTo>
                  <a:lnTo>
                    <a:pt x="5513658" y="1264588"/>
                  </a:lnTo>
                  <a:lnTo>
                    <a:pt x="5517788" y="1257200"/>
                  </a:lnTo>
                  <a:lnTo>
                    <a:pt x="5521918" y="1244287"/>
                  </a:lnTo>
                  <a:lnTo>
                    <a:pt x="5526048" y="1231987"/>
                  </a:lnTo>
                  <a:lnTo>
                    <a:pt x="5530178" y="1244287"/>
                  </a:lnTo>
                  <a:lnTo>
                    <a:pt x="5534308" y="1270792"/>
                  </a:lnTo>
                  <a:lnTo>
                    <a:pt x="5538439" y="1278584"/>
                  </a:lnTo>
                  <a:lnTo>
                    <a:pt x="5542569" y="1309074"/>
                  </a:lnTo>
                  <a:lnTo>
                    <a:pt x="5546699" y="1383545"/>
                  </a:lnTo>
                  <a:lnTo>
                    <a:pt x="5550829" y="1430742"/>
                  </a:lnTo>
                  <a:lnTo>
                    <a:pt x="5554959" y="1430742"/>
                  </a:lnTo>
                  <a:lnTo>
                    <a:pt x="5559089" y="1430742"/>
                  </a:lnTo>
                  <a:lnTo>
                    <a:pt x="5563219" y="1430742"/>
                  </a:lnTo>
                  <a:lnTo>
                    <a:pt x="5567349" y="1430742"/>
                  </a:lnTo>
                  <a:lnTo>
                    <a:pt x="5571479" y="1430742"/>
                  </a:lnTo>
                  <a:lnTo>
                    <a:pt x="5575609" y="1430742"/>
                  </a:lnTo>
                  <a:lnTo>
                    <a:pt x="5579739" y="1430742"/>
                  </a:lnTo>
                  <a:lnTo>
                    <a:pt x="5583869" y="1406070"/>
                  </a:lnTo>
                  <a:lnTo>
                    <a:pt x="5588000" y="1362825"/>
                  </a:lnTo>
                  <a:lnTo>
                    <a:pt x="5592130" y="1325781"/>
                  </a:lnTo>
                  <a:lnTo>
                    <a:pt x="5596260" y="1278584"/>
                  </a:lnTo>
                  <a:lnTo>
                    <a:pt x="5600390" y="1257863"/>
                  </a:lnTo>
                  <a:lnTo>
                    <a:pt x="5604520" y="1271491"/>
                  </a:lnTo>
                  <a:lnTo>
                    <a:pt x="5608650" y="1301108"/>
                  </a:lnTo>
                  <a:lnTo>
                    <a:pt x="5612780" y="1334557"/>
                  </a:lnTo>
                  <a:lnTo>
                    <a:pt x="5616910" y="1394563"/>
                  </a:lnTo>
                  <a:lnTo>
                    <a:pt x="5621040" y="1430742"/>
                  </a:lnTo>
                  <a:lnTo>
                    <a:pt x="5625170" y="1430742"/>
                  </a:lnTo>
                  <a:lnTo>
                    <a:pt x="5629300" y="1430742"/>
                  </a:lnTo>
                  <a:lnTo>
                    <a:pt x="5633430" y="1430742"/>
                  </a:lnTo>
                  <a:lnTo>
                    <a:pt x="5637560" y="1430742"/>
                  </a:lnTo>
                  <a:lnTo>
                    <a:pt x="5641691" y="1430742"/>
                  </a:lnTo>
                  <a:lnTo>
                    <a:pt x="5645821" y="1430742"/>
                  </a:lnTo>
                  <a:lnTo>
                    <a:pt x="5649951" y="1429451"/>
                  </a:lnTo>
                  <a:lnTo>
                    <a:pt x="5654081" y="1404896"/>
                  </a:lnTo>
                  <a:lnTo>
                    <a:pt x="5658211" y="1380329"/>
                  </a:lnTo>
                  <a:lnTo>
                    <a:pt x="5662341" y="1359855"/>
                  </a:lnTo>
                  <a:lnTo>
                    <a:pt x="5666471" y="1340882"/>
                  </a:lnTo>
                  <a:lnTo>
                    <a:pt x="5670601" y="1341798"/>
                  </a:lnTo>
                  <a:lnTo>
                    <a:pt x="5674731" y="1360841"/>
                  </a:lnTo>
                  <a:lnTo>
                    <a:pt x="5678861" y="1383545"/>
                  </a:lnTo>
                  <a:lnTo>
                    <a:pt x="5682991" y="1406070"/>
                  </a:lnTo>
                  <a:lnTo>
                    <a:pt x="5687121" y="1406070"/>
                  </a:lnTo>
                  <a:lnTo>
                    <a:pt x="5691252" y="1383545"/>
                  </a:lnTo>
                  <a:lnTo>
                    <a:pt x="5695382" y="1343641"/>
                  </a:lnTo>
                  <a:lnTo>
                    <a:pt x="5699512" y="1325781"/>
                  </a:lnTo>
                  <a:lnTo>
                    <a:pt x="5703642" y="1325781"/>
                  </a:lnTo>
                  <a:lnTo>
                    <a:pt x="5707772" y="1343641"/>
                  </a:lnTo>
                  <a:lnTo>
                    <a:pt x="5711902" y="1362825"/>
                  </a:lnTo>
                  <a:lnTo>
                    <a:pt x="5716032" y="1406070"/>
                  </a:lnTo>
                  <a:lnTo>
                    <a:pt x="5720162" y="1430742"/>
                  </a:lnTo>
                  <a:lnTo>
                    <a:pt x="5724292" y="1430742"/>
                  </a:lnTo>
                  <a:lnTo>
                    <a:pt x="5728422" y="1406070"/>
                  </a:lnTo>
                  <a:lnTo>
                    <a:pt x="5732552" y="1362825"/>
                  </a:lnTo>
                  <a:lnTo>
                    <a:pt x="5736682" y="1343641"/>
                  </a:lnTo>
                  <a:lnTo>
                    <a:pt x="5740813" y="1325781"/>
                  </a:lnTo>
                  <a:lnTo>
                    <a:pt x="5744943" y="1309074"/>
                  </a:lnTo>
                  <a:lnTo>
                    <a:pt x="5749073" y="1296444"/>
                  </a:lnTo>
                  <a:lnTo>
                    <a:pt x="5753203" y="1312330"/>
                  </a:lnTo>
                  <a:lnTo>
                    <a:pt x="5757333" y="1329256"/>
                  </a:lnTo>
                  <a:lnTo>
                    <a:pt x="5761463" y="1312330"/>
                  </a:lnTo>
                  <a:lnTo>
                    <a:pt x="5765593" y="1296444"/>
                  </a:lnTo>
                  <a:lnTo>
                    <a:pt x="5769723" y="1293380"/>
                  </a:lnTo>
                  <a:lnTo>
                    <a:pt x="5773853" y="1309074"/>
                  </a:lnTo>
                  <a:lnTo>
                    <a:pt x="5777983" y="1309074"/>
                  </a:lnTo>
                  <a:lnTo>
                    <a:pt x="5782113" y="1343641"/>
                  </a:lnTo>
                  <a:lnTo>
                    <a:pt x="5786243" y="1362825"/>
                  </a:lnTo>
                  <a:lnTo>
                    <a:pt x="5790373" y="1362825"/>
                  </a:lnTo>
                  <a:lnTo>
                    <a:pt x="5794504" y="1343641"/>
                  </a:lnTo>
                  <a:lnTo>
                    <a:pt x="5798634" y="1343641"/>
                  </a:lnTo>
                  <a:lnTo>
                    <a:pt x="5802764" y="1343641"/>
                  </a:lnTo>
                  <a:lnTo>
                    <a:pt x="5806894" y="1362825"/>
                  </a:lnTo>
                  <a:lnTo>
                    <a:pt x="5811024" y="1406070"/>
                  </a:lnTo>
                  <a:lnTo>
                    <a:pt x="5815154" y="1430742"/>
                  </a:lnTo>
                  <a:lnTo>
                    <a:pt x="5819284" y="1430742"/>
                  </a:lnTo>
                  <a:lnTo>
                    <a:pt x="5823414" y="1430742"/>
                  </a:lnTo>
                  <a:lnTo>
                    <a:pt x="5827544" y="1430742"/>
                  </a:lnTo>
                  <a:lnTo>
                    <a:pt x="5831674" y="1430742"/>
                  </a:lnTo>
                  <a:lnTo>
                    <a:pt x="5835804" y="1430742"/>
                  </a:lnTo>
                  <a:lnTo>
                    <a:pt x="5839934" y="1430742"/>
                  </a:lnTo>
                  <a:lnTo>
                    <a:pt x="5844065" y="1430742"/>
                  </a:lnTo>
                  <a:lnTo>
                    <a:pt x="5848195" y="1430742"/>
                  </a:lnTo>
                  <a:lnTo>
                    <a:pt x="5852325" y="1430742"/>
                  </a:lnTo>
                  <a:lnTo>
                    <a:pt x="5856455" y="1430742"/>
                  </a:lnTo>
                  <a:lnTo>
                    <a:pt x="5860585" y="1430742"/>
                  </a:lnTo>
                  <a:lnTo>
                    <a:pt x="5864715" y="1430742"/>
                  </a:lnTo>
                  <a:lnTo>
                    <a:pt x="5868845" y="1430742"/>
                  </a:lnTo>
                  <a:lnTo>
                    <a:pt x="5872975" y="1430742"/>
                  </a:lnTo>
                  <a:lnTo>
                    <a:pt x="5877105" y="1430742"/>
                  </a:lnTo>
                  <a:lnTo>
                    <a:pt x="5881235" y="1430742"/>
                  </a:lnTo>
                  <a:lnTo>
                    <a:pt x="5885365" y="1406070"/>
                  </a:lnTo>
                  <a:lnTo>
                    <a:pt x="5889495" y="1362825"/>
                  </a:lnTo>
                  <a:lnTo>
                    <a:pt x="5893626" y="1325781"/>
                  </a:lnTo>
                  <a:lnTo>
                    <a:pt x="5897756" y="1325781"/>
                  </a:lnTo>
                  <a:lnTo>
                    <a:pt x="5901886" y="1325781"/>
                  </a:lnTo>
                  <a:lnTo>
                    <a:pt x="5906016" y="1343641"/>
                  </a:lnTo>
                  <a:lnTo>
                    <a:pt x="5910146" y="1383545"/>
                  </a:lnTo>
                  <a:lnTo>
                    <a:pt x="5914276" y="1406070"/>
                  </a:lnTo>
                  <a:lnTo>
                    <a:pt x="5918406" y="1383545"/>
                  </a:lnTo>
                  <a:lnTo>
                    <a:pt x="5922536" y="1343641"/>
                  </a:lnTo>
                  <a:lnTo>
                    <a:pt x="5926666" y="1309074"/>
                  </a:lnTo>
                  <a:lnTo>
                    <a:pt x="5930796" y="1293380"/>
                  </a:lnTo>
                  <a:lnTo>
                    <a:pt x="5934926" y="1306658"/>
                  </a:lnTo>
                  <a:lnTo>
                    <a:pt x="5939056" y="1306658"/>
                  </a:lnTo>
                  <a:lnTo>
                    <a:pt x="5943186" y="1323205"/>
                  </a:lnTo>
                  <a:lnTo>
                    <a:pt x="5947317" y="1359855"/>
                  </a:lnTo>
                  <a:lnTo>
                    <a:pt x="5951447" y="1380329"/>
                  </a:lnTo>
                  <a:lnTo>
                    <a:pt x="5955577" y="1383545"/>
                  </a:lnTo>
                  <a:lnTo>
                    <a:pt x="5959707" y="1406070"/>
                  </a:lnTo>
                  <a:lnTo>
                    <a:pt x="5963837" y="1430742"/>
                  </a:lnTo>
                  <a:lnTo>
                    <a:pt x="5967967" y="1430742"/>
                  </a:lnTo>
                  <a:lnTo>
                    <a:pt x="5972097" y="1430742"/>
                  </a:lnTo>
                  <a:lnTo>
                    <a:pt x="5976227" y="1430742"/>
                  </a:lnTo>
                  <a:lnTo>
                    <a:pt x="5980357" y="1430742"/>
                  </a:lnTo>
                  <a:lnTo>
                    <a:pt x="5984487" y="1430742"/>
                  </a:lnTo>
                  <a:lnTo>
                    <a:pt x="5988617" y="1430742"/>
                  </a:lnTo>
                  <a:lnTo>
                    <a:pt x="5992747" y="1430742"/>
                  </a:lnTo>
                  <a:lnTo>
                    <a:pt x="5996878" y="1430742"/>
                  </a:lnTo>
                  <a:lnTo>
                    <a:pt x="6001008" y="1430742"/>
                  </a:lnTo>
                  <a:lnTo>
                    <a:pt x="6005138" y="1430742"/>
                  </a:lnTo>
                  <a:lnTo>
                    <a:pt x="6009268" y="1430742"/>
                  </a:lnTo>
                  <a:lnTo>
                    <a:pt x="6013398" y="1430742"/>
                  </a:lnTo>
                  <a:lnTo>
                    <a:pt x="6017528" y="1430742"/>
                  </a:lnTo>
                  <a:lnTo>
                    <a:pt x="6021658" y="1430742"/>
                  </a:lnTo>
                  <a:lnTo>
                    <a:pt x="6025788" y="1430742"/>
                  </a:lnTo>
                  <a:lnTo>
                    <a:pt x="6029918" y="1430742"/>
                  </a:lnTo>
                  <a:lnTo>
                    <a:pt x="6034048" y="1430742"/>
                  </a:lnTo>
                  <a:lnTo>
                    <a:pt x="6038178" y="1430742"/>
                  </a:lnTo>
                  <a:lnTo>
                    <a:pt x="6042308" y="1430742"/>
                  </a:lnTo>
                  <a:lnTo>
                    <a:pt x="6046439" y="1430742"/>
                  </a:lnTo>
                  <a:lnTo>
                    <a:pt x="6050569" y="1430742"/>
                  </a:lnTo>
                  <a:lnTo>
                    <a:pt x="6054699" y="1430742"/>
                  </a:lnTo>
                  <a:lnTo>
                    <a:pt x="6058829" y="1430742"/>
                  </a:lnTo>
                  <a:lnTo>
                    <a:pt x="6062959" y="1430742"/>
                  </a:lnTo>
                  <a:lnTo>
                    <a:pt x="6067089" y="1430742"/>
                  </a:lnTo>
                  <a:lnTo>
                    <a:pt x="6071219" y="1430742"/>
                  </a:lnTo>
                  <a:lnTo>
                    <a:pt x="6075349" y="1430742"/>
                  </a:lnTo>
                  <a:lnTo>
                    <a:pt x="6079479" y="1430742"/>
                  </a:lnTo>
                  <a:lnTo>
                    <a:pt x="6083609" y="1430742"/>
                  </a:lnTo>
                  <a:lnTo>
                    <a:pt x="6087739" y="1430742"/>
                  </a:lnTo>
                  <a:lnTo>
                    <a:pt x="6091869" y="1430742"/>
                  </a:lnTo>
                  <a:lnTo>
                    <a:pt x="6095999" y="1430742"/>
                  </a:lnTo>
                  <a:lnTo>
                    <a:pt x="6100130" y="1430742"/>
                  </a:lnTo>
                  <a:lnTo>
                    <a:pt x="6104260" y="1430742"/>
                  </a:lnTo>
                  <a:lnTo>
                    <a:pt x="6108390" y="1430742"/>
                  </a:lnTo>
                  <a:lnTo>
                    <a:pt x="6112520" y="1430742"/>
                  </a:lnTo>
                  <a:lnTo>
                    <a:pt x="6116650" y="1430742"/>
                  </a:lnTo>
                  <a:lnTo>
                    <a:pt x="6120780" y="1430742"/>
                  </a:lnTo>
                  <a:lnTo>
                    <a:pt x="6124910" y="1430742"/>
                  </a:lnTo>
                  <a:lnTo>
                    <a:pt x="6129040" y="1430742"/>
                  </a:lnTo>
                  <a:lnTo>
                    <a:pt x="6133170" y="1430742"/>
                  </a:lnTo>
                  <a:lnTo>
                    <a:pt x="6137300" y="1430742"/>
                  </a:lnTo>
                  <a:lnTo>
                    <a:pt x="6141430" y="1406070"/>
                  </a:lnTo>
                  <a:lnTo>
                    <a:pt x="6145560" y="1362825"/>
                  </a:lnTo>
                  <a:lnTo>
                    <a:pt x="6149691" y="1343641"/>
                  </a:lnTo>
                  <a:lnTo>
                    <a:pt x="6153821" y="1343641"/>
                  </a:lnTo>
                  <a:lnTo>
                    <a:pt x="6157951" y="1343641"/>
                  </a:lnTo>
                  <a:lnTo>
                    <a:pt x="6162081" y="1362825"/>
                  </a:lnTo>
                  <a:lnTo>
                    <a:pt x="6166211" y="1362825"/>
                  </a:lnTo>
                  <a:lnTo>
                    <a:pt x="6170341" y="1343641"/>
                  </a:lnTo>
                  <a:lnTo>
                    <a:pt x="6174471" y="1325781"/>
                  </a:lnTo>
                  <a:lnTo>
                    <a:pt x="6178601" y="1325781"/>
                  </a:lnTo>
                  <a:lnTo>
                    <a:pt x="6182731" y="1325781"/>
                  </a:lnTo>
                  <a:lnTo>
                    <a:pt x="6186861" y="1362825"/>
                  </a:lnTo>
                  <a:lnTo>
                    <a:pt x="6190991" y="1406070"/>
                  </a:lnTo>
                  <a:lnTo>
                    <a:pt x="6195121" y="1406070"/>
                  </a:lnTo>
                  <a:lnTo>
                    <a:pt x="6199252" y="1362825"/>
                  </a:lnTo>
                  <a:lnTo>
                    <a:pt x="6203382" y="1343641"/>
                  </a:lnTo>
                  <a:lnTo>
                    <a:pt x="6207512" y="1325781"/>
                  </a:lnTo>
                  <a:lnTo>
                    <a:pt x="6211642" y="1325781"/>
                  </a:lnTo>
                  <a:lnTo>
                    <a:pt x="6215772" y="1343641"/>
                  </a:lnTo>
                  <a:lnTo>
                    <a:pt x="6219902" y="1383545"/>
                  </a:lnTo>
                  <a:lnTo>
                    <a:pt x="6224032" y="1406070"/>
                  </a:lnTo>
                  <a:lnTo>
                    <a:pt x="6228162" y="1430742"/>
                  </a:lnTo>
                  <a:lnTo>
                    <a:pt x="6232292" y="1430742"/>
                  </a:lnTo>
                  <a:lnTo>
                    <a:pt x="6236422" y="1430742"/>
                  </a:lnTo>
                  <a:lnTo>
                    <a:pt x="6240552" y="1430742"/>
                  </a:lnTo>
                  <a:lnTo>
                    <a:pt x="6244682" y="1430742"/>
                  </a:lnTo>
                  <a:lnTo>
                    <a:pt x="6248813" y="1430742"/>
                  </a:lnTo>
                  <a:lnTo>
                    <a:pt x="6252943" y="1430742"/>
                  </a:lnTo>
                  <a:lnTo>
                    <a:pt x="6257073" y="1430742"/>
                  </a:lnTo>
                  <a:lnTo>
                    <a:pt x="6261203" y="1406070"/>
                  </a:lnTo>
                  <a:lnTo>
                    <a:pt x="6265333" y="1383545"/>
                  </a:lnTo>
                  <a:lnTo>
                    <a:pt x="6269463" y="1343641"/>
                  </a:lnTo>
                  <a:lnTo>
                    <a:pt x="6273593" y="1325781"/>
                  </a:lnTo>
                  <a:lnTo>
                    <a:pt x="6277723" y="1325781"/>
                  </a:lnTo>
                  <a:lnTo>
                    <a:pt x="6281853" y="1343641"/>
                  </a:lnTo>
                  <a:lnTo>
                    <a:pt x="6285983" y="1362825"/>
                  </a:lnTo>
                  <a:lnTo>
                    <a:pt x="6290113" y="1406070"/>
                  </a:lnTo>
                  <a:lnTo>
                    <a:pt x="6294243" y="1430742"/>
                  </a:lnTo>
                  <a:lnTo>
                    <a:pt x="6298373" y="1430742"/>
                  </a:lnTo>
                  <a:lnTo>
                    <a:pt x="6302504" y="1430742"/>
                  </a:lnTo>
                  <a:lnTo>
                    <a:pt x="6306634" y="1430742"/>
                  </a:lnTo>
                  <a:lnTo>
                    <a:pt x="6310764" y="1430742"/>
                  </a:lnTo>
                  <a:lnTo>
                    <a:pt x="6314894" y="1430742"/>
                  </a:lnTo>
                  <a:lnTo>
                    <a:pt x="6319024" y="1406070"/>
                  </a:lnTo>
                  <a:lnTo>
                    <a:pt x="6323154" y="1383545"/>
                  </a:lnTo>
                  <a:lnTo>
                    <a:pt x="6327284" y="1362825"/>
                  </a:lnTo>
                  <a:lnTo>
                    <a:pt x="6331414" y="1343641"/>
                  </a:lnTo>
                  <a:lnTo>
                    <a:pt x="6335544" y="1343641"/>
                  </a:lnTo>
                  <a:lnTo>
                    <a:pt x="6339674" y="1362825"/>
                  </a:lnTo>
                  <a:lnTo>
                    <a:pt x="6343804" y="1383545"/>
                  </a:lnTo>
                  <a:lnTo>
                    <a:pt x="6347934" y="1406070"/>
                  </a:lnTo>
                  <a:lnTo>
                    <a:pt x="6352065" y="1430742"/>
                  </a:lnTo>
                  <a:lnTo>
                    <a:pt x="6356195" y="1430742"/>
                  </a:lnTo>
                  <a:lnTo>
                    <a:pt x="6360325" y="1430742"/>
                  </a:lnTo>
                  <a:lnTo>
                    <a:pt x="6364455" y="1430742"/>
                  </a:lnTo>
                  <a:lnTo>
                    <a:pt x="6368585" y="1430742"/>
                  </a:lnTo>
                  <a:lnTo>
                    <a:pt x="6372715" y="1430742"/>
                  </a:lnTo>
                  <a:lnTo>
                    <a:pt x="6376845" y="1430742"/>
                  </a:lnTo>
                  <a:lnTo>
                    <a:pt x="6380975" y="1430742"/>
                  </a:lnTo>
                  <a:lnTo>
                    <a:pt x="6385105" y="1430742"/>
                  </a:lnTo>
                  <a:lnTo>
                    <a:pt x="6389235" y="1430742"/>
                  </a:lnTo>
                  <a:lnTo>
                    <a:pt x="6393365" y="1430742"/>
                  </a:lnTo>
                  <a:lnTo>
                    <a:pt x="6397495" y="1430742"/>
                  </a:lnTo>
                  <a:lnTo>
                    <a:pt x="6401626" y="1430742"/>
                  </a:lnTo>
                  <a:lnTo>
                    <a:pt x="6405756" y="1430742"/>
                  </a:lnTo>
                  <a:lnTo>
                    <a:pt x="6409886" y="1406070"/>
                  </a:lnTo>
                  <a:lnTo>
                    <a:pt x="6414016" y="1383545"/>
                  </a:lnTo>
                  <a:lnTo>
                    <a:pt x="6418146" y="1362825"/>
                  </a:lnTo>
                  <a:lnTo>
                    <a:pt x="6422276" y="1343641"/>
                  </a:lnTo>
                  <a:lnTo>
                    <a:pt x="6426406" y="1343641"/>
                  </a:lnTo>
                  <a:lnTo>
                    <a:pt x="6430536" y="1362825"/>
                  </a:lnTo>
                  <a:lnTo>
                    <a:pt x="6434666" y="1383545"/>
                  </a:lnTo>
                  <a:lnTo>
                    <a:pt x="6438796" y="1406070"/>
                  </a:lnTo>
                  <a:lnTo>
                    <a:pt x="6442926" y="1430742"/>
                  </a:lnTo>
                  <a:lnTo>
                    <a:pt x="6447056" y="1430742"/>
                  </a:lnTo>
                  <a:lnTo>
                    <a:pt x="6451186" y="1430742"/>
                  </a:lnTo>
                  <a:lnTo>
                    <a:pt x="6455317" y="1430742"/>
                  </a:lnTo>
                  <a:lnTo>
                    <a:pt x="6459447" y="1430742"/>
                  </a:lnTo>
                  <a:lnTo>
                    <a:pt x="6463577" y="1430742"/>
                  </a:lnTo>
                  <a:lnTo>
                    <a:pt x="6467707" y="1430742"/>
                  </a:lnTo>
                  <a:lnTo>
                    <a:pt x="6471837" y="1430742"/>
                  </a:lnTo>
                  <a:lnTo>
                    <a:pt x="6475967" y="1406070"/>
                  </a:lnTo>
                  <a:lnTo>
                    <a:pt x="6480097" y="1383545"/>
                  </a:lnTo>
                  <a:lnTo>
                    <a:pt x="6484227" y="1325781"/>
                  </a:lnTo>
                  <a:lnTo>
                    <a:pt x="6488357" y="1248734"/>
                  </a:lnTo>
                  <a:lnTo>
                    <a:pt x="6492487" y="1181408"/>
                  </a:lnTo>
                  <a:lnTo>
                    <a:pt x="6496617" y="1144628"/>
                  </a:lnTo>
                  <a:lnTo>
                    <a:pt x="6500747" y="1128028"/>
                  </a:lnTo>
                  <a:lnTo>
                    <a:pt x="6504878" y="1144628"/>
                  </a:lnTo>
                  <a:lnTo>
                    <a:pt x="6509008" y="1193545"/>
                  </a:lnTo>
                  <a:lnTo>
                    <a:pt x="6513138" y="1264588"/>
                  </a:lnTo>
                  <a:lnTo>
                    <a:pt x="6517268" y="1343641"/>
                  </a:lnTo>
                  <a:lnTo>
                    <a:pt x="6521398" y="1406070"/>
                  </a:lnTo>
                  <a:lnTo>
                    <a:pt x="6525528" y="1430742"/>
                  </a:lnTo>
                  <a:lnTo>
                    <a:pt x="6529658" y="1406070"/>
                  </a:lnTo>
                  <a:lnTo>
                    <a:pt x="6533788" y="1383545"/>
                  </a:lnTo>
                  <a:lnTo>
                    <a:pt x="6537918" y="1382469"/>
                  </a:lnTo>
                  <a:lnTo>
                    <a:pt x="6542048" y="1361831"/>
                  </a:lnTo>
                  <a:lnTo>
                    <a:pt x="6546178" y="1342718"/>
                  </a:lnTo>
                  <a:lnTo>
                    <a:pt x="6550308" y="1361831"/>
                  </a:lnTo>
                  <a:lnTo>
                    <a:pt x="6554439" y="1361831"/>
                  </a:lnTo>
                  <a:lnTo>
                    <a:pt x="6558569" y="1325781"/>
                  </a:lnTo>
                  <a:lnTo>
                    <a:pt x="6562699" y="1309074"/>
                  </a:lnTo>
                  <a:lnTo>
                    <a:pt x="6566829" y="1325781"/>
                  </a:lnTo>
                  <a:lnTo>
                    <a:pt x="6570959" y="1325781"/>
                  </a:lnTo>
                  <a:lnTo>
                    <a:pt x="6575089" y="1343641"/>
                  </a:lnTo>
                  <a:lnTo>
                    <a:pt x="6579219" y="1372978"/>
                  </a:lnTo>
                  <a:lnTo>
                    <a:pt x="6583349" y="1394563"/>
                  </a:lnTo>
                  <a:lnTo>
                    <a:pt x="6587479" y="1372978"/>
                  </a:lnTo>
                  <a:lnTo>
                    <a:pt x="6591609" y="1353055"/>
                  </a:lnTo>
                  <a:lnTo>
                    <a:pt x="6595739" y="1334557"/>
                  </a:lnTo>
                  <a:lnTo>
                    <a:pt x="6599869" y="1342718"/>
                  </a:lnTo>
                  <a:lnTo>
                    <a:pt x="6603999" y="1361831"/>
                  </a:lnTo>
                </a:path>
              </a:pathLst>
            </a:custGeom>
            <a:ln w="9525" cap="rnd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005839" y="2197902"/>
              <a:ext cx="0" cy="1076596"/>
            </a:xfrm>
            <a:custGeom>
              <a:avLst/>
              <a:pathLst>
                <a:path w="0" h="1076596">
                  <a:moveTo>
                    <a:pt x="0" y="1076596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914399" y="3274499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914399" y="2915634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914399" y="2556768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914399" y="2197902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tx10"/>
            <p:cNvSpPr/>
            <p:nvPr/>
          </p:nvSpPr>
          <p:spPr>
            <a:xfrm rot="-5400000">
              <a:off x="681348" y="3217944"/>
              <a:ext cx="96961" cy="113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</a:t>
              </a:r>
            </a:p>
          </p:txBody>
        </p:sp>
        <p:sp>
          <p:nvSpPr>
            <p:cNvPr id="12" name="tx11"/>
            <p:cNvSpPr/>
            <p:nvPr/>
          </p:nvSpPr>
          <p:spPr>
            <a:xfrm rot="-5400000">
              <a:off x="682353" y="2860083"/>
              <a:ext cx="96961" cy="1111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13" name="tx12"/>
            <p:cNvSpPr/>
            <p:nvPr/>
          </p:nvSpPr>
          <p:spPr>
            <a:xfrm rot="-5400000">
              <a:off x="680269" y="2499134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14" name="tx13"/>
            <p:cNvSpPr/>
            <p:nvPr/>
          </p:nvSpPr>
          <p:spPr>
            <a:xfrm rot="-5400000">
              <a:off x="680269" y="2140269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15" name="pg14"/>
            <p:cNvSpPr/>
            <p:nvPr/>
          </p:nvSpPr>
          <p:spPr>
            <a:xfrm>
              <a:off x="1005839" y="1965960"/>
              <a:ext cx="7132319" cy="1545202"/>
            </a:xfrm>
            <a:custGeom>
              <a:avLst/>
              <a:pathLst>
                <a:path w="7132319" h="1545202">
                  <a:moveTo>
                    <a:pt x="0" y="1545202"/>
                  </a:moveTo>
                  <a:lnTo>
                    <a:pt x="7132319" y="1545202"/>
                  </a:lnTo>
                  <a:lnTo>
                    <a:pt x="7132319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tx15"/>
            <p:cNvSpPr/>
            <p:nvPr/>
          </p:nvSpPr>
          <p:spPr>
            <a:xfrm>
              <a:off x="2102986" y="1666860"/>
              <a:ext cx="4938027" cy="1828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EB4 locus r2 = 0.949, obs|pred 0.982, pred|obs 0.999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4098689" y="4072607"/>
              <a:ext cx="946621" cy="1334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chr chr7, NA</a:t>
              </a:r>
            </a:p>
          </p:txBody>
        </p:sp>
        <p:sp>
          <p:nvSpPr>
            <p:cNvPr id="18" name="tx17"/>
            <p:cNvSpPr/>
            <p:nvPr/>
          </p:nvSpPr>
          <p:spPr>
            <a:xfrm rot="-5400000">
              <a:off x="-408013" y="2662695"/>
              <a:ext cx="1505545" cy="1517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cg_trace$lk27_1k[f]</a:t>
              </a:r>
            </a:p>
          </p:txBody>
        </p:sp>
        <p:sp>
          <p:nvSpPr>
            <p:cNvPr id="19" name="pg18"/>
            <p:cNvSpPr/>
            <p:nvPr/>
          </p:nvSpPr>
          <p:spPr>
            <a:xfrm>
              <a:off x="1270000" y="2023189"/>
              <a:ext cx="6603999" cy="1430742"/>
            </a:xfrm>
            <a:custGeom>
              <a:avLst/>
              <a:pathLst>
                <a:path w="6603999" h="1430742">
                  <a:moveTo>
                    <a:pt x="0" y="1238679"/>
                  </a:moveTo>
                  <a:lnTo>
                    <a:pt x="4130" y="1383545"/>
                  </a:lnTo>
                  <a:lnTo>
                    <a:pt x="8260" y="1430742"/>
                  </a:lnTo>
                  <a:lnTo>
                    <a:pt x="12390" y="1430742"/>
                  </a:lnTo>
                  <a:lnTo>
                    <a:pt x="16520" y="1406070"/>
                  </a:lnTo>
                  <a:lnTo>
                    <a:pt x="20650" y="1362825"/>
                  </a:lnTo>
                  <a:lnTo>
                    <a:pt x="24780" y="1343641"/>
                  </a:lnTo>
                  <a:lnTo>
                    <a:pt x="28910" y="1343641"/>
                  </a:lnTo>
                  <a:lnTo>
                    <a:pt x="33040" y="1343641"/>
                  </a:lnTo>
                  <a:lnTo>
                    <a:pt x="37170" y="1362825"/>
                  </a:lnTo>
                  <a:lnTo>
                    <a:pt x="41300" y="1406070"/>
                  </a:lnTo>
                  <a:lnTo>
                    <a:pt x="45430" y="1383545"/>
                  </a:lnTo>
                  <a:lnTo>
                    <a:pt x="49560" y="1325781"/>
                  </a:lnTo>
                  <a:lnTo>
                    <a:pt x="53691" y="1278584"/>
                  </a:lnTo>
                  <a:lnTo>
                    <a:pt x="57821" y="1264588"/>
                  </a:lnTo>
                  <a:lnTo>
                    <a:pt x="61951" y="1251309"/>
                  </a:lnTo>
                  <a:lnTo>
                    <a:pt x="66081" y="1278584"/>
                  </a:lnTo>
                  <a:lnTo>
                    <a:pt x="70211" y="1325781"/>
                  </a:lnTo>
                  <a:lnTo>
                    <a:pt x="74341" y="1383545"/>
                  </a:lnTo>
                  <a:lnTo>
                    <a:pt x="78471" y="1406070"/>
                  </a:lnTo>
                  <a:lnTo>
                    <a:pt x="82601" y="1430742"/>
                  </a:lnTo>
                  <a:lnTo>
                    <a:pt x="86731" y="1430742"/>
                  </a:lnTo>
                  <a:lnTo>
                    <a:pt x="90861" y="1430742"/>
                  </a:lnTo>
                  <a:lnTo>
                    <a:pt x="94991" y="1430742"/>
                  </a:lnTo>
                  <a:lnTo>
                    <a:pt x="99121" y="1430742"/>
                  </a:lnTo>
                  <a:lnTo>
                    <a:pt x="103252" y="1430742"/>
                  </a:lnTo>
                  <a:lnTo>
                    <a:pt x="107382" y="1430742"/>
                  </a:lnTo>
                  <a:lnTo>
                    <a:pt x="111512" y="1430742"/>
                  </a:lnTo>
                  <a:lnTo>
                    <a:pt x="115642" y="1430742"/>
                  </a:lnTo>
                  <a:lnTo>
                    <a:pt x="119772" y="1430742"/>
                  </a:lnTo>
                  <a:lnTo>
                    <a:pt x="123902" y="1430742"/>
                  </a:lnTo>
                  <a:lnTo>
                    <a:pt x="128032" y="1430742"/>
                  </a:lnTo>
                  <a:lnTo>
                    <a:pt x="132162" y="1430742"/>
                  </a:lnTo>
                  <a:lnTo>
                    <a:pt x="136292" y="1430742"/>
                  </a:lnTo>
                  <a:lnTo>
                    <a:pt x="140422" y="1430742"/>
                  </a:lnTo>
                  <a:lnTo>
                    <a:pt x="144552" y="1430742"/>
                  </a:lnTo>
                  <a:lnTo>
                    <a:pt x="148682" y="1430742"/>
                  </a:lnTo>
                  <a:lnTo>
                    <a:pt x="152813" y="1430742"/>
                  </a:lnTo>
                  <a:lnTo>
                    <a:pt x="156943" y="1430742"/>
                  </a:lnTo>
                  <a:lnTo>
                    <a:pt x="161073" y="1430742"/>
                  </a:lnTo>
                  <a:lnTo>
                    <a:pt x="165203" y="1430742"/>
                  </a:lnTo>
                  <a:lnTo>
                    <a:pt x="169333" y="1430742"/>
                  </a:lnTo>
                  <a:lnTo>
                    <a:pt x="173463" y="1430742"/>
                  </a:lnTo>
                  <a:lnTo>
                    <a:pt x="177593" y="1430742"/>
                  </a:lnTo>
                  <a:lnTo>
                    <a:pt x="181723" y="1430742"/>
                  </a:lnTo>
                  <a:lnTo>
                    <a:pt x="185853" y="1430742"/>
                  </a:lnTo>
                  <a:lnTo>
                    <a:pt x="189983" y="1430742"/>
                  </a:lnTo>
                  <a:lnTo>
                    <a:pt x="194113" y="1430742"/>
                  </a:lnTo>
                  <a:lnTo>
                    <a:pt x="198243" y="1406070"/>
                  </a:lnTo>
                  <a:lnTo>
                    <a:pt x="202373" y="1362825"/>
                  </a:lnTo>
                  <a:lnTo>
                    <a:pt x="206504" y="1343641"/>
                  </a:lnTo>
                  <a:lnTo>
                    <a:pt x="210634" y="1343641"/>
                  </a:lnTo>
                  <a:lnTo>
                    <a:pt x="214764" y="1343641"/>
                  </a:lnTo>
                  <a:lnTo>
                    <a:pt x="218894" y="1362825"/>
                  </a:lnTo>
                  <a:lnTo>
                    <a:pt x="223024" y="1406070"/>
                  </a:lnTo>
                  <a:lnTo>
                    <a:pt x="227154" y="1430742"/>
                  </a:lnTo>
                  <a:lnTo>
                    <a:pt x="231284" y="1430742"/>
                  </a:lnTo>
                  <a:lnTo>
                    <a:pt x="235414" y="1430742"/>
                  </a:lnTo>
                  <a:lnTo>
                    <a:pt x="239544" y="1430742"/>
                  </a:lnTo>
                  <a:lnTo>
                    <a:pt x="243674" y="1430742"/>
                  </a:lnTo>
                  <a:lnTo>
                    <a:pt x="247804" y="1430742"/>
                  </a:lnTo>
                  <a:lnTo>
                    <a:pt x="251934" y="1430742"/>
                  </a:lnTo>
                  <a:lnTo>
                    <a:pt x="256065" y="1430742"/>
                  </a:lnTo>
                  <a:lnTo>
                    <a:pt x="260195" y="1430742"/>
                  </a:lnTo>
                  <a:lnTo>
                    <a:pt x="264325" y="1430742"/>
                  </a:lnTo>
                  <a:lnTo>
                    <a:pt x="268455" y="1430742"/>
                  </a:lnTo>
                  <a:lnTo>
                    <a:pt x="272585" y="1406070"/>
                  </a:lnTo>
                  <a:lnTo>
                    <a:pt x="276715" y="1383545"/>
                  </a:lnTo>
                  <a:lnTo>
                    <a:pt x="280845" y="1354016"/>
                  </a:lnTo>
                  <a:lnTo>
                    <a:pt x="284975" y="1318129"/>
                  </a:lnTo>
                  <a:lnTo>
                    <a:pt x="289105" y="1286617"/>
                  </a:lnTo>
                  <a:lnTo>
                    <a:pt x="293235" y="1272192"/>
                  </a:lnTo>
                  <a:lnTo>
                    <a:pt x="297365" y="1258528"/>
                  </a:lnTo>
                  <a:lnTo>
                    <a:pt x="301495" y="1264588"/>
                  </a:lnTo>
                  <a:lnTo>
                    <a:pt x="305626" y="1293380"/>
                  </a:lnTo>
                  <a:lnTo>
                    <a:pt x="309756" y="1325781"/>
                  </a:lnTo>
                  <a:lnTo>
                    <a:pt x="313886" y="1362825"/>
                  </a:lnTo>
                  <a:lnTo>
                    <a:pt x="318016" y="1406070"/>
                  </a:lnTo>
                  <a:lnTo>
                    <a:pt x="322146" y="1430742"/>
                  </a:lnTo>
                  <a:lnTo>
                    <a:pt x="326276" y="1430742"/>
                  </a:lnTo>
                  <a:lnTo>
                    <a:pt x="330406" y="1430742"/>
                  </a:lnTo>
                  <a:lnTo>
                    <a:pt x="334536" y="1430742"/>
                  </a:lnTo>
                  <a:lnTo>
                    <a:pt x="338666" y="1421837"/>
                  </a:lnTo>
                  <a:lnTo>
                    <a:pt x="342796" y="1379266"/>
                  </a:lnTo>
                  <a:lnTo>
                    <a:pt x="346926" y="1339969"/>
                  </a:lnTo>
                  <a:lnTo>
                    <a:pt x="351056" y="1322352"/>
                  </a:lnTo>
                  <a:lnTo>
                    <a:pt x="355186" y="1322352"/>
                  </a:lnTo>
                  <a:lnTo>
                    <a:pt x="359317" y="1328382"/>
                  </a:lnTo>
                  <a:lnTo>
                    <a:pt x="363447" y="1362825"/>
                  </a:lnTo>
                  <a:lnTo>
                    <a:pt x="367577" y="1406070"/>
                  </a:lnTo>
                  <a:lnTo>
                    <a:pt x="371707" y="1430742"/>
                  </a:lnTo>
                  <a:lnTo>
                    <a:pt x="375837" y="1430742"/>
                  </a:lnTo>
                  <a:lnTo>
                    <a:pt x="379967" y="1430742"/>
                  </a:lnTo>
                  <a:lnTo>
                    <a:pt x="384097" y="1430742"/>
                  </a:lnTo>
                  <a:lnTo>
                    <a:pt x="388227" y="1430742"/>
                  </a:lnTo>
                  <a:lnTo>
                    <a:pt x="392357" y="1430742"/>
                  </a:lnTo>
                  <a:lnTo>
                    <a:pt x="396487" y="1430742"/>
                  </a:lnTo>
                  <a:lnTo>
                    <a:pt x="400617" y="1430742"/>
                  </a:lnTo>
                  <a:lnTo>
                    <a:pt x="404747" y="1430742"/>
                  </a:lnTo>
                  <a:lnTo>
                    <a:pt x="408878" y="1430742"/>
                  </a:lnTo>
                  <a:lnTo>
                    <a:pt x="413008" y="1430742"/>
                  </a:lnTo>
                  <a:lnTo>
                    <a:pt x="417138" y="1430742"/>
                  </a:lnTo>
                  <a:lnTo>
                    <a:pt x="421268" y="1430742"/>
                  </a:lnTo>
                  <a:lnTo>
                    <a:pt x="425398" y="1430742"/>
                  </a:lnTo>
                  <a:lnTo>
                    <a:pt x="429528" y="1430742"/>
                  </a:lnTo>
                  <a:lnTo>
                    <a:pt x="433658" y="1430742"/>
                  </a:lnTo>
                  <a:lnTo>
                    <a:pt x="437788" y="1430742"/>
                  </a:lnTo>
                  <a:lnTo>
                    <a:pt x="441918" y="1430742"/>
                  </a:lnTo>
                  <a:lnTo>
                    <a:pt x="446048" y="1430742"/>
                  </a:lnTo>
                  <a:lnTo>
                    <a:pt x="450178" y="1430742"/>
                  </a:lnTo>
                  <a:lnTo>
                    <a:pt x="454308" y="1430742"/>
                  </a:lnTo>
                  <a:lnTo>
                    <a:pt x="458439" y="1430742"/>
                  </a:lnTo>
                  <a:lnTo>
                    <a:pt x="462569" y="1430742"/>
                  </a:lnTo>
                  <a:lnTo>
                    <a:pt x="466699" y="1430742"/>
                  </a:lnTo>
                  <a:lnTo>
                    <a:pt x="470829" y="1430742"/>
                  </a:lnTo>
                  <a:lnTo>
                    <a:pt x="474959" y="1430742"/>
                  </a:lnTo>
                  <a:lnTo>
                    <a:pt x="479089" y="1430742"/>
                  </a:lnTo>
                  <a:lnTo>
                    <a:pt x="483219" y="1430742"/>
                  </a:lnTo>
                  <a:lnTo>
                    <a:pt x="487349" y="1430742"/>
                  </a:lnTo>
                  <a:lnTo>
                    <a:pt x="491479" y="1430742"/>
                  </a:lnTo>
                  <a:lnTo>
                    <a:pt x="495609" y="1430742"/>
                  </a:lnTo>
                  <a:lnTo>
                    <a:pt x="499739" y="1430742"/>
                  </a:lnTo>
                  <a:lnTo>
                    <a:pt x="503869" y="1430742"/>
                  </a:lnTo>
                  <a:lnTo>
                    <a:pt x="507999" y="1430742"/>
                  </a:lnTo>
                  <a:lnTo>
                    <a:pt x="512130" y="1430742"/>
                  </a:lnTo>
                  <a:lnTo>
                    <a:pt x="516260" y="1430742"/>
                  </a:lnTo>
                  <a:lnTo>
                    <a:pt x="520390" y="1362825"/>
                  </a:lnTo>
                  <a:lnTo>
                    <a:pt x="524520" y="1278584"/>
                  </a:lnTo>
                  <a:lnTo>
                    <a:pt x="528650" y="1238679"/>
                  </a:lnTo>
                  <a:lnTo>
                    <a:pt x="532780" y="1238679"/>
                  </a:lnTo>
                  <a:lnTo>
                    <a:pt x="536910" y="1194583"/>
                  </a:lnTo>
                  <a:lnTo>
                    <a:pt x="541040" y="1163285"/>
                  </a:lnTo>
                  <a:lnTo>
                    <a:pt x="545170" y="1172665"/>
                  </a:lnTo>
                  <a:lnTo>
                    <a:pt x="549300" y="1182398"/>
                  </a:lnTo>
                  <a:lnTo>
                    <a:pt x="553430" y="1163285"/>
                  </a:lnTo>
                  <a:lnTo>
                    <a:pt x="557560" y="1162365"/>
                  </a:lnTo>
                  <a:lnTo>
                    <a:pt x="561691" y="1183392"/>
                  </a:lnTo>
                  <a:lnTo>
                    <a:pt x="565821" y="1204112"/>
                  </a:lnTo>
                  <a:lnTo>
                    <a:pt x="569951" y="1226637"/>
                  </a:lnTo>
                  <a:lnTo>
                    <a:pt x="574081" y="1251309"/>
                  </a:lnTo>
                  <a:lnTo>
                    <a:pt x="578211" y="1293380"/>
                  </a:lnTo>
                  <a:lnTo>
                    <a:pt x="582341" y="1343641"/>
                  </a:lnTo>
                  <a:lnTo>
                    <a:pt x="586471" y="1362825"/>
                  </a:lnTo>
                  <a:lnTo>
                    <a:pt x="590601" y="1309074"/>
                  </a:lnTo>
                  <a:lnTo>
                    <a:pt x="594731" y="1251309"/>
                  </a:lnTo>
                  <a:lnTo>
                    <a:pt x="598861" y="1215130"/>
                  </a:lnTo>
                  <a:lnTo>
                    <a:pt x="602991" y="1193545"/>
                  </a:lnTo>
                  <a:lnTo>
                    <a:pt x="607121" y="1183392"/>
                  </a:lnTo>
                  <a:lnTo>
                    <a:pt x="611252" y="1193545"/>
                  </a:lnTo>
                  <a:lnTo>
                    <a:pt x="615382" y="1215130"/>
                  </a:lnTo>
                  <a:lnTo>
                    <a:pt x="619512" y="1204112"/>
                  </a:lnTo>
                  <a:lnTo>
                    <a:pt x="623642" y="1131264"/>
                  </a:lnTo>
                  <a:lnTo>
                    <a:pt x="627772" y="1048383"/>
                  </a:lnTo>
                  <a:lnTo>
                    <a:pt x="631902" y="1015150"/>
                  </a:lnTo>
                  <a:lnTo>
                    <a:pt x="636032" y="1002223"/>
                  </a:lnTo>
                  <a:lnTo>
                    <a:pt x="640162" y="983162"/>
                  </a:lnTo>
                  <a:lnTo>
                    <a:pt x="644292" y="991566"/>
                  </a:lnTo>
                  <a:lnTo>
                    <a:pt x="648422" y="1040525"/>
                  </a:lnTo>
                  <a:lnTo>
                    <a:pt x="652552" y="1070908"/>
                  </a:lnTo>
                  <a:lnTo>
                    <a:pt x="656682" y="1033177"/>
                  </a:lnTo>
                  <a:lnTo>
                    <a:pt x="660813" y="1022264"/>
                  </a:lnTo>
                  <a:lnTo>
                    <a:pt x="664943" y="1027663"/>
                  </a:lnTo>
                  <a:lnTo>
                    <a:pt x="669073" y="1015670"/>
                  </a:lnTo>
                  <a:lnTo>
                    <a:pt x="673203" y="1000498"/>
                  </a:lnTo>
                  <a:lnTo>
                    <a:pt x="677333" y="1051057"/>
                  </a:lnTo>
                  <a:lnTo>
                    <a:pt x="681463" y="1118944"/>
                  </a:lnTo>
                  <a:lnTo>
                    <a:pt x="685593" y="1179931"/>
                  </a:lnTo>
                  <a:lnTo>
                    <a:pt x="689723" y="1244917"/>
                  </a:lnTo>
                  <a:lnTo>
                    <a:pt x="693853" y="1317293"/>
                  </a:lnTo>
                  <a:lnTo>
                    <a:pt x="697983" y="1343641"/>
                  </a:lnTo>
                  <a:lnTo>
                    <a:pt x="702113" y="1362825"/>
                  </a:lnTo>
                  <a:lnTo>
                    <a:pt x="706243" y="1383545"/>
                  </a:lnTo>
                  <a:lnTo>
                    <a:pt x="710373" y="1406070"/>
                  </a:lnTo>
                  <a:lnTo>
                    <a:pt x="714504" y="1430742"/>
                  </a:lnTo>
                  <a:lnTo>
                    <a:pt x="718634" y="1430742"/>
                  </a:lnTo>
                  <a:lnTo>
                    <a:pt x="722764" y="1430742"/>
                  </a:lnTo>
                  <a:lnTo>
                    <a:pt x="726894" y="1430742"/>
                  </a:lnTo>
                  <a:lnTo>
                    <a:pt x="731024" y="1423090"/>
                  </a:lnTo>
                  <a:lnTo>
                    <a:pt x="735154" y="1399104"/>
                  </a:lnTo>
                  <a:lnTo>
                    <a:pt x="739284" y="1356919"/>
                  </a:lnTo>
                  <a:lnTo>
                    <a:pt x="743414" y="1320655"/>
                  </a:lnTo>
                  <a:lnTo>
                    <a:pt x="747544" y="1279304"/>
                  </a:lnTo>
                  <a:lnTo>
                    <a:pt x="751674" y="1255880"/>
                  </a:lnTo>
                  <a:lnTo>
                    <a:pt x="755804" y="1264588"/>
                  </a:lnTo>
                  <a:lnTo>
                    <a:pt x="759934" y="1293380"/>
                  </a:lnTo>
                  <a:lnTo>
                    <a:pt x="764065" y="1325781"/>
                  </a:lnTo>
                  <a:lnTo>
                    <a:pt x="768195" y="1376103"/>
                  </a:lnTo>
                  <a:lnTo>
                    <a:pt x="772325" y="1397961"/>
                  </a:lnTo>
                  <a:lnTo>
                    <a:pt x="776455" y="1362825"/>
                  </a:lnTo>
                  <a:lnTo>
                    <a:pt x="780585" y="1343641"/>
                  </a:lnTo>
                  <a:lnTo>
                    <a:pt x="784715" y="1343641"/>
                  </a:lnTo>
                  <a:lnTo>
                    <a:pt x="788845" y="1343641"/>
                  </a:lnTo>
                  <a:lnTo>
                    <a:pt x="792975" y="1362825"/>
                  </a:lnTo>
                  <a:lnTo>
                    <a:pt x="797105" y="1406070"/>
                  </a:lnTo>
                  <a:lnTo>
                    <a:pt x="801235" y="1430742"/>
                  </a:lnTo>
                  <a:lnTo>
                    <a:pt x="805365" y="1430742"/>
                  </a:lnTo>
                  <a:lnTo>
                    <a:pt x="809495" y="1430742"/>
                  </a:lnTo>
                  <a:lnTo>
                    <a:pt x="813626" y="1430742"/>
                  </a:lnTo>
                  <a:lnTo>
                    <a:pt x="817756" y="1430742"/>
                  </a:lnTo>
                  <a:lnTo>
                    <a:pt x="821886" y="1430742"/>
                  </a:lnTo>
                  <a:lnTo>
                    <a:pt x="826016" y="1430742"/>
                  </a:lnTo>
                  <a:lnTo>
                    <a:pt x="830146" y="1430742"/>
                  </a:lnTo>
                  <a:lnTo>
                    <a:pt x="834276" y="1430742"/>
                  </a:lnTo>
                  <a:lnTo>
                    <a:pt x="838406" y="1430742"/>
                  </a:lnTo>
                  <a:lnTo>
                    <a:pt x="842536" y="1428166"/>
                  </a:lnTo>
                  <a:lnTo>
                    <a:pt x="846666" y="1381397"/>
                  </a:lnTo>
                  <a:lnTo>
                    <a:pt x="850796" y="1341798"/>
                  </a:lnTo>
                  <a:lnTo>
                    <a:pt x="854926" y="1324061"/>
                  </a:lnTo>
                  <a:lnTo>
                    <a:pt x="859056" y="1324061"/>
                  </a:lnTo>
                  <a:lnTo>
                    <a:pt x="863186" y="1325781"/>
                  </a:lnTo>
                  <a:lnTo>
                    <a:pt x="867317" y="1362825"/>
                  </a:lnTo>
                  <a:lnTo>
                    <a:pt x="871447" y="1406070"/>
                  </a:lnTo>
                  <a:lnTo>
                    <a:pt x="875577" y="1430742"/>
                  </a:lnTo>
                  <a:lnTo>
                    <a:pt x="879707" y="1430742"/>
                  </a:lnTo>
                  <a:lnTo>
                    <a:pt x="883837" y="1430742"/>
                  </a:lnTo>
                  <a:lnTo>
                    <a:pt x="887967" y="1430742"/>
                  </a:lnTo>
                  <a:lnTo>
                    <a:pt x="892097" y="1383545"/>
                  </a:lnTo>
                  <a:lnTo>
                    <a:pt x="896227" y="1343641"/>
                  </a:lnTo>
                  <a:lnTo>
                    <a:pt x="900357" y="1325781"/>
                  </a:lnTo>
                  <a:lnTo>
                    <a:pt x="904487" y="1293380"/>
                  </a:lnTo>
                  <a:lnTo>
                    <a:pt x="908617" y="1264588"/>
                  </a:lnTo>
                  <a:lnTo>
                    <a:pt x="912747" y="1278584"/>
                  </a:lnTo>
                  <a:lnTo>
                    <a:pt x="916878" y="1309074"/>
                  </a:lnTo>
                  <a:lnTo>
                    <a:pt x="921008" y="1325781"/>
                  </a:lnTo>
                  <a:lnTo>
                    <a:pt x="925138" y="1362825"/>
                  </a:lnTo>
                  <a:lnTo>
                    <a:pt x="929268" y="1406070"/>
                  </a:lnTo>
                  <a:lnTo>
                    <a:pt x="933398" y="1430742"/>
                  </a:lnTo>
                  <a:lnTo>
                    <a:pt x="937528" y="1430742"/>
                  </a:lnTo>
                  <a:lnTo>
                    <a:pt x="941658" y="1430742"/>
                  </a:lnTo>
                  <a:lnTo>
                    <a:pt x="945788" y="1430742"/>
                  </a:lnTo>
                  <a:lnTo>
                    <a:pt x="949918" y="1430742"/>
                  </a:lnTo>
                  <a:lnTo>
                    <a:pt x="954048" y="1430742"/>
                  </a:lnTo>
                  <a:lnTo>
                    <a:pt x="958178" y="1430742"/>
                  </a:lnTo>
                  <a:lnTo>
                    <a:pt x="962308" y="1430742"/>
                  </a:lnTo>
                  <a:lnTo>
                    <a:pt x="966439" y="1430742"/>
                  </a:lnTo>
                  <a:lnTo>
                    <a:pt x="970569" y="1430742"/>
                  </a:lnTo>
                  <a:lnTo>
                    <a:pt x="974699" y="1430742"/>
                  </a:lnTo>
                  <a:lnTo>
                    <a:pt x="978829" y="1430742"/>
                  </a:lnTo>
                  <a:lnTo>
                    <a:pt x="982959" y="1430742"/>
                  </a:lnTo>
                  <a:lnTo>
                    <a:pt x="987089" y="1430742"/>
                  </a:lnTo>
                  <a:lnTo>
                    <a:pt x="991219" y="1430742"/>
                  </a:lnTo>
                  <a:lnTo>
                    <a:pt x="995349" y="1403727"/>
                  </a:lnTo>
                  <a:lnTo>
                    <a:pt x="999479" y="1360841"/>
                  </a:lnTo>
                  <a:lnTo>
                    <a:pt x="1003609" y="1341798"/>
                  </a:lnTo>
                  <a:lnTo>
                    <a:pt x="1007739" y="1341798"/>
                  </a:lnTo>
                  <a:lnTo>
                    <a:pt x="1011869" y="1341798"/>
                  </a:lnTo>
                  <a:lnTo>
                    <a:pt x="1015999" y="1362825"/>
                  </a:lnTo>
                  <a:lnTo>
                    <a:pt x="1020130" y="1406070"/>
                  </a:lnTo>
                  <a:lnTo>
                    <a:pt x="1024260" y="1430742"/>
                  </a:lnTo>
                  <a:lnTo>
                    <a:pt x="1028390" y="1430742"/>
                  </a:lnTo>
                  <a:lnTo>
                    <a:pt x="1032520" y="1430742"/>
                  </a:lnTo>
                  <a:lnTo>
                    <a:pt x="1036650" y="1430742"/>
                  </a:lnTo>
                  <a:lnTo>
                    <a:pt x="1040780" y="1430742"/>
                  </a:lnTo>
                  <a:lnTo>
                    <a:pt x="1044910" y="1430742"/>
                  </a:lnTo>
                  <a:lnTo>
                    <a:pt x="1049040" y="1430742"/>
                  </a:lnTo>
                  <a:lnTo>
                    <a:pt x="1053170" y="1430742"/>
                  </a:lnTo>
                  <a:lnTo>
                    <a:pt x="1057300" y="1430742"/>
                  </a:lnTo>
                  <a:lnTo>
                    <a:pt x="1061430" y="1430742"/>
                  </a:lnTo>
                  <a:lnTo>
                    <a:pt x="1065560" y="1430742"/>
                  </a:lnTo>
                  <a:lnTo>
                    <a:pt x="1069691" y="1430742"/>
                  </a:lnTo>
                  <a:lnTo>
                    <a:pt x="1073821" y="1430742"/>
                  </a:lnTo>
                  <a:lnTo>
                    <a:pt x="1077951" y="1406070"/>
                  </a:lnTo>
                  <a:lnTo>
                    <a:pt x="1082081" y="1383545"/>
                  </a:lnTo>
                  <a:lnTo>
                    <a:pt x="1086211" y="1362825"/>
                  </a:lnTo>
                  <a:lnTo>
                    <a:pt x="1090341" y="1343641"/>
                  </a:lnTo>
                  <a:lnTo>
                    <a:pt x="1094471" y="1325781"/>
                  </a:lnTo>
                  <a:lnTo>
                    <a:pt x="1098601" y="1328382"/>
                  </a:lnTo>
                  <a:lnTo>
                    <a:pt x="1102731" y="1346429"/>
                  </a:lnTo>
                  <a:lnTo>
                    <a:pt x="1106861" y="1365829"/>
                  </a:lnTo>
                  <a:lnTo>
                    <a:pt x="1110991" y="1386801"/>
                  </a:lnTo>
                  <a:lnTo>
                    <a:pt x="1115121" y="1409624"/>
                  </a:lnTo>
                  <a:lnTo>
                    <a:pt x="1119252" y="1406070"/>
                  </a:lnTo>
                  <a:lnTo>
                    <a:pt x="1123382" y="1362825"/>
                  </a:lnTo>
                  <a:lnTo>
                    <a:pt x="1127512" y="1325781"/>
                  </a:lnTo>
                  <a:lnTo>
                    <a:pt x="1131642" y="1309074"/>
                  </a:lnTo>
                  <a:lnTo>
                    <a:pt x="1135772" y="1309074"/>
                  </a:lnTo>
                  <a:lnTo>
                    <a:pt x="1139902" y="1325781"/>
                  </a:lnTo>
                  <a:lnTo>
                    <a:pt x="1144032" y="1362825"/>
                  </a:lnTo>
                  <a:lnTo>
                    <a:pt x="1148162" y="1406070"/>
                  </a:lnTo>
                  <a:lnTo>
                    <a:pt x="1152292" y="1430742"/>
                  </a:lnTo>
                  <a:lnTo>
                    <a:pt x="1156422" y="1430742"/>
                  </a:lnTo>
                  <a:lnTo>
                    <a:pt x="1160552" y="1430742"/>
                  </a:lnTo>
                  <a:lnTo>
                    <a:pt x="1164682" y="1430742"/>
                  </a:lnTo>
                  <a:lnTo>
                    <a:pt x="1168813" y="1430742"/>
                  </a:lnTo>
                  <a:lnTo>
                    <a:pt x="1172943" y="1406070"/>
                  </a:lnTo>
                  <a:lnTo>
                    <a:pt x="1177073" y="1383545"/>
                  </a:lnTo>
                  <a:lnTo>
                    <a:pt x="1181203" y="1362825"/>
                  </a:lnTo>
                  <a:lnTo>
                    <a:pt x="1185333" y="1343641"/>
                  </a:lnTo>
                  <a:lnTo>
                    <a:pt x="1189463" y="1343641"/>
                  </a:lnTo>
                  <a:lnTo>
                    <a:pt x="1193593" y="1362825"/>
                  </a:lnTo>
                  <a:lnTo>
                    <a:pt x="1197723" y="1343641"/>
                  </a:lnTo>
                  <a:lnTo>
                    <a:pt x="1201853" y="1293380"/>
                  </a:lnTo>
                  <a:lnTo>
                    <a:pt x="1205983" y="1278584"/>
                  </a:lnTo>
                  <a:lnTo>
                    <a:pt x="1210113" y="1278584"/>
                  </a:lnTo>
                  <a:lnTo>
                    <a:pt x="1214243" y="1278584"/>
                  </a:lnTo>
                  <a:lnTo>
                    <a:pt x="1218373" y="1309074"/>
                  </a:lnTo>
                  <a:lnTo>
                    <a:pt x="1222504" y="1383545"/>
                  </a:lnTo>
                  <a:lnTo>
                    <a:pt x="1226634" y="1430742"/>
                  </a:lnTo>
                  <a:lnTo>
                    <a:pt x="1230764" y="1406070"/>
                  </a:lnTo>
                  <a:lnTo>
                    <a:pt x="1234894" y="1362825"/>
                  </a:lnTo>
                  <a:lnTo>
                    <a:pt x="1239024" y="1325781"/>
                  </a:lnTo>
                  <a:lnTo>
                    <a:pt x="1243154" y="1309074"/>
                  </a:lnTo>
                  <a:lnTo>
                    <a:pt x="1247284" y="1309074"/>
                  </a:lnTo>
                  <a:lnTo>
                    <a:pt x="1251414" y="1325781"/>
                  </a:lnTo>
                  <a:lnTo>
                    <a:pt x="1255544" y="1362825"/>
                  </a:lnTo>
                  <a:lnTo>
                    <a:pt x="1259674" y="1406070"/>
                  </a:lnTo>
                  <a:lnTo>
                    <a:pt x="1263804" y="1430742"/>
                  </a:lnTo>
                  <a:lnTo>
                    <a:pt x="1267934" y="1430742"/>
                  </a:lnTo>
                  <a:lnTo>
                    <a:pt x="1272065" y="1430742"/>
                  </a:lnTo>
                  <a:lnTo>
                    <a:pt x="1276195" y="1430742"/>
                  </a:lnTo>
                  <a:lnTo>
                    <a:pt x="1280325" y="1430742"/>
                  </a:lnTo>
                  <a:lnTo>
                    <a:pt x="1284455" y="1430742"/>
                  </a:lnTo>
                  <a:lnTo>
                    <a:pt x="1288585" y="1430742"/>
                  </a:lnTo>
                  <a:lnTo>
                    <a:pt x="1292715" y="1430742"/>
                  </a:lnTo>
                  <a:lnTo>
                    <a:pt x="1296845" y="1406070"/>
                  </a:lnTo>
                  <a:lnTo>
                    <a:pt x="1300975" y="1383545"/>
                  </a:lnTo>
                  <a:lnTo>
                    <a:pt x="1305105" y="1362825"/>
                  </a:lnTo>
                  <a:lnTo>
                    <a:pt x="1309235" y="1343641"/>
                  </a:lnTo>
                  <a:lnTo>
                    <a:pt x="1313365" y="1325781"/>
                  </a:lnTo>
                  <a:lnTo>
                    <a:pt x="1317495" y="1343641"/>
                  </a:lnTo>
                  <a:lnTo>
                    <a:pt x="1321626" y="1362825"/>
                  </a:lnTo>
                  <a:lnTo>
                    <a:pt x="1325756" y="1383545"/>
                  </a:lnTo>
                  <a:lnTo>
                    <a:pt x="1329886" y="1406070"/>
                  </a:lnTo>
                  <a:lnTo>
                    <a:pt x="1334016" y="1430742"/>
                  </a:lnTo>
                  <a:lnTo>
                    <a:pt x="1338146" y="1430742"/>
                  </a:lnTo>
                  <a:lnTo>
                    <a:pt x="1342276" y="1430742"/>
                  </a:lnTo>
                  <a:lnTo>
                    <a:pt x="1346406" y="1430742"/>
                  </a:lnTo>
                  <a:lnTo>
                    <a:pt x="1350536" y="1430742"/>
                  </a:lnTo>
                  <a:lnTo>
                    <a:pt x="1354666" y="1430742"/>
                  </a:lnTo>
                  <a:lnTo>
                    <a:pt x="1358796" y="1430742"/>
                  </a:lnTo>
                  <a:lnTo>
                    <a:pt x="1362926" y="1430742"/>
                  </a:lnTo>
                  <a:lnTo>
                    <a:pt x="1367056" y="1383545"/>
                  </a:lnTo>
                  <a:lnTo>
                    <a:pt x="1371186" y="1325781"/>
                  </a:lnTo>
                  <a:lnTo>
                    <a:pt x="1375317" y="1278584"/>
                  </a:lnTo>
                  <a:lnTo>
                    <a:pt x="1379447" y="1226637"/>
                  </a:lnTo>
                  <a:lnTo>
                    <a:pt x="1383577" y="1209012"/>
                  </a:lnTo>
                  <a:lnTo>
                    <a:pt x="1387707" y="1231987"/>
                  </a:lnTo>
                  <a:lnTo>
                    <a:pt x="1391837" y="1270792"/>
                  </a:lnTo>
                  <a:lnTo>
                    <a:pt x="1395967" y="1316459"/>
                  </a:lnTo>
                  <a:lnTo>
                    <a:pt x="1400097" y="1393439"/>
                  </a:lnTo>
                  <a:lnTo>
                    <a:pt x="1404227" y="1406070"/>
                  </a:lnTo>
                  <a:lnTo>
                    <a:pt x="1408357" y="1362825"/>
                  </a:lnTo>
                  <a:lnTo>
                    <a:pt x="1412487" y="1309074"/>
                  </a:lnTo>
                  <a:lnTo>
                    <a:pt x="1416617" y="1251309"/>
                  </a:lnTo>
                  <a:lnTo>
                    <a:pt x="1420747" y="1215130"/>
                  </a:lnTo>
                  <a:lnTo>
                    <a:pt x="1424878" y="1204112"/>
                  </a:lnTo>
                  <a:lnTo>
                    <a:pt x="1429008" y="1195103"/>
                  </a:lnTo>
                  <a:lnTo>
                    <a:pt x="1433138" y="1205735"/>
                  </a:lnTo>
                  <a:lnTo>
                    <a:pt x="1437268" y="1240535"/>
                  </a:lnTo>
                  <a:lnTo>
                    <a:pt x="1441398" y="1266639"/>
                  </a:lnTo>
                  <a:lnTo>
                    <a:pt x="1445528" y="1266639"/>
                  </a:lnTo>
                  <a:lnTo>
                    <a:pt x="1449658" y="1278584"/>
                  </a:lnTo>
                  <a:lnTo>
                    <a:pt x="1453788" y="1293380"/>
                  </a:lnTo>
                  <a:lnTo>
                    <a:pt x="1457918" y="1309074"/>
                  </a:lnTo>
                  <a:lnTo>
                    <a:pt x="1462048" y="1325781"/>
                  </a:lnTo>
                  <a:lnTo>
                    <a:pt x="1466178" y="1362825"/>
                  </a:lnTo>
                  <a:lnTo>
                    <a:pt x="1470308" y="1406070"/>
                  </a:lnTo>
                  <a:lnTo>
                    <a:pt x="1474439" y="1430742"/>
                  </a:lnTo>
                  <a:lnTo>
                    <a:pt x="1478569" y="1430742"/>
                  </a:lnTo>
                  <a:lnTo>
                    <a:pt x="1482699" y="1430742"/>
                  </a:lnTo>
                  <a:lnTo>
                    <a:pt x="1486829" y="1406070"/>
                  </a:lnTo>
                  <a:lnTo>
                    <a:pt x="1490959" y="1362825"/>
                  </a:lnTo>
                  <a:lnTo>
                    <a:pt x="1495089" y="1343641"/>
                  </a:lnTo>
                  <a:lnTo>
                    <a:pt x="1499219" y="1340882"/>
                  </a:lnTo>
                  <a:lnTo>
                    <a:pt x="1503349" y="1340882"/>
                  </a:lnTo>
                  <a:lnTo>
                    <a:pt x="1507479" y="1359855"/>
                  </a:lnTo>
                  <a:lnTo>
                    <a:pt x="1511609" y="1380329"/>
                  </a:lnTo>
                  <a:lnTo>
                    <a:pt x="1515739" y="1359855"/>
                  </a:lnTo>
                  <a:lnTo>
                    <a:pt x="1519869" y="1313151"/>
                  </a:lnTo>
                  <a:lnTo>
                    <a:pt x="1523999" y="1268016"/>
                  </a:lnTo>
                  <a:lnTo>
                    <a:pt x="1528130" y="1217959"/>
                  </a:lnTo>
                  <a:lnTo>
                    <a:pt x="1532260" y="1196147"/>
                  </a:lnTo>
                  <a:lnTo>
                    <a:pt x="1536390" y="1206823"/>
                  </a:lnTo>
                  <a:lnTo>
                    <a:pt x="1540520" y="1238679"/>
                  </a:lnTo>
                  <a:lnTo>
                    <a:pt x="1544650" y="1278584"/>
                  </a:lnTo>
                  <a:lnTo>
                    <a:pt x="1548780" y="1343641"/>
                  </a:lnTo>
                  <a:lnTo>
                    <a:pt x="1552910" y="1406070"/>
                  </a:lnTo>
                  <a:lnTo>
                    <a:pt x="1557040" y="1430742"/>
                  </a:lnTo>
                  <a:lnTo>
                    <a:pt x="1561170" y="1430742"/>
                  </a:lnTo>
                  <a:lnTo>
                    <a:pt x="1565300" y="1430742"/>
                  </a:lnTo>
                  <a:lnTo>
                    <a:pt x="1569430" y="1430742"/>
                  </a:lnTo>
                  <a:lnTo>
                    <a:pt x="1573560" y="1406070"/>
                  </a:lnTo>
                  <a:lnTo>
                    <a:pt x="1577691" y="1362825"/>
                  </a:lnTo>
                  <a:lnTo>
                    <a:pt x="1581821" y="1325781"/>
                  </a:lnTo>
                  <a:lnTo>
                    <a:pt x="1585951" y="1309074"/>
                  </a:lnTo>
                  <a:lnTo>
                    <a:pt x="1590081" y="1309074"/>
                  </a:lnTo>
                  <a:lnTo>
                    <a:pt x="1594211" y="1325781"/>
                  </a:lnTo>
                  <a:lnTo>
                    <a:pt x="1598341" y="1362825"/>
                  </a:lnTo>
                  <a:lnTo>
                    <a:pt x="1602471" y="1406070"/>
                  </a:lnTo>
                  <a:lnTo>
                    <a:pt x="1606601" y="1430742"/>
                  </a:lnTo>
                  <a:lnTo>
                    <a:pt x="1610731" y="1430742"/>
                  </a:lnTo>
                  <a:lnTo>
                    <a:pt x="1614861" y="1408434"/>
                  </a:lnTo>
                  <a:lnTo>
                    <a:pt x="1618991" y="1364824"/>
                  </a:lnTo>
                  <a:lnTo>
                    <a:pt x="1623121" y="1327512"/>
                  </a:lnTo>
                  <a:lnTo>
                    <a:pt x="1627252" y="1313974"/>
                  </a:lnTo>
                  <a:lnTo>
                    <a:pt x="1631382" y="1313974"/>
                  </a:lnTo>
                  <a:lnTo>
                    <a:pt x="1635512" y="1329256"/>
                  </a:lnTo>
                  <a:lnTo>
                    <a:pt x="1639642" y="1366838"/>
                  </a:lnTo>
                  <a:lnTo>
                    <a:pt x="1643772" y="1410820"/>
                  </a:lnTo>
                  <a:lnTo>
                    <a:pt x="1647902" y="1430742"/>
                  </a:lnTo>
                  <a:lnTo>
                    <a:pt x="1652032" y="1362825"/>
                  </a:lnTo>
                  <a:lnTo>
                    <a:pt x="1656162" y="1278584"/>
                  </a:lnTo>
                  <a:lnTo>
                    <a:pt x="1660292" y="1229595"/>
                  </a:lnTo>
                  <a:lnTo>
                    <a:pt x="1664422" y="1206823"/>
                  </a:lnTo>
                  <a:lnTo>
                    <a:pt x="1668552" y="1176030"/>
                  </a:lnTo>
                  <a:lnTo>
                    <a:pt x="1672682" y="1185893"/>
                  </a:lnTo>
                  <a:lnTo>
                    <a:pt x="1676813" y="1196147"/>
                  </a:lnTo>
                  <a:lnTo>
                    <a:pt x="1680943" y="1204112"/>
                  </a:lnTo>
                  <a:lnTo>
                    <a:pt x="1685073" y="1215130"/>
                  </a:lnTo>
                  <a:lnTo>
                    <a:pt x="1689203" y="1238679"/>
                  </a:lnTo>
                  <a:lnTo>
                    <a:pt x="1693333" y="1219099"/>
                  </a:lnTo>
                  <a:lnTo>
                    <a:pt x="1697463" y="1147646"/>
                  </a:lnTo>
                  <a:lnTo>
                    <a:pt x="1701593" y="1059555"/>
                  </a:lnTo>
                  <a:lnTo>
                    <a:pt x="1705723" y="1014371"/>
                  </a:lnTo>
                  <a:lnTo>
                    <a:pt x="1709853" y="980421"/>
                  </a:lnTo>
                  <a:lnTo>
                    <a:pt x="1713983" y="983392"/>
                  </a:lnTo>
                  <a:lnTo>
                    <a:pt x="1718113" y="1035135"/>
                  </a:lnTo>
                  <a:lnTo>
                    <a:pt x="1722243" y="1137860"/>
                  </a:lnTo>
                  <a:lnTo>
                    <a:pt x="1726373" y="1215130"/>
                  </a:lnTo>
                  <a:lnTo>
                    <a:pt x="1730504" y="1309074"/>
                  </a:lnTo>
                  <a:lnTo>
                    <a:pt x="1734634" y="1341798"/>
                  </a:lnTo>
                  <a:lnTo>
                    <a:pt x="1738764" y="1341798"/>
                  </a:lnTo>
                  <a:lnTo>
                    <a:pt x="1742894" y="1341798"/>
                  </a:lnTo>
                  <a:lnTo>
                    <a:pt x="1747024" y="1307461"/>
                  </a:lnTo>
                  <a:lnTo>
                    <a:pt x="1751154" y="1237450"/>
                  </a:lnTo>
                  <a:lnTo>
                    <a:pt x="1755284" y="1156915"/>
                  </a:lnTo>
                  <a:lnTo>
                    <a:pt x="1759414" y="1107927"/>
                  </a:lnTo>
                  <a:lnTo>
                    <a:pt x="1763544" y="1060482"/>
                  </a:lnTo>
                  <a:lnTo>
                    <a:pt x="1767674" y="1048383"/>
                  </a:lnTo>
                  <a:lnTo>
                    <a:pt x="1771804" y="1020401"/>
                  </a:lnTo>
                  <a:lnTo>
                    <a:pt x="1775934" y="1014112"/>
                  </a:lnTo>
                  <a:lnTo>
                    <a:pt x="1780065" y="1010769"/>
                  </a:lnTo>
                  <a:lnTo>
                    <a:pt x="1784195" y="1017500"/>
                  </a:lnTo>
                  <a:lnTo>
                    <a:pt x="1788325" y="1017500"/>
                  </a:lnTo>
                  <a:lnTo>
                    <a:pt x="1792455" y="1063284"/>
                  </a:lnTo>
                  <a:lnTo>
                    <a:pt x="1796585" y="1111296"/>
                  </a:lnTo>
                  <a:lnTo>
                    <a:pt x="1800715" y="1132079"/>
                  </a:lnTo>
                  <a:lnTo>
                    <a:pt x="1804845" y="1129641"/>
                  </a:lnTo>
                  <a:lnTo>
                    <a:pt x="1808975" y="1085155"/>
                  </a:lnTo>
                  <a:lnTo>
                    <a:pt x="1813105" y="1054968"/>
                  </a:lnTo>
                  <a:lnTo>
                    <a:pt x="1817235" y="1017762"/>
                  </a:lnTo>
                  <a:lnTo>
                    <a:pt x="1821365" y="932807"/>
                  </a:lnTo>
                  <a:lnTo>
                    <a:pt x="1825495" y="813680"/>
                  </a:lnTo>
                  <a:lnTo>
                    <a:pt x="1829626" y="702237"/>
                  </a:lnTo>
                  <a:lnTo>
                    <a:pt x="1833756" y="573705"/>
                  </a:lnTo>
                  <a:lnTo>
                    <a:pt x="1837886" y="453951"/>
                  </a:lnTo>
                  <a:lnTo>
                    <a:pt x="1842016" y="360990"/>
                  </a:lnTo>
                  <a:lnTo>
                    <a:pt x="1846146" y="281068"/>
                  </a:lnTo>
                  <a:lnTo>
                    <a:pt x="1850276" y="224536"/>
                  </a:lnTo>
                  <a:lnTo>
                    <a:pt x="1854406" y="197377"/>
                  </a:lnTo>
                  <a:lnTo>
                    <a:pt x="1858536" y="201796"/>
                  </a:lnTo>
                  <a:lnTo>
                    <a:pt x="1862666" y="232566"/>
                  </a:lnTo>
                  <a:lnTo>
                    <a:pt x="1866796" y="280885"/>
                  </a:lnTo>
                  <a:lnTo>
                    <a:pt x="1870926" y="336574"/>
                  </a:lnTo>
                  <a:lnTo>
                    <a:pt x="1875056" y="391221"/>
                  </a:lnTo>
                  <a:lnTo>
                    <a:pt x="1879186" y="433709"/>
                  </a:lnTo>
                  <a:lnTo>
                    <a:pt x="1883317" y="435558"/>
                  </a:lnTo>
                  <a:lnTo>
                    <a:pt x="1887447" y="424683"/>
                  </a:lnTo>
                  <a:lnTo>
                    <a:pt x="1891577" y="422093"/>
                  </a:lnTo>
                  <a:lnTo>
                    <a:pt x="1895707" y="423596"/>
                  </a:lnTo>
                  <a:lnTo>
                    <a:pt x="1899837" y="419607"/>
                  </a:lnTo>
                  <a:lnTo>
                    <a:pt x="1903967" y="430729"/>
                  </a:lnTo>
                  <a:lnTo>
                    <a:pt x="1908097" y="454427"/>
                  </a:lnTo>
                  <a:lnTo>
                    <a:pt x="1912227" y="455981"/>
                  </a:lnTo>
                  <a:lnTo>
                    <a:pt x="1916357" y="434067"/>
                  </a:lnTo>
                  <a:lnTo>
                    <a:pt x="1920487" y="408794"/>
                  </a:lnTo>
                  <a:lnTo>
                    <a:pt x="1924617" y="381128"/>
                  </a:lnTo>
                  <a:lnTo>
                    <a:pt x="1928747" y="351070"/>
                  </a:lnTo>
                  <a:lnTo>
                    <a:pt x="1932878" y="333232"/>
                  </a:lnTo>
                  <a:lnTo>
                    <a:pt x="1937008" y="337673"/>
                  </a:lnTo>
                  <a:lnTo>
                    <a:pt x="1941138" y="338871"/>
                  </a:lnTo>
                  <a:lnTo>
                    <a:pt x="1945268" y="344557"/>
                  </a:lnTo>
                  <a:lnTo>
                    <a:pt x="1949398" y="376920"/>
                  </a:lnTo>
                  <a:lnTo>
                    <a:pt x="1953528" y="417739"/>
                  </a:lnTo>
                  <a:lnTo>
                    <a:pt x="1957658" y="435281"/>
                  </a:lnTo>
                  <a:lnTo>
                    <a:pt x="1961788" y="441526"/>
                  </a:lnTo>
                  <a:lnTo>
                    <a:pt x="1965918" y="425481"/>
                  </a:lnTo>
                  <a:lnTo>
                    <a:pt x="1970048" y="382839"/>
                  </a:lnTo>
                  <a:lnTo>
                    <a:pt x="1974178" y="307894"/>
                  </a:lnTo>
                  <a:lnTo>
                    <a:pt x="1978308" y="233376"/>
                  </a:lnTo>
                  <a:lnTo>
                    <a:pt x="1982439" y="179118"/>
                  </a:lnTo>
                  <a:lnTo>
                    <a:pt x="1986569" y="140634"/>
                  </a:lnTo>
                  <a:lnTo>
                    <a:pt x="1990699" y="119346"/>
                  </a:lnTo>
                  <a:lnTo>
                    <a:pt x="1994829" y="113198"/>
                  </a:lnTo>
                  <a:lnTo>
                    <a:pt x="1998959" y="107083"/>
                  </a:lnTo>
                  <a:lnTo>
                    <a:pt x="2003089" y="101315"/>
                  </a:lnTo>
                  <a:lnTo>
                    <a:pt x="2007219" y="99320"/>
                  </a:lnTo>
                  <a:lnTo>
                    <a:pt x="2011349" y="92570"/>
                  </a:lnTo>
                  <a:lnTo>
                    <a:pt x="2015479" y="87893"/>
                  </a:lnTo>
                  <a:lnTo>
                    <a:pt x="2019609" y="97520"/>
                  </a:lnTo>
                  <a:lnTo>
                    <a:pt x="2023739" y="114661"/>
                  </a:lnTo>
                  <a:lnTo>
                    <a:pt x="2027869" y="135752"/>
                  </a:lnTo>
                  <a:lnTo>
                    <a:pt x="2031999" y="157425"/>
                  </a:lnTo>
                  <a:lnTo>
                    <a:pt x="2036130" y="180542"/>
                  </a:lnTo>
                  <a:lnTo>
                    <a:pt x="2040260" y="201034"/>
                  </a:lnTo>
                  <a:lnTo>
                    <a:pt x="2044390" y="218550"/>
                  </a:lnTo>
                  <a:lnTo>
                    <a:pt x="2048520" y="207299"/>
                  </a:lnTo>
                  <a:lnTo>
                    <a:pt x="2052650" y="173361"/>
                  </a:lnTo>
                  <a:lnTo>
                    <a:pt x="2056780" y="137971"/>
                  </a:lnTo>
                  <a:lnTo>
                    <a:pt x="2060910" y="106834"/>
                  </a:lnTo>
                  <a:lnTo>
                    <a:pt x="2065040" y="82569"/>
                  </a:lnTo>
                  <a:lnTo>
                    <a:pt x="2069170" y="84467"/>
                  </a:lnTo>
                  <a:lnTo>
                    <a:pt x="2073300" y="105701"/>
                  </a:lnTo>
                  <a:lnTo>
                    <a:pt x="2077430" y="139123"/>
                  </a:lnTo>
                  <a:lnTo>
                    <a:pt x="2081560" y="193032"/>
                  </a:lnTo>
                  <a:lnTo>
                    <a:pt x="2085691" y="265072"/>
                  </a:lnTo>
                  <a:lnTo>
                    <a:pt x="2089821" y="326621"/>
                  </a:lnTo>
                  <a:lnTo>
                    <a:pt x="2093951" y="397672"/>
                  </a:lnTo>
                  <a:lnTo>
                    <a:pt x="2098081" y="483365"/>
                  </a:lnTo>
                  <a:lnTo>
                    <a:pt x="2102211" y="538107"/>
                  </a:lnTo>
                  <a:lnTo>
                    <a:pt x="2106341" y="495192"/>
                  </a:lnTo>
                  <a:lnTo>
                    <a:pt x="2110471" y="422172"/>
                  </a:lnTo>
                  <a:lnTo>
                    <a:pt x="2114601" y="332376"/>
                  </a:lnTo>
                  <a:lnTo>
                    <a:pt x="2118731" y="261471"/>
                  </a:lnTo>
                  <a:lnTo>
                    <a:pt x="2122861" y="209951"/>
                  </a:lnTo>
                  <a:lnTo>
                    <a:pt x="2126991" y="186473"/>
                  </a:lnTo>
                  <a:lnTo>
                    <a:pt x="2131121" y="170620"/>
                  </a:lnTo>
                  <a:lnTo>
                    <a:pt x="2135252" y="166718"/>
                  </a:lnTo>
                  <a:lnTo>
                    <a:pt x="2139382" y="163764"/>
                  </a:lnTo>
                  <a:lnTo>
                    <a:pt x="2143512" y="167779"/>
                  </a:lnTo>
                  <a:lnTo>
                    <a:pt x="2147642" y="169240"/>
                  </a:lnTo>
                  <a:lnTo>
                    <a:pt x="2151772" y="165261"/>
                  </a:lnTo>
                  <a:lnTo>
                    <a:pt x="2155902" y="163367"/>
                  </a:lnTo>
                  <a:lnTo>
                    <a:pt x="2160032" y="165661"/>
                  </a:lnTo>
                  <a:lnTo>
                    <a:pt x="2164162" y="154136"/>
                  </a:lnTo>
                  <a:lnTo>
                    <a:pt x="2168292" y="134182"/>
                  </a:lnTo>
                  <a:lnTo>
                    <a:pt x="2172422" y="123311"/>
                  </a:lnTo>
                  <a:lnTo>
                    <a:pt x="2176552" y="123295"/>
                  </a:lnTo>
                  <a:lnTo>
                    <a:pt x="2180682" y="125610"/>
                  </a:lnTo>
                  <a:lnTo>
                    <a:pt x="2184813" y="137305"/>
                  </a:lnTo>
                  <a:lnTo>
                    <a:pt x="2188943" y="162787"/>
                  </a:lnTo>
                  <a:lnTo>
                    <a:pt x="2193073" y="200318"/>
                  </a:lnTo>
                  <a:lnTo>
                    <a:pt x="2197203" y="231267"/>
                  </a:lnTo>
                  <a:lnTo>
                    <a:pt x="2201333" y="260793"/>
                  </a:lnTo>
                  <a:lnTo>
                    <a:pt x="2205463" y="262618"/>
                  </a:lnTo>
                  <a:lnTo>
                    <a:pt x="2209593" y="248995"/>
                  </a:lnTo>
                  <a:lnTo>
                    <a:pt x="2213723" y="230676"/>
                  </a:lnTo>
                  <a:lnTo>
                    <a:pt x="2217853" y="223337"/>
                  </a:lnTo>
                  <a:lnTo>
                    <a:pt x="2221983" y="206647"/>
                  </a:lnTo>
                  <a:lnTo>
                    <a:pt x="2226113" y="190945"/>
                  </a:lnTo>
                  <a:lnTo>
                    <a:pt x="2230243" y="178328"/>
                  </a:lnTo>
                  <a:lnTo>
                    <a:pt x="2234373" y="181755"/>
                  </a:lnTo>
                  <a:lnTo>
                    <a:pt x="2238504" y="197741"/>
                  </a:lnTo>
                  <a:lnTo>
                    <a:pt x="2242634" y="237377"/>
                  </a:lnTo>
                  <a:lnTo>
                    <a:pt x="2246764" y="298509"/>
                  </a:lnTo>
                  <a:lnTo>
                    <a:pt x="2250894" y="362991"/>
                  </a:lnTo>
                  <a:lnTo>
                    <a:pt x="2255024" y="346141"/>
                  </a:lnTo>
                  <a:lnTo>
                    <a:pt x="2259154" y="257528"/>
                  </a:lnTo>
                  <a:lnTo>
                    <a:pt x="2263284" y="172257"/>
                  </a:lnTo>
                  <a:lnTo>
                    <a:pt x="2267414" y="114813"/>
                  </a:lnTo>
                  <a:lnTo>
                    <a:pt x="2271544" y="70008"/>
                  </a:lnTo>
                  <a:lnTo>
                    <a:pt x="2275674" y="46751"/>
                  </a:lnTo>
                  <a:lnTo>
                    <a:pt x="2279804" y="48869"/>
                  </a:lnTo>
                  <a:lnTo>
                    <a:pt x="2283934" y="58344"/>
                  </a:lnTo>
                  <a:lnTo>
                    <a:pt x="2288065" y="66782"/>
                  </a:lnTo>
                  <a:lnTo>
                    <a:pt x="2292195" y="77476"/>
                  </a:lnTo>
                  <a:lnTo>
                    <a:pt x="2296325" y="83349"/>
                  </a:lnTo>
                  <a:lnTo>
                    <a:pt x="2300455" y="74905"/>
                  </a:lnTo>
                  <a:lnTo>
                    <a:pt x="2304585" y="63491"/>
                  </a:lnTo>
                  <a:lnTo>
                    <a:pt x="2308715" y="54127"/>
                  </a:lnTo>
                  <a:lnTo>
                    <a:pt x="2312845" y="55725"/>
                  </a:lnTo>
                  <a:lnTo>
                    <a:pt x="2316975" y="74075"/>
                  </a:lnTo>
                  <a:lnTo>
                    <a:pt x="2321105" y="104488"/>
                  </a:lnTo>
                  <a:lnTo>
                    <a:pt x="2325235" y="134797"/>
                  </a:lnTo>
                  <a:lnTo>
                    <a:pt x="2329365" y="172778"/>
                  </a:lnTo>
                  <a:lnTo>
                    <a:pt x="2333495" y="214427"/>
                  </a:lnTo>
                  <a:lnTo>
                    <a:pt x="2337626" y="259204"/>
                  </a:lnTo>
                  <a:lnTo>
                    <a:pt x="2341756" y="306158"/>
                  </a:lnTo>
                  <a:lnTo>
                    <a:pt x="2345886" y="385634"/>
                  </a:lnTo>
                  <a:lnTo>
                    <a:pt x="2350016" y="486112"/>
                  </a:lnTo>
                  <a:lnTo>
                    <a:pt x="2354146" y="571589"/>
                  </a:lnTo>
                  <a:lnTo>
                    <a:pt x="2358276" y="558838"/>
                  </a:lnTo>
                  <a:lnTo>
                    <a:pt x="2362406" y="459238"/>
                  </a:lnTo>
                  <a:lnTo>
                    <a:pt x="2366536" y="345866"/>
                  </a:lnTo>
                  <a:lnTo>
                    <a:pt x="2370666" y="254896"/>
                  </a:lnTo>
                  <a:lnTo>
                    <a:pt x="2374796" y="183433"/>
                  </a:lnTo>
                  <a:lnTo>
                    <a:pt x="2378926" y="140741"/>
                  </a:lnTo>
                  <a:lnTo>
                    <a:pt x="2383056" y="124825"/>
                  </a:lnTo>
                  <a:lnTo>
                    <a:pt x="2387186" y="130781"/>
                  </a:lnTo>
                  <a:lnTo>
                    <a:pt x="2391317" y="154238"/>
                  </a:lnTo>
                  <a:lnTo>
                    <a:pt x="2395447" y="198494"/>
                  </a:lnTo>
                  <a:lnTo>
                    <a:pt x="2399577" y="254400"/>
                  </a:lnTo>
                  <a:lnTo>
                    <a:pt x="2403707" y="303018"/>
                  </a:lnTo>
                  <a:lnTo>
                    <a:pt x="2407837" y="311677"/>
                  </a:lnTo>
                  <a:lnTo>
                    <a:pt x="2411967" y="272548"/>
                  </a:lnTo>
                  <a:lnTo>
                    <a:pt x="2416097" y="214580"/>
                  </a:lnTo>
                  <a:lnTo>
                    <a:pt x="2420227" y="180283"/>
                  </a:lnTo>
                  <a:lnTo>
                    <a:pt x="2424357" y="164443"/>
                  </a:lnTo>
                  <a:lnTo>
                    <a:pt x="2428487" y="167474"/>
                  </a:lnTo>
                  <a:lnTo>
                    <a:pt x="2432617" y="194119"/>
                  </a:lnTo>
                  <a:lnTo>
                    <a:pt x="2436747" y="243147"/>
                  </a:lnTo>
                  <a:lnTo>
                    <a:pt x="2440878" y="261612"/>
                  </a:lnTo>
                  <a:lnTo>
                    <a:pt x="2445008" y="241781"/>
                  </a:lnTo>
                  <a:lnTo>
                    <a:pt x="2449138" y="197708"/>
                  </a:lnTo>
                  <a:lnTo>
                    <a:pt x="2453268" y="151460"/>
                  </a:lnTo>
                  <a:lnTo>
                    <a:pt x="2457398" y="106096"/>
                  </a:lnTo>
                  <a:lnTo>
                    <a:pt x="2461528" y="76880"/>
                  </a:lnTo>
                  <a:lnTo>
                    <a:pt x="2465658" y="68876"/>
                  </a:lnTo>
                  <a:lnTo>
                    <a:pt x="2469788" y="76036"/>
                  </a:lnTo>
                  <a:lnTo>
                    <a:pt x="2473918" y="87171"/>
                  </a:lnTo>
                  <a:lnTo>
                    <a:pt x="2478048" y="103679"/>
                  </a:lnTo>
                  <a:lnTo>
                    <a:pt x="2482178" y="123204"/>
                  </a:lnTo>
                  <a:lnTo>
                    <a:pt x="2486308" y="144970"/>
                  </a:lnTo>
                  <a:lnTo>
                    <a:pt x="2490439" y="165241"/>
                  </a:lnTo>
                  <a:lnTo>
                    <a:pt x="2494569" y="176336"/>
                  </a:lnTo>
                  <a:lnTo>
                    <a:pt x="2498699" y="177918"/>
                  </a:lnTo>
                  <a:lnTo>
                    <a:pt x="2502829" y="162864"/>
                  </a:lnTo>
                  <a:lnTo>
                    <a:pt x="2506959" y="145358"/>
                  </a:lnTo>
                  <a:lnTo>
                    <a:pt x="2511089" y="135682"/>
                  </a:lnTo>
                  <a:lnTo>
                    <a:pt x="2515219" y="142485"/>
                  </a:lnTo>
                  <a:lnTo>
                    <a:pt x="2519349" y="157472"/>
                  </a:lnTo>
                  <a:lnTo>
                    <a:pt x="2523479" y="177959"/>
                  </a:lnTo>
                  <a:lnTo>
                    <a:pt x="2527609" y="193445"/>
                  </a:lnTo>
                  <a:lnTo>
                    <a:pt x="2531739" y="214509"/>
                  </a:lnTo>
                  <a:lnTo>
                    <a:pt x="2535869" y="242555"/>
                  </a:lnTo>
                  <a:lnTo>
                    <a:pt x="2539999" y="275173"/>
                  </a:lnTo>
                  <a:lnTo>
                    <a:pt x="2544130" y="309625"/>
                  </a:lnTo>
                  <a:lnTo>
                    <a:pt x="2548260" y="320280"/>
                  </a:lnTo>
                  <a:lnTo>
                    <a:pt x="2552390" y="285933"/>
                  </a:lnTo>
                  <a:lnTo>
                    <a:pt x="2556520" y="227197"/>
                  </a:lnTo>
                  <a:lnTo>
                    <a:pt x="2560650" y="177029"/>
                  </a:lnTo>
                  <a:lnTo>
                    <a:pt x="2564780" y="136466"/>
                  </a:lnTo>
                  <a:lnTo>
                    <a:pt x="2568910" y="113365"/>
                  </a:lnTo>
                  <a:lnTo>
                    <a:pt x="2573040" y="98227"/>
                  </a:lnTo>
                  <a:lnTo>
                    <a:pt x="2577170" y="77365"/>
                  </a:lnTo>
                  <a:lnTo>
                    <a:pt x="2581300" y="59864"/>
                  </a:lnTo>
                  <a:lnTo>
                    <a:pt x="2585430" y="55049"/>
                  </a:lnTo>
                  <a:lnTo>
                    <a:pt x="2589560" y="60683"/>
                  </a:lnTo>
                  <a:lnTo>
                    <a:pt x="2593691" y="70812"/>
                  </a:lnTo>
                  <a:lnTo>
                    <a:pt x="2597821" y="95987"/>
                  </a:lnTo>
                  <a:lnTo>
                    <a:pt x="2601951" y="118555"/>
                  </a:lnTo>
                  <a:lnTo>
                    <a:pt x="2606081" y="123046"/>
                  </a:lnTo>
                  <a:lnTo>
                    <a:pt x="2610211" y="110264"/>
                  </a:lnTo>
                  <a:lnTo>
                    <a:pt x="2614341" y="103895"/>
                  </a:lnTo>
                  <a:lnTo>
                    <a:pt x="2618471" y="95897"/>
                  </a:lnTo>
                  <a:lnTo>
                    <a:pt x="2622601" y="84938"/>
                  </a:lnTo>
                  <a:lnTo>
                    <a:pt x="2626731" y="75718"/>
                  </a:lnTo>
                  <a:lnTo>
                    <a:pt x="2630861" y="78360"/>
                  </a:lnTo>
                  <a:lnTo>
                    <a:pt x="2634991" y="98114"/>
                  </a:lnTo>
                  <a:lnTo>
                    <a:pt x="2639121" y="130883"/>
                  </a:lnTo>
                  <a:lnTo>
                    <a:pt x="2643252" y="182098"/>
                  </a:lnTo>
                  <a:lnTo>
                    <a:pt x="2647382" y="256015"/>
                  </a:lnTo>
                  <a:lnTo>
                    <a:pt x="2651512" y="334992"/>
                  </a:lnTo>
                  <a:lnTo>
                    <a:pt x="2655642" y="367381"/>
                  </a:lnTo>
                  <a:lnTo>
                    <a:pt x="2659772" y="378115"/>
                  </a:lnTo>
                  <a:lnTo>
                    <a:pt x="2663902" y="377252"/>
                  </a:lnTo>
                  <a:lnTo>
                    <a:pt x="2668032" y="369647"/>
                  </a:lnTo>
                  <a:lnTo>
                    <a:pt x="2672162" y="340171"/>
                  </a:lnTo>
                  <a:lnTo>
                    <a:pt x="2676292" y="311677"/>
                  </a:lnTo>
                  <a:lnTo>
                    <a:pt x="2680422" y="284090"/>
                  </a:lnTo>
                  <a:lnTo>
                    <a:pt x="2684552" y="250157"/>
                  </a:lnTo>
                  <a:lnTo>
                    <a:pt x="2688682" y="210914"/>
                  </a:lnTo>
                  <a:lnTo>
                    <a:pt x="2692813" y="176509"/>
                  </a:lnTo>
                  <a:lnTo>
                    <a:pt x="2696943" y="153622"/>
                  </a:lnTo>
                  <a:lnTo>
                    <a:pt x="2701073" y="123610"/>
                  </a:lnTo>
                  <a:lnTo>
                    <a:pt x="2705203" y="104349"/>
                  </a:lnTo>
                  <a:lnTo>
                    <a:pt x="2709333" y="89627"/>
                  </a:lnTo>
                  <a:lnTo>
                    <a:pt x="2713463" y="84374"/>
                  </a:lnTo>
                  <a:lnTo>
                    <a:pt x="2717593" y="75153"/>
                  </a:lnTo>
                  <a:lnTo>
                    <a:pt x="2721723" y="82193"/>
                  </a:lnTo>
                  <a:lnTo>
                    <a:pt x="2725853" y="85310"/>
                  </a:lnTo>
                  <a:lnTo>
                    <a:pt x="2729983" y="93618"/>
                  </a:lnTo>
                  <a:lnTo>
                    <a:pt x="2734113" y="98935"/>
                  </a:lnTo>
                  <a:lnTo>
                    <a:pt x="2738243" y="118205"/>
                  </a:lnTo>
                  <a:lnTo>
                    <a:pt x="2742373" y="141113"/>
                  </a:lnTo>
                  <a:lnTo>
                    <a:pt x="2746504" y="176417"/>
                  </a:lnTo>
                  <a:lnTo>
                    <a:pt x="2750634" y="224438"/>
                  </a:lnTo>
                  <a:lnTo>
                    <a:pt x="2754764" y="300869"/>
                  </a:lnTo>
                  <a:lnTo>
                    <a:pt x="2758894" y="373912"/>
                  </a:lnTo>
                  <a:lnTo>
                    <a:pt x="2763024" y="413533"/>
                  </a:lnTo>
                  <a:lnTo>
                    <a:pt x="2767154" y="428779"/>
                  </a:lnTo>
                  <a:lnTo>
                    <a:pt x="2771284" y="412771"/>
                  </a:lnTo>
                  <a:lnTo>
                    <a:pt x="2775414" y="379294"/>
                  </a:lnTo>
                  <a:lnTo>
                    <a:pt x="2779544" y="324718"/>
                  </a:lnTo>
                  <a:lnTo>
                    <a:pt x="2783674" y="278504"/>
                  </a:lnTo>
                  <a:lnTo>
                    <a:pt x="2787804" y="235196"/>
                  </a:lnTo>
                  <a:lnTo>
                    <a:pt x="2791934" y="205927"/>
                  </a:lnTo>
                  <a:lnTo>
                    <a:pt x="2796065" y="188865"/>
                  </a:lnTo>
                  <a:lnTo>
                    <a:pt x="2800195" y="196166"/>
                  </a:lnTo>
                  <a:lnTo>
                    <a:pt x="2804325" y="220498"/>
                  </a:lnTo>
                  <a:lnTo>
                    <a:pt x="2808455" y="257013"/>
                  </a:lnTo>
                  <a:lnTo>
                    <a:pt x="2812585" y="300770"/>
                  </a:lnTo>
                  <a:lnTo>
                    <a:pt x="2816715" y="343526"/>
                  </a:lnTo>
                  <a:lnTo>
                    <a:pt x="2820845" y="368918"/>
                  </a:lnTo>
                  <a:lnTo>
                    <a:pt x="2824975" y="381510"/>
                  </a:lnTo>
                  <a:lnTo>
                    <a:pt x="2829105" y="387444"/>
                  </a:lnTo>
                  <a:lnTo>
                    <a:pt x="2833235" y="368875"/>
                  </a:lnTo>
                  <a:lnTo>
                    <a:pt x="2837365" y="333195"/>
                  </a:lnTo>
                  <a:lnTo>
                    <a:pt x="2841495" y="315132"/>
                  </a:lnTo>
                  <a:lnTo>
                    <a:pt x="2845626" y="285917"/>
                  </a:lnTo>
                  <a:lnTo>
                    <a:pt x="2849756" y="245184"/>
                  </a:lnTo>
                  <a:lnTo>
                    <a:pt x="2853886" y="224744"/>
                  </a:lnTo>
                  <a:lnTo>
                    <a:pt x="2858016" y="210032"/>
                  </a:lnTo>
                  <a:lnTo>
                    <a:pt x="2862146" y="202471"/>
                  </a:lnTo>
                  <a:lnTo>
                    <a:pt x="2866276" y="212922"/>
                  </a:lnTo>
                  <a:lnTo>
                    <a:pt x="2870406" y="252454"/>
                  </a:lnTo>
                  <a:lnTo>
                    <a:pt x="2874536" y="300261"/>
                  </a:lnTo>
                  <a:lnTo>
                    <a:pt x="2878666" y="358881"/>
                  </a:lnTo>
                  <a:lnTo>
                    <a:pt x="2882796" y="400196"/>
                  </a:lnTo>
                  <a:lnTo>
                    <a:pt x="2886926" y="414195"/>
                  </a:lnTo>
                  <a:lnTo>
                    <a:pt x="2891056" y="391594"/>
                  </a:lnTo>
                  <a:lnTo>
                    <a:pt x="2895186" y="349873"/>
                  </a:lnTo>
                  <a:lnTo>
                    <a:pt x="2899317" y="305285"/>
                  </a:lnTo>
                  <a:lnTo>
                    <a:pt x="2903447" y="247759"/>
                  </a:lnTo>
                  <a:lnTo>
                    <a:pt x="2907577" y="191895"/>
                  </a:lnTo>
                  <a:lnTo>
                    <a:pt x="2911707" y="151063"/>
                  </a:lnTo>
                  <a:lnTo>
                    <a:pt x="2915837" y="123179"/>
                  </a:lnTo>
                  <a:lnTo>
                    <a:pt x="2919967" y="110036"/>
                  </a:lnTo>
                  <a:lnTo>
                    <a:pt x="2924097" y="123751"/>
                  </a:lnTo>
                  <a:lnTo>
                    <a:pt x="2928227" y="146543"/>
                  </a:lnTo>
                  <a:lnTo>
                    <a:pt x="2932357" y="167238"/>
                  </a:lnTo>
                  <a:lnTo>
                    <a:pt x="2936487" y="189957"/>
                  </a:lnTo>
                  <a:lnTo>
                    <a:pt x="2940617" y="210693"/>
                  </a:lnTo>
                  <a:lnTo>
                    <a:pt x="2944747" y="225211"/>
                  </a:lnTo>
                  <a:lnTo>
                    <a:pt x="2948878" y="238824"/>
                  </a:lnTo>
                  <a:lnTo>
                    <a:pt x="2953008" y="244972"/>
                  </a:lnTo>
                  <a:lnTo>
                    <a:pt x="2957138" y="227706"/>
                  </a:lnTo>
                  <a:lnTo>
                    <a:pt x="2961268" y="195168"/>
                  </a:lnTo>
                  <a:lnTo>
                    <a:pt x="2965398" y="148829"/>
                  </a:lnTo>
                  <a:lnTo>
                    <a:pt x="2969528" y="124001"/>
                  </a:lnTo>
                  <a:lnTo>
                    <a:pt x="2973658" y="108951"/>
                  </a:lnTo>
                  <a:lnTo>
                    <a:pt x="2977788" y="101041"/>
                  </a:lnTo>
                  <a:lnTo>
                    <a:pt x="2981918" y="102284"/>
                  </a:lnTo>
                  <a:lnTo>
                    <a:pt x="2986048" y="113461"/>
                  </a:lnTo>
                  <a:lnTo>
                    <a:pt x="2990178" y="130337"/>
                  </a:lnTo>
                  <a:lnTo>
                    <a:pt x="2994308" y="150565"/>
                  </a:lnTo>
                  <a:lnTo>
                    <a:pt x="2998439" y="179499"/>
                  </a:lnTo>
                  <a:lnTo>
                    <a:pt x="3002569" y="225925"/>
                  </a:lnTo>
                  <a:lnTo>
                    <a:pt x="3006699" y="285824"/>
                  </a:lnTo>
                  <a:lnTo>
                    <a:pt x="3010829" y="305085"/>
                  </a:lnTo>
                  <a:lnTo>
                    <a:pt x="3014959" y="302421"/>
                  </a:lnTo>
                  <a:lnTo>
                    <a:pt x="3019089" y="277795"/>
                  </a:lnTo>
                  <a:lnTo>
                    <a:pt x="3023219" y="224120"/>
                  </a:lnTo>
                  <a:lnTo>
                    <a:pt x="3027349" y="177908"/>
                  </a:lnTo>
                  <a:lnTo>
                    <a:pt x="3031479" y="148491"/>
                  </a:lnTo>
                  <a:lnTo>
                    <a:pt x="3035609" y="132785"/>
                  </a:lnTo>
                  <a:lnTo>
                    <a:pt x="3039739" y="122848"/>
                  </a:lnTo>
                  <a:lnTo>
                    <a:pt x="3043869" y="125928"/>
                  </a:lnTo>
                  <a:lnTo>
                    <a:pt x="3047999" y="139423"/>
                  </a:lnTo>
                  <a:lnTo>
                    <a:pt x="3052130" y="143164"/>
                  </a:lnTo>
                  <a:lnTo>
                    <a:pt x="3056260" y="140457"/>
                  </a:lnTo>
                  <a:lnTo>
                    <a:pt x="3060390" y="130405"/>
                  </a:lnTo>
                  <a:lnTo>
                    <a:pt x="3064520" y="122385"/>
                  </a:lnTo>
                  <a:lnTo>
                    <a:pt x="3068650" y="101118"/>
                  </a:lnTo>
                  <a:lnTo>
                    <a:pt x="3072780" y="83335"/>
                  </a:lnTo>
                  <a:lnTo>
                    <a:pt x="3076910" y="73787"/>
                  </a:lnTo>
                  <a:lnTo>
                    <a:pt x="3081040" y="76797"/>
                  </a:lnTo>
                  <a:lnTo>
                    <a:pt x="3085170" y="75580"/>
                  </a:lnTo>
                  <a:lnTo>
                    <a:pt x="3089300" y="70710"/>
                  </a:lnTo>
                  <a:lnTo>
                    <a:pt x="3093430" y="64843"/>
                  </a:lnTo>
                  <a:lnTo>
                    <a:pt x="3097560" y="56941"/>
                  </a:lnTo>
                  <a:lnTo>
                    <a:pt x="3101691" y="58189"/>
                  </a:lnTo>
                  <a:lnTo>
                    <a:pt x="3105821" y="71992"/>
                  </a:lnTo>
                  <a:lnTo>
                    <a:pt x="3109951" y="103526"/>
                  </a:lnTo>
                  <a:lnTo>
                    <a:pt x="3114081" y="155869"/>
                  </a:lnTo>
                  <a:lnTo>
                    <a:pt x="3118211" y="234164"/>
                  </a:lnTo>
                  <a:lnTo>
                    <a:pt x="3122341" y="328079"/>
                  </a:lnTo>
                  <a:lnTo>
                    <a:pt x="3126471" y="391244"/>
                  </a:lnTo>
                  <a:lnTo>
                    <a:pt x="3130601" y="358757"/>
                  </a:lnTo>
                  <a:lnTo>
                    <a:pt x="3134731" y="295106"/>
                  </a:lnTo>
                  <a:lnTo>
                    <a:pt x="3138861" y="228128"/>
                  </a:lnTo>
                  <a:lnTo>
                    <a:pt x="3142991" y="169279"/>
                  </a:lnTo>
                  <a:lnTo>
                    <a:pt x="3147121" y="140041"/>
                  </a:lnTo>
                  <a:lnTo>
                    <a:pt x="3151252" y="138771"/>
                  </a:lnTo>
                  <a:lnTo>
                    <a:pt x="3155382" y="138903"/>
                  </a:lnTo>
                  <a:lnTo>
                    <a:pt x="3159512" y="140439"/>
                  </a:lnTo>
                  <a:lnTo>
                    <a:pt x="3163642" y="131131"/>
                  </a:lnTo>
                  <a:lnTo>
                    <a:pt x="3167772" y="99199"/>
                  </a:lnTo>
                  <a:lnTo>
                    <a:pt x="3171902" y="72142"/>
                  </a:lnTo>
                  <a:lnTo>
                    <a:pt x="3176032" y="65300"/>
                  </a:lnTo>
                  <a:lnTo>
                    <a:pt x="3180162" y="52501"/>
                  </a:lnTo>
                  <a:lnTo>
                    <a:pt x="3184292" y="46874"/>
                  </a:lnTo>
                  <a:lnTo>
                    <a:pt x="3188422" y="62460"/>
                  </a:lnTo>
                  <a:lnTo>
                    <a:pt x="3192552" y="91578"/>
                  </a:lnTo>
                  <a:lnTo>
                    <a:pt x="3196682" y="115038"/>
                  </a:lnTo>
                  <a:lnTo>
                    <a:pt x="3200813" y="136187"/>
                  </a:lnTo>
                  <a:lnTo>
                    <a:pt x="3204943" y="150730"/>
                  </a:lnTo>
                  <a:lnTo>
                    <a:pt x="3209073" y="156424"/>
                  </a:lnTo>
                  <a:lnTo>
                    <a:pt x="3213203" y="135508"/>
                  </a:lnTo>
                  <a:lnTo>
                    <a:pt x="3217333" y="108975"/>
                  </a:lnTo>
                  <a:lnTo>
                    <a:pt x="3221463" y="93625"/>
                  </a:lnTo>
                  <a:lnTo>
                    <a:pt x="3225593" y="88472"/>
                  </a:lnTo>
                  <a:lnTo>
                    <a:pt x="3229723" y="71870"/>
                  </a:lnTo>
                  <a:lnTo>
                    <a:pt x="3233853" y="63906"/>
                  </a:lnTo>
                  <a:lnTo>
                    <a:pt x="3237983" y="63807"/>
                  </a:lnTo>
                  <a:lnTo>
                    <a:pt x="3242113" y="72885"/>
                  </a:lnTo>
                  <a:lnTo>
                    <a:pt x="3246243" y="77310"/>
                  </a:lnTo>
                  <a:lnTo>
                    <a:pt x="3250373" y="87351"/>
                  </a:lnTo>
                  <a:lnTo>
                    <a:pt x="3254504" y="92541"/>
                  </a:lnTo>
                  <a:lnTo>
                    <a:pt x="3258634" y="101491"/>
                  </a:lnTo>
                  <a:lnTo>
                    <a:pt x="3262764" y="105631"/>
                  </a:lnTo>
                  <a:lnTo>
                    <a:pt x="3266894" y="102629"/>
                  </a:lnTo>
                  <a:lnTo>
                    <a:pt x="3271024" y="101628"/>
                  </a:lnTo>
                  <a:lnTo>
                    <a:pt x="3275154" y="104110"/>
                  </a:lnTo>
                  <a:lnTo>
                    <a:pt x="3279284" y="100715"/>
                  </a:lnTo>
                  <a:lnTo>
                    <a:pt x="3283414" y="84960"/>
                  </a:lnTo>
                  <a:lnTo>
                    <a:pt x="3287544" y="77886"/>
                  </a:lnTo>
                  <a:lnTo>
                    <a:pt x="3291674" y="69664"/>
                  </a:lnTo>
                  <a:lnTo>
                    <a:pt x="3295804" y="70359"/>
                  </a:lnTo>
                  <a:lnTo>
                    <a:pt x="3299934" y="70143"/>
                  </a:lnTo>
                  <a:lnTo>
                    <a:pt x="3304065" y="75188"/>
                  </a:lnTo>
                  <a:lnTo>
                    <a:pt x="3308195" y="83925"/>
                  </a:lnTo>
                  <a:lnTo>
                    <a:pt x="3312325" y="104072"/>
                  </a:lnTo>
                  <a:lnTo>
                    <a:pt x="3316455" y="110556"/>
                  </a:lnTo>
                  <a:lnTo>
                    <a:pt x="3320585" y="114509"/>
                  </a:lnTo>
                  <a:lnTo>
                    <a:pt x="3324715" y="127271"/>
                  </a:lnTo>
                  <a:lnTo>
                    <a:pt x="3328845" y="143102"/>
                  </a:lnTo>
                  <a:lnTo>
                    <a:pt x="3332975" y="139317"/>
                  </a:lnTo>
                  <a:lnTo>
                    <a:pt x="3337105" y="134113"/>
                  </a:lnTo>
                  <a:lnTo>
                    <a:pt x="3341235" y="127204"/>
                  </a:lnTo>
                  <a:lnTo>
                    <a:pt x="3345365" y="110430"/>
                  </a:lnTo>
                  <a:lnTo>
                    <a:pt x="3349495" y="93558"/>
                  </a:lnTo>
                  <a:lnTo>
                    <a:pt x="3353626" y="88458"/>
                  </a:lnTo>
                  <a:lnTo>
                    <a:pt x="3357756" y="93965"/>
                  </a:lnTo>
                  <a:lnTo>
                    <a:pt x="3361886" y="107754"/>
                  </a:lnTo>
                  <a:lnTo>
                    <a:pt x="3366016" y="115456"/>
                  </a:lnTo>
                  <a:lnTo>
                    <a:pt x="3370146" y="117345"/>
                  </a:lnTo>
                  <a:lnTo>
                    <a:pt x="3374276" y="117410"/>
                  </a:lnTo>
                  <a:lnTo>
                    <a:pt x="3378406" y="125125"/>
                  </a:lnTo>
                  <a:lnTo>
                    <a:pt x="3382536" y="142914"/>
                  </a:lnTo>
                  <a:lnTo>
                    <a:pt x="3386666" y="184554"/>
                  </a:lnTo>
                  <a:lnTo>
                    <a:pt x="3390796" y="237184"/>
                  </a:lnTo>
                  <a:lnTo>
                    <a:pt x="3394926" y="295509"/>
                  </a:lnTo>
                  <a:lnTo>
                    <a:pt x="3399056" y="319500"/>
                  </a:lnTo>
                  <a:lnTo>
                    <a:pt x="3403186" y="294993"/>
                  </a:lnTo>
                  <a:lnTo>
                    <a:pt x="3407317" y="234864"/>
                  </a:lnTo>
                  <a:lnTo>
                    <a:pt x="3411447" y="177427"/>
                  </a:lnTo>
                  <a:lnTo>
                    <a:pt x="3415577" y="136955"/>
                  </a:lnTo>
                  <a:lnTo>
                    <a:pt x="3419707" y="107512"/>
                  </a:lnTo>
                  <a:lnTo>
                    <a:pt x="3423837" y="80445"/>
                  </a:lnTo>
                  <a:lnTo>
                    <a:pt x="3427967" y="68179"/>
                  </a:lnTo>
                  <a:lnTo>
                    <a:pt x="3432097" y="63570"/>
                  </a:lnTo>
                  <a:lnTo>
                    <a:pt x="3436227" y="58350"/>
                  </a:lnTo>
                  <a:lnTo>
                    <a:pt x="3440357" y="52558"/>
                  </a:lnTo>
                  <a:lnTo>
                    <a:pt x="3444487" y="65194"/>
                  </a:lnTo>
                  <a:lnTo>
                    <a:pt x="3448617" y="87734"/>
                  </a:lnTo>
                  <a:lnTo>
                    <a:pt x="3452747" y="123627"/>
                  </a:lnTo>
                  <a:lnTo>
                    <a:pt x="3456878" y="151358"/>
                  </a:lnTo>
                  <a:lnTo>
                    <a:pt x="3461008" y="172598"/>
                  </a:lnTo>
                  <a:lnTo>
                    <a:pt x="3465138" y="163473"/>
                  </a:lnTo>
                  <a:lnTo>
                    <a:pt x="3469268" y="136920"/>
                  </a:lnTo>
                  <a:lnTo>
                    <a:pt x="3473398" y="103610"/>
                  </a:lnTo>
                  <a:lnTo>
                    <a:pt x="3477528" y="85568"/>
                  </a:lnTo>
                  <a:lnTo>
                    <a:pt x="3481658" y="84338"/>
                  </a:lnTo>
                  <a:lnTo>
                    <a:pt x="3485788" y="105414"/>
                  </a:lnTo>
                  <a:lnTo>
                    <a:pt x="3489918" y="150169"/>
                  </a:lnTo>
                  <a:lnTo>
                    <a:pt x="3494048" y="199961"/>
                  </a:lnTo>
                  <a:lnTo>
                    <a:pt x="3498178" y="242332"/>
                  </a:lnTo>
                  <a:lnTo>
                    <a:pt x="3502308" y="249940"/>
                  </a:lnTo>
                  <a:lnTo>
                    <a:pt x="3506439" y="215727"/>
                  </a:lnTo>
                  <a:lnTo>
                    <a:pt x="3510569" y="166894"/>
                  </a:lnTo>
                  <a:lnTo>
                    <a:pt x="3514699" y="124042"/>
                  </a:lnTo>
                  <a:lnTo>
                    <a:pt x="3518829" y="92232"/>
                  </a:lnTo>
                  <a:lnTo>
                    <a:pt x="3522959" y="70677"/>
                  </a:lnTo>
                  <a:lnTo>
                    <a:pt x="3527089" y="62702"/>
                  </a:lnTo>
                  <a:lnTo>
                    <a:pt x="3531219" y="56326"/>
                  </a:lnTo>
                  <a:lnTo>
                    <a:pt x="3535349" y="48857"/>
                  </a:lnTo>
                  <a:lnTo>
                    <a:pt x="3539479" y="48726"/>
                  </a:lnTo>
                  <a:lnTo>
                    <a:pt x="3543609" y="67369"/>
                  </a:lnTo>
                  <a:lnTo>
                    <a:pt x="3547739" y="104704"/>
                  </a:lnTo>
                  <a:lnTo>
                    <a:pt x="3551869" y="161342"/>
                  </a:lnTo>
                  <a:lnTo>
                    <a:pt x="3555999" y="246809"/>
                  </a:lnTo>
                  <a:lnTo>
                    <a:pt x="3560130" y="350391"/>
                  </a:lnTo>
                  <a:lnTo>
                    <a:pt x="3564260" y="417145"/>
                  </a:lnTo>
                  <a:lnTo>
                    <a:pt x="3568390" y="385634"/>
                  </a:lnTo>
                  <a:lnTo>
                    <a:pt x="3572520" y="298297"/>
                  </a:lnTo>
                  <a:lnTo>
                    <a:pt x="3576650" y="227259"/>
                  </a:lnTo>
                  <a:lnTo>
                    <a:pt x="3580780" y="177447"/>
                  </a:lnTo>
                  <a:lnTo>
                    <a:pt x="3584910" y="148985"/>
                  </a:lnTo>
                  <a:lnTo>
                    <a:pt x="3589040" y="144205"/>
                  </a:lnTo>
                  <a:lnTo>
                    <a:pt x="3593170" y="152311"/>
                  </a:lnTo>
                  <a:lnTo>
                    <a:pt x="3597300" y="150703"/>
                  </a:lnTo>
                  <a:lnTo>
                    <a:pt x="3601430" y="142735"/>
                  </a:lnTo>
                  <a:lnTo>
                    <a:pt x="3605560" y="127053"/>
                  </a:lnTo>
                  <a:lnTo>
                    <a:pt x="3609691" y="104580"/>
                  </a:lnTo>
                  <a:lnTo>
                    <a:pt x="3613821" y="90685"/>
                  </a:lnTo>
                  <a:lnTo>
                    <a:pt x="3617951" y="78179"/>
                  </a:lnTo>
                  <a:lnTo>
                    <a:pt x="3622081" y="73664"/>
                  </a:lnTo>
                  <a:lnTo>
                    <a:pt x="3626211" y="75436"/>
                  </a:lnTo>
                  <a:lnTo>
                    <a:pt x="3630341" y="75546"/>
                  </a:lnTo>
                  <a:lnTo>
                    <a:pt x="3634471" y="66409"/>
                  </a:lnTo>
                  <a:lnTo>
                    <a:pt x="3638601" y="64024"/>
                  </a:lnTo>
                  <a:lnTo>
                    <a:pt x="3642731" y="55508"/>
                  </a:lnTo>
                  <a:lnTo>
                    <a:pt x="3646861" y="39879"/>
                  </a:lnTo>
                  <a:lnTo>
                    <a:pt x="3650991" y="25600"/>
                  </a:lnTo>
                  <a:lnTo>
                    <a:pt x="3655121" y="17145"/>
                  </a:lnTo>
                  <a:lnTo>
                    <a:pt x="3659252" y="6670"/>
                  </a:lnTo>
                  <a:lnTo>
                    <a:pt x="3663382" y="0"/>
                  </a:lnTo>
                  <a:lnTo>
                    <a:pt x="3667512" y="3577"/>
                  </a:lnTo>
                  <a:lnTo>
                    <a:pt x="3671642" y="14867"/>
                  </a:lnTo>
                  <a:lnTo>
                    <a:pt x="3675772" y="34617"/>
                  </a:lnTo>
                  <a:lnTo>
                    <a:pt x="3679902" y="59054"/>
                  </a:lnTo>
                  <a:lnTo>
                    <a:pt x="3684032" y="86724"/>
                  </a:lnTo>
                  <a:lnTo>
                    <a:pt x="3688162" y="105414"/>
                  </a:lnTo>
                  <a:lnTo>
                    <a:pt x="3692292" y="120770"/>
                  </a:lnTo>
                  <a:lnTo>
                    <a:pt x="3696422" y="130099"/>
                  </a:lnTo>
                  <a:lnTo>
                    <a:pt x="3700552" y="150684"/>
                  </a:lnTo>
                  <a:lnTo>
                    <a:pt x="3704682" y="177826"/>
                  </a:lnTo>
                  <a:lnTo>
                    <a:pt x="3708813" y="233072"/>
                  </a:lnTo>
                  <a:lnTo>
                    <a:pt x="3712943" y="292926"/>
                  </a:lnTo>
                  <a:lnTo>
                    <a:pt x="3717073" y="352693"/>
                  </a:lnTo>
                  <a:lnTo>
                    <a:pt x="3721203" y="400995"/>
                  </a:lnTo>
                  <a:lnTo>
                    <a:pt x="3725333" y="413253"/>
                  </a:lnTo>
                  <a:lnTo>
                    <a:pt x="3729463" y="352292"/>
                  </a:lnTo>
                  <a:lnTo>
                    <a:pt x="3733593" y="285343"/>
                  </a:lnTo>
                  <a:lnTo>
                    <a:pt x="3737723" y="228028"/>
                  </a:lnTo>
                  <a:lnTo>
                    <a:pt x="3741853" y="179190"/>
                  </a:lnTo>
                  <a:lnTo>
                    <a:pt x="3745983" y="139070"/>
                  </a:lnTo>
                  <a:lnTo>
                    <a:pt x="3750113" y="124700"/>
                  </a:lnTo>
                  <a:lnTo>
                    <a:pt x="3754243" y="122533"/>
                  </a:lnTo>
                  <a:lnTo>
                    <a:pt x="3758373" y="117272"/>
                  </a:lnTo>
                  <a:lnTo>
                    <a:pt x="3762504" y="112537"/>
                  </a:lnTo>
                  <a:lnTo>
                    <a:pt x="3766634" y="122790"/>
                  </a:lnTo>
                  <a:lnTo>
                    <a:pt x="3770764" y="145746"/>
                  </a:lnTo>
                  <a:lnTo>
                    <a:pt x="3774894" y="173120"/>
                  </a:lnTo>
                  <a:lnTo>
                    <a:pt x="3779024" y="207759"/>
                  </a:lnTo>
                  <a:lnTo>
                    <a:pt x="3783154" y="228339"/>
                  </a:lnTo>
                  <a:lnTo>
                    <a:pt x="3787284" y="216843"/>
                  </a:lnTo>
                  <a:lnTo>
                    <a:pt x="3791414" y="174814"/>
                  </a:lnTo>
                  <a:lnTo>
                    <a:pt x="3795544" y="134684"/>
                  </a:lnTo>
                  <a:lnTo>
                    <a:pt x="3799674" y="111949"/>
                  </a:lnTo>
                  <a:lnTo>
                    <a:pt x="3803804" y="99645"/>
                  </a:lnTo>
                  <a:lnTo>
                    <a:pt x="3807934" y="95837"/>
                  </a:lnTo>
                  <a:lnTo>
                    <a:pt x="3812065" y="90597"/>
                  </a:lnTo>
                  <a:lnTo>
                    <a:pt x="3816195" y="90707"/>
                  </a:lnTo>
                  <a:lnTo>
                    <a:pt x="3820325" y="98513"/>
                  </a:lnTo>
                  <a:lnTo>
                    <a:pt x="3824455" y="125501"/>
                  </a:lnTo>
                  <a:lnTo>
                    <a:pt x="3828585" y="164055"/>
                  </a:lnTo>
                  <a:lnTo>
                    <a:pt x="3832715" y="208714"/>
                  </a:lnTo>
                  <a:lnTo>
                    <a:pt x="3836845" y="245769"/>
                  </a:lnTo>
                  <a:lnTo>
                    <a:pt x="3840975" y="235721"/>
                  </a:lnTo>
                  <a:lnTo>
                    <a:pt x="3845105" y="188342"/>
                  </a:lnTo>
                  <a:lnTo>
                    <a:pt x="3849235" y="142681"/>
                  </a:lnTo>
                  <a:lnTo>
                    <a:pt x="3853365" y="115175"/>
                  </a:lnTo>
                  <a:lnTo>
                    <a:pt x="3857495" y="86178"/>
                  </a:lnTo>
                  <a:lnTo>
                    <a:pt x="3861626" y="67917"/>
                  </a:lnTo>
                  <a:lnTo>
                    <a:pt x="3865756" y="57635"/>
                  </a:lnTo>
                  <a:lnTo>
                    <a:pt x="3869886" y="49723"/>
                  </a:lnTo>
                  <a:lnTo>
                    <a:pt x="3874016" y="40595"/>
                  </a:lnTo>
                  <a:lnTo>
                    <a:pt x="3878146" y="50260"/>
                  </a:lnTo>
                  <a:lnTo>
                    <a:pt x="3882276" y="75270"/>
                  </a:lnTo>
                  <a:lnTo>
                    <a:pt x="3886406" y="115850"/>
                  </a:lnTo>
                  <a:lnTo>
                    <a:pt x="3890536" y="169161"/>
                  </a:lnTo>
                  <a:lnTo>
                    <a:pt x="3894666" y="225186"/>
                  </a:lnTo>
                  <a:lnTo>
                    <a:pt x="3898796" y="252468"/>
                  </a:lnTo>
                  <a:lnTo>
                    <a:pt x="3902926" y="250753"/>
                  </a:lnTo>
                  <a:lnTo>
                    <a:pt x="3907056" y="216581"/>
                  </a:lnTo>
                  <a:lnTo>
                    <a:pt x="3911186" y="171657"/>
                  </a:lnTo>
                  <a:lnTo>
                    <a:pt x="3915317" y="134225"/>
                  </a:lnTo>
                  <a:lnTo>
                    <a:pt x="3919447" y="110398"/>
                  </a:lnTo>
                  <a:lnTo>
                    <a:pt x="3923577" y="99971"/>
                  </a:lnTo>
                  <a:lnTo>
                    <a:pt x="3927707" y="97460"/>
                  </a:lnTo>
                  <a:lnTo>
                    <a:pt x="3931837" y="90276"/>
                  </a:lnTo>
                  <a:lnTo>
                    <a:pt x="3935967" y="83207"/>
                  </a:lnTo>
                  <a:lnTo>
                    <a:pt x="3940097" y="74802"/>
                  </a:lnTo>
                  <a:lnTo>
                    <a:pt x="3944227" y="57532"/>
                  </a:lnTo>
                  <a:lnTo>
                    <a:pt x="3948357" y="37767"/>
                  </a:lnTo>
                  <a:lnTo>
                    <a:pt x="3952487" y="33173"/>
                  </a:lnTo>
                  <a:lnTo>
                    <a:pt x="3956617" y="40083"/>
                  </a:lnTo>
                  <a:lnTo>
                    <a:pt x="3960747" y="59197"/>
                  </a:lnTo>
                  <a:lnTo>
                    <a:pt x="3964878" y="82902"/>
                  </a:lnTo>
                  <a:lnTo>
                    <a:pt x="3969008" y="116690"/>
                  </a:lnTo>
                  <a:lnTo>
                    <a:pt x="3973138" y="134753"/>
                  </a:lnTo>
                  <a:lnTo>
                    <a:pt x="3977268" y="139829"/>
                  </a:lnTo>
                  <a:lnTo>
                    <a:pt x="3981398" y="122889"/>
                  </a:lnTo>
                  <a:lnTo>
                    <a:pt x="3985528" y="94106"/>
                  </a:lnTo>
                  <a:lnTo>
                    <a:pt x="3989658" y="61857"/>
                  </a:lnTo>
                  <a:lnTo>
                    <a:pt x="3993788" y="37875"/>
                  </a:lnTo>
                  <a:lnTo>
                    <a:pt x="3997918" y="24913"/>
                  </a:lnTo>
                  <a:lnTo>
                    <a:pt x="4002048" y="14333"/>
                  </a:lnTo>
                  <a:lnTo>
                    <a:pt x="4006178" y="20534"/>
                  </a:lnTo>
                  <a:lnTo>
                    <a:pt x="4010308" y="37190"/>
                  </a:lnTo>
                  <a:lnTo>
                    <a:pt x="4014439" y="58970"/>
                  </a:lnTo>
                  <a:lnTo>
                    <a:pt x="4018569" y="73855"/>
                  </a:lnTo>
                  <a:lnTo>
                    <a:pt x="4022699" y="103533"/>
                  </a:lnTo>
                  <a:lnTo>
                    <a:pt x="4026829" y="129673"/>
                  </a:lnTo>
                  <a:lnTo>
                    <a:pt x="4030959" y="146289"/>
                  </a:lnTo>
                  <a:lnTo>
                    <a:pt x="4035089" y="174966"/>
                  </a:lnTo>
                  <a:lnTo>
                    <a:pt x="4039219" y="223789"/>
                  </a:lnTo>
                  <a:lnTo>
                    <a:pt x="4043349" y="272888"/>
                  </a:lnTo>
                  <a:lnTo>
                    <a:pt x="4047479" y="316388"/>
                  </a:lnTo>
                  <a:lnTo>
                    <a:pt x="4051609" y="370529"/>
                  </a:lnTo>
                  <a:lnTo>
                    <a:pt x="4055739" y="414501"/>
                  </a:lnTo>
                  <a:lnTo>
                    <a:pt x="4059869" y="436057"/>
                  </a:lnTo>
                  <a:lnTo>
                    <a:pt x="4063999" y="450788"/>
                  </a:lnTo>
                  <a:lnTo>
                    <a:pt x="4068130" y="473078"/>
                  </a:lnTo>
                  <a:lnTo>
                    <a:pt x="4072260" y="499659"/>
                  </a:lnTo>
                  <a:lnTo>
                    <a:pt x="4076390" y="532690"/>
                  </a:lnTo>
                  <a:lnTo>
                    <a:pt x="4080520" y="553367"/>
                  </a:lnTo>
                  <a:lnTo>
                    <a:pt x="4084650" y="553410"/>
                  </a:lnTo>
                  <a:lnTo>
                    <a:pt x="4088780" y="582203"/>
                  </a:lnTo>
                  <a:lnTo>
                    <a:pt x="4092910" y="628173"/>
                  </a:lnTo>
                  <a:lnTo>
                    <a:pt x="4097040" y="661801"/>
                  </a:lnTo>
                  <a:lnTo>
                    <a:pt x="4101170" y="710756"/>
                  </a:lnTo>
                  <a:lnTo>
                    <a:pt x="4105300" y="744088"/>
                  </a:lnTo>
                  <a:lnTo>
                    <a:pt x="4109430" y="653056"/>
                  </a:lnTo>
                  <a:lnTo>
                    <a:pt x="4113560" y="546856"/>
                  </a:lnTo>
                  <a:lnTo>
                    <a:pt x="4117691" y="456431"/>
                  </a:lnTo>
                  <a:lnTo>
                    <a:pt x="4121821" y="365219"/>
                  </a:lnTo>
                  <a:lnTo>
                    <a:pt x="4125951" y="262831"/>
                  </a:lnTo>
                  <a:lnTo>
                    <a:pt x="4130081" y="188588"/>
                  </a:lnTo>
                  <a:lnTo>
                    <a:pt x="4134211" y="129903"/>
                  </a:lnTo>
                  <a:lnTo>
                    <a:pt x="4138341" y="85962"/>
                  </a:lnTo>
                  <a:lnTo>
                    <a:pt x="4142471" y="59683"/>
                  </a:lnTo>
                  <a:lnTo>
                    <a:pt x="4146601" y="60078"/>
                  </a:lnTo>
                  <a:lnTo>
                    <a:pt x="4150731" y="73746"/>
                  </a:lnTo>
                  <a:lnTo>
                    <a:pt x="4154861" y="95912"/>
                  </a:lnTo>
                  <a:lnTo>
                    <a:pt x="4158991" y="115657"/>
                  </a:lnTo>
                  <a:lnTo>
                    <a:pt x="4163121" y="123129"/>
                  </a:lnTo>
                  <a:lnTo>
                    <a:pt x="4167252" y="114789"/>
                  </a:lnTo>
                  <a:lnTo>
                    <a:pt x="4171382" y="93566"/>
                  </a:lnTo>
                  <a:lnTo>
                    <a:pt x="4175512" y="70075"/>
                  </a:lnTo>
                  <a:lnTo>
                    <a:pt x="4179642" y="54680"/>
                  </a:lnTo>
                  <a:lnTo>
                    <a:pt x="4183772" y="51074"/>
                  </a:lnTo>
                  <a:lnTo>
                    <a:pt x="4187902" y="48316"/>
                  </a:lnTo>
                  <a:lnTo>
                    <a:pt x="4192032" y="56807"/>
                  </a:lnTo>
                  <a:lnTo>
                    <a:pt x="4196162" y="73397"/>
                  </a:lnTo>
                  <a:lnTo>
                    <a:pt x="4200292" y="94699"/>
                  </a:lnTo>
                  <a:lnTo>
                    <a:pt x="4204422" y="105476"/>
                  </a:lnTo>
                  <a:lnTo>
                    <a:pt x="4208552" y="126750"/>
                  </a:lnTo>
                  <a:lnTo>
                    <a:pt x="4212682" y="154154"/>
                  </a:lnTo>
                  <a:lnTo>
                    <a:pt x="4216813" y="189485"/>
                  </a:lnTo>
                  <a:lnTo>
                    <a:pt x="4220943" y="219594"/>
                  </a:lnTo>
                  <a:lnTo>
                    <a:pt x="4225073" y="261132"/>
                  </a:lnTo>
                  <a:lnTo>
                    <a:pt x="4229203" y="279745"/>
                  </a:lnTo>
                  <a:lnTo>
                    <a:pt x="4233333" y="267261"/>
                  </a:lnTo>
                  <a:lnTo>
                    <a:pt x="4237463" y="242332"/>
                  </a:lnTo>
                  <a:lnTo>
                    <a:pt x="4241593" y="221538"/>
                  </a:lnTo>
                  <a:lnTo>
                    <a:pt x="4245723" y="200106"/>
                  </a:lnTo>
                  <a:lnTo>
                    <a:pt x="4249853" y="182848"/>
                  </a:lnTo>
                  <a:lnTo>
                    <a:pt x="4253983" y="166247"/>
                  </a:lnTo>
                  <a:lnTo>
                    <a:pt x="4258113" y="142306"/>
                  </a:lnTo>
                  <a:lnTo>
                    <a:pt x="4262243" y="113413"/>
                  </a:lnTo>
                  <a:lnTo>
                    <a:pt x="4266373" y="89926"/>
                  </a:lnTo>
                  <a:lnTo>
                    <a:pt x="4270504" y="77497"/>
                  </a:lnTo>
                  <a:lnTo>
                    <a:pt x="4274634" y="71245"/>
                  </a:lnTo>
                  <a:lnTo>
                    <a:pt x="4278764" y="65944"/>
                  </a:lnTo>
                  <a:lnTo>
                    <a:pt x="4282894" y="71707"/>
                  </a:lnTo>
                  <a:lnTo>
                    <a:pt x="4287024" y="94736"/>
                  </a:lnTo>
                  <a:lnTo>
                    <a:pt x="4291154" y="132957"/>
                  </a:lnTo>
                  <a:lnTo>
                    <a:pt x="4295284" y="187236"/>
                  </a:lnTo>
                  <a:lnTo>
                    <a:pt x="4299414" y="270564"/>
                  </a:lnTo>
                  <a:lnTo>
                    <a:pt x="4303544" y="373236"/>
                  </a:lnTo>
                  <a:lnTo>
                    <a:pt x="4307674" y="455981"/>
                  </a:lnTo>
                  <a:lnTo>
                    <a:pt x="4311804" y="486348"/>
                  </a:lnTo>
                  <a:lnTo>
                    <a:pt x="4315934" y="430865"/>
                  </a:lnTo>
                  <a:lnTo>
                    <a:pt x="4320065" y="331448"/>
                  </a:lnTo>
                  <a:lnTo>
                    <a:pt x="4324195" y="251949"/>
                  </a:lnTo>
                  <a:lnTo>
                    <a:pt x="4328325" y="193336"/>
                  </a:lnTo>
                  <a:lnTo>
                    <a:pt x="4332455" y="145078"/>
                  </a:lnTo>
                  <a:lnTo>
                    <a:pt x="4336585" y="121420"/>
                  </a:lnTo>
                  <a:lnTo>
                    <a:pt x="4340715" y="120090"/>
                  </a:lnTo>
                  <a:lnTo>
                    <a:pt x="4344845" y="124375"/>
                  </a:lnTo>
                  <a:lnTo>
                    <a:pt x="4348975" y="132493"/>
                  </a:lnTo>
                  <a:lnTo>
                    <a:pt x="4353105" y="151793"/>
                  </a:lnTo>
                  <a:lnTo>
                    <a:pt x="4357235" y="167700"/>
                  </a:lnTo>
                  <a:lnTo>
                    <a:pt x="4361365" y="179016"/>
                  </a:lnTo>
                  <a:lnTo>
                    <a:pt x="4365495" y="182900"/>
                  </a:lnTo>
                  <a:lnTo>
                    <a:pt x="4369626" y="173794"/>
                  </a:lnTo>
                  <a:lnTo>
                    <a:pt x="4373756" y="157614"/>
                  </a:lnTo>
                  <a:lnTo>
                    <a:pt x="4377886" y="143603"/>
                  </a:lnTo>
                  <a:lnTo>
                    <a:pt x="4382016" y="138094"/>
                  </a:lnTo>
                  <a:lnTo>
                    <a:pt x="4386146" y="131729"/>
                  </a:lnTo>
                  <a:lnTo>
                    <a:pt x="4390276" y="143496"/>
                  </a:lnTo>
                  <a:lnTo>
                    <a:pt x="4394406" y="162468"/>
                  </a:lnTo>
                  <a:lnTo>
                    <a:pt x="4398536" y="185575"/>
                  </a:lnTo>
                  <a:lnTo>
                    <a:pt x="4402666" y="199973"/>
                  </a:lnTo>
                  <a:lnTo>
                    <a:pt x="4406796" y="231103"/>
                  </a:lnTo>
                  <a:lnTo>
                    <a:pt x="4410926" y="246075"/>
                  </a:lnTo>
                  <a:lnTo>
                    <a:pt x="4415056" y="249602"/>
                  </a:lnTo>
                  <a:lnTo>
                    <a:pt x="4419186" y="241088"/>
                  </a:lnTo>
                  <a:lnTo>
                    <a:pt x="4423317" y="231380"/>
                  </a:lnTo>
                  <a:lnTo>
                    <a:pt x="4427447" y="216629"/>
                  </a:lnTo>
                  <a:lnTo>
                    <a:pt x="4431577" y="182337"/>
                  </a:lnTo>
                  <a:lnTo>
                    <a:pt x="4435707" y="140085"/>
                  </a:lnTo>
                  <a:lnTo>
                    <a:pt x="4439837" y="107301"/>
                  </a:lnTo>
                  <a:lnTo>
                    <a:pt x="4443967" y="87994"/>
                  </a:lnTo>
                  <a:lnTo>
                    <a:pt x="4448097" y="84752"/>
                  </a:lnTo>
                  <a:lnTo>
                    <a:pt x="4452227" y="105113"/>
                  </a:lnTo>
                  <a:lnTo>
                    <a:pt x="4456357" y="143872"/>
                  </a:lnTo>
                  <a:lnTo>
                    <a:pt x="4460487" y="187778"/>
                  </a:lnTo>
                  <a:lnTo>
                    <a:pt x="4464617" y="224303"/>
                  </a:lnTo>
                  <a:lnTo>
                    <a:pt x="4468747" y="244839"/>
                  </a:lnTo>
                  <a:lnTo>
                    <a:pt x="4472878" y="263173"/>
                  </a:lnTo>
                  <a:lnTo>
                    <a:pt x="4477008" y="281175"/>
                  </a:lnTo>
                  <a:lnTo>
                    <a:pt x="4481138" y="319465"/>
                  </a:lnTo>
                  <a:lnTo>
                    <a:pt x="4485268" y="372953"/>
                  </a:lnTo>
                  <a:lnTo>
                    <a:pt x="4489398" y="404951"/>
                  </a:lnTo>
                  <a:lnTo>
                    <a:pt x="4493528" y="421594"/>
                  </a:lnTo>
                  <a:lnTo>
                    <a:pt x="4497658" y="437365"/>
                  </a:lnTo>
                  <a:lnTo>
                    <a:pt x="4501788" y="425135"/>
                  </a:lnTo>
                  <a:lnTo>
                    <a:pt x="4505918" y="406160"/>
                  </a:lnTo>
                  <a:lnTo>
                    <a:pt x="4510048" y="403405"/>
                  </a:lnTo>
                  <a:lnTo>
                    <a:pt x="4514178" y="407076"/>
                  </a:lnTo>
                  <a:lnTo>
                    <a:pt x="4518308" y="420913"/>
                  </a:lnTo>
                  <a:lnTo>
                    <a:pt x="4522439" y="462292"/>
                  </a:lnTo>
                  <a:lnTo>
                    <a:pt x="4526569" y="526123"/>
                  </a:lnTo>
                  <a:lnTo>
                    <a:pt x="4530699" y="604887"/>
                  </a:lnTo>
                  <a:lnTo>
                    <a:pt x="4534829" y="696557"/>
                  </a:lnTo>
                  <a:lnTo>
                    <a:pt x="4538959" y="780985"/>
                  </a:lnTo>
                  <a:lnTo>
                    <a:pt x="4543089" y="812608"/>
                  </a:lnTo>
                  <a:lnTo>
                    <a:pt x="4547219" y="788780"/>
                  </a:lnTo>
                  <a:lnTo>
                    <a:pt x="4551349" y="758242"/>
                  </a:lnTo>
                  <a:lnTo>
                    <a:pt x="4555479" y="700458"/>
                  </a:lnTo>
                  <a:lnTo>
                    <a:pt x="4559609" y="613279"/>
                  </a:lnTo>
                  <a:lnTo>
                    <a:pt x="4563739" y="526280"/>
                  </a:lnTo>
                  <a:lnTo>
                    <a:pt x="4567869" y="449411"/>
                  </a:lnTo>
                  <a:lnTo>
                    <a:pt x="4571999" y="386251"/>
                  </a:lnTo>
                  <a:lnTo>
                    <a:pt x="4576130" y="341766"/>
                  </a:lnTo>
                  <a:lnTo>
                    <a:pt x="4580260" y="314420"/>
                  </a:lnTo>
                  <a:lnTo>
                    <a:pt x="4584390" y="292734"/>
                  </a:lnTo>
                  <a:lnTo>
                    <a:pt x="4588520" y="297760"/>
                  </a:lnTo>
                  <a:lnTo>
                    <a:pt x="4592650" y="321008"/>
                  </a:lnTo>
                  <a:lnTo>
                    <a:pt x="4596780" y="357136"/>
                  </a:lnTo>
                  <a:lnTo>
                    <a:pt x="4600910" y="406432"/>
                  </a:lnTo>
                  <a:lnTo>
                    <a:pt x="4605040" y="483599"/>
                  </a:lnTo>
                  <a:lnTo>
                    <a:pt x="4609170" y="540589"/>
                  </a:lnTo>
                  <a:lnTo>
                    <a:pt x="4613300" y="569489"/>
                  </a:lnTo>
                  <a:lnTo>
                    <a:pt x="4617430" y="584359"/>
                  </a:lnTo>
                  <a:lnTo>
                    <a:pt x="4621560" y="596707"/>
                  </a:lnTo>
                  <a:lnTo>
                    <a:pt x="4625691" y="613334"/>
                  </a:lnTo>
                  <a:lnTo>
                    <a:pt x="4629821" y="634307"/>
                  </a:lnTo>
                  <a:lnTo>
                    <a:pt x="4633951" y="644658"/>
                  </a:lnTo>
                  <a:lnTo>
                    <a:pt x="4638081" y="630986"/>
                  </a:lnTo>
                  <a:lnTo>
                    <a:pt x="4642211" y="622523"/>
                  </a:lnTo>
                  <a:lnTo>
                    <a:pt x="4646341" y="606222"/>
                  </a:lnTo>
                  <a:lnTo>
                    <a:pt x="4650471" y="593169"/>
                  </a:lnTo>
                  <a:lnTo>
                    <a:pt x="4654601" y="603771"/>
                  </a:lnTo>
                  <a:lnTo>
                    <a:pt x="4658731" y="641939"/>
                  </a:lnTo>
                  <a:lnTo>
                    <a:pt x="4662861" y="668320"/>
                  </a:lnTo>
                  <a:lnTo>
                    <a:pt x="4666991" y="691595"/>
                  </a:lnTo>
                  <a:lnTo>
                    <a:pt x="4671121" y="726460"/>
                  </a:lnTo>
                  <a:lnTo>
                    <a:pt x="4675252" y="653956"/>
                  </a:lnTo>
                  <a:lnTo>
                    <a:pt x="4679382" y="507951"/>
                  </a:lnTo>
                  <a:lnTo>
                    <a:pt x="4683512" y="387905"/>
                  </a:lnTo>
                  <a:lnTo>
                    <a:pt x="4687642" y="300441"/>
                  </a:lnTo>
                  <a:lnTo>
                    <a:pt x="4691772" y="224695"/>
                  </a:lnTo>
                  <a:lnTo>
                    <a:pt x="4695902" y="193847"/>
                  </a:lnTo>
                  <a:lnTo>
                    <a:pt x="4700032" y="195902"/>
                  </a:lnTo>
                  <a:lnTo>
                    <a:pt x="4704162" y="201504"/>
                  </a:lnTo>
                  <a:lnTo>
                    <a:pt x="4708292" y="210635"/>
                  </a:lnTo>
                  <a:lnTo>
                    <a:pt x="4712422" y="239239"/>
                  </a:lnTo>
                  <a:lnTo>
                    <a:pt x="4716552" y="268594"/>
                  </a:lnTo>
                  <a:lnTo>
                    <a:pt x="4720682" y="294094"/>
                  </a:lnTo>
                  <a:lnTo>
                    <a:pt x="4724813" y="351030"/>
                  </a:lnTo>
                  <a:lnTo>
                    <a:pt x="4728943" y="437058"/>
                  </a:lnTo>
                  <a:lnTo>
                    <a:pt x="4733073" y="523698"/>
                  </a:lnTo>
                  <a:lnTo>
                    <a:pt x="4737203" y="562883"/>
                  </a:lnTo>
                  <a:lnTo>
                    <a:pt x="4741333" y="577655"/>
                  </a:lnTo>
                  <a:lnTo>
                    <a:pt x="4745463" y="572245"/>
                  </a:lnTo>
                  <a:lnTo>
                    <a:pt x="4749593" y="568053"/>
                  </a:lnTo>
                  <a:lnTo>
                    <a:pt x="4753723" y="586931"/>
                  </a:lnTo>
                  <a:lnTo>
                    <a:pt x="4757853" y="642062"/>
                  </a:lnTo>
                  <a:lnTo>
                    <a:pt x="4761983" y="694666"/>
                  </a:lnTo>
                  <a:lnTo>
                    <a:pt x="4766113" y="723579"/>
                  </a:lnTo>
                  <a:lnTo>
                    <a:pt x="4770243" y="726971"/>
                  </a:lnTo>
                  <a:lnTo>
                    <a:pt x="4774373" y="717006"/>
                  </a:lnTo>
                  <a:lnTo>
                    <a:pt x="4778504" y="706146"/>
                  </a:lnTo>
                  <a:lnTo>
                    <a:pt x="4782634" y="725779"/>
                  </a:lnTo>
                  <a:lnTo>
                    <a:pt x="4786764" y="768962"/>
                  </a:lnTo>
                  <a:lnTo>
                    <a:pt x="4790894" y="819840"/>
                  </a:lnTo>
                  <a:lnTo>
                    <a:pt x="4795024" y="873873"/>
                  </a:lnTo>
                  <a:lnTo>
                    <a:pt x="4799154" y="928680"/>
                  </a:lnTo>
                  <a:lnTo>
                    <a:pt x="4803284" y="972365"/>
                  </a:lnTo>
                  <a:lnTo>
                    <a:pt x="4807414" y="1031510"/>
                  </a:lnTo>
                  <a:lnTo>
                    <a:pt x="4811544" y="1084814"/>
                  </a:lnTo>
                  <a:lnTo>
                    <a:pt x="4815674" y="1099151"/>
                  </a:lnTo>
                  <a:lnTo>
                    <a:pt x="4819804" y="1050758"/>
                  </a:lnTo>
                  <a:lnTo>
                    <a:pt x="4823934" y="1006964"/>
                  </a:lnTo>
                  <a:lnTo>
                    <a:pt x="4828065" y="967131"/>
                  </a:lnTo>
                  <a:lnTo>
                    <a:pt x="4832195" y="919000"/>
                  </a:lnTo>
                  <a:lnTo>
                    <a:pt x="4836325" y="889868"/>
                  </a:lnTo>
                  <a:lnTo>
                    <a:pt x="4840455" y="851524"/>
                  </a:lnTo>
                  <a:lnTo>
                    <a:pt x="4844585" y="800534"/>
                  </a:lnTo>
                  <a:lnTo>
                    <a:pt x="4848715" y="719068"/>
                  </a:lnTo>
                  <a:lnTo>
                    <a:pt x="4852845" y="653956"/>
                  </a:lnTo>
                  <a:lnTo>
                    <a:pt x="4856975" y="583034"/>
                  </a:lnTo>
                  <a:lnTo>
                    <a:pt x="4861105" y="537285"/>
                  </a:lnTo>
                  <a:lnTo>
                    <a:pt x="4865235" y="500406"/>
                  </a:lnTo>
                  <a:lnTo>
                    <a:pt x="4869365" y="495926"/>
                  </a:lnTo>
                  <a:lnTo>
                    <a:pt x="4873495" y="498633"/>
                  </a:lnTo>
                  <a:lnTo>
                    <a:pt x="4877626" y="500441"/>
                  </a:lnTo>
                  <a:lnTo>
                    <a:pt x="4881756" y="457816"/>
                  </a:lnTo>
                  <a:lnTo>
                    <a:pt x="4885886" y="376788"/>
                  </a:lnTo>
                  <a:lnTo>
                    <a:pt x="4890016" y="288321"/>
                  </a:lnTo>
                  <a:lnTo>
                    <a:pt x="4894146" y="215218"/>
                  </a:lnTo>
                  <a:lnTo>
                    <a:pt x="4898276" y="158762"/>
                  </a:lnTo>
                  <a:lnTo>
                    <a:pt x="4902406" y="121964"/>
                  </a:lnTo>
                  <a:lnTo>
                    <a:pt x="4906536" y="99230"/>
                  </a:lnTo>
                  <a:lnTo>
                    <a:pt x="4910666" y="82576"/>
                  </a:lnTo>
                  <a:lnTo>
                    <a:pt x="4914796" y="73219"/>
                  </a:lnTo>
                  <a:lnTo>
                    <a:pt x="4918926" y="74328"/>
                  </a:lnTo>
                  <a:lnTo>
                    <a:pt x="4923056" y="84317"/>
                  </a:lnTo>
                  <a:lnTo>
                    <a:pt x="4927186" y="97986"/>
                  </a:lnTo>
                  <a:lnTo>
                    <a:pt x="4931317" y="116060"/>
                  </a:lnTo>
                  <a:lnTo>
                    <a:pt x="4935447" y="135491"/>
                  </a:lnTo>
                  <a:lnTo>
                    <a:pt x="4939577" y="139608"/>
                  </a:lnTo>
                  <a:lnTo>
                    <a:pt x="4943707" y="127718"/>
                  </a:lnTo>
                  <a:lnTo>
                    <a:pt x="4947837" y="124350"/>
                  </a:lnTo>
                  <a:lnTo>
                    <a:pt x="4951967" y="121906"/>
                  </a:lnTo>
                  <a:lnTo>
                    <a:pt x="4956097" y="103826"/>
                  </a:lnTo>
                  <a:lnTo>
                    <a:pt x="4960227" y="83669"/>
                  </a:lnTo>
                  <a:lnTo>
                    <a:pt x="4964357" y="79835"/>
                  </a:lnTo>
                  <a:lnTo>
                    <a:pt x="4968487" y="74411"/>
                  </a:lnTo>
                  <a:lnTo>
                    <a:pt x="4972617" y="77372"/>
                  </a:lnTo>
                  <a:lnTo>
                    <a:pt x="4976747" y="83747"/>
                  </a:lnTo>
                  <a:lnTo>
                    <a:pt x="4980878" y="102843"/>
                  </a:lnTo>
                  <a:lnTo>
                    <a:pt x="4985008" y="112457"/>
                  </a:lnTo>
                  <a:lnTo>
                    <a:pt x="4989138" y="121683"/>
                  </a:lnTo>
                  <a:lnTo>
                    <a:pt x="4993268" y="111165"/>
                  </a:lnTo>
                  <a:lnTo>
                    <a:pt x="4997398" y="109855"/>
                  </a:lnTo>
                  <a:lnTo>
                    <a:pt x="5001528" y="106026"/>
                  </a:lnTo>
                  <a:lnTo>
                    <a:pt x="5005658" y="107247"/>
                  </a:lnTo>
                  <a:lnTo>
                    <a:pt x="5009788" y="102789"/>
                  </a:lnTo>
                  <a:lnTo>
                    <a:pt x="5013918" y="110099"/>
                  </a:lnTo>
                  <a:lnTo>
                    <a:pt x="5018048" y="127600"/>
                  </a:lnTo>
                  <a:lnTo>
                    <a:pt x="5022178" y="153949"/>
                  </a:lnTo>
                  <a:lnTo>
                    <a:pt x="5026308" y="176275"/>
                  </a:lnTo>
                  <a:lnTo>
                    <a:pt x="5030439" y="206761"/>
                  </a:lnTo>
                  <a:lnTo>
                    <a:pt x="5034569" y="222412"/>
                  </a:lnTo>
                  <a:lnTo>
                    <a:pt x="5038699" y="209060"/>
                  </a:lnTo>
                  <a:lnTo>
                    <a:pt x="5042829" y="179458"/>
                  </a:lnTo>
                  <a:lnTo>
                    <a:pt x="5046959" y="151608"/>
                  </a:lnTo>
                  <a:lnTo>
                    <a:pt x="5051089" y="119411"/>
                  </a:lnTo>
                  <a:lnTo>
                    <a:pt x="5055219" y="91094"/>
                  </a:lnTo>
                  <a:lnTo>
                    <a:pt x="5059349" y="68380"/>
                  </a:lnTo>
                  <a:lnTo>
                    <a:pt x="5063479" y="54108"/>
                  </a:lnTo>
                  <a:lnTo>
                    <a:pt x="5067609" y="43338"/>
                  </a:lnTo>
                  <a:lnTo>
                    <a:pt x="5071739" y="34941"/>
                  </a:lnTo>
                  <a:lnTo>
                    <a:pt x="5075869" y="33771"/>
                  </a:lnTo>
                  <a:lnTo>
                    <a:pt x="5079999" y="33103"/>
                  </a:lnTo>
                  <a:lnTo>
                    <a:pt x="5084130" y="29368"/>
                  </a:lnTo>
                  <a:lnTo>
                    <a:pt x="5088260" y="25350"/>
                  </a:lnTo>
                  <a:lnTo>
                    <a:pt x="5092390" y="22341"/>
                  </a:lnTo>
                  <a:lnTo>
                    <a:pt x="5096520" y="16925"/>
                  </a:lnTo>
                  <a:lnTo>
                    <a:pt x="5100650" y="12159"/>
                  </a:lnTo>
                  <a:lnTo>
                    <a:pt x="5104780" y="8803"/>
                  </a:lnTo>
                  <a:lnTo>
                    <a:pt x="5108910" y="9150"/>
                  </a:lnTo>
                  <a:lnTo>
                    <a:pt x="5113040" y="14659"/>
                  </a:lnTo>
                  <a:lnTo>
                    <a:pt x="5117170" y="23370"/>
                  </a:lnTo>
                  <a:lnTo>
                    <a:pt x="5121300" y="40384"/>
                  </a:lnTo>
                  <a:lnTo>
                    <a:pt x="5125430" y="51300"/>
                  </a:lnTo>
                  <a:lnTo>
                    <a:pt x="5129560" y="63846"/>
                  </a:lnTo>
                  <a:lnTo>
                    <a:pt x="5133691" y="74960"/>
                  </a:lnTo>
                  <a:lnTo>
                    <a:pt x="5137821" y="93226"/>
                  </a:lnTo>
                  <a:lnTo>
                    <a:pt x="5141951" y="119378"/>
                  </a:lnTo>
                  <a:lnTo>
                    <a:pt x="5146081" y="153911"/>
                  </a:lnTo>
                  <a:lnTo>
                    <a:pt x="5150211" y="157984"/>
                  </a:lnTo>
                  <a:lnTo>
                    <a:pt x="5154341" y="150463"/>
                  </a:lnTo>
                  <a:lnTo>
                    <a:pt x="5158471" y="135057"/>
                  </a:lnTo>
                  <a:lnTo>
                    <a:pt x="5162601" y="118930"/>
                  </a:lnTo>
                  <a:lnTo>
                    <a:pt x="5166731" y="116262"/>
                  </a:lnTo>
                  <a:lnTo>
                    <a:pt x="5170861" y="129895"/>
                  </a:lnTo>
                  <a:lnTo>
                    <a:pt x="5174991" y="138533"/>
                  </a:lnTo>
                  <a:lnTo>
                    <a:pt x="5179121" y="144016"/>
                  </a:lnTo>
                  <a:lnTo>
                    <a:pt x="5183252" y="143075"/>
                  </a:lnTo>
                  <a:lnTo>
                    <a:pt x="5187382" y="129784"/>
                  </a:lnTo>
                  <a:lnTo>
                    <a:pt x="5191512" y="118848"/>
                  </a:lnTo>
                  <a:lnTo>
                    <a:pt x="5195642" y="131156"/>
                  </a:lnTo>
                  <a:lnTo>
                    <a:pt x="5199772" y="154547"/>
                  </a:lnTo>
                  <a:lnTo>
                    <a:pt x="5203902" y="178605"/>
                  </a:lnTo>
                  <a:lnTo>
                    <a:pt x="5208032" y="214533"/>
                  </a:lnTo>
                  <a:lnTo>
                    <a:pt x="5212162" y="265273"/>
                  </a:lnTo>
                  <a:lnTo>
                    <a:pt x="5216292" y="290510"/>
                  </a:lnTo>
                  <a:lnTo>
                    <a:pt x="5220422" y="271121"/>
                  </a:lnTo>
                  <a:lnTo>
                    <a:pt x="5224552" y="219258"/>
                  </a:lnTo>
                  <a:lnTo>
                    <a:pt x="5228682" y="164871"/>
                  </a:lnTo>
                  <a:lnTo>
                    <a:pt x="5232813" y="120918"/>
                  </a:lnTo>
                  <a:lnTo>
                    <a:pt x="5236943" y="89212"/>
                  </a:lnTo>
                  <a:lnTo>
                    <a:pt x="5241073" y="83996"/>
                  </a:lnTo>
                  <a:lnTo>
                    <a:pt x="5245203" y="93233"/>
                  </a:lnTo>
                  <a:lnTo>
                    <a:pt x="5249333" y="108935"/>
                  </a:lnTo>
                  <a:lnTo>
                    <a:pt x="5253463" y="117215"/>
                  </a:lnTo>
                  <a:lnTo>
                    <a:pt x="5257593" y="129827"/>
                  </a:lnTo>
                  <a:lnTo>
                    <a:pt x="5261723" y="144438"/>
                  </a:lnTo>
                  <a:lnTo>
                    <a:pt x="5265853" y="177131"/>
                  </a:lnTo>
                  <a:lnTo>
                    <a:pt x="5269983" y="210055"/>
                  </a:lnTo>
                  <a:lnTo>
                    <a:pt x="5274113" y="259373"/>
                  </a:lnTo>
                  <a:lnTo>
                    <a:pt x="5278243" y="303983"/>
                  </a:lnTo>
                  <a:lnTo>
                    <a:pt x="5282373" y="328555"/>
                  </a:lnTo>
                  <a:lnTo>
                    <a:pt x="5286504" y="327842"/>
                  </a:lnTo>
                  <a:lnTo>
                    <a:pt x="5290634" y="334373"/>
                  </a:lnTo>
                  <a:lnTo>
                    <a:pt x="5294764" y="347142"/>
                  </a:lnTo>
                  <a:lnTo>
                    <a:pt x="5298894" y="385839"/>
                  </a:lnTo>
                  <a:lnTo>
                    <a:pt x="5303024" y="438147"/>
                  </a:lnTo>
                  <a:lnTo>
                    <a:pt x="5307154" y="514706"/>
                  </a:lnTo>
                  <a:lnTo>
                    <a:pt x="5311284" y="613169"/>
                  </a:lnTo>
                  <a:lnTo>
                    <a:pt x="5315414" y="702936"/>
                  </a:lnTo>
                  <a:lnTo>
                    <a:pt x="5319544" y="767960"/>
                  </a:lnTo>
                  <a:lnTo>
                    <a:pt x="5323674" y="820084"/>
                  </a:lnTo>
                  <a:lnTo>
                    <a:pt x="5327804" y="839250"/>
                  </a:lnTo>
                  <a:lnTo>
                    <a:pt x="5331934" y="853605"/>
                  </a:lnTo>
                  <a:lnTo>
                    <a:pt x="5336065" y="892444"/>
                  </a:lnTo>
                  <a:lnTo>
                    <a:pt x="5340195" y="930173"/>
                  </a:lnTo>
                  <a:lnTo>
                    <a:pt x="5344325" y="994429"/>
                  </a:lnTo>
                  <a:lnTo>
                    <a:pt x="5348455" y="1047498"/>
                  </a:lnTo>
                  <a:lnTo>
                    <a:pt x="5352585" y="1085155"/>
                  </a:lnTo>
                  <a:lnTo>
                    <a:pt x="5356715" y="1111673"/>
                  </a:lnTo>
                  <a:lnTo>
                    <a:pt x="5360845" y="1143772"/>
                  </a:lnTo>
                  <a:lnTo>
                    <a:pt x="5364975" y="1152460"/>
                  </a:lnTo>
                  <a:lnTo>
                    <a:pt x="5369105" y="1161449"/>
                  </a:lnTo>
                  <a:lnTo>
                    <a:pt x="5373235" y="1161449"/>
                  </a:lnTo>
                  <a:lnTo>
                    <a:pt x="5377365" y="1173622"/>
                  </a:lnTo>
                  <a:lnTo>
                    <a:pt x="5381495" y="1183392"/>
                  </a:lnTo>
                  <a:lnTo>
                    <a:pt x="5385626" y="1193545"/>
                  </a:lnTo>
                  <a:lnTo>
                    <a:pt x="5389756" y="1215130"/>
                  </a:lnTo>
                  <a:lnTo>
                    <a:pt x="5393886" y="1264588"/>
                  </a:lnTo>
                  <a:lnTo>
                    <a:pt x="5398016" y="1293380"/>
                  </a:lnTo>
                  <a:lnTo>
                    <a:pt x="5402146" y="1325781"/>
                  </a:lnTo>
                  <a:lnTo>
                    <a:pt x="5406276" y="1383545"/>
                  </a:lnTo>
                  <a:lnTo>
                    <a:pt x="5410406" y="1430742"/>
                  </a:lnTo>
                  <a:lnTo>
                    <a:pt x="5414536" y="1430742"/>
                  </a:lnTo>
                  <a:lnTo>
                    <a:pt x="5418666" y="1430742"/>
                  </a:lnTo>
                  <a:lnTo>
                    <a:pt x="5422796" y="1430742"/>
                  </a:lnTo>
                  <a:lnTo>
                    <a:pt x="5426926" y="1430742"/>
                  </a:lnTo>
                  <a:lnTo>
                    <a:pt x="5431056" y="1406070"/>
                  </a:lnTo>
                  <a:lnTo>
                    <a:pt x="5435186" y="1362825"/>
                  </a:lnTo>
                  <a:lnTo>
                    <a:pt x="5439317" y="1321502"/>
                  </a:lnTo>
                  <a:lnTo>
                    <a:pt x="5443447" y="1275013"/>
                  </a:lnTo>
                  <a:lnTo>
                    <a:pt x="5447577" y="1235616"/>
                  </a:lnTo>
                  <a:lnTo>
                    <a:pt x="5451707" y="1235616"/>
                  </a:lnTo>
                  <a:lnTo>
                    <a:pt x="5455837" y="1248094"/>
                  </a:lnTo>
                  <a:lnTo>
                    <a:pt x="5459967" y="1278584"/>
                  </a:lnTo>
                  <a:lnTo>
                    <a:pt x="5464097" y="1325781"/>
                  </a:lnTo>
                  <a:lnTo>
                    <a:pt x="5468227" y="1383545"/>
                  </a:lnTo>
                  <a:lnTo>
                    <a:pt x="5472357" y="1406070"/>
                  </a:lnTo>
                  <a:lnTo>
                    <a:pt x="5476487" y="1406070"/>
                  </a:lnTo>
                  <a:lnTo>
                    <a:pt x="5480617" y="1362825"/>
                  </a:lnTo>
                  <a:lnTo>
                    <a:pt x="5484747" y="1343641"/>
                  </a:lnTo>
                  <a:lnTo>
                    <a:pt x="5488878" y="1343641"/>
                  </a:lnTo>
                  <a:lnTo>
                    <a:pt x="5493008" y="1343641"/>
                  </a:lnTo>
                  <a:lnTo>
                    <a:pt x="5497138" y="1362825"/>
                  </a:lnTo>
                  <a:lnTo>
                    <a:pt x="5501268" y="1383545"/>
                  </a:lnTo>
                  <a:lnTo>
                    <a:pt x="5505398" y="1343641"/>
                  </a:lnTo>
                  <a:lnTo>
                    <a:pt x="5509528" y="1293380"/>
                  </a:lnTo>
                  <a:lnTo>
                    <a:pt x="5513658" y="1264588"/>
                  </a:lnTo>
                  <a:lnTo>
                    <a:pt x="5517788" y="1257200"/>
                  </a:lnTo>
                  <a:lnTo>
                    <a:pt x="5521918" y="1244287"/>
                  </a:lnTo>
                  <a:lnTo>
                    <a:pt x="5526048" y="1231987"/>
                  </a:lnTo>
                  <a:lnTo>
                    <a:pt x="5530178" y="1244287"/>
                  </a:lnTo>
                  <a:lnTo>
                    <a:pt x="5534308" y="1270792"/>
                  </a:lnTo>
                  <a:lnTo>
                    <a:pt x="5538439" y="1278584"/>
                  </a:lnTo>
                  <a:lnTo>
                    <a:pt x="5542569" y="1309074"/>
                  </a:lnTo>
                  <a:lnTo>
                    <a:pt x="5546699" y="1383545"/>
                  </a:lnTo>
                  <a:lnTo>
                    <a:pt x="5550829" y="1430742"/>
                  </a:lnTo>
                  <a:lnTo>
                    <a:pt x="5554959" y="1430742"/>
                  </a:lnTo>
                  <a:lnTo>
                    <a:pt x="5559089" y="1430742"/>
                  </a:lnTo>
                  <a:lnTo>
                    <a:pt x="5563219" y="1430742"/>
                  </a:lnTo>
                  <a:lnTo>
                    <a:pt x="5567349" y="1430742"/>
                  </a:lnTo>
                  <a:lnTo>
                    <a:pt x="5571479" y="1430742"/>
                  </a:lnTo>
                  <a:lnTo>
                    <a:pt x="5575609" y="1430742"/>
                  </a:lnTo>
                  <a:lnTo>
                    <a:pt x="5579739" y="1430742"/>
                  </a:lnTo>
                  <a:lnTo>
                    <a:pt x="5583869" y="1406070"/>
                  </a:lnTo>
                  <a:lnTo>
                    <a:pt x="5588000" y="1362825"/>
                  </a:lnTo>
                  <a:lnTo>
                    <a:pt x="5592130" y="1325781"/>
                  </a:lnTo>
                  <a:lnTo>
                    <a:pt x="5596260" y="1278584"/>
                  </a:lnTo>
                  <a:lnTo>
                    <a:pt x="5600390" y="1257863"/>
                  </a:lnTo>
                  <a:lnTo>
                    <a:pt x="5604520" y="1271491"/>
                  </a:lnTo>
                  <a:lnTo>
                    <a:pt x="5608650" y="1301108"/>
                  </a:lnTo>
                  <a:lnTo>
                    <a:pt x="5612780" y="1334557"/>
                  </a:lnTo>
                  <a:lnTo>
                    <a:pt x="5616910" y="1394563"/>
                  </a:lnTo>
                  <a:lnTo>
                    <a:pt x="5621040" y="1430742"/>
                  </a:lnTo>
                  <a:lnTo>
                    <a:pt x="5625170" y="1430742"/>
                  </a:lnTo>
                  <a:lnTo>
                    <a:pt x="5629300" y="1430742"/>
                  </a:lnTo>
                  <a:lnTo>
                    <a:pt x="5633430" y="1430742"/>
                  </a:lnTo>
                  <a:lnTo>
                    <a:pt x="5637560" y="1430742"/>
                  </a:lnTo>
                  <a:lnTo>
                    <a:pt x="5641691" y="1430742"/>
                  </a:lnTo>
                  <a:lnTo>
                    <a:pt x="5645821" y="1430742"/>
                  </a:lnTo>
                  <a:lnTo>
                    <a:pt x="5649951" y="1429451"/>
                  </a:lnTo>
                  <a:lnTo>
                    <a:pt x="5654081" y="1404896"/>
                  </a:lnTo>
                  <a:lnTo>
                    <a:pt x="5658211" y="1380329"/>
                  </a:lnTo>
                  <a:lnTo>
                    <a:pt x="5662341" y="1359855"/>
                  </a:lnTo>
                  <a:lnTo>
                    <a:pt x="5666471" y="1340882"/>
                  </a:lnTo>
                  <a:lnTo>
                    <a:pt x="5670601" y="1341798"/>
                  </a:lnTo>
                  <a:lnTo>
                    <a:pt x="5674731" y="1360841"/>
                  </a:lnTo>
                  <a:lnTo>
                    <a:pt x="5678861" y="1383545"/>
                  </a:lnTo>
                  <a:lnTo>
                    <a:pt x="5682991" y="1406070"/>
                  </a:lnTo>
                  <a:lnTo>
                    <a:pt x="5687121" y="1406070"/>
                  </a:lnTo>
                  <a:lnTo>
                    <a:pt x="5691252" y="1383545"/>
                  </a:lnTo>
                  <a:lnTo>
                    <a:pt x="5695382" y="1343641"/>
                  </a:lnTo>
                  <a:lnTo>
                    <a:pt x="5699512" y="1325781"/>
                  </a:lnTo>
                  <a:lnTo>
                    <a:pt x="5703642" y="1325781"/>
                  </a:lnTo>
                  <a:lnTo>
                    <a:pt x="5707772" y="1343641"/>
                  </a:lnTo>
                  <a:lnTo>
                    <a:pt x="5711902" y="1362825"/>
                  </a:lnTo>
                  <a:lnTo>
                    <a:pt x="5716032" y="1406070"/>
                  </a:lnTo>
                  <a:lnTo>
                    <a:pt x="5720162" y="1430742"/>
                  </a:lnTo>
                  <a:lnTo>
                    <a:pt x="5724292" y="1430742"/>
                  </a:lnTo>
                  <a:lnTo>
                    <a:pt x="5728422" y="1406070"/>
                  </a:lnTo>
                  <a:lnTo>
                    <a:pt x="5732552" y="1362825"/>
                  </a:lnTo>
                  <a:lnTo>
                    <a:pt x="5736682" y="1343641"/>
                  </a:lnTo>
                  <a:lnTo>
                    <a:pt x="5740813" y="1325781"/>
                  </a:lnTo>
                  <a:lnTo>
                    <a:pt x="5744943" y="1309074"/>
                  </a:lnTo>
                  <a:lnTo>
                    <a:pt x="5749073" y="1296444"/>
                  </a:lnTo>
                  <a:lnTo>
                    <a:pt x="5753203" y="1312330"/>
                  </a:lnTo>
                  <a:lnTo>
                    <a:pt x="5757333" y="1329256"/>
                  </a:lnTo>
                  <a:lnTo>
                    <a:pt x="5761463" y="1312330"/>
                  </a:lnTo>
                  <a:lnTo>
                    <a:pt x="5765593" y="1296444"/>
                  </a:lnTo>
                  <a:lnTo>
                    <a:pt x="5769723" y="1293380"/>
                  </a:lnTo>
                  <a:lnTo>
                    <a:pt x="5773853" y="1309074"/>
                  </a:lnTo>
                  <a:lnTo>
                    <a:pt x="5777983" y="1309074"/>
                  </a:lnTo>
                  <a:lnTo>
                    <a:pt x="5782113" y="1343641"/>
                  </a:lnTo>
                  <a:lnTo>
                    <a:pt x="5786243" y="1362825"/>
                  </a:lnTo>
                  <a:lnTo>
                    <a:pt x="5790373" y="1362825"/>
                  </a:lnTo>
                  <a:lnTo>
                    <a:pt x="5794504" y="1343641"/>
                  </a:lnTo>
                  <a:lnTo>
                    <a:pt x="5798634" y="1343641"/>
                  </a:lnTo>
                  <a:lnTo>
                    <a:pt x="5802764" y="1343641"/>
                  </a:lnTo>
                  <a:lnTo>
                    <a:pt x="5806894" y="1362825"/>
                  </a:lnTo>
                  <a:lnTo>
                    <a:pt x="5811024" y="1406070"/>
                  </a:lnTo>
                  <a:lnTo>
                    <a:pt x="5815154" y="1430742"/>
                  </a:lnTo>
                  <a:lnTo>
                    <a:pt x="5819284" y="1430742"/>
                  </a:lnTo>
                  <a:lnTo>
                    <a:pt x="5823414" y="1430742"/>
                  </a:lnTo>
                  <a:lnTo>
                    <a:pt x="5827544" y="1430742"/>
                  </a:lnTo>
                  <a:lnTo>
                    <a:pt x="5831674" y="1430742"/>
                  </a:lnTo>
                  <a:lnTo>
                    <a:pt x="5835804" y="1430742"/>
                  </a:lnTo>
                  <a:lnTo>
                    <a:pt x="5839934" y="1430742"/>
                  </a:lnTo>
                  <a:lnTo>
                    <a:pt x="5844065" y="1430742"/>
                  </a:lnTo>
                  <a:lnTo>
                    <a:pt x="5848195" y="1430742"/>
                  </a:lnTo>
                  <a:lnTo>
                    <a:pt x="5852325" y="1430742"/>
                  </a:lnTo>
                  <a:lnTo>
                    <a:pt x="5856455" y="1430742"/>
                  </a:lnTo>
                  <a:lnTo>
                    <a:pt x="5860585" y="1430742"/>
                  </a:lnTo>
                  <a:lnTo>
                    <a:pt x="5864715" y="1430742"/>
                  </a:lnTo>
                  <a:lnTo>
                    <a:pt x="5868845" y="1430742"/>
                  </a:lnTo>
                  <a:lnTo>
                    <a:pt x="5872975" y="1430742"/>
                  </a:lnTo>
                  <a:lnTo>
                    <a:pt x="5877105" y="1430742"/>
                  </a:lnTo>
                  <a:lnTo>
                    <a:pt x="5881235" y="1430742"/>
                  </a:lnTo>
                  <a:lnTo>
                    <a:pt x="5885365" y="1406070"/>
                  </a:lnTo>
                  <a:lnTo>
                    <a:pt x="5889495" y="1362825"/>
                  </a:lnTo>
                  <a:lnTo>
                    <a:pt x="5893626" y="1325781"/>
                  </a:lnTo>
                  <a:lnTo>
                    <a:pt x="5897756" y="1325781"/>
                  </a:lnTo>
                  <a:lnTo>
                    <a:pt x="5901886" y="1325781"/>
                  </a:lnTo>
                  <a:lnTo>
                    <a:pt x="5906016" y="1343641"/>
                  </a:lnTo>
                  <a:lnTo>
                    <a:pt x="5910146" y="1383545"/>
                  </a:lnTo>
                  <a:lnTo>
                    <a:pt x="5914276" y="1406070"/>
                  </a:lnTo>
                  <a:lnTo>
                    <a:pt x="5918406" y="1383545"/>
                  </a:lnTo>
                  <a:lnTo>
                    <a:pt x="5922536" y="1343641"/>
                  </a:lnTo>
                  <a:lnTo>
                    <a:pt x="5926666" y="1309074"/>
                  </a:lnTo>
                  <a:lnTo>
                    <a:pt x="5930796" y="1293380"/>
                  </a:lnTo>
                  <a:lnTo>
                    <a:pt x="5934926" y="1306658"/>
                  </a:lnTo>
                  <a:lnTo>
                    <a:pt x="5939056" y="1306658"/>
                  </a:lnTo>
                  <a:lnTo>
                    <a:pt x="5943186" y="1323205"/>
                  </a:lnTo>
                  <a:lnTo>
                    <a:pt x="5947317" y="1359855"/>
                  </a:lnTo>
                  <a:lnTo>
                    <a:pt x="5951447" y="1380329"/>
                  </a:lnTo>
                  <a:lnTo>
                    <a:pt x="5955577" y="1383545"/>
                  </a:lnTo>
                  <a:lnTo>
                    <a:pt x="5959707" y="1406070"/>
                  </a:lnTo>
                  <a:lnTo>
                    <a:pt x="5963837" y="1430742"/>
                  </a:lnTo>
                  <a:lnTo>
                    <a:pt x="5967967" y="1430742"/>
                  </a:lnTo>
                  <a:lnTo>
                    <a:pt x="5972097" y="1430742"/>
                  </a:lnTo>
                  <a:lnTo>
                    <a:pt x="5976227" y="1430742"/>
                  </a:lnTo>
                  <a:lnTo>
                    <a:pt x="5980357" y="1430742"/>
                  </a:lnTo>
                  <a:lnTo>
                    <a:pt x="5984487" y="1430742"/>
                  </a:lnTo>
                  <a:lnTo>
                    <a:pt x="5988617" y="1430742"/>
                  </a:lnTo>
                  <a:lnTo>
                    <a:pt x="5992747" y="1430742"/>
                  </a:lnTo>
                  <a:lnTo>
                    <a:pt x="5996878" y="1430742"/>
                  </a:lnTo>
                  <a:lnTo>
                    <a:pt x="6001008" y="1430742"/>
                  </a:lnTo>
                  <a:lnTo>
                    <a:pt x="6005138" y="1430742"/>
                  </a:lnTo>
                  <a:lnTo>
                    <a:pt x="6009268" y="1430742"/>
                  </a:lnTo>
                  <a:lnTo>
                    <a:pt x="6013398" y="1430742"/>
                  </a:lnTo>
                  <a:lnTo>
                    <a:pt x="6017528" y="1430742"/>
                  </a:lnTo>
                  <a:lnTo>
                    <a:pt x="6021658" y="1430742"/>
                  </a:lnTo>
                  <a:lnTo>
                    <a:pt x="6025788" y="1430742"/>
                  </a:lnTo>
                  <a:lnTo>
                    <a:pt x="6029918" y="1430742"/>
                  </a:lnTo>
                  <a:lnTo>
                    <a:pt x="6034048" y="1430742"/>
                  </a:lnTo>
                  <a:lnTo>
                    <a:pt x="6038178" y="1430742"/>
                  </a:lnTo>
                  <a:lnTo>
                    <a:pt x="6042308" y="1430742"/>
                  </a:lnTo>
                  <a:lnTo>
                    <a:pt x="6046439" y="1430742"/>
                  </a:lnTo>
                  <a:lnTo>
                    <a:pt x="6050569" y="1430742"/>
                  </a:lnTo>
                  <a:lnTo>
                    <a:pt x="6054699" y="1430742"/>
                  </a:lnTo>
                  <a:lnTo>
                    <a:pt x="6058829" y="1430742"/>
                  </a:lnTo>
                  <a:lnTo>
                    <a:pt x="6062959" y="1430742"/>
                  </a:lnTo>
                  <a:lnTo>
                    <a:pt x="6067089" y="1430742"/>
                  </a:lnTo>
                  <a:lnTo>
                    <a:pt x="6071219" y="1430742"/>
                  </a:lnTo>
                  <a:lnTo>
                    <a:pt x="6075349" y="1430742"/>
                  </a:lnTo>
                  <a:lnTo>
                    <a:pt x="6079479" y="1430742"/>
                  </a:lnTo>
                  <a:lnTo>
                    <a:pt x="6083609" y="1430742"/>
                  </a:lnTo>
                  <a:lnTo>
                    <a:pt x="6087739" y="1430742"/>
                  </a:lnTo>
                  <a:lnTo>
                    <a:pt x="6091869" y="1430742"/>
                  </a:lnTo>
                  <a:lnTo>
                    <a:pt x="6095999" y="1430742"/>
                  </a:lnTo>
                  <a:lnTo>
                    <a:pt x="6100130" y="1430742"/>
                  </a:lnTo>
                  <a:lnTo>
                    <a:pt x="6104260" y="1430742"/>
                  </a:lnTo>
                  <a:lnTo>
                    <a:pt x="6108390" y="1430742"/>
                  </a:lnTo>
                  <a:lnTo>
                    <a:pt x="6112520" y="1430742"/>
                  </a:lnTo>
                  <a:lnTo>
                    <a:pt x="6116650" y="1430742"/>
                  </a:lnTo>
                  <a:lnTo>
                    <a:pt x="6120780" y="1430742"/>
                  </a:lnTo>
                  <a:lnTo>
                    <a:pt x="6124910" y="1430742"/>
                  </a:lnTo>
                  <a:lnTo>
                    <a:pt x="6129040" y="1430742"/>
                  </a:lnTo>
                  <a:lnTo>
                    <a:pt x="6133170" y="1430742"/>
                  </a:lnTo>
                  <a:lnTo>
                    <a:pt x="6137300" y="1430742"/>
                  </a:lnTo>
                  <a:lnTo>
                    <a:pt x="6141430" y="1406070"/>
                  </a:lnTo>
                  <a:lnTo>
                    <a:pt x="6145560" y="1362825"/>
                  </a:lnTo>
                  <a:lnTo>
                    <a:pt x="6149691" y="1343641"/>
                  </a:lnTo>
                  <a:lnTo>
                    <a:pt x="6153821" y="1343641"/>
                  </a:lnTo>
                  <a:lnTo>
                    <a:pt x="6157951" y="1343641"/>
                  </a:lnTo>
                  <a:lnTo>
                    <a:pt x="6162081" y="1362825"/>
                  </a:lnTo>
                  <a:lnTo>
                    <a:pt x="6166211" y="1362825"/>
                  </a:lnTo>
                  <a:lnTo>
                    <a:pt x="6170341" y="1343641"/>
                  </a:lnTo>
                  <a:lnTo>
                    <a:pt x="6174471" y="1325781"/>
                  </a:lnTo>
                  <a:lnTo>
                    <a:pt x="6178601" y="1325781"/>
                  </a:lnTo>
                  <a:lnTo>
                    <a:pt x="6182731" y="1325781"/>
                  </a:lnTo>
                  <a:lnTo>
                    <a:pt x="6186861" y="1362825"/>
                  </a:lnTo>
                  <a:lnTo>
                    <a:pt x="6190991" y="1406070"/>
                  </a:lnTo>
                  <a:lnTo>
                    <a:pt x="6195121" y="1406070"/>
                  </a:lnTo>
                  <a:lnTo>
                    <a:pt x="6199252" y="1362825"/>
                  </a:lnTo>
                  <a:lnTo>
                    <a:pt x="6203382" y="1343641"/>
                  </a:lnTo>
                  <a:lnTo>
                    <a:pt x="6207512" y="1325781"/>
                  </a:lnTo>
                  <a:lnTo>
                    <a:pt x="6211642" y="1325781"/>
                  </a:lnTo>
                  <a:lnTo>
                    <a:pt x="6215772" y="1343641"/>
                  </a:lnTo>
                  <a:lnTo>
                    <a:pt x="6219902" y="1383545"/>
                  </a:lnTo>
                  <a:lnTo>
                    <a:pt x="6224032" y="1406070"/>
                  </a:lnTo>
                  <a:lnTo>
                    <a:pt x="6228162" y="1430742"/>
                  </a:lnTo>
                  <a:lnTo>
                    <a:pt x="6232292" y="1430742"/>
                  </a:lnTo>
                  <a:lnTo>
                    <a:pt x="6236422" y="1430742"/>
                  </a:lnTo>
                  <a:lnTo>
                    <a:pt x="6240552" y="1430742"/>
                  </a:lnTo>
                  <a:lnTo>
                    <a:pt x="6244682" y="1430742"/>
                  </a:lnTo>
                  <a:lnTo>
                    <a:pt x="6248813" y="1430742"/>
                  </a:lnTo>
                  <a:lnTo>
                    <a:pt x="6252943" y="1430742"/>
                  </a:lnTo>
                  <a:lnTo>
                    <a:pt x="6257073" y="1430742"/>
                  </a:lnTo>
                  <a:lnTo>
                    <a:pt x="6261203" y="1406070"/>
                  </a:lnTo>
                  <a:lnTo>
                    <a:pt x="6265333" y="1383545"/>
                  </a:lnTo>
                  <a:lnTo>
                    <a:pt x="6269463" y="1343641"/>
                  </a:lnTo>
                  <a:lnTo>
                    <a:pt x="6273593" y="1325781"/>
                  </a:lnTo>
                  <a:lnTo>
                    <a:pt x="6277723" y="1325781"/>
                  </a:lnTo>
                  <a:lnTo>
                    <a:pt x="6281853" y="1343641"/>
                  </a:lnTo>
                  <a:lnTo>
                    <a:pt x="6285983" y="1362825"/>
                  </a:lnTo>
                  <a:lnTo>
                    <a:pt x="6290113" y="1406070"/>
                  </a:lnTo>
                  <a:lnTo>
                    <a:pt x="6294243" y="1430742"/>
                  </a:lnTo>
                  <a:lnTo>
                    <a:pt x="6298373" y="1430742"/>
                  </a:lnTo>
                  <a:lnTo>
                    <a:pt x="6302504" y="1430742"/>
                  </a:lnTo>
                  <a:lnTo>
                    <a:pt x="6306634" y="1430742"/>
                  </a:lnTo>
                  <a:lnTo>
                    <a:pt x="6310764" y="1430742"/>
                  </a:lnTo>
                  <a:lnTo>
                    <a:pt x="6314894" y="1430742"/>
                  </a:lnTo>
                  <a:lnTo>
                    <a:pt x="6319024" y="1406070"/>
                  </a:lnTo>
                  <a:lnTo>
                    <a:pt x="6323154" y="1383545"/>
                  </a:lnTo>
                  <a:lnTo>
                    <a:pt x="6327284" y="1362825"/>
                  </a:lnTo>
                  <a:lnTo>
                    <a:pt x="6331414" y="1343641"/>
                  </a:lnTo>
                  <a:lnTo>
                    <a:pt x="6335544" y="1343641"/>
                  </a:lnTo>
                  <a:lnTo>
                    <a:pt x="6339674" y="1362825"/>
                  </a:lnTo>
                  <a:lnTo>
                    <a:pt x="6343804" y="1383545"/>
                  </a:lnTo>
                  <a:lnTo>
                    <a:pt x="6347934" y="1406070"/>
                  </a:lnTo>
                  <a:lnTo>
                    <a:pt x="6352065" y="1430742"/>
                  </a:lnTo>
                  <a:lnTo>
                    <a:pt x="6356195" y="1430742"/>
                  </a:lnTo>
                  <a:lnTo>
                    <a:pt x="6360325" y="1430742"/>
                  </a:lnTo>
                  <a:lnTo>
                    <a:pt x="6364455" y="1430742"/>
                  </a:lnTo>
                  <a:lnTo>
                    <a:pt x="6368585" y="1430742"/>
                  </a:lnTo>
                  <a:lnTo>
                    <a:pt x="6372715" y="1430742"/>
                  </a:lnTo>
                  <a:lnTo>
                    <a:pt x="6376845" y="1430742"/>
                  </a:lnTo>
                  <a:lnTo>
                    <a:pt x="6380975" y="1430742"/>
                  </a:lnTo>
                  <a:lnTo>
                    <a:pt x="6385105" y="1430742"/>
                  </a:lnTo>
                  <a:lnTo>
                    <a:pt x="6389235" y="1430742"/>
                  </a:lnTo>
                  <a:lnTo>
                    <a:pt x="6393365" y="1430742"/>
                  </a:lnTo>
                  <a:lnTo>
                    <a:pt x="6397495" y="1430742"/>
                  </a:lnTo>
                  <a:lnTo>
                    <a:pt x="6401626" y="1430742"/>
                  </a:lnTo>
                  <a:lnTo>
                    <a:pt x="6405756" y="1430742"/>
                  </a:lnTo>
                  <a:lnTo>
                    <a:pt x="6409886" y="1406070"/>
                  </a:lnTo>
                  <a:lnTo>
                    <a:pt x="6414016" y="1383545"/>
                  </a:lnTo>
                  <a:lnTo>
                    <a:pt x="6418146" y="1362825"/>
                  </a:lnTo>
                  <a:lnTo>
                    <a:pt x="6422276" y="1343641"/>
                  </a:lnTo>
                  <a:lnTo>
                    <a:pt x="6426406" y="1343641"/>
                  </a:lnTo>
                  <a:lnTo>
                    <a:pt x="6430536" y="1362825"/>
                  </a:lnTo>
                  <a:lnTo>
                    <a:pt x="6434666" y="1383545"/>
                  </a:lnTo>
                  <a:lnTo>
                    <a:pt x="6438796" y="1406070"/>
                  </a:lnTo>
                  <a:lnTo>
                    <a:pt x="6442926" y="1430742"/>
                  </a:lnTo>
                  <a:lnTo>
                    <a:pt x="6447056" y="1430742"/>
                  </a:lnTo>
                  <a:lnTo>
                    <a:pt x="6451186" y="1430742"/>
                  </a:lnTo>
                  <a:lnTo>
                    <a:pt x="6455317" y="1430742"/>
                  </a:lnTo>
                  <a:lnTo>
                    <a:pt x="6459447" y="1430742"/>
                  </a:lnTo>
                  <a:lnTo>
                    <a:pt x="6463577" y="1430742"/>
                  </a:lnTo>
                  <a:lnTo>
                    <a:pt x="6467707" y="1430742"/>
                  </a:lnTo>
                  <a:lnTo>
                    <a:pt x="6471837" y="1430742"/>
                  </a:lnTo>
                  <a:lnTo>
                    <a:pt x="6475967" y="1406070"/>
                  </a:lnTo>
                  <a:lnTo>
                    <a:pt x="6480097" y="1383545"/>
                  </a:lnTo>
                  <a:lnTo>
                    <a:pt x="6484227" y="1325781"/>
                  </a:lnTo>
                  <a:lnTo>
                    <a:pt x="6488357" y="1248734"/>
                  </a:lnTo>
                  <a:lnTo>
                    <a:pt x="6492487" y="1181408"/>
                  </a:lnTo>
                  <a:lnTo>
                    <a:pt x="6496617" y="1144628"/>
                  </a:lnTo>
                  <a:lnTo>
                    <a:pt x="6500747" y="1128028"/>
                  </a:lnTo>
                  <a:lnTo>
                    <a:pt x="6504878" y="1144628"/>
                  </a:lnTo>
                  <a:lnTo>
                    <a:pt x="6509008" y="1193545"/>
                  </a:lnTo>
                  <a:lnTo>
                    <a:pt x="6513138" y="1264588"/>
                  </a:lnTo>
                  <a:lnTo>
                    <a:pt x="6517268" y="1343641"/>
                  </a:lnTo>
                  <a:lnTo>
                    <a:pt x="6521398" y="1406070"/>
                  </a:lnTo>
                  <a:lnTo>
                    <a:pt x="6525528" y="1430742"/>
                  </a:lnTo>
                  <a:lnTo>
                    <a:pt x="6529658" y="1406070"/>
                  </a:lnTo>
                  <a:lnTo>
                    <a:pt x="6533788" y="1383545"/>
                  </a:lnTo>
                  <a:lnTo>
                    <a:pt x="6537918" y="1382469"/>
                  </a:lnTo>
                  <a:lnTo>
                    <a:pt x="6542048" y="1361831"/>
                  </a:lnTo>
                  <a:lnTo>
                    <a:pt x="6546178" y="1342718"/>
                  </a:lnTo>
                  <a:lnTo>
                    <a:pt x="6550308" y="1361831"/>
                  </a:lnTo>
                  <a:lnTo>
                    <a:pt x="6554439" y="1361831"/>
                  </a:lnTo>
                  <a:lnTo>
                    <a:pt x="6558569" y="1325781"/>
                  </a:lnTo>
                  <a:lnTo>
                    <a:pt x="6562699" y="1309074"/>
                  </a:lnTo>
                  <a:lnTo>
                    <a:pt x="6566829" y="1325781"/>
                  </a:lnTo>
                  <a:lnTo>
                    <a:pt x="6570959" y="1325781"/>
                  </a:lnTo>
                  <a:lnTo>
                    <a:pt x="6575089" y="1343641"/>
                  </a:lnTo>
                  <a:lnTo>
                    <a:pt x="6579219" y="1372978"/>
                  </a:lnTo>
                  <a:lnTo>
                    <a:pt x="6583349" y="1394563"/>
                  </a:lnTo>
                  <a:lnTo>
                    <a:pt x="6587479" y="1372978"/>
                  </a:lnTo>
                  <a:lnTo>
                    <a:pt x="6591609" y="1353055"/>
                  </a:lnTo>
                  <a:lnTo>
                    <a:pt x="6595739" y="1334557"/>
                  </a:lnTo>
                  <a:lnTo>
                    <a:pt x="6599869" y="1342718"/>
                  </a:lnTo>
                  <a:lnTo>
                    <a:pt x="6603999" y="1361831"/>
                  </a:lnTo>
                  <a:lnTo>
                    <a:pt x="6603999" y="1430742"/>
                  </a:lnTo>
                  <a:lnTo>
                    <a:pt x="6599869" y="1430742"/>
                  </a:lnTo>
                  <a:lnTo>
                    <a:pt x="6595739" y="1430742"/>
                  </a:lnTo>
                  <a:lnTo>
                    <a:pt x="6591609" y="1430742"/>
                  </a:lnTo>
                  <a:lnTo>
                    <a:pt x="6587479" y="1430742"/>
                  </a:lnTo>
                  <a:lnTo>
                    <a:pt x="6583349" y="1430742"/>
                  </a:lnTo>
                  <a:lnTo>
                    <a:pt x="6579219" y="1430742"/>
                  </a:lnTo>
                  <a:lnTo>
                    <a:pt x="6575089" y="1430742"/>
                  </a:lnTo>
                  <a:lnTo>
                    <a:pt x="6570959" y="1430742"/>
                  </a:lnTo>
                  <a:lnTo>
                    <a:pt x="6566829" y="1430742"/>
                  </a:lnTo>
                  <a:lnTo>
                    <a:pt x="6562699" y="1430742"/>
                  </a:lnTo>
                  <a:lnTo>
                    <a:pt x="6558569" y="1430742"/>
                  </a:lnTo>
                  <a:lnTo>
                    <a:pt x="6554439" y="1430742"/>
                  </a:lnTo>
                  <a:lnTo>
                    <a:pt x="6550308" y="1430742"/>
                  </a:lnTo>
                  <a:lnTo>
                    <a:pt x="6546178" y="1430742"/>
                  </a:lnTo>
                  <a:lnTo>
                    <a:pt x="6542048" y="1430742"/>
                  </a:lnTo>
                  <a:lnTo>
                    <a:pt x="6537918" y="1430742"/>
                  </a:lnTo>
                  <a:lnTo>
                    <a:pt x="6533788" y="1430742"/>
                  </a:lnTo>
                  <a:lnTo>
                    <a:pt x="6529658" y="1430742"/>
                  </a:lnTo>
                  <a:lnTo>
                    <a:pt x="6525528" y="1430742"/>
                  </a:lnTo>
                  <a:lnTo>
                    <a:pt x="6521398" y="1430742"/>
                  </a:lnTo>
                  <a:lnTo>
                    <a:pt x="6517268" y="1430742"/>
                  </a:lnTo>
                  <a:lnTo>
                    <a:pt x="6513138" y="1430742"/>
                  </a:lnTo>
                  <a:lnTo>
                    <a:pt x="6509008" y="1430742"/>
                  </a:lnTo>
                  <a:lnTo>
                    <a:pt x="6504878" y="1430742"/>
                  </a:lnTo>
                  <a:lnTo>
                    <a:pt x="6500747" y="1430742"/>
                  </a:lnTo>
                  <a:lnTo>
                    <a:pt x="6496617" y="1430742"/>
                  </a:lnTo>
                  <a:lnTo>
                    <a:pt x="6492487" y="1430742"/>
                  </a:lnTo>
                  <a:lnTo>
                    <a:pt x="6488357" y="1430742"/>
                  </a:lnTo>
                  <a:lnTo>
                    <a:pt x="6484227" y="1430742"/>
                  </a:lnTo>
                  <a:lnTo>
                    <a:pt x="6480097" y="1430742"/>
                  </a:lnTo>
                  <a:lnTo>
                    <a:pt x="6475967" y="1430742"/>
                  </a:lnTo>
                  <a:lnTo>
                    <a:pt x="6471837" y="1430742"/>
                  </a:lnTo>
                  <a:lnTo>
                    <a:pt x="6467707" y="1430742"/>
                  </a:lnTo>
                  <a:lnTo>
                    <a:pt x="6463577" y="1430742"/>
                  </a:lnTo>
                  <a:lnTo>
                    <a:pt x="6459447" y="1430742"/>
                  </a:lnTo>
                  <a:lnTo>
                    <a:pt x="6455317" y="1430742"/>
                  </a:lnTo>
                  <a:lnTo>
                    <a:pt x="6451186" y="1430742"/>
                  </a:lnTo>
                  <a:lnTo>
                    <a:pt x="6447056" y="1430742"/>
                  </a:lnTo>
                  <a:lnTo>
                    <a:pt x="6442926" y="1430742"/>
                  </a:lnTo>
                  <a:lnTo>
                    <a:pt x="6438796" y="1430742"/>
                  </a:lnTo>
                  <a:lnTo>
                    <a:pt x="6434666" y="1430742"/>
                  </a:lnTo>
                  <a:lnTo>
                    <a:pt x="6430536" y="1430742"/>
                  </a:lnTo>
                  <a:lnTo>
                    <a:pt x="6426406" y="1430742"/>
                  </a:lnTo>
                  <a:lnTo>
                    <a:pt x="6422276" y="1430742"/>
                  </a:lnTo>
                  <a:lnTo>
                    <a:pt x="6418146" y="1430742"/>
                  </a:lnTo>
                  <a:lnTo>
                    <a:pt x="6414016" y="1430742"/>
                  </a:lnTo>
                  <a:lnTo>
                    <a:pt x="6409886" y="1430742"/>
                  </a:lnTo>
                  <a:lnTo>
                    <a:pt x="6405756" y="1430742"/>
                  </a:lnTo>
                  <a:lnTo>
                    <a:pt x="6401626" y="1430742"/>
                  </a:lnTo>
                  <a:lnTo>
                    <a:pt x="6397495" y="1430742"/>
                  </a:lnTo>
                  <a:lnTo>
                    <a:pt x="6393365" y="1430742"/>
                  </a:lnTo>
                  <a:lnTo>
                    <a:pt x="6389235" y="1430742"/>
                  </a:lnTo>
                  <a:lnTo>
                    <a:pt x="6385105" y="1430742"/>
                  </a:lnTo>
                  <a:lnTo>
                    <a:pt x="6380975" y="1430742"/>
                  </a:lnTo>
                  <a:lnTo>
                    <a:pt x="6376845" y="1430742"/>
                  </a:lnTo>
                  <a:lnTo>
                    <a:pt x="6372715" y="1430742"/>
                  </a:lnTo>
                  <a:lnTo>
                    <a:pt x="6368585" y="1430742"/>
                  </a:lnTo>
                  <a:lnTo>
                    <a:pt x="6364455" y="1430742"/>
                  </a:lnTo>
                  <a:lnTo>
                    <a:pt x="6360325" y="1430742"/>
                  </a:lnTo>
                  <a:lnTo>
                    <a:pt x="6356195" y="1430742"/>
                  </a:lnTo>
                  <a:lnTo>
                    <a:pt x="6352065" y="1430742"/>
                  </a:lnTo>
                  <a:lnTo>
                    <a:pt x="6347934" y="1430742"/>
                  </a:lnTo>
                  <a:lnTo>
                    <a:pt x="6343804" y="1430742"/>
                  </a:lnTo>
                  <a:lnTo>
                    <a:pt x="6339674" y="1430742"/>
                  </a:lnTo>
                  <a:lnTo>
                    <a:pt x="6335544" y="1430742"/>
                  </a:lnTo>
                  <a:lnTo>
                    <a:pt x="6331414" y="1430742"/>
                  </a:lnTo>
                  <a:lnTo>
                    <a:pt x="6327284" y="1430742"/>
                  </a:lnTo>
                  <a:lnTo>
                    <a:pt x="6323154" y="1430742"/>
                  </a:lnTo>
                  <a:lnTo>
                    <a:pt x="6319024" y="1430742"/>
                  </a:lnTo>
                  <a:lnTo>
                    <a:pt x="6314894" y="1430742"/>
                  </a:lnTo>
                  <a:lnTo>
                    <a:pt x="6310764" y="1430742"/>
                  </a:lnTo>
                  <a:lnTo>
                    <a:pt x="6306634" y="1430742"/>
                  </a:lnTo>
                  <a:lnTo>
                    <a:pt x="6302504" y="1430742"/>
                  </a:lnTo>
                  <a:lnTo>
                    <a:pt x="6298373" y="1430742"/>
                  </a:lnTo>
                  <a:lnTo>
                    <a:pt x="6294243" y="1430742"/>
                  </a:lnTo>
                  <a:lnTo>
                    <a:pt x="6290113" y="1430742"/>
                  </a:lnTo>
                  <a:lnTo>
                    <a:pt x="6285983" y="1430742"/>
                  </a:lnTo>
                  <a:lnTo>
                    <a:pt x="6281853" y="1430742"/>
                  </a:lnTo>
                  <a:lnTo>
                    <a:pt x="6277723" y="1430742"/>
                  </a:lnTo>
                  <a:lnTo>
                    <a:pt x="6273593" y="1430742"/>
                  </a:lnTo>
                  <a:lnTo>
                    <a:pt x="6269463" y="1430742"/>
                  </a:lnTo>
                  <a:lnTo>
                    <a:pt x="6265333" y="1430742"/>
                  </a:lnTo>
                  <a:lnTo>
                    <a:pt x="6261203" y="1430742"/>
                  </a:lnTo>
                  <a:lnTo>
                    <a:pt x="6257073" y="1430742"/>
                  </a:lnTo>
                  <a:lnTo>
                    <a:pt x="6252943" y="1430742"/>
                  </a:lnTo>
                  <a:lnTo>
                    <a:pt x="6248813" y="1430742"/>
                  </a:lnTo>
                  <a:lnTo>
                    <a:pt x="6244682" y="1430742"/>
                  </a:lnTo>
                  <a:lnTo>
                    <a:pt x="6240552" y="1430742"/>
                  </a:lnTo>
                  <a:lnTo>
                    <a:pt x="6236422" y="1430742"/>
                  </a:lnTo>
                  <a:lnTo>
                    <a:pt x="6232292" y="1430742"/>
                  </a:lnTo>
                  <a:lnTo>
                    <a:pt x="6228162" y="1430742"/>
                  </a:lnTo>
                  <a:lnTo>
                    <a:pt x="6224032" y="1430742"/>
                  </a:lnTo>
                  <a:lnTo>
                    <a:pt x="6219902" y="1430742"/>
                  </a:lnTo>
                  <a:lnTo>
                    <a:pt x="6215772" y="1430742"/>
                  </a:lnTo>
                  <a:lnTo>
                    <a:pt x="6211642" y="1430742"/>
                  </a:lnTo>
                  <a:lnTo>
                    <a:pt x="6207512" y="1430742"/>
                  </a:lnTo>
                  <a:lnTo>
                    <a:pt x="6203382" y="1430742"/>
                  </a:lnTo>
                  <a:lnTo>
                    <a:pt x="6199252" y="1430742"/>
                  </a:lnTo>
                  <a:lnTo>
                    <a:pt x="6195121" y="1430742"/>
                  </a:lnTo>
                  <a:lnTo>
                    <a:pt x="6190991" y="1430742"/>
                  </a:lnTo>
                  <a:lnTo>
                    <a:pt x="6186861" y="1430742"/>
                  </a:lnTo>
                  <a:lnTo>
                    <a:pt x="6182731" y="1430742"/>
                  </a:lnTo>
                  <a:lnTo>
                    <a:pt x="6178601" y="1430742"/>
                  </a:lnTo>
                  <a:lnTo>
                    <a:pt x="6174471" y="1430742"/>
                  </a:lnTo>
                  <a:lnTo>
                    <a:pt x="6170341" y="1430742"/>
                  </a:lnTo>
                  <a:lnTo>
                    <a:pt x="6166211" y="1430742"/>
                  </a:lnTo>
                  <a:lnTo>
                    <a:pt x="6162081" y="1430742"/>
                  </a:lnTo>
                  <a:lnTo>
                    <a:pt x="6157951" y="1430742"/>
                  </a:lnTo>
                  <a:lnTo>
                    <a:pt x="6153821" y="1430742"/>
                  </a:lnTo>
                  <a:lnTo>
                    <a:pt x="6149691" y="1430742"/>
                  </a:lnTo>
                  <a:lnTo>
                    <a:pt x="6145560" y="1430742"/>
                  </a:lnTo>
                  <a:lnTo>
                    <a:pt x="6141430" y="1430742"/>
                  </a:lnTo>
                  <a:lnTo>
                    <a:pt x="6137300" y="1430742"/>
                  </a:lnTo>
                  <a:lnTo>
                    <a:pt x="6133170" y="1430742"/>
                  </a:lnTo>
                  <a:lnTo>
                    <a:pt x="6129040" y="1430742"/>
                  </a:lnTo>
                  <a:lnTo>
                    <a:pt x="6124910" y="1430742"/>
                  </a:lnTo>
                  <a:lnTo>
                    <a:pt x="6120780" y="1430742"/>
                  </a:lnTo>
                  <a:lnTo>
                    <a:pt x="6116650" y="1430742"/>
                  </a:lnTo>
                  <a:lnTo>
                    <a:pt x="6112520" y="1430742"/>
                  </a:lnTo>
                  <a:lnTo>
                    <a:pt x="6108390" y="1430742"/>
                  </a:lnTo>
                  <a:lnTo>
                    <a:pt x="6104260" y="1430742"/>
                  </a:lnTo>
                  <a:lnTo>
                    <a:pt x="6100130" y="1430742"/>
                  </a:lnTo>
                  <a:lnTo>
                    <a:pt x="6095999" y="1430742"/>
                  </a:lnTo>
                  <a:lnTo>
                    <a:pt x="6091869" y="1430742"/>
                  </a:lnTo>
                  <a:lnTo>
                    <a:pt x="6087739" y="1430742"/>
                  </a:lnTo>
                  <a:lnTo>
                    <a:pt x="6083609" y="1430742"/>
                  </a:lnTo>
                  <a:lnTo>
                    <a:pt x="6079479" y="1430742"/>
                  </a:lnTo>
                  <a:lnTo>
                    <a:pt x="6075349" y="1430742"/>
                  </a:lnTo>
                  <a:lnTo>
                    <a:pt x="6071219" y="1430742"/>
                  </a:lnTo>
                  <a:lnTo>
                    <a:pt x="6067089" y="1430742"/>
                  </a:lnTo>
                  <a:lnTo>
                    <a:pt x="6062959" y="1430742"/>
                  </a:lnTo>
                  <a:lnTo>
                    <a:pt x="6058829" y="1430742"/>
                  </a:lnTo>
                  <a:lnTo>
                    <a:pt x="6054699" y="1430742"/>
                  </a:lnTo>
                  <a:lnTo>
                    <a:pt x="6050569" y="1430742"/>
                  </a:lnTo>
                  <a:lnTo>
                    <a:pt x="6046439" y="1430742"/>
                  </a:lnTo>
                  <a:lnTo>
                    <a:pt x="6042308" y="1430742"/>
                  </a:lnTo>
                  <a:lnTo>
                    <a:pt x="6038178" y="1430742"/>
                  </a:lnTo>
                  <a:lnTo>
                    <a:pt x="6034048" y="1430742"/>
                  </a:lnTo>
                  <a:lnTo>
                    <a:pt x="6029918" y="1430742"/>
                  </a:lnTo>
                  <a:lnTo>
                    <a:pt x="6025788" y="1430742"/>
                  </a:lnTo>
                  <a:lnTo>
                    <a:pt x="6021658" y="1430742"/>
                  </a:lnTo>
                  <a:lnTo>
                    <a:pt x="6017528" y="1430742"/>
                  </a:lnTo>
                  <a:lnTo>
                    <a:pt x="6013398" y="1430742"/>
                  </a:lnTo>
                  <a:lnTo>
                    <a:pt x="6009268" y="1430742"/>
                  </a:lnTo>
                  <a:lnTo>
                    <a:pt x="6005138" y="1430742"/>
                  </a:lnTo>
                  <a:lnTo>
                    <a:pt x="6001008" y="1430742"/>
                  </a:lnTo>
                  <a:lnTo>
                    <a:pt x="5996878" y="1430742"/>
                  </a:lnTo>
                  <a:lnTo>
                    <a:pt x="5992747" y="1430742"/>
                  </a:lnTo>
                  <a:lnTo>
                    <a:pt x="5988617" y="1430742"/>
                  </a:lnTo>
                  <a:lnTo>
                    <a:pt x="5984487" y="1430742"/>
                  </a:lnTo>
                  <a:lnTo>
                    <a:pt x="5980357" y="1430742"/>
                  </a:lnTo>
                  <a:lnTo>
                    <a:pt x="5976227" y="1430742"/>
                  </a:lnTo>
                  <a:lnTo>
                    <a:pt x="5972097" y="1430742"/>
                  </a:lnTo>
                  <a:lnTo>
                    <a:pt x="5967967" y="1430742"/>
                  </a:lnTo>
                  <a:lnTo>
                    <a:pt x="5963837" y="1430742"/>
                  </a:lnTo>
                  <a:lnTo>
                    <a:pt x="5959707" y="1430742"/>
                  </a:lnTo>
                  <a:lnTo>
                    <a:pt x="5955577" y="1430742"/>
                  </a:lnTo>
                  <a:lnTo>
                    <a:pt x="5951447" y="1430742"/>
                  </a:lnTo>
                  <a:lnTo>
                    <a:pt x="5947317" y="1430742"/>
                  </a:lnTo>
                  <a:lnTo>
                    <a:pt x="5943186" y="1430742"/>
                  </a:lnTo>
                  <a:lnTo>
                    <a:pt x="5939056" y="1430742"/>
                  </a:lnTo>
                  <a:lnTo>
                    <a:pt x="5934926" y="1430742"/>
                  </a:lnTo>
                  <a:lnTo>
                    <a:pt x="5930796" y="1430742"/>
                  </a:lnTo>
                  <a:lnTo>
                    <a:pt x="5926666" y="1430742"/>
                  </a:lnTo>
                  <a:lnTo>
                    <a:pt x="5922536" y="1430742"/>
                  </a:lnTo>
                  <a:lnTo>
                    <a:pt x="5918406" y="1430742"/>
                  </a:lnTo>
                  <a:lnTo>
                    <a:pt x="5914276" y="1430742"/>
                  </a:lnTo>
                  <a:lnTo>
                    <a:pt x="5910146" y="1430742"/>
                  </a:lnTo>
                  <a:lnTo>
                    <a:pt x="5906016" y="1430742"/>
                  </a:lnTo>
                  <a:lnTo>
                    <a:pt x="5901886" y="1430742"/>
                  </a:lnTo>
                  <a:lnTo>
                    <a:pt x="5897756" y="1430742"/>
                  </a:lnTo>
                  <a:lnTo>
                    <a:pt x="5893626" y="1430742"/>
                  </a:lnTo>
                  <a:lnTo>
                    <a:pt x="5889495" y="1430742"/>
                  </a:lnTo>
                  <a:lnTo>
                    <a:pt x="5885365" y="1430742"/>
                  </a:lnTo>
                  <a:lnTo>
                    <a:pt x="5881235" y="1430742"/>
                  </a:lnTo>
                  <a:lnTo>
                    <a:pt x="5877105" y="1430742"/>
                  </a:lnTo>
                  <a:lnTo>
                    <a:pt x="5872975" y="1430742"/>
                  </a:lnTo>
                  <a:lnTo>
                    <a:pt x="5868845" y="1430742"/>
                  </a:lnTo>
                  <a:lnTo>
                    <a:pt x="5864715" y="1430742"/>
                  </a:lnTo>
                  <a:lnTo>
                    <a:pt x="5860585" y="1430742"/>
                  </a:lnTo>
                  <a:lnTo>
                    <a:pt x="5856455" y="1430742"/>
                  </a:lnTo>
                  <a:lnTo>
                    <a:pt x="5852325" y="1430742"/>
                  </a:lnTo>
                  <a:lnTo>
                    <a:pt x="5848195" y="1430742"/>
                  </a:lnTo>
                  <a:lnTo>
                    <a:pt x="5844065" y="1430742"/>
                  </a:lnTo>
                  <a:lnTo>
                    <a:pt x="5839934" y="1430742"/>
                  </a:lnTo>
                  <a:lnTo>
                    <a:pt x="5835804" y="1430742"/>
                  </a:lnTo>
                  <a:lnTo>
                    <a:pt x="5831674" y="1430742"/>
                  </a:lnTo>
                  <a:lnTo>
                    <a:pt x="5827544" y="1430742"/>
                  </a:lnTo>
                  <a:lnTo>
                    <a:pt x="5823414" y="1430742"/>
                  </a:lnTo>
                  <a:lnTo>
                    <a:pt x="5819284" y="1430742"/>
                  </a:lnTo>
                  <a:lnTo>
                    <a:pt x="5815154" y="1430742"/>
                  </a:lnTo>
                  <a:lnTo>
                    <a:pt x="5811024" y="1430742"/>
                  </a:lnTo>
                  <a:lnTo>
                    <a:pt x="5806894" y="1430742"/>
                  </a:lnTo>
                  <a:lnTo>
                    <a:pt x="5802764" y="1430742"/>
                  </a:lnTo>
                  <a:lnTo>
                    <a:pt x="5798634" y="1430742"/>
                  </a:lnTo>
                  <a:lnTo>
                    <a:pt x="5794504" y="1430742"/>
                  </a:lnTo>
                  <a:lnTo>
                    <a:pt x="5790373" y="1430742"/>
                  </a:lnTo>
                  <a:lnTo>
                    <a:pt x="5786243" y="1430742"/>
                  </a:lnTo>
                  <a:lnTo>
                    <a:pt x="5782113" y="1430742"/>
                  </a:lnTo>
                  <a:lnTo>
                    <a:pt x="5777983" y="1430742"/>
                  </a:lnTo>
                  <a:lnTo>
                    <a:pt x="5773853" y="1430742"/>
                  </a:lnTo>
                  <a:lnTo>
                    <a:pt x="5769723" y="1430742"/>
                  </a:lnTo>
                  <a:lnTo>
                    <a:pt x="5765593" y="1430742"/>
                  </a:lnTo>
                  <a:lnTo>
                    <a:pt x="5761463" y="1430742"/>
                  </a:lnTo>
                  <a:lnTo>
                    <a:pt x="5757333" y="1430742"/>
                  </a:lnTo>
                  <a:lnTo>
                    <a:pt x="5753203" y="1430742"/>
                  </a:lnTo>
                  <a:lnTo>
                    <a:pt x="5749073" y="1430742"/>
                  </a:lnTo>
                  <a:lnTo>
                    <a:pt x="5744943" y="1430742"/>
                  </a:lnTo>
                  <a:lnTo>
                    <a:pt x="5740813" y="1430742"/>
                  </a:lnTo>
                  <a:lnTo>
                    <a:pt x="5736682" y="1430742"/>
                  </a:lnTo>
                  <a:lnTo>
                    <a:pt x="5732552" y="1430742"/>
                  </a:lnTo>
                  <a:lnTo>
                    <a:pt x="5728422" y="1430742"/>
                  </a:lnTo>
                  <a:lnTo>
                    <a:pt x="5724292" y="1430742"/>
                  </a:lnTo>
                  <a:lnTo>
                    <a:pt x="5720162" y="1430742"/>
                  </a:lnTo>
                  <a:lnTo>
                    <a:pt x="5716032" y="1430742"/>
                  </a:lnTo>
                  <a:lnTo>
                    <a:pt x="5711902" y="1430742"/>
                  </a:lnTo>
                  <a:lnTo>
                    <a:pt x="5707772" y="1430742"/>
                  </a:lnTo>
                  <a:lnTo>
                    <a:pt x="5703642" y="1430742"/>
                  </a:lnTo>
                  <a:lnTo>
                    <a:pt x="5699512" y="1430742"/>
                  </a:lnTo>
                  <a:lnTo>
                    <a:pt x="5695382" y="1430742"/>
                  </a:lnTo>
                  <a:lnTo>
                    <a:pt x="5691252" y="1430742"/>
                  </a:lnTo>
                  <a:lnTo>
                    <a:pt x="5687121" y="1430742"/>
                  </a:lnTo>
                  <a:lnTo>
                    <a:pt x="5682991" y="1430742"/>
                  </a:lnTo>
                  <a:lnTo>
                    <a:pt x="5678861" y="1430742"/>
                  </a:lnTo>
                  <a:lnTo>
                    <a:pt x="5674731" y="1430742"/>
                  </a:lnTo>
                  <a:lnTo>
                    <a:pt x="5670601" y="1430742"/>
                  </a:lnTo>
                  <a:lnTo>
                    <a:pt x="5666471" y="1430742"/>
                  </a:lnTo>
                  <a:lnTo>
                    <a:pt x="5662341" y="1430742"/>
                  </a:lnTo>
                  <a:lnTo>
                    <a:pt x="5658211" y="1430742"/>
                  </a:lnTo>
                  <a:lnTo>
                    <a:pt x="5654081" y="1430742"/>
                  </a:lnTo>
                  <a:lnTo>
                    <a:pt x="5649951" y="1430742"/>
                  </a:lnTo>
                  <a:lnTo>
                    <a:pt x="5645821" y="1430742"/>
                  </a:lnTo>
                  <a:lnTo>
                    <a:pt x="5641691" y="1430742"/>
                  </a:lnTo>
                  <a:lnTo>
                    <a:pt x="5637560" y="1430742"/>
                  </a:lnTo>
                  <a:lnTo>
                    <a:pt x="5633430" y="1430742"/>
                  </a:lnTo>
                  <a:lnTo>
                    <a:pt x="5629300" y="1430742"/>
                  </a:lnTo>
                  <a:lnTo>
                    <a:pt x="5625170" y="1430742"/>
                  </a:lnTo>
                  <a:lnTo>
                    <a:pt x="5621040" y="1430742"/>
                  </a:lnTo>
                  <a:lnTo>
                    <a:pt x="5616910" y="1430742"/>
                  </a:lnTo>
                  <a:lnTo>
                    <a:pt x="5612780" y="1430742"/>
                  </a:lnTo>
                  <a:lnTo>
                    <a:pt x="5608650" y="1430742"/>
                  </a:lnTo>
                  <a:lnTo>
                    <a:pt x="5604520" y="1430742"/>
                  </a:lnTo>
                  <a:lnTo>
                    <a:pt x="5600390" y="1430742"/>
                  </a:lnTo>
                  <a:lnTo>
                    <a:pt x="5596260" y="1430742"/>
                  </a:lnTo>
                  <a:lnTo>
                    <a:pt x="5592130" y="1430742"/>
                  </a:lnTo>
                  <a:lnTo>
                    <a:pt x="5588000" y="1430742"/>
                  </a:lnTo>
                  <a:lnTo>
                    <a:pt x="5583869" y="1430742"/>
                  </a:lnTo>
                  <a:lnTo>
                    <a:pt x="5579739" y="1430742"/>
                  </a:lnTo>
                  <a:lnTo>
                    <a:pt x="5575609" y="1430742"/>
                  </a:lnTo>
                  <a:lnTo>
                    <a:pt x="5571479" y="1430742"/>
                  </a:lnTo>
                  <a:lnTo>
                    <a:pt x="5567349" y="1430742"/>
                  </a:lnTo>
                  <a:lnTo>
                    <a:pt x="5563219" y="1430742"/>
                  </a:lnTo>
                  <a:lnTo>
                    <a:pt x="5559089" y="1430742"/>
                  </a:lnTo>
                  <a:lnTo>
                    <a:pt x="5554959" y="1430742"/>
                  </a:lnTo>
                  <a:lnTo>
                    <a:pt x="5550829" y="1430742"/>
                  </a:lnTo>
                  <a:lnTo>
                    <a:pt x="5546699" y="1430742"/>
                  </a:lnTo>
                  <a:lnTo>
                    <a:pt x="5542569" y="1430742"/>
                  </a:lnTo>
                  <a:lnTo>
                    <a:pt x="5538439" y="1430742"/>
                  </a:lnTo>
                  <a:lnTo>
                    <a:pt x="5534308" y="1430742"/>
                  </a:lnTo>
                  <a:lnTo>
                    <a:pt x="5530178" y="1430742"/>
                  </a:lnTo>
                  <a:lnTo>
                    <a:pt x="5526048" y="1430742"/>
                  </a:lnTo>
                  <a:lnTo>
                    <a:pt x="5521918" y="1430742"/>
                  </a:lnTo>
                  <a:lnTo>
                    <a:pt x="5517788" y="1430742"/>
                  </a:lnTo>
                  <a:lnTo>
                    <a:pt x="5513658" y="1430742"/>
                  </a:lnTo>
                  <a:lnTo>
                    <a:pt x="5509528" y="1430742"/>
                  </a:lnTo>
                  <a:lnTo>
                    <a:pt x="5505398" y="1430742"/>
                  </a:lnTo>
                  <a:lnTo>
                    <a:pt x="5501268" y="1430742"/>
                  </a:lnTo>
                  <a:lnTo>
                    <a:pt x="5497138" y="1430742"/>
                  </a:lnTo>
                  <a:lnTo>
                    <a:pt x="5493008" y="1430742"/>
                  </a:lnTo>
                  <a:lnTo>
                    <a:pt x="5488878" y="1430742"/>
                  </a:lnTo>
                  <a:lnTo>
                    <a:pt x="5484747" y="1430742"/>
                  </a:lnTo>
                  <a:lnTo>
                    <a:pt x="5480617" y="1430742"/>
                  </a:lnTo>
                  <a:lnTo>
                    <a:pt x="5476487" y="1430742"/>
                  </a:lnTo>
                  <a:lnTo>
                    <a:pt x="5472357" y="1430742"/>
                  </a:lnTo>
                  <a:lnTo>
                    <a:pt x="5468227" y="1430742"/>
                  </a:lnTo>
                  <a:lnTo>
                    <a:pt x="5464097" y="1430742"/>
                  </a:lnTo>
                  <a:lnTo>
                    <a:pt x="5459967" y="1430742"/>
                  </a:lnTo>
                  <a:lnTo>
                    <a:pt x="5455837" y="1430742"/>
                  </a:lnTo>
                  <a:lnTo>
                    <a:pt x="5451707" y="1430742"/>
                  </a:lnTo>
                  <a:lnTo>
                    <a:pt x="5447577" y="1430742"/>
                  </a:lnTo>
                  <a:lnTo>
                    <a:pt x="5443447" y="1430742"/>
                  </a:lnTo>
                  <a:lnTo>
                    <a:pt x="5439317" y="1430742"/>
                  </a:lnTo>
                  <a:lnTo>
                    <a:pt x="5435186" y="1430742"/>
                  </a:lnTo>
                  <a:lnTo>
                    <a:pt x="5431056" y="1430742"/>
                  </a:lnTo>
                  <a:lnTo>
                    <a:pt x="5426926" y="1430742"/>
                  </a:lnTo>
                  <a:lnTo>
                    <a:pt x="5422796" y="1430742"/>
                  </a:lnTo>
                  <a:lnTo>
                    <a:pt x="5418666" y="1430742"/>
                  </a:lnTo>
                  <a:lnTo>
                    <a:pt x="5414536" y="1430742"/>
                  </a:lnTo>
                  <a:lnTo>
                    <a:pt x="5410406" y="1430742"/>
                  </a:lnTo>
                  <a:lnTo>
                    <a:pt x="5406276" y="1430742"/>
                  </a:lnTo>
                  <a:lnTo>
                    <a:pt x="5402146" y="1430742"/>
                  </a:lnTo>
                  <a:lnTo>
                    <a:pt x="5398016" y="1430742"/>
                  </a:lnTo>
                  <a:lnTo>
                    <a:pt x="5393886" y="1430742"/>
                  </a:lnTo>
                  <a:lnTo>
                    <a:pt x="5389756" y="1430742"/>
                  </a:lnTo>
                  <a:lnTo>
                    <a:pt x="5385626" y="1430742"/>
                  </a:lnTo>
                  <a:lnTo>
                    <a:pt x="5381495" y="1430742"/>
                  </a:lnTo>
                  <a:lnTo>
                    <a:pt x="5377365" y="1430742"/>
                  </a:lnTo>
                  <a:lnTo>
                    <a:pt x="5373235" y="1430742"/>
                  </a:lnTo>
                  <a:lnTo>
                    <a:pt x="5369105" y="1430742"/>
                  </a:lnTo>
                  <a:lnTo>
                    <a:pt x="5364975" y="1430742"/>
                  </a:lnTo>
                  <a:lnTo>
                    <a:pt x="5360845" y="1430742"/>
                  </a:lnTo>
                  <a:lnTo>
                    <a:pt x="5356715" y="1430742"/>
                  </a:lnTo>
                  <a:lnTo>
                    <a:pt x="5352585" y="1430742"/>
                  </a:lnTo>
                  <a:lnTo>
                    <a:pt x="5348455" y="1430742"/>
                  </a:lnTo>
                  <a:lnTo>
                    <a:pt x="5344325" y="1430742"/>
                  </a:lnTo>
                  <a:lnTo>
                    <a:pt x="5340195" y="1430742"/>
                  </a:lnTo>
                  <a:lnTo>
                    <a:pt x="5336065" y="1430742"/>
                  </a:lnTo>
                  <a:lnTo>
                    <a:pt x="5331934" y="1430742"/>
                  </a:lnTo>
                  <a:lnTo>
                    <a:pt x="5327804" y="1430742"/>
                  </a:lnTo>
                  <a:lnTo>
                    <a:pt x="5323674" y="1430742"/>
                  </a:lnTo>
                  <a:lnTo>
                    <a:pt x="5319544" y="1430742"/>
                  </a:lnTo>
                  <a:lnTo>
                    <a:pt x="5315414" y="1430742"/>
                  </a:lnTo>
                  <a:lnTo>
                    <a:pt x="5311284" y="1430742"/>
                  </a:lnTo>
                  <a:lnTo>
                    <a:pt x="5307154" y="1430742"/>
                  </a:lnTo>
                  <a:lnTo>
                    <a:pt x="5303024" y="1430742"/>
                  </a:lnTo>
                  <a:lnTo>
                    <a:pt x="5298894" y="1430742"/>
                  </a:lnTo>
                  <a:lnTo>
                    <a:pt x="5294764" y="1430742"/>
                  </a:lnTo>
                  <a:lnTo>
                    <a:pt x="5290634" y="1430742"/>
                  </a:lnTo>
                  <a:lnTo>
                    <a:pt x="5286504" y="1430742"/>
                  </a:lnTo>
                  <a:lnTo>
                    <a:pt x="5282373" y="1430742"/>
                  </a:lnTo>
                  <a:lnTo>
                    <a:pt x="5278243" y="1430742"/>
                  </a:lnTo>
                  <a:lnTo>
                    <a:pt x="5274113" y="1430742"/>
                  </a:lnTo>
                  <a:lnTo>
                    <a:pt x="5269983" y="1430742"/>
                  </a:lnTo>
                  <a:lnTo>
                    <a:pt x="5265853" y="1430742"/>
                  </a:lnTo>
                  <a:lnTo>
                    <a:pt x="5261723" y="1430742"/>
                  </a:lnTo>
                  <a:lnTo>
                    <a:pt x="5257593" y="1430742"/>
                  </a:lnTo>
                  <a:lnTo>
                    <a:pt x="5253463" y="1430742"/>
                  </a:lnTo>
                  <a:lnTo>
                    <a:pt x="5249333" y="1430742"/>
                  </a:lnTo>
                  <a:lnTo>
                    <a:pt x="5245203" y="1430742"/>
                  </a:lnTo>
                  <a:lnTo>
                    <a:pt x="5241073" y="1430742"/>
                  </a:lnTo>
                  <a:lnTo>
                    <a:pt x="5236943" y="1430742"/>
                  </a:lnTo>
                  <a:lnTo>
                    <a:pt x="5232813" y="1430742"/>
                  </a:lnTo>
                  <a:lnTo>
                    <a:pt x="5228682" y="1430742"/>
                  </a:lnTo>
                  <a:lnTo>
                    <a:pt x="5224552" y="1430742"/>
                  </a:lnTo>
                  <a:lnTo>
                    <a:pt x="5220422" y="1430742"/>
                  </a:lnTo>
                  <a:lnTo>
                    <a:pt x="5216292" y="1430742"/>
                  </a:lnTo>
                  <a:lnTo>
                    <a:pt x="5212162" y="1430742"/>
                  </a:lnTo>
                  <a:lnTo>
                    <a:pt x="5208032" y="1430742"/>
                  </a:lnTo>
                  <a:lnTo>
                    <a:pt x="5203902" y="1430742"/>
                  </a:lnTo>
                  <a:lnTo>
                    <a:pt x="5199772" y="1430742"/>
                  </a:lnTo>
                  <a:lnTo>
                    <a:pt x="5195642" y="1430742"/>
                  </a:lnTo>
                  <a:lnTo>
                    <a:pt x="5191512" y="1430742"/>
                  </a:lnTo>
                  <a:lnTo>
                    <a:pt x="5187382" y="1430742"/>
                  </a:lnTo>
                  <a:lnTo>
                    <a:pt x="5183252" y="1430742"/>
                  </a:lnTo>
                  <a:lnTo>
                    <a:pt x="5179121" y="1430742"/>
                  </a:lnTo>
                  <a:lnTo>
                    <a:pt x="5174991" y="1430742"/>
                  </a:lnTo>
                  <a:lnTo>
                    <a:pt x="5170861" y="1430742"/>
                  </a:lnTo>
                  <a:lnTo>
                    <a:pt x="5166731" y="1430742"/>
                  </a:lnTo>
                  <a:lnTo>
                    <a:pt x="5162601" y="1430742"/>
                  </a:lnTo>
                  <a:lnTo>
                    <a:pt x="5158471" y="1430742"/>
                  </a:lnTo>
                  <a:lnTo>
                    <a:pt x="5154341" y="1430742"/>
                  </a:lnTo>
                  <a:lnTo>
                    <a:pt x="5150211" y="1430742"/>
                  </a:lnTo>
                  <a:lnTo>
                    <a:pt x="5146081" y="1430742"/>
                  </a:lnTo>
                  <a:lnTo>
                    <a:pt x="5141951" y="1430742"/>
                  </a:lnTo>
                  <a:lnTo>
                    <a:pt x="5137821" y="1430742"/>
                  </a:lnTo>
                  <a:lnTo>
                    <a:pt x="5133691" y="1430742"/>
                  </a:lnTo>
                  <a:lnTo>
                    <a:pt x="5129560" y="1430742"/>
                  </a:lnTo>
                  <a:lnTo>
                    <a:pt x="5125430" y="1430742"/>
                  </a:lnTo>
                  <a:lnTo>
                    <a:pt x="5121300" y="1430742"/>
                  </a:lnTo>
                  <a:lnTo>
                    <a:pt x="5117170" y="1430742"/>
                  </a:lnTo>
                  <a:lnTo>
                    <a:pt x="5113040" y="1430742"/>
                  </a:lnTo>
                  <a:lnTo>
                    <a:pt x="5108910" y="1430742"/>
                  </a:lnTo>
                  <a:lnTo>
                    <a:pt x="5104780" y="1430742"/>
                  </a:lnTo>
                  <a:lnTo>
                    <a:pt x="5100650" y="1430742"/>
                  </a:lnTo>
                  <a:lnTo>
                    <a:pt x="5096520" y="1430742"/>
                  </a:lnTo>
                  <a:lnTo>
                    <a:pt x="5092390" y="1430742"/>
                  </a:lnTo>
                  <a:lnTo>
                    <a:pt x="5088260" y="1430742"/>
                  </a:lnTo>
                  <a:lnTo>
                    <a:pt x="5084130" y="1430742"/>
                  </a:lnTo>
                  <a:lnTo>
                    <a:pt x="5079999" y="1430742"/>
                  </a:lnTo>
                  <a:lnTo>
                    <a:pt x="5075869" y="1430742"/>
                  </a:lnTo>
                  <a:lnTo>
                    <a:pt x="5071739" y="1430742"/>
                  </a:lnTo>
                  <a:lnTo>
                    <a:pt x="5067609" y="1430742"/>
                  </a:lnTo>
                  <a:lnTo>
                    <a:pt x="5063479" y="1430742"/>
                  </a:lnTo>
                  <a:lnTo>
                    <a:pt x="5059349" y="1430742"/>
                  </a:lnTo>
                  <a:lnTo>
                    <a:pt x="5055219" y="1430742"/>
                  </a:lnTo>
                  <a:lnTo>
                    <a:pt x="5051089" y="1430742"/>
                  </a:lnTo>
                  <a:lnTo>
                    <a:pt x="5046959" y="1430742"/>
                  </a:lnTo>
                  <a:lnTo>
                    <a:pt x="5042829" y="1430742"/>
                  </a:lnTo>
                  <a:lnTo>
                    <a:pt x="5038699" y="1430742"/>
                  </a:lnTo>
                  <a:lnTo>
                    <a:pt x="5034569" y="1430742"/>
                  </a:lnTo>
                  <a:lnTo>
                    <a:pt x="5030439" y="1430742"/>
                  </a:lnTo>
                  <a:lnTo>
                    <a:pt x="5026308" y="1430742"/>
                  </a:lnTo>
                  <a:lnTo>
                    <a:pt x="5022178" y="1430742"/>
                  </a:lnTo>
                  <a:lnTo>
                    <a:pt x="5018048" y="1430742"/>
                  </a:lnTo>
                  <a:lnTo>
                    <a:pt x="5013918" y="1430742"/>
                  </a:lnTo>
                  <a:lnTo>
                    <a:pt x="5009788" y="1430742"/>
                  </a:lnTo>
                  <a:lnTo>
                    <a:pt x="5005658" y="1430742"/>
                  </a:lnTo>
                  <a:lnTo>
                    <a:pt x="5001528" y="1430742"/>
                  </a:lnTo>
                  <a:lnTo>
                    <a:pt x="4997398" y="1430742"/>
                  </a:lnTo>
                  <a:lnTo>
                    <a:pt x="4993268" y="1430742"/>
                  </a:lnTo>
                  <a:lnTo>
                    <a:pt x="4989138" y="1430742"/>
                  </a:lnTo>
                  <a:lnTo>
                    <a:pt x="4985008" y="1430742"/>
                  </a:lnTo>
                  <a:lnTo>
                    <a:pt x="4980878" y="1430742"/>
                  </a:lnTo>
                  <a:lnTo>
                    <a:pt x="4976747" y="1430742"/>
                  </a:lnTo>
                  <a:lnTo>
                    <a:pt x="4972617" y="1430742"/>
                  </a:lnTo>
                  <a:lnTo>
                    <a:pt x="4968487" y="1430742"/>
                  </a:lnTo>
                  <a:lnTo>
                    <a:pt x="4964357" y="1430742"/>
                  </a:lnTo>
                  <a:lnTo>
                    <a:pt x="4960227" y="1430742"/>
                  </a:lnTo>
                  <a:lnTo>
                    <a:pt x="4956097" y="1430742"/>
                  </a:lnTo>
                  <a:lnTo>
                    <a:pt x="4951967" y="1430742"/>
                  </a:lnTo>
                  <a:lnTo>
                    <a:pt x="4947837" y="1430742"/>
                  </a:lnTo>
                  <a:lnTo>
                    <a:pt x="4943707" y="1430742"/>
                  </a:lnTo>
                  <a:lnTo>
                    <a:pt x="4939577" y="1430742"/>
                  </a:lnTo>
                  <a:lnTo>
                    <a:pt x="4935447" y="1430742"/>
                  </a:lnTo>
                  <a:lnTo>
                    <a:pt x="4931317" y="1430742"/>
                  </a:lnTo>
                  <a:lnTo>
                    <a:pt x="4927186" y="1430742"/>
                  </a:lnTo>
                  <a:lnTo>
                    <a:pt x="4923056" y="1430742"/>
                  </a:lnTo>
                  <a:lnTo>
                    <a:pt x="4918926" y="1430742"/>
                  </a:lnTo>
                  <a:lnTo>
                    <a:pt x="4914796" y="1430742"/>
                  </a:lnTo>
                  <a:lnTo>
                    <a:pt x="4910666" y="1430742"/>
                  </a:lnTo>
                  <a:lnTo>
                    <a:pt x="4906536" y="1430742"/>
                  </a:lnTo>
                  <a:lnTo>
                    <a:pt x="4902406" y="1430742"/>
                  </a:lnTo>
                  <a:lnTo>
                    <a:pt x="4898276" y="1430742"/>
                  </a:lnTo>
                  <a:lnTo>
                    <a:pt x="4894146" y="1430742"/>
                  </a:lnTo>
                  <a:lnTo>
                    <a:pt x="4890016" y="1430742"/>
                  </a:lnTo>
                  <a:lnTo>
                    <a:pt x="4885886" y="1430742"/>
                  </a:lnTo>
                  <a:lnTo>
                    <a:pt x="4881756" y="1430742"/>
                  </a:lnTo>
                  <a:lnTo>
                    <a:pt x="4877626" y="1430742"/>
                  </a:lnTo>
                  <a:lnTo>
                    <a:pt x="4873495" y="1430742"/>
                  </a:lnTo>
                  <a:lnTo>
                    <a:pt x="4869365" y="1430742"/>
                  </a:lnTo>
                  <a:lnTo>
                    <a:pt x="4865235" y="1430742"/>
                  </a:lnTo>
                  <a:lnTo>
                    <a:pt x="4861105" y="1430742"/>
                  </a:lnTo>
                  <a:lnTo>
                    <a:pt x="4856975" y="1430742"/>
                  </a:lnTo>
                  <a:lnTo>
                    <a:pt x="4852845" y="1430742"/>
                  </a:lnTo>
                  <a:lnTo>
                    <a:pt x="4848715" y="1430742"/>
                  </a:lnTo>
                  <a:lnTo>
                    <a:pt x="4844585" y="1430742"/>
                  </a:lnTo>
                  <a:lnTo>
                    <a:pt x="4840455" y="1430742"/>
                  </a:lnTo>
                  <a:lnTo>
                    <a:pt x="4836325" y="1430742"/>
                  </a:lnTo>
                  <a:lnTo>
                    <a:pt x="4832195" y="1430742"/>
                  </a:lnTo>
                  <a:lnTo>
                    <a:pt x="4828065" y="1430742"/>
                  </a:lnTo>
                  <a:lnTo>
                    <a:pt x="4823934" y="1430742"/>
                  </a:lnTo>
                  <a:lnTo>
                    <a:pt x="4819804" y="1430742"/>
                  </a:lnTo>
                  <a:lnTo>
                    <a:pt x="4815674" y="1430742"/>
                  </a:lnTo>
                  <a:lnTo>
                    <a:pt x="4811544" y="1430742"/>
                  </a:lnTo>
                  <a:lnTo>
                    <a:pt x="4807414" y="1430742"/>
                  </a:lnTo>
                  <a:lnTo>
                    <a:pt x="4803284" y="1430742"/>
                  </a:lnTo>
                  <a:lnTo>
                    <a:pt x="4799154" y="1430742"/>
                  </a:lnTo>
                  <a:lnTo>
                    <a:pt x="4795024" y="1430742"/>
                  </a:lnTo>
                  <a:lnTo>
                    <a:pt x="4790894" y="1430742"/>
                  </a:lnTo>
                  <a:lnTo>
                    <a:pt x="4786764" y="1430742"/>
                  </a:lnTo>
                  <a:lnTo>
                    <a:pt x="4782634" y="1430742"/>
                  </a:lnTo>
                  <a:lnTo>
                    <a:pt x="4778504" y="1430742"/>
                  </a:lnTo>
                  <a:lnTo>
                    <a:pt x="4774373" y="1430742"/>
                  </a:lnTo>
                  <a:lnTo>
                    <a:pt x="4770243" y="1430742"/>
                  </a:lnTo>
                  <a:lnTo>
                    <a:pt x="4766113" y="1430742"/>
                  </a:lnTo>
                  <a:lnTo>
                    <a:pt x="4761983" y="1430742"/>
                  </a:lnTo>
                  <a:lnTo>
                    <a:pt x="4757853" y="1430742"/>
                  </a:lnTo>
                  <a:lnTo>
                    <a:pt x="4753723" y="1430742"/>
                  </a:lnTo>
                  <a:lnTo>
                    <a:pt x="4749593" y="1430742"/>
                  </a:lnTo>
                  <a:lnTo>
                    <a:pt x="4745463" y="1430742"/>
                  </a:lnTo>
                  <a:lnTo>
                    <a:pt x="4741333" y="1430742"/>
                  </a:lnTo>
                  <a:lnTo>
                    <a:pt x="4737203" y="1430742"/>
                  </a:lnTo>
                  <a:lnTo>
                    <a:pt x="4733073" y="1430742"/>
                  </a:lnTo>
                  <a:lnTo>
                    <a:pt x="4728943" y="1430742"/>
                  </a:lnTo>
                  <a:lnTo>
                    <a:pt x="4724813" y="1430742"/>
                  </a:lnTo>
                  <a:lnTo>
                    <a:pt x="4720682" y="1430742"/>
                  </a:lnTo>
                  <a:lnTo>
                    <a:pt x="4716552" y="1430742"/>
                  </a:lnTo>
                  <a:lnTo>
                    <a:pt x="4712422" y="1430742"/>
                  </a:lnTo>
                  <a:lnTo>
                    <a:pt x="4708292" y="1430742"/>
                  </a:lnTo>
                  <a:lnTo>
                    <a:pt x="4704162" y="1430742"/>
                  </a:lnTo>
                  <a:lnTo>
                    <a:pt x="4700032" y="1430742"/>
                  </a:lnTo>
                  <a:lnTo>
                    <a:pt x="4695902" y="1430742"/>
                  </a:lnTo>
                  <a:lnTo>
                    <a:pt x="4691772" y="1430742"/>
                  </a:lnTo>
                  <a:lnTo>
                    <a:pt x="4687642" y="1430742"/>
                  </a:lnTo>
                  <a:lnTo>
                    <a:pt x="4683512" y="1430742"/>
                  </a:lnTo>
                  <a:lnTo>
                    <a:pt x="4679382" y="1430742"/>
                  </a:lnTo>
                  <a:lnTo>
                    <a:pt x="4675252" y="1430742"/>
                  </a:lnTo>
                  <a:lnTo>
                    <a:pt x="4671121" y="1430742"/>
                  </a:lnTo>
                  <a:lnTo>
                    <a:pt x="4666991" y="1430742"/>
                  </a:lnTo>
                  <a:lnTo>
                    <a:pt x="4662861" y="1430742"/>
                  </a:lnTo>
                  <a:lnTo>
                    <a:pt x="4658731" y="1430742"/>
                  </a:lnTo>
                  <a:lnTo>
                    <a:pt x="4654601" y="1430742"/>
                  </a:lnTo>
                  <a:lnTo>
                    <a:pt x="4650471" y="1430742"/>
                  </a:lnTo>
                  <a:lnTo>
                    <a:pt x="4646341" y="1430742"/>
                  </a:lnTo>
                  <a:lnTo>
                    <a:pt x="4642211" y="1430742"/>
                  </a:lnTo>
                  <a:lnTo>
                    <a:pt x="4638081" y="1430742"/>
                  </a:lnTo>
                  <a:lnTo>
                    <a:pt x="4633951" y="1430742"/>
                  </a:lnTo>
                  <a:lnTo>
                    <a:pt x="4629821" y="1430742"/>
                  </a:lnTo>
                  <a:lnTo>
                    <a:pt x="4625691" y="1430742"/>
                  </a:lnTo>
                  <a:lnTo>
                    <a:pt x="4621560" y="1430742"/>
                  </a:lnTo>
                  <a:lnTo>
                    <a:pt x="4617430" y="1430742"/>
                  </a:lnTo>
                  <a:lnTo>
                    <a:pt x="4613300" y="1430742"/>
                  </a:lnTo>
                  <a:lnTo>
                    <a:pt x="4609170" y="1430742"/>
                  </a:lnTo>
                  <a:lnTo>
                    <a:pt x="4605040" y="1430742"/>
                  </a:lnTo>
                  <a:lnTo>
                    <a:pt x="4600910" y="1430742"/>
                  </a:lnTo>
                  <a:lnTo>
                    <a:pt x="4596780" y="1430742"/>
                  </a:lnTo>
                  <a:lnTo>
                    <a:pt x="4592650" y="1430742"/>
                  </a:lnTo>
                  <a:lnTo>
                    <a:pt x="4588520" y="1430742"/>
                  </a:lnTo>
                  <a:lnTo>
                    <a:pt x="4584390" y="1430742"/>
                  </a:lnTo>
                  <a:lnTo>
                    <a:pt x="4580260" y="1430742"/>
                  </a:lnTo>
                  <a:lnTo>
                    <a:pt x="4576130" y="1430742"/>
                  </a:lnTo>
                  <a:lnTo>
                    <a:pt x="4571999" y="1430742"/>
                  </a:lnTo>
                  <a:lnTo>
                    <a:pt x="4567869" y="1430742"/>
                  </a:lnTo>
                  <a:lnTo>
                    <a:pt x="4563739" y="1430742"/>
                  </a:lnTo>
                  <a:lnTo>
                    <a:pt x="4559609" y="1430742"/>
                  </a:lnTo>
                  <a:lnTo>
                    <a:pt x="4555479" y="1430742"/>
                  </a:lnTo>
                  <a:lnTo>
                    <a:pt x="4551349" y="1430742"/>
                  </a:lnTo>
                  <a:lnTo>
                    <a:pt x="4547219" y="1430742"/>
                  </a:lnTo>
                  <a:lnTo>
                    <a:pt x="4543089" y="1430742"/>
                  </a:lnTo>
                  <a:lnTo>
                    <a:pt x="4538959" y="1430742"/>
                  </a:lnTo>
                  <a:lnTo>
                    <a:pt x="4534829" y="1430742"/>
                  </a:lnTo>
                  <a:lnTo>
                    <a:pt x="4530699" y="1430742"/>
                  </a:lnTo>
                  <a:lnTo>
                    <a:pt x="4526569" y="1430742"/>
                  </a:lnTo>
                  <a:lnTo>
                    <a:pt x="4522439" y="1430742"/>
                  </a:lnTo>
                  <a:lnTo>
                    <a:pt x="4518308" y="1430742"/>
                  </a:lnTo>
                  <a:lnTo>
                    <a:pt x="4514178" y="1430742"/>
                  </a:lnTo>
                  <a:lnTo>
                    <a:pt x="4510048" y="1430742"/>
                  </a:lnTo>
                  <a:lnTo>
                    <a:pt x="4505918" y="1430742"/>
                  </a:lnTo>
                  <a:lnTo>
                    <a:pt x="4501788" y="1430742"/>
                  </a:lnTo>
                  <a:lnTo>
                    <a:pt x="4497658" y="1430742"/>
                  </a:lnTo>
                  <a:lnTo>
                    <a:pt x="4493528" y="1430742"/>
                  </a:lnTo>
                  <a:lnTo>
                    <a:pt x="4489398" y="1430742"/>
                  </a:lnTo>
                  <a:lnTo>
                    <a:pt x="4485268" y="1430742"/>
                  </a:lnTo>
                  <a:lnTo>
                    <a:pt x="4481138" y="1430742"/>
                  </a:lnTo>
                  <a:lnTo>
                    <a:pt x="4477008" y="1430742"/>
                  </a:lnTo>
                  <a:lnTo>
                    <a:pt x="4472878" y="1430742"/>
                  </a:lnTo>
                  <a:lnTo>
                    <a:pt x="4468747" y="1430742"/>
                  </a:lnTo>
                  <a:lnTo>
                    <a:pt x="4464617" y="1430742"/>
                  </a:lnTo>
                  <a:lnTo>
                    <a:pt x="4460487" y="1430742"/>
                  </a:lnTo>
                  <a:lnTo>
                    <a:pt x="4456357" y="1430742"/>
                  </a:lnTo>
                  <a:lnTo>
                    <a:pt x="4452227" y="1430742"/>
                  </a:lnTo>
                  <a:lnTo>
                    <a:pt x="4448097" y="1430742"/>
                  </a:lnTo>
                  <a:lnTo>
                    <a:pt x="4443967" y="1430742"/>
                  </a:lnTo>
                  <a:lnTo>
                    <a:pt x="4439837" y="1430742"/>
                  </a:lnTo>
                  <a:lnTo>
                    <a:pt x="4435707" y="1430742"/>
                  </a:lnTo>
                  <a:lnTo>
                    <a:pt x="4431577" y="1430742"/>
                  </a:lnTo>
                  <a:lnTo>
                    <a:pt x="4427447" y="1430742"/>
                  </a:lnTo>
                  <a:lnTo>
                    <a:pt x="4423317" y="1430742"/>
                  </a:lnTo>
                  <a:lnTo>
                    <a:pt x="4419186" y="1430742"/>
                  </a:lnTo>
                  <a:lnTo>
                    <a:pt x="4415056" y="1430742"/>
                  </a:lnTo>
                  <a:lnTo>
                    <a:pt x="4410926" y="1430742"/>
                  </a:lnTo>
                  <a:lnTo>
                    <a:pt x="4406796" y="1430742"/>
                  </a:lnTo>
                  <a:lnTo>
                    <a:pt x="4402666" y="1430742"/>
                  </a:lnTo>
                  <a:lnTo>
                    <a:pt x="4398536" y="1430742"/>
                  </a:lnTo>
                  <a:lnTo>
                    <a:pt x="4394406" y="1430742"/>
                  </a:lnTo>
                  <a:lnTo>
                    <a:pt x="4390276" y="1430742"/>
                  </a:lnTo>
                  <a:lnTo>
                    <a:pt x="4386146" y="1430742"/>
                  </a:lnTo>
                  <a:lnTo>
                    <a:pt x="4382016" y="1430742"/>
                  </a:lnTo>
                  <a:lnTo>
                    <a:pt x="4377886" y="1430742"/>
                  </a:lnTo>
                  <a:lnTo>
                    <a:pt x="4373756" y="1430742"/>
                  </a:lnTo>
                  <a:lnTo>
                    <a:pt x="4369626" y="1430742"/>
                  </a:lnTo>
                  <a:lnTo>
                    <a:pt x="4365495" y="1430742"/>
                  </a:lnTo>
                  <a:lnTo>
                    <a:pt x="4361365" y="1430742"/>
                  </a:lnTo>
                  <a:lnTo>
                    <a:pt x="4357235" y="1430742"/>
                  </a:lnTo>
                  <a:lnTo>
                    <a:pt x="4353105" y="1430742"/>
                  </a:lnTo>
                  <a:lnTo>
                    <a:pt x="4348975" y="1430742"/>
                  </a:lnTo>
                  <a:lnTo>
                    <a:pt x="4344845" y="1430742"/>
                  </a:lnTo>
                  <a:lnTo>
                    <a:pt x="4340715" y="1430742"/>
                  </a:lnTo>
                  <a:lnTo>
                    <a:pt x="4336585" y="1430742"/>
                  </a:lnTo>
                  <a:lnTo>
                    <a:pt x="4332455" y="1430742"/>
                  </a:lnTo>
                  <a:lnTo>
                    <a:pt x="4328325" y="1430742"/>
                  </a:lnTo>
                  <a:lnTo>
                    <a:pt x="4324195" y="1430742"/>
                  </a:lnTo>
                  <a:lnTo>
                    <a:pt x="4320065" y="1430742"/>
                  </a:lnTo>
                  <a:lnTo>
                    <a:pt x="4315934" y="1430742"/>
                  </a:lnTo>
                  <a:lnTo>
                    <a:pt x="4311804" y="1430742"/>
                  </a:lnTo>
                  <a:lnTo>
                    <a:pt x="4307674" y="1430742"/>
                  </a:lnTo>
                  <a:lnTo>
                    <a:pt x="4303544" y="1430742"/>
                  </a:lnTo>
                  <a:lnTo>
                    <a:pt x="4299414" y="1430742"/>
                  </a:lnTo>
                  <a:lnTo>
                    <a:pt x="4295284" y="1430742"/>
                  </a:lnTo>
                  <a:lnTo>
                    <a:pt x="4291154" y="1430742"/>
                  </a:lnTo>
                  <a:lnTo>
                    <a:pt x="4287024" y="1430742"/>
                  </a:lnTo>
                  <a:lnTo>
                    <a:pt x="4282894" y="1430742"/>
                  </a:lnTo>
                  <a:lnTo>
                    <a:pt x="4278764" y="1430742"/>
                  </a:lnTo>
                  <a:lnTo>
                    <a:pt x="4274634" y="1430742"/>
                  </a:lnTo>
                  <a:lnTo>
                    <a:pt x="4270504" y="1430742"/>
                  </a:lnTo>
                  <a:lnTo>
                    <a:pt x="4266373" y="1430742"/>
                  </a:lnTo>
                  <a:lnTo>
                    <a:pt x="4262243" y="1430742"/>
                  </a:lnTo>
                  <a:lnTo>
                    <a:pt x="4258113" y="1430742"/>
                  </a:lnTo>
                  <a:lnTo>
                    <a:pt x="4253983" y="1430742"/>
                  </a:lnTo>
                  <a:lnTo>
                    <a:pt x="4249853" y="1430742"/>
                  </a:lnTo>
                  <a:lnTo>
                    <a:pt x="4245723" y="1430742"/>
                  </a:lnTo>
                  <a:lnTo>
                    <a:pt x="4241593" y="1430742"/>
                  </a:lnTo>
                  <a:lnTo>
                    <a:pt x="4237463" y="1430742"/>
                  </a:lnTo>
                  <a:lnTo>
                    <a:pt x="4233333" y="1430742"/>
                  </a:lnTo>
                  <a:lnTo>
                    <a:pt x="4229203" y="1430742"/>
                  </a:lnTo>
                  <a:lnTo>
                    <a:pt x="4225073" y="1430742"/>
                  </a:lnTo>
                  <a:lnTo>
                    <a:pt x="4220943" y="1430742"/>
                  </a:lnTo>
                  <a:lnTo>
                    <a:pt x="4216813" y="1430742"/>
                  </a:lnTo>
                  <a:lnTo>
                    <a:pt x="4212682" y="1430742"/>
                  </a:lnTo>
                  <a:lnTo>
                    <a:pt x="4208552" y="1430742"/>
                  </a:lnTo>
                  <a:lnTo>
                    <a:pt x="4204422" y="1430742"/>
                  </a:lnTo>
                  <a:lnTo>
                    <a:pt x="4200292" y="1430742"/>
                  </a:lnTo>
                  <a:lnTo>
                    <a:pt x="4196162" y="1430742"/>
                  </a:lnTo>
                  <a:lnTo>
                    <a:pt x="4192032" y="1430742"/>
                  </a:lnTo>
                  <a:lnTo>
                    <a:pt x="4187902" y="1430742"/>
                  </a:lnTo>
                  <a:lnTo>
                    <a:pt x="4183772" y="1430742"/>
                  </a:lnTo>
                  <a:lnTo>
                    <a:pt x="4179642" y="1430742"/>
                  </a:lnTo>
                  <a:lnTo>
                    <a:pt x="4175512" y="1430742"/>
                  </a:lnTo>
                  <a:lnTo>
                    <a:pt x="4171382" y="1430742"/>
                  </a:lnTo>
                  <a:lnTo>
                    <a:pt x="4167252" y="1430742"/>
                  </a:lnTo>
                  <a:lnTo>
                    <a:pt x="4163121" y="1430742"/>
                  </a:lnTo>
                  <a:lnTo>
                    <a:pt x="4158991" y="1430742"/>
                  </a:lnTo>
                  <a:lnTo>
                    <a:pt x="4154861" y="1430742"/>
                  </a:lnTo>
                  <a:lnTo>
                    <a:pt x="4150731" y="1430742"/>
                  </a:lnTo>
                  <a:lnTo>
                    <a:pt x="4146601" y="1430742"/>
                  </a:lnTo>
                  <a:lnTo>
                    <a:pt x="4142471" y="1430742"/>
                  </a:lnTo>
                  <a:lnTo>
                    <a:pt x="4138341" y="1430742"/>
                  </a:lnTo>
                  <a:lnTo>
                    <a:pt x="4134211" y="1430742"/>
                  </a:lnTo>
                  <a:lnTo>
                    <a:pt x="4130081" y="1430742"/>
                  </a:lnTo>
                  <a:lnTo>
                    <a:pt x="4125951" y="1430742"/>
                  </a:lnTo>
                  <a:lnTo>
                    <a:pt x="4121821" y="1430742"/>
                  </a:lnTo>
                  <a:lnTo>
                    <a:pt x="4117691" y="1430742"/>
                  </a:lnTo>
                  <a:lnTo>
                    <a:pt x="4113560" y="1430742"/>
                  </a:lnTo>
                  <a:lnTo>
                    <a:pt x="4109430" y="1430742"/>
                  </a:lnTo>
                  <a:lnTo>
                    <a:pt x="4105300" y="1430742"/>
                  </a:lnTo>
                  <a:lnTo>
                    <a:pt x="4101170" y="1430742"/>
                  </a:lnTo>
                  <a:lnTo>
                    <a:pt x="4097040" y="1430742"/>
                  </a:lnTo>
                  <a:lnTo>
                    <a:pt x="4092910" y="1430742"/>
                  </a:lnTo>
                  <a:lnTo>
                    <a:pt x="4088780" y="1430742"/>
                  </a:lnTo>
                  <a:lnTo>
                    <a:pt x="4084650" y="1430742"/>
                  </a:lnTo>
                  <a:lnTo>
                    <a:pt x="4080520" y="1430742"/>
                  </a:lnTo>
                  <a:lnTo>
                    <a:pt x="4076390" y="1430742"/>
                  </a:lnTo>
                  <a:lnTo>
                    <a:pt x="4072260" y="1430742"/>
                  </a:lnTo>
                  <a:lnTo>
                    <a:pt x="4068130" y="1430742"/>
                  </a:lnTo>
                  <a:lnTo>
                    <a:pt x="4063999" y="1430742"/>
                  </a:lnTo>
                  <a:lnTo>
                    <a:pt x="4059869" y="1430742"/>
                  </a:lnTo>
                  <a:lnTo>
                    <a:pt x="4055739" y="1430742"/>
                  </a:lnTo>
                  <a:lnTo>
                    <a:pt x="4051609" y="1430742"/>
                  </a:lnTo>
                  <a:lnTo>
                    <a:pt x="4047479" y="1430742"/>
                  </a:lnTo>
                  <a:lnTo>
                    <a:pt x="4043349" y="1430742"/>
                  </a:lnTo>
                  <a:lnTo>
                    <a:pt x="4039219" y="1430742"/>
                  </a:lnTo>
                  <a:lnTo>
                    <a:pt x="4035089" y="1430742"/>
                  </a:lnTo>
                  <a:lnTo>
                    <a:pt x="4030959" y="1430742"/>
                  </a:lnTo>
                  <a:lnTo>
                    <a:pt x="4026829" y="1430742"/>
                  </a:lnTo>
                  <a:lnTo>
                    <a:pt x="4022699" y="1430742"/>
                  </a:lnTo>
                  <a:lnTo>
                    <a:pt x="4018569" y="1430742"/>
                  </a:lnTo>
                  <a:lnTo>
                    <a:pt x="4014439" y="1430742"/>
                  </a:lnTo>
                  <a:lnTo>
                    <a:pt x="4010308" y="1430742"/>
                  </a:lnTo>
                  <a:lnTo>
                    <a:pt x="4006178" y="1430742"/>
                  </a:lnTo>
                  <a:lnTo>
                    <a:pt x="4002048" y="1430742"/>
                  </a:lnTo>
                  <a:lnTo>
                    <a:pt x="3997918" y="1430742"/>
                  </a:lnTo>
                  <a:lnTo>
                    <a:pt x="3993788" y="1430742"/>
                  </a:lnTo>
                  <a:lnTo>
                    <a:pt x="3989658" y="1430742"/>
                  </a:lnTo>
                  <a:lnTo>
                    <a:pt x="3985528" y="1430742"/>
                  </a:lnTo>
                  <a:lnTo>
                    <a:pt x="3981398" y="1430742"/>
                  </a:lnTo>
                  <a:lnTo>
                    <a:pt x="3977268" y="1430742"/>
                  </a:lnTo>
                  <a:lnTo>
                    <a:pt x="3973138" y="1430742"/>
                  </a:lnTo>
                  <a:lnTo>
                    <a:pt x="3969008" y="1430742"/>
                  </a:lnTo>
                  <a:lnTo>
                    <a:pt x="3964878" y="1430742"/>
                  </a:lnTo>
                  <a:lnTo>
                    <a:pt x="3960747" y="1430742"/>
                  </a:lnTo>
                  <a:lnTo>
                    <a:pt x="3956617" y="1430742"/>
                  </a:lnTo>
                  <a:lnTo>
                    <a:pt x="3952487" y="1430742"/>
                  </a:lnTo>
                  <a:lnTo>
                    <a:pt x="3948357" y="1430742"/>
                  </a:lnTo>
                  <a:lnTo>
                    <a:pt x="3944227" y="1430742"/>
                  </a:lnTo>
                  <a:lnTo>
                    <a:pt x="3940097" y="1430742"/>
                  </a:lnTo>
                  <a:lnTo>
                    <a:pt x="3935967" y="1430742"/>
                  </a:lnTo>
                  <a:lnTo>
                    <a:pt x="3931837" y="1430742"/>
                  </a:lnTo>
                  <a:lnTo>
                    <a:pt x="3927707" y="1430742"/>
                  </a:lnTo>
                  <a:lnTo>
                    <a:pt x="3923577" y="1430742"/>
                  </a:lnTo>
                  <a:lnTo>
                    <a:pt x="3919447" y="1430742"/>
                  </a:lnTo>
                  <a:lnTo>
                    <a:pt x="3915317" y="1430742"/>
                  </a:lnTo>
                  <a:lnTo>
                    <a:pt x="3911186" y="1430742"/>
                  </a:lnTo>
                  <a:lnTo>
                    <a:pt x="3907056" y="1430742"/>
                  </a:lnTo>
                  <a:lnTo>
                    <a:pt x="3902926" y="1430742"/>
                  </a:lnTo>
                  <a:lnTo>
                    <a:pt x="3898796" y="1430742"/>
                  </a:lnTo>
                  <a:lnTo>
                    <a:pt x="3894666" y="1430742"/>
                  </a:lnTo>
                  <a:lnTo>
                    <a:pt x="3890536" y="1430742"/>
                  </a:lnTo>
                  <a:lnTo>
                    <a:pt x="3886406" y="1430742"/>
                  </a:lnTo>
                  <a:lnTo>
                    <a:pt x="3882276" y="1430742"/>
                  </a:lnTo>
                  <a:lnTo>
                    <a:pt x="3878146" y="1430742"/>
                  </a:lnTo>
                  <a:lnTo>
                    <a:pt x="3874016" y="1430742"/>
                  </a:lnTo>
                  <a:lnTo>
                    <a:pt x="3869886" y="1430742"/>
                  </a:lnTo>
                  <a:lnTo>
                    <a:pt x="3865756" y="1430742"/>
                  </a:lnTo>
                  <a:lnTo>
                    <a:pt x="3861626" y="1430742"/>
                  </a:lnTo>
                  <a:lnTo>
                    <a:pt x="3857495" y="1430742"/>
                  </a:lnTo>
                  <a:lnTo>
                    <a:pt x="3853365" y="1430742"/>
                  </a:lnTo>
                  <a:lnTo>
                    <a:pt x="3849235" y="1430742"/>
                  </a:lnTo>
                  <a:lnTo>
                    <a:pt x="3845105" y="1430742"/>
                  </a:lnTo>
                  <a:lnTo>
                    <a:pt x="3840975" y="1430742"/>
                  </a:lnTo>
                  <a:lnTo>
                    <a:pt x="3836845" y="1430742"/>
                  </a:lnTo>
                  <a:lnTo>
                    <a:pt x="3832715" y="1430742"/>
                  </a:lnTo>
                  <a:lnTo>
                    <a:pt x="3828585" y="1430742"/>
                  </a:lnTo>
                  <a:lnTo>
                    <a:pt x="3824455" y="1430742"/>
                  </a:lnTo>
                  <a:lnTo>
                    <a:pt x="3820325" y="1430742"/>
                  </a:lnTo>
                  <a:lnTo>
                    <a:pt x="3816195" y="1430742"/>
                  </a:lnTo>
                  <a:lnTo>
                    <a:pt x="3812065" y="1430742"/>
                  </a:lnTo>
                  <a:lnTo>
                    <a:pt x="3807934" y="1430742"/>
                  </a:lnTo>
                  <a:lnTo>
                    <a:pt x="3803804" y="1430742"/>
                  </a:lnTo>
                  <a:lnTo>
                    <a:pt x="3799674" y="1430742"/>
                  </a:lnTo>
                  <a:lnTo>
                    <a:pt x="3795544" y="1430742"/>
                  </a:lnTo>
                  <a:lnTo>
                    <a:pt x="3791414" y="1430742"/>
                  </a:lnTo>
                  <a:lnTo>
                    <a:pt x="3787284" y="1430742"/>
                  </a:lnTo>
                  <a:lnTo>
                    <a:pt x="3783154" y="1430742"/>
                  </a:lnTo>
                  <a:lnTo>
                    <a:pt x="3779024" y="1430742"/>
                  </a:lnTo>
                  <a:lnTo>
                    <a:pt x="3774894" y="1430742"/>
                  </a:lnTo>
                  <a:lnTo>
                    <a:pt x="3770764" y="1430742"/>
                  </a:lnTo>
                  <a:lnTo>
                    <a:pt x="3766634" y="1430742"/>
                  </a:lnTo>
                  <a:lnTo>
                    <a:pt x="3762504" y="1430742"/>
                  </a:lnTo>
                  <a:lnTo>
                    <a:pt x="3758373" y="1430742"/>
                  </a:lnTo>
                  <a:lnTo>
                    <a:pt x="3754243" y="1430742"/>
                  </a:lnTo>
                  <a:lnTo>
                    <a:pt x="3750113" y="1430742"/>
                  </a:lnTo>
                  <a:lnTo>
                    <a:pt x="3745983" y="1430742"/>
                  </a:lnTo>
                  <a:lnTo>
                    <a:pt x="3741853" y="1430742"/>
                  </a:lnTo>
                  <a:lnTo>
                    <a:pt x="3737723" y="1430742"/>
                  </a:lnTo>
                  <a:lnTo>
                    <a:pt x="3733593" y="1430742"/>
                  </a:lnTo>
                  <a:lnTo>
                    <a:pt x="3729463" y="1430742"/>
                  </a:lnTo>
                  <a:lnTo>
                    <a:pt x="3725333" y="1430742"/>
                  </a:lnTo>
                  <a:lnTo>
                    <a:pt x="3721203" y="1430742"/>
                  </a:lnTo>
                  <a:lnTo>
                    <a:pt x="3717073" y="1430742"/>
                  </a:lnTo>
                  <a:lnTo>
                    <a:pt x="3712943" y="1430742"/>
                  </a:lnTo>
                  <a:lnTo>
                    <a:pt x="3708813" y="1430742"/>
                  </a:lnTo>
                  <a:lnTo>
                    <a:pt x="3704682" y="1430742"/>
                  </a:lnTo>
                  <a:lnTo>
                    <a:pt x="3700552" y="1430742"/>
                  </a:lnTo>
                  <a:lnTo>
                    <a:pt x="3696422" y="1430742"/>
                  </a:lnTo>
                  <a:lnTo>
                    <a:pt x="3692292" y="1430742"/>
                  </a:lnTo>
                  <a:lnTo>
                    <a:pt x="3688162" y="1430742"/>
                  </a:lnTo>
                  <a:lnTo>
                    <a:pt x="3684032" y="1430742"/>
                  </a:lnTo>
                  <a:lnTo>
                    <a:pt x="3679902" y="1430742"/>
                  </a:lnTo>
                  <a:lnTo>
                    <a:pt x="3675772" y="1430742"/>
                  </a:lnTo>
                  <a:lnTo>
                    <a:pt x="3671642" y="1430742"/>
                  </a:lnTo>
                  <a:lnTo>
                    <a:pt x="3667512" y="1430742"/>
                  </a:lnTo>
                  <a:lnTo>
                    <a:pt x="3663382" y="1430742"/>
                  </a:lnTo>
                  <a:lnTo>
                    <a:pt x="3659252" y="1430742"/>
                  </a:lnTo>
                  <a:lnTo>
                    <a:pt x="3655121" y="1430742"/>
                  </a:lnTo>
                  <a:lnTo>
                    <a:pt x="3650991" y="1430742"/>
                  </a:lnTo>
                  <a:lnTo>
                    <a:pt x="3646861" y="1430742"/>
                  </a:lnTo>
                  <a:lnTo>
                    <a:pt x="3642731" y="1430742"/>
                  </a:lnTo>
                  <a:lnTo>
                    <a:pt x="3638601" y="1430742"/>
                  </a:lnTo>
                  <a:lnTo>
                    <a:pt x="3634471" y="1430742"/>
                  </a:lnTo>
                  <a:lnTo>
                    <a:pt x="3630341" y="1430742"/>
                  </a:lnTo>
                  <a:lnTo>
                    <a:pt x="3626211" y="1430742"/>
                  </a:lnTo>
                  <a:lnTo>
                    <a:pt x="3622081" y="1430742"/>
                  </a:lnTo>
                  <a:lnTo>
                    <a:pt x="3617951" y="1430742"/>
                  </a:lnTo>
                  <a:lnTo>
                    <a:pt x="3613821" y="1430742"/>
                  </a:lnTo>
                  <a:lnTo>
                    <a:pt x="3609691" y="1430742"/>
                  </a:lnTo>
                  <a:lnTo>
                    <a:pt x="3605560" y="1430742"/>
                  </a:lnTo>
                  <a:lnTo>
                    <a:pt x="3601430" y="1430742"/>
                  </a:lnTo>
                  <a:lnTo>
                    <a:pt x="3597300" y="1430742"/>
                  </a:lnTo>
                  <a:lnTo>
                    <a:pt x="3593170" y="1430742"/>
                  </a:lnTo>
                  <a:lnTo>
                    <a:pt x="3589040" y="1430742"/>
                  </a:lnTo>
                  <a:lnTo>
                    <a:pt x="3584910" y="1430742"/>
                  </a:lnTo>
                  <a:lnTo>
                    <a:pt x="3580780" y="1430742"/>
                  </a:lnTo>
                  <a:lnTo>
                    <a:pt x="3576650" y="1430742"/>
                  </a:lnTo>
                  <a:lnTo>
                    <a:pt x="3572520" y="1430742"/>
                  </a:lnTo>
                  <a:lnTo>
                    <a:pt x="3568390" y="1430742"/>
                  </a:lnTo>
                  <a:lnTo>
                    <a:pt x="3564260" y="1430742"/>
                  </a:lnTo>
                  <a:lnTo>
                    <a:pt x="3560130" y="1430742"/>
                  </a:lnTo>
                  <a:lnTo>
                    <a:pt x="3555999" y="1430742"/>
                  </a:lnTo>
                  <a:lnTo>
                    <a:pt x="3551869" y="1430742"/>
                  </a:lnTo>
                  <a:lnTo>
                    <a:pt x="3547739" y="1430742"/>
                  </a:lnTo>
                  <a:lnTo>
                    <a:pt x="3543609" y="1430742"/>
                  </a:lnTo>
                  <a:lnTo>
                    <a:pt x="3539479" y="1430742"/>
                  </a:lnTo>
                  <a:lnTo>
                    <a:pt x="3535349" y="1430742"/>
                  </a:lnTo>
                  <a:lnTo>
                    <a:pt x="3531219" y="1430742"/>
                  </a:lnTo>
                  <a:lnTo>
                    <a:pt x="3527089" y="1430742"/>
                  </a:lnTo>
                  <a:lnTo>
                    <a:pt x="3522959" y="1430742"/>
                  </a:lnTo>
                  <a:lnTo>
                    <a:pt x="3518829" y="1430742"/>
                  </a:lnTo>
                  <a:lnTo>
                    <a:pt x="3514699" y="1430742"/>
                  </a:lnTo>
                  <a:lnTo>
                    <a:pt x="3510569" y="1430742"/>
                  </a:lnTo>
                  <a:lnTo>
                    <a:pt x="3506439" y="1430742"/>
                  </a:lnTo>
                  <a:lnTo>
                    <a:pt x="3502308" y="1430742"/>
                  </a:lnTo>
                  <a:lnTo>
                    <a:pt x="3498178" y="1430742"/>
                  </a:lnTo>
                  <a:lnTo>
                    <a:pt x="3494048" y="1430742"/>
                  </a:lnTo>
                  <a:lnTo>
                    <a:pt x="3489918" y="1430742"/>
                  </a:lnTo>
                  <a:lnTo>
                    <a:pt x="3485788" y="1430742"/>
                  </a:lnTo>
                  <a:lnTo>
                    <a:pt x="3481658" y="1430742"/>
                  </a:lnTo>
                  <a:lnTo>
                    <a:pt x="3477528" y="1430742"/>
                  </a:lnTo>
                  <a:lnTo>
                    <a:pt x="3473398" y="1430742"/>
                  </a:lnTo>
                  <a:lnTo>
                    <a:pt x="3469268" y="1430742"/>
                  </a:lnTo>
                  <a:lnTo>
                    <a:pt x="3465138" y="1430742"/>
                  </a:lnTo>
                  <a:lnTo>
                    <a:pt x="3461008" y="1430742"/>
                  </a:lnTo>
                  <a:lnTo>
                    <a:pt x="3456878" y="1430742"/>
                  </a:lnTo>
                  <a:lnTo>
                    <a:pt x="3452747" y="1430742"/>
                  </a:lnTo>
                  <a:lnTo>
                    <a:pt x="3448617" y="1430742"/>
                  </a:lnTo>
                  <a:lnTo>
                    <a:pt x="3444487" y="1430742"/>
                  </a:lnTo>
                  <a:lnTo>
                    <a:pt x="3440357" y="1430742"/>
                  </a:lnTo>
                  <a:lnTo>
                    <a:pt x="3436227" y="1430742"/>
                  </a:lnTo>
                  <a:lnTo>
                    <a:pt x="3432097" y="1430742"/>
                  </a:lnTo>
                  <a:lnTo>
                    <a:pt x="3427967" y="1430742"/>
                  </a:lnTo>
                  <a:lnTo>
                    <a:pt x="3423837" y="1430742"/>
                  </a:lnTo>
                  <a:lnTo>
                    <a:pt x="3419707" y="1430742"/>
                  </a:lnTo>
                  <a:lnTo>
                    <a:pt x="3415577" y="1430742"/>
                  </a:lnTo>
                  <a:lnTo>
                    <a:pt x="3411447" y="1430742"/>
                  </a:lnTo>
                  <a:lnTo>
                    <a:pt x="3407317" y="1430742"/>
                  </a:lnTo>
                  <a:lnTo>
                    <a:pt x="3403186" y="1430742"/>
                  </a:lnTo>
                  <a:lnTo>
                    <a:pt x="3399056" y="1430742"/>
                  </a:lnTo>
                  <a:lnTo>
                    <a:pt x="3394926" y="1430742"/>
                  </a:lnTo>
                  <a:lnTo>
                    <a:pt x="3390796" y="1430742"/>
                  </a:lnTo>
                  <a:lnTo>
                    <a:pt x="3386666" y="1430742"/>
                  </a:lnTo>
                  <a:lnTo>
                    <a:pt x="3382536" y="1430742"/>
                  </a:lnTo>
                  <a:lnTo>
                    <a:pt x="3378406" y="1430742"/>
                  </a:lnTo>
                  <a:lnTo>
                    <a:pt x="3374276" y="1430742"/>
                  </a:lnTo>
                  <a:lnTo>
                    <a:pt x="3370146" y="1430742"/>
                  </a:lnTo>
                  <a:lnTo>
                    <a:pt x="3366016" y="1430742"/>
                  </a:lnTo>
                  <a:lnTo>
                    <a:pt x="3361886" y="1430742"/>
                  </a:lnTo>
                  <a:lnTo>
                    <a:pt x="3357756" y="1430742"/>
                  </a:lnTo>
                  <a:lnTo>
                    <a:pt x="3353626" y="1430742"/>
                  </a:lnTo>
                  <a:lnTo>
                    <a:pt x="3349495" y="1430742"/>
                  </a:lnTo>
                  <a:lnTo>
                    <a:pt x="3345365" y="1430742"/>
                  </a:lnTo>
                  <a:lnTo>
                    <a:pt x="3341235" y="1430742"/>
                  </a:lnTo>
                  <a:lnTo>
                    <a:pt x="3337105" y="1430742"/>
                  </a:lnTo>
                  <a:lnTo>
                    <a:pt x="3332975" y="1430742"/>
                  </a:lnTo>
                  <a:lnTo>
                    <a:pt x="3328845" y="1430742"/>
                  </a:lnTo>
                  <a:lnTo>
                    <a:pt x="3324715" y="1430742"/>
                  </a:lnTo>
                  <a:lnTo>
                    <a:pt x="3320585" y="1430742"/>
                  </a:lnTo>
                  <a:lnTo>
                    <a:pt x="3316455" y="1430742"/>
                  </a:lnTo>
                  <a:lnTo>
                    <a:pt x="3312325" y="1430742"/>
                  </a:lnTo>
                  <a:lnTo>
                    <a:pt x="3308195" y="1430742"/>
                  </a:lnTo>
                  <a:lnTo>
                    <a:pt x="3304065" y="1430742"/>
                  </a:lnTo>
                  <a:lnTo>
                    <a:pt x="3299934" y="1430742"/>
                  </a:lnTo>
                  <a:lnTo>
                    <a:pt x="3295804" y="1430742"/>
                  </a:lnTo>
                  <a:lnTo>
                    <a:pt x="3291674" y="1430742"/>
                  </a:lnTo>
                  <a:lnTo>
                    <a:pt x="3287544" y="1430742"/>
                  </a:lnTo>
                  <a:lnTo>
                    <a:pt x="3283414" y="1430742"/>
                  </a:lnTo>
                  <a:lnTo>
                    <a:pt x="3279284" y="1430742"/>
                  </a:lnTo>
                  <a:lnTo>
                    <a:pt x="3275154" y="1430742"/>
                  </a:lnTo>
                  <a:lnTo>
                    <a:pt x="3271024" y="1430742"/>
                  </a:lnTo>
                  <a:lnTo>
                    <a:pt x="3266894" y="1430742"/>
                  </a:lnTo>
                  <a:lnTo>
                    <a:pt x="3262764" y="1430742"/>
                  </a:lnTo>
                  <a:lnTo>
                    <a:pt x="3258634" y="1430742"/>
                  </a:lnTo>
                  <a:lnTo>
                    <a:pt x="3254504" y="1430742"/>
                  </a:lnTo>
                  <a:lnTo>
                    <a:pt x="3250373" y="1430742"/>
                  </a:lnTo>
                  <a:lnTo>
                    <a:pt x="3246243" y="1430742"/>
                  </a:lnTo>
                  <a:lnTo>
                    <a:pt x="3242113" y="1430742"/>
                  </a:lnTo>
                  <a:lnTo>
                    <a:pt x="3237983" y="1430742"/>
                  </a:lnTo>
                  <a:lnTo>
                    <a:pt x="3233853" y="1430742"/>
                  </a:lnTo>
                  <a:lnTo>
                    <a:pt x="3229723" y="1430742"/>
                  </a:lnTo>
                  <a:lnTo>
                    <a:pt x="3225593" y="1430742"/>
                  </a:lnTo>
                  <a:lnTo>
                    <a:pt x="3221463" y="1430742"/>
                  </a:lnTo>
                  <a:lnTo>
                    <a:pt x="3217333" y="1430742"/>
                  </a:lnTo>
                  <a:lnTo>
                    <a:pt x="3213203" y="1430742"/>
                  </a:lnTo>
                  <a:lnTo>
                    <a:pt x="3209073" y="1430742"/>
                  </a:lnTo>
                  <a:lnTo>
                    <a:pt x="3204943" y="1430742"/>
                  </a:lnTo>
                  <a:lnTo>
                    <a:pt x="3200813" y="1430742"/>
                  </a:lnTo>
                  <a:lnTo>
                    <a:pt x="3196682" y="1430742"/>
                  </a:lnTo>
                  <a:lnTo>
                    <a:pt x="3192552" y="1430742"/>
                  </a:lnTo>
                  <a:lnTo>
                    <a:pt x="3188422" y="1430742"/>
                  </a:lnTo>
                  <a:lnTo>
                    <a:pt x="3184292" y="1430742"/>
                  </a:lnTo>
                  <a:lnTo>
                    <a:pt x="3180162" y="1430742"/>
                  </a:lnTo>
                  <a:lnTo>
                    <a:pt x="3176032" y="1430742"/>
                  </a:lnTo>
                  <a:lnTo>
                    <a:pt x="3171902" y="1430742"/>
                  </a:lnTo>
                  <a:lnTo>
                    <a:pt x="3167772" y="1430742"/>
                  </a:lnTo>
                  <a:lnTo>
                    <a:pt x="3163642" y="1430742"/>
                  </a:lnTo>
                  <a:lnTo>
                    <a:pt x="3159512" y="1430742"/>
                  </a:lnTo>
                  <a:lnTo>
                    <a:pt x="3155382" y="1430742"/>
                  </a:lnTo>
                  <a:lnTo>
                    <a:pt x="3151252" y="1430742"/>
                  </a:lnTo>
                  <a:lnTo>
                    <a:pt x="3147121" y="1430742"/>
                  </a:lnTo>
                  <a:lnTo>
                    <a:pt x="3142991" y="1430742"/>
                  </a:lnTo>
                  <a:lnTo>
                    <a:pt x="3138861" y="1430742"/>
                  </a:lnTo>
                  <a:lnTo>
                    <a:pt x="3134731" y="1430742"/>
                  </a:lnTo>
                  <a:lnTo>
                    <a:pt x="3130601" y="1430742"/>
                  </a:lnTo>
                  <a:lnTo>
                    <a:pt x="3126471" y="1430742"/>
                  </a:lnTo>
                  <a:lnTo>
                    <a:pt x="3122341" y="1430742"/>
                  </a:lnTo>
                  <a:lnTo>
                    <a:pt x="3118211" y="1430742"/>
                  </a:lnTo>
                  <a:lnTo>
                    <a:pt x="3114081" y="1430742"/>
                  </a:lnTo>
                  <a:lnTo>
                    <a:pt x="3109951" y="1430742"/>
                  </a:lnTo>
                  <a:lnTo>
                    <a:pt x="3105821" y="1430742"/>
                  </a:lnTo>
                  <a:lnTo>
                    <a:pt x="3101691" y="1430742"/>
                  </a:lnTo>
                  <a:lnTo>
                    <a:pt x="3097560" y="1430742"/>
                  </a:lnTo>
                  <a:lnTo>
                    <a:pt x="3093430" y="1430742"/>
                  </a:lnTo>
                  <a:lnTo>
                    <a:pt x="3089300" y="1430742"/>
                  </a:lnTo>
                  <a:lnTo>
                    <a:pt x="3085170" y="1430742"/>
                  </a:lnTo>
                  <a:lnTo>
                    <a:pt x="3081040" y="1430742"/>
                  </a:lnTo>
                  <a:lnTo>
                    <a:pt x="3076910" y="1430742"/>
                  </a:lnTo>
                  <a:lnTo>
                    <a:pt x="3072780" y="1430742"/>
                  </a:lnTo>
                  <a:lnTo>
                    <a:pt x="3068650" y="1430742"/>
                  </a:lnTo>
                  <a:lnTo>
                    <a:pt x="3064520" y="1430742"/>
                  </a:lnTo>
                  <a:lnTo>
                    <a:pt x="3060390" y="1430742"/>
                  </a:lnTo>
                  <a:lnTo>
                    <a:pt x="3056260" y="1430742"/>
                  </a:lnTo>
                  <a:lnTo>
                    <a:pt x="3052130" y="1430742"/>
                  </a:lnTo>
                  <a:lnTo>
                    <a:pt x="3047999" y="1430742"/>
                  </a:lnTo>
                  <a:lnTo>
                    <a:pt x="3043869" y="1430742"/>
                  </a:lnTo>
                  <a:lnTo>
                    <a:pt x="3039739" y="1430742"/>
                  </a:lnTo>
                  <a:lnTo>
                    <a:pt x="3035609" y="1430742"/>
                  </a:lnTo>
                  <a:lnTo>
                    <a:pt x="3031479" y="1430742"/>
                  </a:lnTo>
                  <a:lnTo>
                    <a:pt x="3027349" y="1430742"/>
                  </a:lnTo>
                  <a:lnTo>
                    <a:pt x="3023219" y="1430742"/>
                  </a:lnTo>
                  <a:lnTo>
                    <a:pt x="3019089" y="1430742"/>
                  </a:lnTo>
                  <a:lnTo>
                    <a:pt x="3014959" y="1430742"/>
                  </a:lnTo>
                  <a:lnTo>
                    <a:pt x="3010829" y="1430742"/>
                  </a:lnTo>
                  <a:lnTo>
                    <a:pt x="3006699" y="1430742"/>
                  </a:lnTo>
                  <a:lnTo>
                    <a:pt x="3002569" y="1430742"/>
                  </a:lnTo>
                  <a:lnTo>
                    <a:pt x="2998439" y="1430742"/>
                  </a:lnTo>
                  <a:lnTo>
                    <a:pt x="2994308" y="1430742"/>
                  </a:lnTo>
                  <a:lnTo>
                    <a:pt x="2990178" y="1430742"/>
                  </a:lnTo>
                  <a:lnTo>
                    <a:pt x="2986048" y="1430742"/>
                  </a:lnTo>
                  <a:lnTo>
                    <a:pt x="2981918" y="1430742"/>
                  </a:lnTo>
                  <a:lnTo>
                    <a:pt x="2977788" y="1430742"/>
                  </a:lnTo>
                  <a:lnTo>
                    <a:pt x="2973658" y="1430742"/>
                  </a:lnTo>
                  <a:lnTo>
                    <a:pt x="2969528" y="1430742"/>
                  </a:lnTo>
                  <a:lnTo>
                    <a:pt x="2965398" y="1430742"/>
                  </a:lnTo>
                  <a:lnTo>
                    <a:pt x="2961268" y="1430742"/>
                  </a:lnTo>
                  <a:lnTo>
                    <a:pt x="2957138" y="1430742"/>
                  </a:lnTo>
                  <a:lnTo>
                    <a:pt x="2953008" y="1430742"/>
                  </a:lnTo>
                  <a:lnTo>
                    <a:pt x="2948878" y="1430742"/>
                  </a:lnTo>
                  <a:lnTo>
                    <a:pt x="2944747" y="1430742"/>
                  </a:lnTo>
                  <a:lnTo>
                    <a:pt x="2940617" y="1430742"/>
                  </a:lnTo>
                  <a:lnTo>
                    <a:pt x="2936487" y="1430742"/>
                  </a:lnTo>
                  <a:lnTo>
                    <a:pt x="2932357" y="1430742"/>
                  </a:lnTo>
                  <a:lnTo>
                    <a:pt x="2928227" y="1430742"/>
                  </a:lnTo>
                  <a:lnTo>
                    <a:pt x="2924097" y="1430742"/>
                  </a:lnTo>
                  <a:lnTo>
                    <a:pt x="2919967" y="1430742"/>
                  </a:lnTo>
                  <a:lnTo>
                    <a:pt x="2915837" y="1430742"/>
                  </a:lnTo>
                  <a:lnTo>
                    <a:pt x="2911707" y="1430742"/>
                  </a:lnTo>
                  <a:lnTo>
                    <a:pt x="2907577" y="1430742"/>
                  </a:lnTo>
                  <a:lnTo>
                    <a:pt x="2903447" y="1430742"/>
                  </a:lnTo>
                  <a:lnTo>
                    <a:pt x="2899317" y="1430742"/>
                  </a:lnTo>
                  <a:lnTo>
                    <a:pt x="2895186" y="1430742"/>
                  </a:lnTo>
                  <a:lnTo>
                    <a:pt x="2891056" y="1430742"/>
                  </a:lnTo>
                  <a:lnTo>
                    <a:pt x="2886926" y="1430742"/>
                  </a:lnTo>
                  <a:lnTo>
                    <a:pt x="2882796" y="1430742"/>
                  </a:lnTo>
                  <a:lnTo>
                    <a:pt x="2878666" y="1430742"/>
                  </a:lnTo>
                  <a:lnTo>
                    <a:pt x="2874536" y="1430742"/>
                  </a:lnTo>
                  <a:lnTo>
                    <a:pt x="2870406" y="1430742"/>
                  </a:lnTo>
                  <a:lnTo>
                    <a:pt x="2866276" y="1430742"/>
                  </a:lnTo>
                  <a:lnTo>
                    <a:pt x="2862146" y="1430742"/>
                  </a:lnTo>
                  <a:lnTo>
                    <a:pt x="2858016" y="1430742"/>
                  </a:lnTo>
                  <a:lnTo>
                    <a:pt x="2853886" y="1430742"/>
                  </a:lnTo>
                  <a:lnTo>
                    <a:pt x="2849756" y="1430742"/>
                  </a:lnTo>
                  <a:lnTo>
                    <a:pt x="2845626" y="1430742"/>
                  </a:lnTo>
                  <a:lnTo>
                    <a:pt x="2841495" y="1430742"/>
                  </a:lnTo>
                  <a:lnTo>
                    <a:pt x="2837365" y="1430742"/>
                  </a:lnTo>
                  <a:lnTo>
                    <a:pt x="2833235" y="1430742"/>
                  </a:lnTo>
                  <a:lnTo>
                    <a:pt x="2829105" y="1430742"/>
                  </a:lnTo>
                  <a:lnTo>
                    <a:pt x="2824975" y="1430742"/>
                  </a:lnTo>
                  <a:lnTo>
                    <a:pt x="2820845" y="1430742"/>
                  </a:lnTo>
                  <a:lnTo>
                    <a:pt x="2816715" y="1430742"/>
                  </a:lnTo>
                  <a:lnTo>
                    <a:pt x="2812585" y="1430742"/>
                  </a:lnTo>
                  <a:lnTo>
                    <a:pt x="2808455" y="1430742"/>
                  </a:lnTo>
                  <a:lnTo>
                    <a:pt x="2804325" y="1430742"/>
                  </a:lnTo>
                  <a:lnTo>
                    <a:pt x="2800195" y="1430742"/>
                  </a:lnTo>
                  <a:lnTo>
                    <a:pt x="2796065" y="1430742"/>
                  </a:lnTo>
                  <a:lnTo>
                    <a:pt x="2791934" y="1430742"/>
                  </a:lnTo>
                  <a:lnTo>
                    <a:pt x="2787804" y="1430742"/>
                  </a:lnTo>
                  <a:lnTo>
                    <a:pt x="2783674" y="1430742"/>
                  </a:lnTo>
                  <a:lnTo>
                    <a:pt x="2779544" y="1430742"/>
                  </a:lnTo>
                  <a:lnTo>
                    <a:pt x="2775414" y="1430742"/>
                  </a:lnTo>
                  <a:lnTo>
                    <a:pt x="2771284" y="1430742"/>
                  </a:lnTo>
                  <a:lnTo>
                    <a:pt x="2767154" y="1430742"/>
                  </a:lnTo>
                  <a:lnTo>
                    <a:pt x="2763024" y="1430742"/>
                  </a:lnTo>
                  <a:lnTo>
                    <a:pt x="2758894" y="1430742"/>
                  </a:lnTo>
                  <a:lnTo>
                    <a:pt x="2754764" y="1430742"/>
                  </a:lnTo>
                  <a:lnTo>
                    <a:pt x="2750634" y="1430742"/>
                  </a:lnTo>
                  <a:lnTo>
                    <a:pt x="2746504" y="1430742"/>
                  </a:lnTo>
                  <a:lnTo>
                    <a:pt x="2742373" y="1430742"/>
                  </a:lnTo>
                  <a:lnTo>
                    <a:pt x="2738243" y="1430742"/>
                  </a:lnTo>
                  <a:lnTo>
                    <a:pt x="2734113" y="1430742"/>
                  </a:lnTo>
                  <a:lnTo>
                    <a:pt x="2729983" y="1430742"/>
                  </a:lnTo>
                  <a:lnTo>
                    <a:pt x="2725853" y="1430742"/>
                  </a:lnTo>
                  <a:lnTo>
                    <a:pt x="2721723" y="1430742"/>
                  </a:lnTo>
                  <a:lnTo>
                    <a:pt x="2717593" y="1430742"/>
                  </a:lnTo>
                  <a:lnTo>
                    <a:pt x="2713463" y="1430742"/>
                  </a:lnTo>
                  <a:lnTo>
                    <a:pt x="2709333" y="1430742"/>
                  </a:lnTo>
                  <a:lnTo>
                    <a:pt x="2705203" y="1430742"/>
                  </a:lnTo>
                  <a:lnTo>
                    <a:pt x="2701073" y="1430742"/>
                  </a:lnTo>
                  <a:lnTo>
                    <a:pt x="2696943" y="1430742"/>
                  </a:lnTo>
                  <a:lnTo>
                    <a:pt x="2692813" y="1430742"/>
                  </a:lnTo>
                  <a:lnTo>
                    <a:pt x="2688682" y="1430742"/>
                  </a:lnTo>
                  <a:lnTo>
                    <a:pt x="2684552" y="1430742"/>
                  </a:lnTo>
                  <a:lnTo>
                    <a:pt x="2680422" y="1430742"/>
                  </a:lnTo>
                  <a:lnTo>
                    <a:pt x="2676292" y="1430742"/>
                  </a:lnTo>
                  <a:lnTo>
                    <a:pt x="2672162" y="1430742"/>
                  </a:lnTo>
                  <a:lnTo>
                    <a:pt x="2668032" y="1430742"/>
                  </a:lnTo>
                  <a:lnTo>
                    <a:pt x="2663902" y="1430742"/>
                  </a:lnTo>
                  <a:lnTo>
                    <a:pt x="2659772" y="1430742"/>
                  </a:lnTo>
                  <a:lnTo>
                    <a:pt x="2655642" y="1430742"/>
                  </a:lnTo>
                  <a:lnTo>
                    <a:pt x="2651512" y="1430742"/>
                  </a:lnTo>
                  <a:lnTo>
                    <a:pt x="2647382" y="1430742"/>
                  </a:lnTo>
                  <a:lnTo>
                    <a:pt x="2643252" y="1430742"/>
                  </a:lnTo>
                  <a:lnTo>
                    <a:pt x="2639121" y="1430742"/>
                  </a:lnTo>
                  <a:lnTo>
                    <a:pt x="2634991" y="1430742"/>
                  </a:lnTo>
                  <a:lnTo>
                    <a:pt x="2630861" y="1430742"/>
                  </a:lnTo>
                  <a:lnTo>
                    <a:pt x="2626731" y="1430742"/>
                  </a:lnTo>
                  <a:lnTo>
                    <a:pt x="2622601" y="1430742"/>
                  </a:lnTo>
                  <a:lnTo>
                    <a:pt x="2618471" y="1430742"/>
                  </a:lnTo>
                  <a:lnTo>
                    <a:pt x="2614341" y="1430742"/>
                  </a:lnTo>
                  <a:lnTo>
                    <a:pt x="2610211" y="1430742"/>
                  </a:lnTo>
                  <a:lnTo>
                    <a:pt x="2606081" y="1430742"/>
                  </a:lnTo>
                  <a:lnTo>
                    <a:pt x="2601951" y="1430742"/>
                  </a:lnTo>
                  <a:lnTo>
                    <a:pt x="2597821" y="1430742"/>
                  </a:lnTo>
                  <a:lnTo>
                    <a:pt x="2593691" y="1430742"/>
                  </a:lnTo>
                  <a:lnTo>
                    <a:pt x="2589560" y="1430742"/>
                  </a:lnTo>
                  <a:lnTo>
                    <a:pt x="2585430" y="1430742"/>
                  </a:lnTo>
                  <a:lnTo>
                    <a:pt x="2581300" y="1430742"/>
                  </a:lnTo>
                  <a:lnTo>
                    <a:pt x="2577170" y="1430742"/>
                  </a:lnTo>
                  <a:lnTo>
                    <a:pt x="2573040" y="1430742"/>
                  </a:lnTo>
                  <a:lnTo>
                    <a:pt x="2568910" y="1430742"/>
                  </a:lnTo>
                  <a:lnTo>
                    <a:pt x="2564780" y="1430742"/>
                  </a:lnTo>
                  <a:lnTo>
                    <a:pt x="2560650" y="1430742"/>
                  </a:lnTo>
                  <a:lnTo>
                    <a:pt x="2556520" y="1430742"/>
                  </a:lnTo>
                  <a:lnTo>
                    <a:pt x="2552390" y="1430742"/>
                  </a:lnTo>
                  <a:lnTo>
                    <a:pt x="2548260" y="1430742"/>
                  </a:lnTo>
                  <a:lnTo>
                    <a:pt x="2544130" y="1430742"/>
                  </a:lnTo>
                  <a:lnTo>
                    <a:pt x="2539999" y="1430742"/>
                  </a:lnTo>
                  <a:lnTo>
                    <a:pt x="2535869" y="1430742"/>
                  </a:lnTo>
                  <a:lnTo>
                    <a:pt x="2531739" y="1430742"/>
                  </a:lnTo>
                  <a:lnTo>
                    <a:pt x="2527609" y="1430742"/>
                  </a:lnTo>
                  <a:lnTo>
                    <a:pt x="2523479" y="1430742"/>
                  </a:lnTo>
                  <a:lnTo>
                    <a:pt x="2519349" y="1430742"/>
                  </a:lnTo>
                  <a:lnTo>
                    <a:pt x="2515219" y="1430742"/>
                  </a:lnTo>
                  <a:lnTo>
                    <a:pt x="2511089" y="1430742"/>
                  </a:lnTo>
                  <a:lnTo>
                    <a:pt x="2506959" y="1430742"/>
                  </a:lnTo>
                  <a:lnTo>
                    <a:pt x="2502829" y="1430742"/>
                  </a:lnTo>
                  <a:lnTo>
                    <a:pt x="2498699" y="1430742"/>
                  </a:lnTo>
                  <a:lnTo>
                    <a:pt x="2494569" y="1430742"/>
                  </a:lnTo>
                  <a:lnTo>
                    <a:pt x="2490439" y="1430742"/>
                  </a:lnTo>
                  <a:lnTo>
                    <a:pt x="2486308" y="1430742"/>
                  </a:lnTo>
                  <a:lnTo>
                    <a:pt x="2482178" y="1430742"/>
                  </a:lnTo>
                  <a:lnTo>
                    <a:pt x="2478048" y="1430742"/>
                  </a:lnTo>
                  <a:lnTo>
                    <a:pt x="2473918" y="1430742"/>
                  </a:lnTo>
                  <a:lnTo>
                    <a:pt x="2469788" y="1430742"/>
                  </a:lnTo>
                  <a:lnTo>
                    <a:pt x="2465658" y="1430742"/>
                  </a:lnTo>
                  <a:lnTo>
                    <a:pt x="2461528" y="1430742"/>
                  </a:lnTo>
                  <a:lnTo>
                    <a:pt x="2457398" y="1430742"/>
                  </a:lnTo>
                  <a:lnTo>
                    <a:pt x="2453268" y="1430742"/>
                  </a:lnTo>
                  <a:lnTo>
                    <a:pt x="2449138" y="1430742"/>
                  </a:lnTo>
                  <a:lnTo>
                    <a:pt x="2445008" y="1430742"/>
                  </a:lnTo>
                  <a:lnTo>
                    <a:pt x="2440878" y="1430742"/>
                  </a:lnTo>
                  <a:lnTo>
                    <a:pt x="2436747" y="1430742"/>
                  </a:lnTo>
                  <a:lnTo>
                    <a:pt x="2432617" y="1430742"/>
                  </a:lnTo>
                  <a:lnTo>
                    <a:pt x="2428487" y="1430742"/>
                  </a:lnTo>
                  <a:lnTo>
                    <a:pt x="2424357" y="1430742"/>
                  </a:lnTo>
                  <a:lnTo>
                    <a:pt x="2420227" y="1430742"/>
                  </a:lnTo>
                  <a:lnTo>
                    <a:pt x="2416097" y="1430742"/>
                  </a:lnTo>
                  <a:lnTo>
                    <a:pt x="2411967" y="1430742"/>
                  </a:lnTo>
                  <a:lnTo>
                    <a:pt x="2407837" y="1430742"/>
                  </a:lnTo>
                  <a:lnTo>
                    <a:pt x="2403707" y="1430742"/>
                  </a:lnTo>
                  <a:lnTo>
                    <a:pt x="2399577" y="1430742"/>
                  </a:lnTo>
                  <a:lnTo>
                    <a:pt x="2395447" y="1430742"/>
                  </a:lnTo>
                  <a:lnTo>
                    <a:pt x="2391317" y="1430742"/>
                  </a:lnTo>
                  <a:lnTo>
                    <a:pt x="2387186" y="1430742"/>
                  </a:lnTo>
                  <a:lnTo>
                    <a:pt x="2383056" y="1430742"/>
                  </a:lnTo>
                  <a:lnTo>
                    <a:pt x="2378926" y="1430742"/>
                  </a:lnTo>
                  <a:lnTo>
                    <a:pt x="2374796" y="1430742"/>
                  </a:lnTo>
                  <a:lnTo>
                    <a:pt x="2370666" y="1430742"/>
                  </a:lnTo>
                  <a:lnTo>
                    <a:pt x="2366536" y="1430742"/>
                  </a:lnTo>
                  <a:lnTo>
                    <a:pt x="2362406" y="1430742"/>
                  </a:lnTo>
                  <a:lnTo>
                    <a:pt x="2358276" y="1430742"/>
                  </a:lnTo>
                  <a:lnTo>
                    <a:pt x="2354146" y="1430742"/>
                  </a:lnTo>
                  <a:lnTo>
                    <a:pt x="2350016" y="1430742"/>
                  </a:lnTo>
                  <a:lnTo>
                    <a:pt x="2345886" y="1430742"/>
                  </a:lnTo>
                  <a:lnTo>
                    <a:pt x="2341756" y="1430742"/>
                  </a:lnTo>
                  <a:lnTo>
                    <a:pt x="2337626" y="1430742"/>
                  </a:lnTo>
                  <a:lnTo>
                    <a:pt x="2333495" y="1430742"/>
                  </a:lnTo>
                  <a:lnTo>
                    <a:pt x="2329365" y="1430742"/>
                  </a:lnTo>
                  <a:lnTo>
                    <a:pt x="2325235" y="1430742"/>
                  </a:lnTo>
                  <a:lnTo>
                    <a:pt x="2321105" y="1430742"/>
                  </a:lnTo>
                  <a:lnTo>
                    <a:pt x="2316975" y="1430742"/>
                  </a:lnTo>
                  <a:lnTo>
                    <a:pt x="2312845" y="1430742"/>
                  </a:lnTo>
                  <a:lnTo>
                    <a:pt x="2308715" y="1430742"/>
                  </a:lnTo>
                  <a:lnTo>
                    <a:pt x="2304585" y="1430742"/>
                  </a:lnTo>
                  <a:lnTo>
                    <a:pt x="2300455" y="1430742"/>
                  </a:lnTo>
                  <a:lnTo>
                    <a:pt x="2296325" y="1430742"/>
                  </a:lnTo>
                  <a:lnTo>
                    <a:pt x="2292195" y="1430742"/>
                  </a:lnTo>
                  <a:lnTo>
                    <a:pt x="2288065" y="1430742"/>
                  </a:lnTo>
                  <a:lnTo>
                    <a:pt x="2283934" y="1430742"/>
                  </a:lnTo>
                  <a:lnTo>
                    <a:pt x="2279804" y="1430742"/>
                  </a:lnTo>
                  <a:lnTo>
                    <a:pt x="2275674" y="1430742"/>
                  </a:lnTo>
                  <a:lnTo>
                    <a:pt x="2271544" y="1430742"/>
                  </a:lnTo>
                  <a:lnTo>
                    <a:pt x="2267414" y="1430742"/>
                  </a:lnTo>
                  <a:lnTo>
                    <a:pt x="2263284" y="1430742"/>
                  </a:lnTo>
                  <a:lnTo>
                    <a:pt x="2259154" y="1430742"/>
                  </a:lnTo>
                  <a:lnTo>
                    <a:pt x="2255024" y="1430742"/>
                  </a:lnTo>
                  <a:lnTo>
                    <a:pt x="2250894" y="1430742"/>
                  </a:lnTo>
                  <a:lnTo>
                    <a:pt x="2246764" y="1430742"/>
                  </a:lnTo>
                  <a:lnTo>
                    <a:pt x="2242634" y="1430742"/>
                  </a:lnTo>
                  <a:lnTo>
                    <a:pt x="2238504" y="1430742"/>
                  </a:lnTo>
                  <a:lnTo>
                    <a:pt x="2234373" y="1430742"/>
                  </a:lnTo>
                  <a:lnTo>
                    <a:pt x="2230243" y="1430742"/>
                  </a:lnTo>
                  <a:lnTo>
                    <a:pt x="2226113" y="1430742"/>
                  </a:lnTo>
                  <a:lnTo>
                    <a:pt x="2221983" y="1430742"/>
                  </a:lnTo>
                  <a:lnTo>
                    <a:pt x="2217853" y="1430742"/>
                  </a:lnTo>
                  <a:lnTo>
                    <a:pt x="2213723" y="1430742"/>
                  </a:lnTo>
                  <a:lnTo>
                    <a:pt x="2209593" y="1430742"/>
                  </a:lnTo>
                  <a:lnTo>
                    <a:pt x="2205463" y="1430742"/>
                  </a:lnTo>
                  <a:lnTo>
                    <a:pt x="2201333" y="1430742"/>
                  </a:lnTo>
                  <a:lnTo>
                    <a:pt x="2197203" y="1430742"/>
                  </a:lnTo>
                  <a:lnTo>
                    <a:pt x="2193073" y="1430742"/>
                  </a:lnTo>
                  <a:lnTo>
                    <a:pt x="2188943" y="1430742"/>
                  </a:lnTo>
                  <a:lnTo>
                    <a:pt x="2184813" y="1430742"/>
                  </a:lnTo>
                  <a:lnTo>
                    <a:pt x="2180682" y="1430742"/>
                  </a:lnTo>
                  <a:lnTo>
                    <a:pt x="2176552" y="1430742"/>
                  </a:lnTo>
                  <a:lnTo>
                    <a:pt x="2172422" y="1430742"/>
                  </a:lnTo>
                  <a:lnTo>
                    <a:pt x="2168292" y="1430742"/>
                  </a:lnTo>
                  <a:lnTo>
                    <a:pt x="2164162" y="1430742"/>
                  </a:lnTo>
                  <a:lnTo>
                    <a:pt x="2160032" y="1430742"/>
                  </a:lnTo>
                  <a:lnTo>
                    <a:pt x="2155902" y="1430742"/>
                  </a:lnTo>
                  <a:lnTo>
                    <a:pt x="2151772" y="1430742"/>
                  </a:lnTo>
                  <a:lnTo>
                    <a:pt x="2147642" y="1430742"/>
                  </a:lnTo>
                  <a:lnTo>
                    <a:pt x="2143512" y="1430742"/>
                  </a:lnTo>
                  <a:lnTo>
                    <a:pt x="2139382" y="1430742"/>
                  </a:lnTo>
                  <a:lnTo>
                    <a:pt x="2135252" y="1430742"/>
                  </a:lnTo>
                  <a:lnTo>
                    <a:pt x="2131121" y="1430742"/>
                  </a:lnTo>
                  <a:lnTo>
                    <a:pt x="2126991" y="1430742"/>
                  </a:lnTo>
                  <a:lnTo>
                    <a:pt x="2122861" y="1430742"/>
                  </a:lnTo>
                  <a:lnTo>
                    <a:pt x="2118731" y="1430742"/>
                  </a:lnTo>
                  <a:lnTo>
                    <a:pt x="2114601" y="1430742"/>
                  </a:lnTo>
                  <a:lnTo>
                    <a:pt x="2110471" y="1430742"/>
                  </a:lnTo>
                  <a:lnTo>
                    <a:pt x="2106341" y="1430742"/>
                  </a:lnTo>
                  <a:lnTo>
                    <a:pt x="2102211" y="1430742"/>
                  </a:lnTo>
                  <a:lnTo>
                    <a:pt x="2098081" y="1430742"/>
                  </a:lnTo>
                  <a:lnTo>
                    <a:pt x="2093951" y="1430742"/>
                  </a:lnTo>
                  <a:lnTo>
                    <a:pt x="2089821" y="1430742"/>
                  </a:lnTo>
                  <a:lnTo>
                    <a:pt x="2085691" y="1430742"/>
                  </a:lnTo>
                  <a:lnTo>
                    <a:pt x="2081560" y="1430742"/>
                  </a:lnTo>
                  <a:lnTo>
                    <a:pt x="2077430" y="1430742"/>
                  </a:lnTo>
                  <a:lnTo>
                    <a:pt x="2073300" y="1430742"/>
                  </a:lnTo>
                  <a:lnTo>
                    <a:pt x="2069170" y="1430742"/>
                  </a:lnTo>
                  <a:lnTo>
                    <a:pt x="2065040" y="1430742"/>
                  </a:lnTo>
                  <a:lnTo>
                    <a:pt x="2060910" y="1430742"/>
                  </a:lnTo>
                  <a:lnTo>
                    <a:pt x="2056780" y="1430742"/>
                  </a:lnTo>
                  <a:lnTo>
                    <a:pt x="2052650" y="1430742"/>
                  </a:lnTo>
                  <a:lnTo>
                    <a:pt x="2048520" y="1430742"/>
                  </a:lnTo>
                  <a:lnTo>
                    <a:pt x="2044390" y="1430742"/>
                  </a:lnTo>
                  <a:lnTo>
                    <a:pt x="2040260" y="1430742"/>
                  </a:lnTo>
                  <a:lnTo>
                    <a:pt x="2036130" y="1430742"/>
                  </a:lnTo>
                  <a:lnTo>
                    <a:pt x="2031999" y="1430742"/>
                  </a:lnTo>
                  <a:lnTo>
                    <a:pt x="2027869" y="1430742"/>
                  </a:lnTo>
                  <a:lnTo>
                    <a:pt x="2023739" y="1430742"/>
                  </a:lnTo>
                  <a:lnTo>
                    <a:pt x="2019609" y="1430742"/>
                  </a:lnTo>
                  <a:lnTo>
                    <a:pt x="2015479" y="1430742"/>
                  </a:lnTo>
                  <a:lnTo>
                    <a:pt x="2011349" y="1430742"/>
                  </a:lnTo>
                  <a:lnTo>
                    <a:pt x="2007219" y="1430742"/>
                  </a:lnTo>
                  <a:lnTo>
                    <a:pt x="2003089" y="1430742"/>
                  </a:lnTo>
                  <a:lnTo>
                    <a:pt x="1998959" y="1430742"/>
                  </a:lnTo>
                  <a:lnTo>
                    <a:pt x="1994829" y="1430742"/>
                  </a:lnTo>
                  <a:lnTo>
                    <a:pt x="1990699" y="1430742"/>
                  </a:lnTo>
                  <a:lnTo>
                    <a:pt x="1986569" y="1430742"/>
                  </a:lnTo>
                  <a:lnTo>
                    <a:pt x="1982439" y="1430742"/>
                  </a:lnTo>
                  <a:lnTo>
                    <a:pt x="1978308" y="1430742"/>
                  </a:lnTo>
                  <a:lnTo>
                    <a:pt x="1974178" y="1430742"/>
                  </a:lnTo>
                  <a:lnTo>
                    <a:pt x="1970048" y="1430742"/>
                  </a:lnTo>
                  <a:lnTo>
                    <a:pt x="1965918" y="1430742"/>
                  </a:lnTo>
                  <a:lnTo>
                    <a:pt x="1961788" y="1430742"/>
                  </a:lnTo>
                  <a:lnTo>
                    <a:pt x="1957658" y="1430742"/>
                  </a:lnTo>
                  <a:lnTo>
                    <a:pt x="1953528" y="1430742"/>
                  </a:lnTo>
                  <a:lnTo>
                    <a:pt x="1949398" y="1430742"/>
                  </a:lnTo>
                  <a:lnTo>
                    <a:pt x="1945268" y="1430742"/>
                  </a:lnTo>
                  <a:lnTo>
                    <a:pt x="1941138" y="1430742"/>
                  </a:lnTo>
                  <a:lnTo>
                    <a:pt x="1937008" y="1430742"/>
                  </a:lnTo>
                  <a:lnTo>
                    <a:pt x="1932878" y="1430742"/>
                  </a:lnTo>
                  <a:lnTo>
                    <a:pt x="1928747" y="1430742"/>
                  </a:lnTo>
                  <a:lnTo>
                    <a:pt x="1924617" y="1430742"/>
                  </a:lnTo>
                  <a:lnTo>
                    <a:pt x="1920487" y="1430742"/>
                  </a:lnTo>
                  <a:lnTo>
                    <a:pt x="1916357" y="1430742"/>
                  </a:lnTo>
                  <a:lnTo>
                    <a:pt x="1912227" y="1430742"/>
                  </a:lnTo>
                  <a:lnTo>
                    <a:pt x="1908097" y="1430742"/>
                  </a:lnTo>
                  <a:lnTo>
                    <a:pt x="1903967" y="1430742"/>
                  </a:lnTo>
                  <a:lnTo>
                    <a:pt x="1899837" y="1430742"/>
                  </a:lnTo>
                  <a:lnTo>
                    <a:pt x="1895707" y="1430742"/>
                  </a:lnTo>
                  <a:lnTo>
                    <a:pt x="1891577" y="1430742"/>
                  </a:lnTo>
                  <a:lnTo>
                    <a:pt x="1887447" y="1430742"/>
                  </a:lnTo>
                  <a:lnTo>
                    <a:pt x="1883317" y="1430742"/>
                  </a:lnTo>
                  <a:lnTo>
                    <a:pt x="1879186" y="1430742"/>
                  </a:lnTo>
                  <a:lnTo>
                    <a:pt x="1875056" y="1430742"/>
                  </a:lnTo>
                  <a:lnTo>
                    <a:pt x="1870926" y="1430742"/>
                  </a:lnTo>
                  <a:lnTo>
                    <a:pt x="1866796" y="1430742"/>
                  </a:lnTo>
                  <a:lnTo>
                    <a:pt x="1862666" y="1430742"/>
                  </a:lnTo>
                  <a:lnTo>
                    <a:pt x="1858536" y="1430742"/>
                  </a:lnTo>
                  <a:lnTo>
                    <a:pt x="1854406" y="1430742"/>
                  </a:lnTo>
                  <a:lnTo>
                    <a:pt x="1850276" y="1430742"/>
                  </a:lnTo>
                  <a:lnTo>
                    <a:pt x="1846146" y="1430742"/>
                  </a:lnTo>
                  <a:lnTo>
                    <a:pt x="1842016" y="1430742"/>
                  </a:lnTo>
                  <a:lnTo>
                    <a:pt x="1837886" y="1430742"/>
                  </a:lnTo>
                  <a:lnTo>
                    <a:pt x="1833756" y="1430742"/>
                  </a:lnTo>
                  <a:lnTo>
                    <a:pt x="1829626" y="1430742"/>
                  </a:lnTo>
                  <a:lnTo>
                    <a:pt x="1825495" y="1430742"/>
                  </a:lnTo>
                  <a:lnTo>
                    <a:pt x="1821365" y="1430742"/>
                  </a:lnTo>
                  <a:lnTo>
                    <a:pt x="1817235" y="1430742"/>
                  </a:lnTo>
                  <a:lnTo>
                    <a:pt x="1813105" y="1430742"/>
                  </a:lnTo>
                  <a:lnTo>
                    <a:pt x="1808975" y="1430742"/>
                  </a:lnTo>
                  <a:lnTo>
                    <a:pt x="1804845" y="1430742"/>
                  </a:lnTo>
                  <a:lnTo>
                    <a:pt x="1800715" y="1430742"/>
                  </a:lnTo>
                  <a:lnTo>
                    <a:pt x="1796585" y="1430742"/>
                  </a:lnTo>
                  <a:lnTo>
                    <a:pt x="1792455" y="1430742"/>
                  </a:lnTo>
                  <a:lnTo>
                    <a:pt x="1788325" y="1430742"/>
                  </a:lnTo>
                  <a:lnTo>
                    <a:pt x="1784195" y="1430742"/>
                  </a:lnTo>
                  <a:lnTo>
                    <a:pt x="1780065" y="1430742"/>
                  </a:lnTo>
                  <a:lnTo>
                    <a:pt x="1775934" y="1430742"/>
                  </a:lnTo>
                  <a:lnTo>
                    <a:pt x="1771804" y="1430742"/>
                  </a:lnTo>
                  <a:lnTo>
                    <a:pt x="1767674" y="1430742"/>
                  </a:lnTo>
                  <a:lnTo>
                    <a:pt x="1763544" y="1430742"/>
                  </a:lnTo>
                  <a:lnTo>
                    <a:pt x="1759414" y="1430742"/>
                  </a:lnTo>
                  <a:lnTo>
                    <a:pt x="1755284" y="1430742"/>
                  </a:lnTo>
                  <a:lnTo>
                    <a:pt x="1751154" y="1430742"/>
                  </a:lnTo>
                  <a:lnTo>
                    <a:pt x="1747024" y="1430742"/>
                  </a:lnTo>
                  <a:lnTo>
                    <a:pt x="1742894" y="1430742"/>
                  </a:lnTo>
                  <a:lnTo>
                    <a:pt x="1738764" y="1430742"/>
                  </a:lnTo>
                  <a:lnTo>
                    <a:pt x="1734634" y="1430742"/>
                  </a:lnTo>
                  <a:lnTo>
                    <a:pt x="1730504" y="1430742"/>
                  </a:lnTo>
                  <a:lnTo>
                    <a:pt x="1726373" y="1430742"/>
                  </a:lnTo>
                  <a:lnTo>
                    <a:pt x="1722243" y="1430742"/>
                  </a:lnTo>
                  <a:lnTo>
                    <a:pt x="1718113" y="1430742"/>
                  </a:lnTo>
                  <a:lnTo>
                    <a:pt x="1713983" y="1430742"/>
                  </a:lnTo>
                  <a:lnTo>
                    <a:pt x="1709853" y="1430742"/>
                  </a:lnTo>
                  <a:lnTo>
                    <a:pt x="1705723" y="1430742"/>
                  </a:lnTo>
                  <a:lnTo>
                    <a:pt x="1701593" y="1430742"/>
                  </a:lnTo>
                  <a:lnTo>
                    <a:pt x="1697463" y="1430742"/>
                  </a:lnTo>
                  <a:lnTo>
                    <a:pt x="1693333" y="1430742"/>
                  </a:lnTo>
                  <a:lnTo>
                    <a:pt x="1689203" y="1430742"/>
                  </a:lnTo>
                  <a:lnTo>
                    <a:pt x="1685073" y="1430742"/>
                  </a:lnTo>
                  <a:lnTo>
                    <a:pt x="1680943" y="1430742"/>
                  </a:lnTo>
                  <a:lnTo>
                    <a:pt x="1676813" y="1430742"/>
                  </a:lnTo>
                  <a:lnTo>
                    <a:pt x="1672682" y="1430742"/>
                  </a:lnTo>
                  <a:lnTo>
                    <a:pt x="1668552" y="1430742"/>
                  </a:lnTo>
                  <a:lnTo>
                    <a:pt x="1664422" y="1430742"/>
                  </a:lnTo>
                  <a:lnTo>
                    <a:pt x="1660292" y="1430742"/>
                  </a:lnTo>
                  <a:lnTo>
                    <a:pt x="1656162" y="1430742"/>
                  </a:lnTo>
                  <a:lnTo>
                    <a:pt x="1652032" y="1430742"/>
                  </a:lnTo>
                  <a:lnTo>
                    <a:pt x="1647902" y="1430742"/>
                  </a:lnTo>
                  <a:lnTo>
                    <a:pt x="1643772" y="1430742"/>
                  </a:lnTo>
                  <a:lnTo>
                    <a:pt x="1639642" y="1430742"/>
                  </a:lnTo>
                  <a:lnTo>
                    <a:pt x="1635512" y="1430742"/>
                  </a:lnTo>
                  <a:lnTo>
                    <a:pt x="1631382" y="1430742"/>
                  </a:lnTo>
                  <a:lnTo>
                    <a:pt x="1627252" y="1430742"/>
                  </a:lnTo>
                  <a:lnTo>
                    <a:pt x="1623121" y="1430742"/>
                  </a:lnTo>
                  <a:lnTo>
                    <a:pt x="1618991" y="1430742"/>
                  </a:lnTo>
                  <a:lnTo>
                    <a:pt x="1614861" y="1430742"/>
                  </a:lnTo>
                  <a:lnTo>
                    <a:pt x="1610731" y="1430742"/>
                  </a:lnTo>
                  <a:lnTo>
                    <a:pt x="1606601" y="1430742"/>
                  </a:lnTo>
                  <a:lnTo>
                    <a:pt x="1602471" y="1430742"/>
                  </a:lnTo>
                  <a:lnTo>
                    <a:pt x="1598341" y="1430742"/>
                  </a:lnTo>
                  <a:lnTo>
                    <a:pt x="1594211" y="1430742"/>
                  </a:lnTo>
                  <a:lnTo>
                    <a:pt x="1590081" y="1430742"/>
                  </a:lnTo>
                  <a:lnTo>
                    <a:pt x="1585951" y="1430742"/>
                  </a:lnTo>
                  <a:lnTo>
                    <a:pt x="1581821" y="1430742"/>
                  </a:lnTo>
                  <a:lnTo>
                    <a:pt x="1577691" y="1430742"/>
                  </a:lnTo>
                  <a:lnTo>
                    <a:pt x="1573560" y="1430742"/>
                  </a:lnTo>
                  <a:lnTo>
                    <a:pt x="1569430" y="1430742"/>
                  </a:lnTo>
                  <a:lnTo>
                    <a:pt x="1565300" y="1430742"/>
                  </a:lnTo>
                  <a:lnTo>
                    <a:pt x="1561170" y="1430742"/>
                  </a:lnTo>
                  <a:lnTo>
                    <a:pt x="1557040" y="1430742"/>
                  </a:lnTo>
                  <a:lnTo>
                    <a:pt x="1552910" y="1430742"/>
                  </a:lnTo>
                  <a:lnTo>
                    <a:pt x="1548780" y="1430742"/>
                  </a:lnTo>
                  <a:lnTo>
                    <a:pt x="1544650" y="1430742"/>
                  </a:lnTo>
                  <a:lnTo>
                    <a:pt x="1540520" y="1430742"/>
                  </a:lnTo>
                  <a:lnTo>
                    <a:pt x="1536390" y="1430742"/>
                  </a:lnTo>
                  <a:lnTo>
                    <a:pt x="1532260" y="1430742"/>
                  </a:lnTo>
                  <a:lnTo>
                    <a:pt x="1528130" y="1430742"/>
                  </a:lnTo>
                  <a:lnTo>
                    <a:pt x="1523999" y="1430742"/>
                  </a:lnTo>
                  <a:lnTo>
                    <a:pt x="1519869" y="1430742"/>
                  </a:lnTo>
                  <a:lnTo>
                    <a:pt x="1515739" y="1430742"/>
                  </a:lnTo>
                  <a:lnTo>
                    <a:pt x="1511609" y="1430742"/>
                  </a:lnTo>
                  <a:lnTo>
                    <a:pt x="1507479" y="1430742"/>
                  </a:lnTo>
                  <a:lnTo>
                    <a:pt x="1503349" y="1430742"/>
                  </a:lnTo>
                  <a:lnTo>
                    <a:pt x="1499219" y="1430742"/>
                  </a:lnTo>
                  <a:lnTo>
                    <a:pt x="1495089" y="1430742"/>
                  </a:lnTo>
                  <a:lnTo>
                    <a:pt x="1490959" y="1430742"/>
                  </a:lnTo>
                  <a:lnTo>
                    <a:pt x="1486829" y="1430742"/>
                  </a:lnTo>
                  <a:lnTo>
                    <a:pt x="1482699" y="1430742"/>
                  </a:lnTo>
                  <a:lnTo>
                    <a:pt x="1478569" y="1430742"/>
                  </a:lnTo>
                  <a:lnTo>
                    <a:pt x="1474439" y="1430742"/>
                  </a:lnTo>
                  <a:lnTo>
                    <a:pt x="1470308" y="1430742"/>
                  </a:lnTo>
                  <a:lnTo>
                    <a:pt x="1466178" y="1430742"/>
                  </a:lnTo>
                  <a:lnTo>
                    <a:pt x="1462048" y="1430742"/>
                  </a:lnTo>
                  <a:lnTo>
                    <a:pt x="1457918" y="1430742"/>
                  </a:lnTo>
                  <a:lnTo>
                    <a:pt x="1453788" y="1430742"/>
                  </a:lnTo>
                  <a:lnTo>
                    <a:pt x="1449658" y="1430742"/>
                  </a:lnTo>
                  <a:lnTo>
                    <a:pt x="1445528" y="1430742"/>
                  </a:lnTo>
                  <a:lnTo>
                    <a:pt x="1441398" y="1430742"/>
                  </a:lnTo>
                  <a:lnTo>
                    <a:pt x="1437268" y="1430742"/>
                  </a:lnTo>
                  <a:lnTo>
                    <a:pt x="1433138" y="1430742"/>
                  </a:lnTo>
                  <a:lnTo>
                    <a:pt x="1429008" y="1430742"/>
                  </a:lnTo>
                  <a:lnTo>
                    <a:pt x="1424878" y="1430742"/>
                  </a:lnTo>
                  <a:lnTo>
                    <a:pt x="1420747" y="1430742"/>
                  </a:lnTo>
                  <a:lnTo>
                    <a:pt x="1416617" y="1430742"/>
                  </a:lnTo>
                  <a:lnTo>
                    <a:pt x="1412487" y="1430742"/>
                  </a:lnTo>
                  <a:lnTo>
                    <a:pt x="1408357" y="1430742"/>
                  </a:lnTo>
                  <a:lnTo>
                    <a:pt x="1404227" y="1430742"/>
                  </a:lnTo>
                  <a:lnTo>
                    <a:pt x="1400097" y="1430742"/>
                  </a:lnTo>
                  <a:lnTo>
                    <a:pt x="1395967" y="1430742"/>
                  </a:lnTo>
                  <a:lnTo>
                    <a:pt x="1391837" y="1430742"/>
                  </a:lnTo>
                  <a:lnTo>
                    <a:pt x="1387707" y="1430742"/>
                  </a:lnTo>
                  <a:lnTo>
                    <a:pt x="1383577" y="1430742"/>
                  </a:lnTo>
                  <a:lnTo>
                    <a:pt x="1379447" y="1430742"/>
                  </a:lnTo>
                  <a:lnTo>
                    <a:pt x="1375317" y="1430742"/>
                  </a:lnTo>
                  <a:lnTo>
                    <a:pt x="1371186" y="1430742"/>
                  </a:lnTo>
                  <a:lnTo>
                    <a:pt x="1367056" y="1430742"/>
                  </a:lnTo>
                  <a:lnTo>
                    <a:pt x="1362926" y="1430742"/>
                  </a:lnTo>
                  <a:lnTo>
                    <a:pt x="1358796" y="1430742"/>
                  </a:lnTo>
                  <a:lnTo>
                    <a:pt x="1354666" y="1430742"/>
                  </a:lnTo>
                  <a:lnTo>
                    <a:pt x="1350536" y="1430742"/>
                  </a:lnTo>
                  <a:lnTo>
                    <a:pt x="1346406" y="1430742"/>
                  </a:lnTo>
                  <a:lnTo>
                    <a:pt x="1342276" y="1430742"/>
                  </a:lnTo>
                  <a:lnTo>
                    <a:pt x="1338146" y="1430742"/>
                  </a:lnTo>
                  <a:lnTo>
                    <a:pt x="1334016" y="1430742"/>
                  </a:lnTo>
                  <a:lnTo>
                    <a:pt x="1329886" y="1430742"/>
                  </a:lnTo>
                  <a:lnTo>
                    <a:pt x="1325756" y="1430742"/>
                  </a:lnTo>
                  <a:lnTo>
                    <a:pt x="1321626" y="1430742"/>
                  </a:lnTo>
                  <a:lnTo>
                    <a:pt x="1317495" y="1430742"/>
                  </a:lnTo>
                  <a:lnTo>
                    <a:pt x="1313365" y="1430742"/>
                  </a:lnTo>
                  <a:lnTo>
                    <a:pt x="1309235" y="1430742"/>
                  </a:lnTo>
                  <a:lnTo>
                    <a:pt x="1305105" y="1430742"/>
                  </a:lnTo>
                  <a:lnTo>
                    <a:pt x="1300975" y="1430742"/>
                  </a:lnTo>
                  <a:lnTo>
                    <a:pt x="1296845" y="1430742"/>
                  </a:lnTo>
                  <a:lnTo>
                    <a:pt x="1292715" y="1430742"/>
                  </a:lnTo>
                  <a:lnTo>
                    <a:pt x="1288585" y="1430742"/>
                  </a:lnTo>
                  <a:lnTo>
                    <a:pt x="1284455" y="1430742"/>
                  </a:lnTo>
                  <a:lnTo>
                    <a:pt x="1280325" y="1430742"/>
                  </a:lnTo>
                  <a:lnTo>
                    <a:pt x="1276195" y="1430742"/>
                  </a:lnTo>
                  <a:lnTo>
                    <a:pt x="1272065" y="1430742"/>
                  </a:lnTo>
                  <a:lnTo>
                    <a:pt x="1267934" y="1430742"/>
                  </a:lnTo>
                  <a:lnTo>
                    <a:pt x="1263804" y="1430742"/>
                  </a:lnTo>
                  <a:lnTo>
                    <a:pt x="1259674" y="1430742"/>
                  </a:lnTo>
                  <a:lnTo>
                    <a:pt x="1255544" y="1430742"/>
                  </a:lnTo>
                  <a:lnTo>
                    <a:pt x="1251414" y="1430742"/>
                  </a:lnTo>
                  <a:lnTo>
                    <a:pt x="1247284" y="1430742"/>
                  </a:lnTo>
                  <a:lnTo>
                    <a:pt x="1243154" y="1430742"/>
                  </a:lnTo>
                  <a:lnTo>
                    <a:pt x="1239024" y="1430742"/>
                  </a:lnTo>
                  <a:lnTo>
                    <a:pt x="1234894" y="1430742"/>
                  </a:lnTo>
                  <a:lnTo>
                    <a:pt x="1230764" y="1430742"/>
                  </a:lnTo>
                  <a:lnTo>
                    <a:pt x="1226634" y="1430742"/>
                  </a:lnTo>
                  <a:lnTo>
                    <a:pt x="1222504" y="1430742"/>
                  </a:lnTo>
                  <a:lnTo>
                    <a:pt x="1218373" y="1430742"/>
                  </a:lnTo>
                  <a:lnTo>
                    <a:pt x="1214243" y="1430742"/>
                  </a:lnTo>
                  <a:lnTo>
                    <a:pt x="1210113" y="1430742"/>
                  </a:lnTo>
                  <a:lnTo>
                    <a:pt x="1205983" y="1430742"/>
                  </a:lnTo>
                  <a:lnTo>
                    <a:pt x="1201853" y="1430742"/>
                  </a:lnTo>
                  <a:lnTo>
                    <a:pt x="1197723" y="1430742"/>
                  </a:lnTo>
                  <a:lnTo>
                    <a:pt x="1193593" y="1430742"/>
                  </a:lnTo>
                  <a:lnTo>
                    <a:pt x="1189463" y="1430742"/>
                  </a:lnTo>
                  <a:lnTo>
                    <a:pt x="1185333" y="1430742"/>
                  </a:lnTo>
                  <a:lnTo>
                    <a:pt x="1181203" y="1430742"/>
                  </a:lnTo>
                  <a:lnTo>
                    <a:pt x="1177073" y="1430742"/>
                  </a:lnTo>
                  <a:lnTo>
                    <a:pt x="1172943" y="1430742"/>
                  </a:lnTo>
                  <a:lnTo>
                    <a:pt x="1168813" y="1430742"/>
                  </a:lnTo>
                  <a:lnTo>
                    <a:pt x="1164682" y="1430742"/>
                  </a:lnTo>
                  <a:lnTo>
                    <a:pt x="1160552" y="1430742"/>
                  </a:lnTo>
                  <a:lnTo>
                    <a:pt x="1156422" y="1430742"/>
                  </a:lnTo>
                  <a:lnTo>
                    <a:pt x="1152292" y="1430742"/>
                  </a:lnTo>
                  <a:lnTo>
                    <a:pt x="1148162" y="1430742"/>
                  </a:lnTo>
                  <a:lnTo>
                    <a:pt x="1144032" y="1430742"/>
                  </a:lnTo>
                  <a:lnTo>
                    <a:pt x="1139902" y="1430742"/>
                  </a:lnTo>
                  <a:lnTo>
                    <a:pt x="1135772" y="1430742"/>
                  </a:lnTo>
                  <a:lnTo>
                    <a:pt x="1131642" y="1430742"/>
                  </a:lnTo>
                  <a:lnTo>
                    <a:pt x="1127512" y="1430742"/>
                  </a:lnTo>
                  <a:lnTo>
                    <a:pt x="1123382" y="1430742"/>
                  </a:lnTo>
                  <a:lnTo>
                    <a:pt x="1119252" y="1430742"/>
                  </a:lnTo>
                  <a:lnTo>
                    <a:pt x="1115121" y="1430742"/>
                  </a:lnTo>
                  <a:lnTo>
                    <a:pt x="1110991" y="1430742"/>
                  </a:lnTo>
                  <a:lnTo>
                    <a:pt x="1106861" y="1430742"/>
                  </a:lnTo>
                  <a:lnTo>
                    <a:pt x="1102731" y="1430742"/>
                  </a:lnTo>
                  <a:lnTo>
                    <a:pt x="1098601" y="1430742"/>
                  </a:lnTo>
                  <a:lnTo>
                    <a:pt x="1094471" y="1430742"/>
                  </a:lnTo>
                  <a:lnTo>
                    <a:pt x="1090341" y="1430742"/>
                  </a:lnTo>
                  <a:lnTo>
                    <a:pt x="1086211" y="1430742"/>
                  </a:lnTo>
                  <a:lnTo>
                    <a:pt x="1082081" y="1430742"/>
                  </a:lnTo>
                  <a:lnTo>
                    <a:pt x="1077951" y="1430742"/>
                  </a:lnTo>
                  <a:lnTo>
                    <a:pt x="1073821" y="1430742"/>
                  </a:lnTo>
                  <a:lnTo>
                    <a:pt x="1069691" y="1430742"/>
                  </a:lnTo>
                  <a:lnTo>
                    <a:pt x="1065560" y="1430742"/>
                  </a:lnTo>
                  <a:lnTo>
                    <a:pt x="1061430" y="1430742"/>
                  </a:lnTo>
                  <a:lnTo>
                    <a:pt x="1057300" y="1430742"/>
                  </a:lnTo>
                  <a:lnTo>
                    <a:pt x="1053170" y="1430742"/>
                  </a:lnTo>
                  <a:lnTo>
                    <a:pt x="1049040" y="1430742"/>
                  </a:lnTo>
                  <a:lnTo>
                    <a:pt x="1044910" y="1430742"/>
                  </a:lnTo>
                  <a:lnTo>
                    <a:pt x="1040780" y="1430742"/>
                  </a:lnTo>
                  <a:lnTo>
                    <a:pt x="1036650" y="1430742"/>
                  </a:lnTo>
                  <a:lnTo>
                    <a:pt x="1032520" y="1430742"/>
                  </a:lnTo>
                  <a:lnTo>
                    <a:pt x="1028390" y="1430742"/>
                  </a:lnTo>
                  <a:lnTo>
                    <a:pt x="1024260" y="1430742"/>
                  </a:lnTo>
                  <a:lnTo>
                    <a:pt x="1020130" y="1430742"/>
                  </a:lnTo>
                  <a:lnTo>
                    <a:pt x="1015999" y="1430742"/>
                  </a:lnTo>
                  <a:lnTo>
                    <a:pt x="1011869" y="1430742"/>
                  </a:lnTo>
                  <a:lnTo>
                    <a:pt x="1007739" y="1430742"/>
                  </a:lnTo>
                  <a:lnTo>
                    <a:pt x="1003609" y="1430742"/>
                  </a:lnTo>
                  <a:lnTo>
                    <a:pt x="999479" y="1430742"/>
                  </a:lnTo>
                  <a:lnTo>
                    <a:pt x="995349" y="1430742"/>
                  </a:lnTo>
                  <a:lnTo>
                    <a:pt x="991219" y="1430742"/>
                  </a:lnTo>
                  <a:lnTo>
                    <a:pt x="987089" y="1430742"/>
                  </a:lnTo>
                  <a:lnTo>
                    <a:pt x="982959" y="1430742"/>
                  </a:lnTo>
                  <a:lnTo>
                    <a:pt x="978829" y="1430742"/>
                  </a:lnTo>
                  <a:lnTo>
                    <a:pt x="974699" y="1430742"/>
                  </a:lnTo>
                  <a:lnTo>
                    <a:pt x="970569" y="1430742"/>
                  </a:lnTo>
                  <a:lnTo>
                    <a:pt x="966439" y="1430742"/>
                  </a:lnTo>
                  <a:lnTo>
                    <a:pt x="962308" y="1430742"/>
                  </a:lnTo>
                  <a:lnTo>
                    <a:pt x="958178" y="1430742"/>
                  </a:lnTo>
                  <a:lnTo>
                    <a:pt x="954048" y="1430742"/>
                  </a:lnTo>
                  <a:lnTo>
                    <a:pt x="949918" y="1430742"/>
                  </a:lnTo>
                  <a:lnTo>
                    <a:pt x="945788" y="1430742"/>
                  </a:lnTo>
                  <a:lnTo>
                    <a:pt x="941658" y="1430742"/>
                  </a:lnTo>
                  <a:lnTo>
                    <a:pt x="937528" y="1430742"/>
                  </a:lnTo>
                  <a:lnTo>
                    <a:pt x="933398" y="1430742"/>
                  </a:lnTo>
                  <a:lnTo>
                    <a:pt x="929268" y="1430742"/>
                  </a:lnTo>
                  <a:lnTo>
                    <a:pt x="925138" y="1430742"/>
                  </a:lnTo>
                  <a:lnTo>
                    <a:pt x="921008" y="1430742"/>
                  </a:lnTo>
                  <a:lnTo>
                    <a:pt x="916878" y="1430742"/>
                  </a:lnTo>
                  <a:lnTo>
                    <a:pt x="912747" y="1430742"/>
                  </a:lnTo>
                  <a:lnTo>
                    <a:pt x="908617" y="1430742"/>
                  </a:lnTo>
                  <a:lnTo>
                    <a:pt x="904487" y="1430742"/>
                  </a:lnTo>
                  <a:lnTo>
                    <a:pt x="900357" y="1430742"/>
                  </a:lnTo>
                  <a:lnTo>
                    <a:pt x="896227" y="1430742"/>
                  </a:lnTo>
                  <a:lnTo>
                    <a:pt x="892097" y="1430742"/>
                  </a:lnTo>
                  <a:lnTo>
                    <a:pt x="887967" y="1430742"/>
                  </a:lnTo>
                  <a:lnTo>
                    <a:pt x="883837" y="1430742"/>
                  </a:lnTo>
                  <a:lnTo>
                    <a:pt x="879707" y="1430742"/>
                  </a:lnTo>
                  <a:lnTo>
                    <a:pt x="875577" y="1430742"/>
                  </a:lnTo>
                  <a:lnTo>
                    <a:pt x="871447" y="1430742"/>
                  </a:lnTo>
                  <a:lnTo>
                    <a:pt x="867317" y="1430742"/>
                  </a:lnTo>
                  <a:lnTo>
                    <a:pt x="863186" y="1430742"/>
                  </a:lnTo>
                  <a:lnTo>
                    <a:pt x="859056" y="1430742"/>
                  </a:lnTo>
                  <a:lnTo>
                    <a:pt x="854926" y="1430742"/>
                  </a:lnTo>
                  <a:lnTo>
                    <a:pt x="850796" y="1430742"/>
                  </a:lnTo>
                  <a:lnTo>
                    <a:pt x="846666" y="1430742"/>
                  </a:lnTo>
                  <a:lnTo>
                    <a:pt x="842536" y="1430742"/>
                  </a:lnTo>
                  <a:lnTo>
                    <a:pt x="838406" y="1430742"/>
                  </a:lnTo>
                  <a:lnTo>
                    <a:pt x="834276" y="1430742"/>
                  </a:lnTo>
                  <a:lnTo>
                    <a:pt x="830146" y="1430742"/>
                  </a:lnTo>
                  <a:lnTo>
                    <a:pt x="826016" y="1430742"/>
                  </a:lnTo>
                  <a:lnTo>
                    <a:pt x="821886" y="1430742"/>
                  </a:lnTo>
                  <a:lnTo>
                    <a:pt x="817756" y="1430742"/>
                  </a:lnTo>
                  <a:lnTo>
                    <a:pt x="813626" y="1430742"/>
                  </a:lnTo>
                  <a:lnTo>
                    <a:pt x="809495" y="1430742"/>
                  </a:lnTo>
                  <a:lnTo>
                    <a:pt x="805365" y="1430742"/>
                  </a:lnTo>
                  <a:lnTo>
                    <a:pt x="801235" y="1430742"/>
                  </a:lnTo>
                  <a:lnTo>
                    <a:pt x="797105" y="1430742"/>
                  </a:lnTo>
                  <a:lnTo>
                    <a:pt x="792975" y="1430742"/>
                  </a:lnTo>
                  <a:lnTo>
                    <a:pt x="788845" y="1430742"/>
                  </a:lnTo>
                  <a:lnTo>
                    <a:pt x="784715" y="1430742"/>
                  </a:lnTo>
                  <a:lnTo>
                    <a:pt x="780585" y="1430742"/>
                  </a:lnTo>
                  <a:lnTo>
                    <a:pt x="776455" y="1430742"/>
                  </a:lnTo>
                  <a:lnTo>
                    <a:pt x="772325" y="1430742"/>
                  </a:lnTo>
                  <a:lnTo>
                    <a:pt x="768195" y="1430742"/>
                  </a:lnTo>
                  <a:lnTo>
                    <a:pt x="764065" y="1430742"/>
                  </a:lnTo>
                  <a:lnTo>
                    <a:pt x="759934" y="1430742"/>
                  </a:lnTo>
                  <a:lnTo>
                    <a:pt x="755804" y="1430742"/>
                  </a:lnTo>
                  <a:lnTo>
                    <a:pt x="751674" y="1430742"/>
                  </a:lnTo>
                  <a:lnTo>
                    <a:pt x="747544" y="1430742"/>
                  </a:lnTo>
                  <a:lnTo>
                    <a:pt x="743414" y="1430742"/>
                  </a:lnTo>
                  <a:lnTo>
                    <a:pt x="739284" y="1430742"/>
                  </a:lnTo>
                  <a:lnTo>
                    <a:pt x="735154" y="1430742"/>
                  </a:lnTo>
                  <a:lnTo>
                    <a:pt x="731024" y="1430742"/>
                  </a:lnTo>
                  <a:lnTo>
                    <a:pt x="726894" y="1430742"/>
                  </a:lnTo>
                  <a:lnTo>
                    <a:pt x="722764" y="1430742"/>
                  </a:lnTo>
                  <a:lnTo>
                    <a:pt x="718634" y="1430742"/>
                  </a:lnTo>
                  <a:lnTo>
                    <a:pt x="714504" y="1430742"/>
                  </a:lnTo>
                  <a:lnTo>
                    <a:pt x="710373" y="1430742"/>
                  </a:lnTo>
                  <a:lnTo>
                    <a:pt x="706243" y="1430742"/>
                  </a:lnTo>
                  <a:lnTo>
                    <a:pt x="702113" y="1430742"/>
                  </a:lnTo>
                  <a:lnTo>
                    <a:pt x="697983" y="1430742"/>
                  </a:lnTo>
                  <a:lnTo>
                    <a:pt x="693853" y="1430742"/>
                  </a:lnTo>
                  <a:lnTo>
                    <a:pt x="689723" y="1430742"/>
                  </a:lnTo>
                  <a:lnTo>
                    <a:pt x="685593" y="1430742"/>
                  </a:lnTo>
                  <a:lnTo>
                    <a:pt x="681463" y="1430742"/>
                  </a:lnTo>
                  <a:lnTo>
                    <a:pt x="677333" y="1430742"/>
                  </a:lnTo>
                  <a:lnTo>
                    <a:pt x="673203" y="1430742"/>
                  </a:lnTo>
                  <a:lnTo>
                    <a:pt x="669073" y="1430742"/>
                  </a:lnTo>
                  <a:lnTo>
                    <a:pt x="664943" y="1430742"/>
                  </a:lnTo>
                  <a:lnTo>
                    <a:pt x="660813" y="1430742"/>
                  </a:lnTo>
                  <a:lnTo>
                    <a:pt x="656682" y="1430742"/>
                  </a:lnTo>
                  <a:lnTo>
                    <a:pt x="652552" y="1430742"/>
                  </a:lnTo>
                  <a:lnTo>
                    <a:pt x="648422" y="1430742"/>
                  </a:lnTo>
                  <a:lnTo>
                    <a:pt x="644292" y="1430742"/>
                  </a:lnTo>
                  <a:lnTo>
                    <a:pt x="640162" y="1430742"/>
                  </a:lnTo>
                  <a:lnTo>
                    <a:pt x="636032" y="1430742"/>
                  </a:lnTo>
                  <a:lnTo>
                    <a:pt x="631902" y="1430742"/>
                  </a:lnTo>
                  <a:lnTo>
                    <a:pt x="627772" y="1430742"/>
                  </a:lnTo>
                  <a:lnTo>
                    <a:pt x="623642" y="1430742"/>
                  </a:lnTo>
                  <a:lnTo>
                    <a:pt x="619512" y="1430742"/>
                  </a:lnTo>
                  <a:lnTo>
                    <a:pt x="615382" y="1430742"/>
                  </a:lnTo>
                  <a:lnTo>
                    <a:pt x="611252" y="1430742"/>
                  </a:lnTo>
                  <a:lnTo>
                    <a:pt x="607121" y="1430742"/>
                  </a:lnTo>
                  <a:lnTo>
                    <a:pt x="602991" y="1430742"/>
                  </a:lnTo>
                  <a:lnTo>
                    <a:pt x="598861" y="1430742"/>
                  </a:lnTo>
                  <a:lnTo>
                    <a:pt x="594731" y="1430742"/>
                  </a:lnTo>
                  <a:lnTo>
                    <a:pt x="590601" y="1430742"/>
                  </a:lnTo>
                  <a:lnTo>
                    <a:pt x="586471" y="1430742"/>
                  </a:lnTo>
                  <a:lnTo>
                    <a:pt x="582341" y="1430742"/>
                  </a:lnTo>
                  <a:lnTo>
                    <a:pt x="578211" y="1430742"/>
                  </a:lnTo>
                  <a:lnTo>
                    <a:pt x="574081" y="1430742"/>
                  </a:lnTo>
                  <a:lnTo>
                    <a:pt x="569951" y="1430742"/>
                  </a:lnTo>
                  <a:lnTo>
                    <a:pt x="565821" y="1430742"/>
                  </a:lnTo>
                  <a:lnTo>
                    <a:pt x="561691" y="1430742"/>
                  </a:lnTo>
                  <a:lnTo>
                    <a:pt x="557560" y="1430742"/>
                  </a:lnTo>
                  <a:lnTo>
                    <a:pt x="553430" y="1430742"/>
                  </a:lnTo>
                  <a:lnTo>
                    <a:pt x="549300" y="1430742"/>
                  </a:lnTo>
                  <a:lnTo>
                    <a:pt x="545170" y="1430742"/>
                  </a:lnTo>
                  <a:lnTo>
                    <a:pt x="541040" y="1430742"/>
                  </a:lnTo>
                  <a:lnTo>
                    <a:pt x="536910" y="1430742"/>
                  </a:lnTo>
                  <a:lnTo>
                    <a:pt x="532780" y="1430742"/>
                  </a:lnTo>
                  <a:lnTo>
                    <a:pt x="528650" y="1430742"/>
                  </a:lnTo>
                  <a:lnTo>
                    <a:pt x="524520" y="1430742"/>
                  </a:lnTo>
                  <a:lnTo>
                    <a:pt x="520390" y="1430742"/>
                  </a:lnTo>
                  <a:lnTo>
                    <a:pt x="516260" y="1430742"/>
                  </a:lnTo>
                  <a:lnTo>
                    <a:pt x="512130" y="1430742"/>
                  </a:lnTo>
                  <a:lnTo>
                    <a:pt x="507999" y="1430742"/>
                  </a:lnTo>
                  <a:lnTo>
                    <a:pt x="503869" y="1430742"/>
                  </a:lnTo>
                  <a:lnTo>
                    <a:pt x="499739" y="1430742"/>
                  </a:lnTo>
                  <a:lnTo>
                    <a:pt x="495609" y="1430742"/>
                  </a:lnTo>
                  <a:lnTo>
                    <a:pt x="491479" y="1430742"/>
                  </a:lnTo>
                  <a:lnTo>
                    <a:pt x="487349" y="1430742"/>
                  </a:lnTo>
                  <a:lnTo>
                    <a:pt x="483219" y="1430742"/>
                  </a:lnTo>
                  <a:lnTo>
                    <a:pt x="479089" y="1430742"/>
                  </a:lnTo>
                  <a:lnTo>
                    <a:pt x="474959" y="1430742"/>
                  </a:lnTo>
                  <a:lnTo>
                    <a:pt x="470829" y="1430742"/>
                  </a:lnTo>
                  <a:lnTo>
                    <a:pt x="466699" y="1430742"/>
                  </a:lnTo>
                  <a:lnTo>
                    <a:pt x="462569" y="1430742"/>
                  </a:lnTo>
                  <a:lnTo>
                    <a:pt x="458439" y="1430742"/>
                  </a:lnTo>
                  <a:lnTo>
                    <a:pt x="454308" y="1430742"/>
                  </a:lnTo>
                  <a:lnTo>
                    <a:pt x="450178" y="1430742"/>
                  </a:lnTo>
                  <a:lnTo>
                    <a:pt x="446048" y="1430742"/>
                  </a:lnTo>
                  <a:lnTo>
                    <a:pt x="441918" y="1430742"/>
                  </a:lnTo>
                  <a:lnTo>
                    <a:pt x="437788" y="1430742"/>
                  </a:lnTo>
                  <a:lnTo>
                    <a:pt x="433658" y="1430742"/>
                  </a:lnTo>
                  <a:lnTo>
                    <a:pt x="429528" y="1430742"/>
                  </a:lnTo>
                  <a:lnTo>
                    <a:pt x="425398" y="1430742"/>
                  </a:lnTo>
                  <a:lnTo>
                    <a:pt x="421268" y="1430742"/>
                  </a:lnTo>
                  <a:lnTo>
                    <a:pt x="417138" y="1430742"/>
                  </a:lnTo>
                  <a:lnTo>
                    <a:pt x="413008" y="1430742"/>
                  </a:lnTo>
                  <a:lnTo>
                    <a:pt x="408878" y="1430742"/>
                  </a:lnTo>
                  <a:lnTo>
                    <a:pt x="404747" y="1430742"/>
                  </a:lnTo>
                  <a:lnTo>
                    <a:pt x="400617" y="1430742"/>
                  </a:lnTo>
                  <a:lnTo>
                    <a:pt x="396487" y="1430742"/>
                  </a:lnTo>
                  <a:lnTo>
                    <a:pt x="392357" y="1430742"/>
                  </a:lnTo>
                  <a:lnTo>
                    <a:pt x="388227" y="1430742"/>
                  </a:lnTo>
                  <a:lnTo>
                    <a:pt x="384097" y="1430742"/>
                  </a:lnTo>
                  <a:lnTo>
                    <a:pt x="379967" y="1430742"/>
                  </a:lnTo>
                  <a:lnTo>
                    <a:pt x="375837" y="1430742"/>
                  </a:lnTo>
                  <a:lnTo>
                    <a:pt x="371707" y="1430742"/>
                  </a:lnTo>
                  <a:lnTo>
                    <a:pt x="367577" y="1430742"/>
                  </a:lnTo>
                  <a:lnTo>
                    <a:pt x="363447" y="1430742"/>
                  </a:lnTo>
                  <a:lnTo>
                    <a:pt x="359317" y="1430742"/>
                  </a:lnTo>
                  <a:lnTo>
                    <a:pt x="355186" y="1430742"/>
                  </a:lnTo>
                  <a:lnTo>
                    <a:pt x="351056" y="1430742"/>
                  </a:lnTo>
                  <a:lnTo>
                    <a:pt x="346926" y="1430742"/>
                  </a:lnTo>
                  <a:lnTo>
                    <a:pt x="342796" y="1430742"/>
                  </a:lnTo>
                  <a:lnTo>
                    <a:pt x="338666" y="1430742"/>
                  </a:lnTo>
                  <a:lnTo>
                    <a:pt x="334536" y="1430742"/>
                  </a:lnTo>
                  <a:lnTo>
                    <a:pt x="330406" y="1430742"/>
                  </a:lnTo>
                  <a:lnTo>
                    <a:pt x="326276" y="1430742"/>
                  </a:lnTo>
                  <a:lnTo>
                    <a:pt x="322146" y="1430742"/>
                  </a:lnTo>
                  <a:lnTo>
                    <a:pt x="318016" y="1430742"/>
                  </a:lnTo>
                  <a:lnTo>
                    <a:pt x="313886" y="1430742"/>
                  </a:lnTo>
                  <a:lnTo>
                    <a:pt x="309756" y="1430742"/>
                  </a:lnTo>
                  <a:lnTo>
                    <a:pt x="305626" y="1430742"/>
                  </a:lnTo>
                  <a:lnTo>
                    <a:pt x="301495" y="1430742"/>
                  </a:lnTo>
                  <a:lnTo>
                    <a:pt x="297365" y="1430742"/>
                  </a:lnTo>
                  <a:lnTo>
                    <a:pt x="293235" y="1430742"/>
                  </a:lnTo>
                  <a:lnTo>
                    <a:pt x="289105" y="1430742"/>
                  </a:lnTo>
                  <a:lnTo>
                    <a:pt x="284975" y="1430742"/>
                  </a:lnTo>
                  <a:lnTo>
                    <a:pt x="280845" y="1430742"/>
                  </a:lnTo>
                  <a:lnTo>
                    <a:pt x="276715" y="1430742"/>
                  </a:lnTo>
                  <a:lnTo>
                    <a:pt x="272585" y="1430742"/>
                  </a:lnTo>
                  <a:lnTo>
                    <a:pt x="268455" y="1430742"/>
                  </a:lnTo>
                  <a:lnTo>
                    <a:pt x="264325" y="1430742"/>
                  </a:lnTo>
                  <a:lnTo>
                    <a:pt x="260195" y="1430742"/>
                  </a:lnTo>
                  <a:lnTo>
                    <a:pt x="256065" y="1430742"/>
                  </a:lnTo>
                  <a:lnTo>
                    <a:pt x="251934" y="1430742"/>
                  </a:lnTo>
                  <a:lnTo>
                    <a:pt x="247804" y="1430742"/>
                  </a:lnTo>
                  <a:lnTo>
                    <a:pt x="243674" y="1430742"/>
                  </a:lnTo>
                  <a:lnTo>
                    <a:pt x="239544" y="1430742"/>
                  </a:lnTo>
                  <a:lnTo>
                    <a:pt x="235414" y="1430742"/>
                  </a:lnTo>
                  <a:lnTo>
                    <a:pt x="231284" y="1430742"/>
                  </a:lnTo>
                  <a:lnTo>
                    <a:pt x="227154" y="1430742"/>
                  </a:lnTo>
                  <a:lnTo>
                    <a:pt x="223024" y="1430742"/>
                  </a:lnTo>
                  <a:lnTo>
                    <a:pt x="218894" y="1430742"/>
                  </a:lnTo>
                  <a:lnTo>
                    <a:pt x="214764" y="1430742"/>
                  </a:lnTo>
                  <a:lnTo>
                    <a:pt x="210634" y="1430742"/>
                  </a:lnTo>
                  <a:lnTo>
                    <a:pt x="206504" y="1430742"/>
                  </a:lnTo>
                  <a:lnTo>
                    <a:pt x="202373" y="1430742"/>
                  </a:lnTo>
                  <a:lnTo>
                    <a:pt x="198243" y="1430742"/>
                  </a:lnTo>
                  <a:lnTo>
                    <a:pt x="194113" y="1430742"/>
                  </a:lnTo>
                  <a:lnTo>
                    <a:pt x="189983" y="1430742"/>
                  </a:lnTo>
                  <a:lnTo>
                    <a:pt x="185853" y="1430742"/>
                  </a:lnTo>
                  <a:lnTo>
                    <a:pt x="181723" y="1430742"/>
                  </a:lnTo>
                  <a:lnTo>
                    <a:pt x="177593" y="1430742"/>
                  </a:lnTo>
                  <a:lnTo>
                    <a:pt x="173463" y="1430742"/>
                  </a:lnTo>
                  <a:lnTo>
                    <a:pt x="169333" y="1430742"/>
                  </a:lnTo>
                  <a:lnTo>
                    <a:pt x="165203" y="1430742"/>
                  </a:lnTo>
                  <a:lnTo>
                    <a:pt x="161073" y="1430742"/>
                  </a:lnTo>
                  <a:lnTo>
                    <a:pt x="156943" y="1430742"/>
                  </a:lnTo>
                  <a:lnTo>
                    <a:pt x="152813" y="1430742"/>
                  </a:lnTo>
                  <a:lnTo>
                    <a:pt x="148682" y="1430742"/>
                  </a:lnTo>
                  <a:lnTo>
                    <a:pt x="144552" y="1430742"/>
                  </a:lnTo>
                  <a:lnTo>
                    <a:pt x="140422" y="1430742"/>
                  </a:lnTo>
                  <a:lnTo>
                    <a:pt x="136292" y="1430742"/>
                  </a:lnTo>
                  <a:lnTo>
                    <a:pt x="132162" y="1430742"/>
                  </a:lnTo>
                  <a:lnTo>
                    <a:pt x="128032" y="1430742"/>
                  </a:lnTo>
                  <a:lnTo>
                    <a:pt x="123902" y="1430742"/>
                  </a:lnTo>
                  <a:lnTo>
                    <a:pt x="119772" y="1430742"/>
                  </a:lnTo>
                  <a:lnTo>
                    <a:pt x="115642" y="1430742"/>
                  </a:lnTo>
                  <a:lnTo>
                    <a:pt x="111512" y="1430742"/>
                  </a:lnTo>
                  <a:lnTo>
                    <a:pt x="107382" y="1430742"/>
                  </a:lnTo>
                  <a:lnTo>
                    <a:pt x="103252" y="1430742"/>
                  </a:lnTo>
                  <a:lnTo>
                    <a:pt x="99121" y="1430742"/>
                  </a:lnTo>
                  <a:lnTo>
                    <a:pt x="94991" y="1430742"/>
                  </a:lnTo>
                  <a:lnTo>
                    <a:pt x="90861" y="1430742"/>
                  </a:lnTo>
                  <a:lnTo>
                    <a:pt x="86731" y="1430742"/>
                  </a:lnTo>
                  <a:lnTo>
                    <a:pt x="82601" y="1430742"/>
                  </a:lnTo>
                  <a:lnTo>
                    <a:pt x="78471" y="1430742"/>
                  </a:lnTo>
                  <a:lnTo>
                    <a:pt x="74341" y="1430742"/>
                  </a:lnTo>
                  <a:lnTo>
                    <a:pt x="70211" y="1430742"/>
                  </a:lnTo>
                  <a:lnTo>
                    <a:pt x="66081" y="1430742"/>
                  </a:lnTo>
                  <a:lnTo>
                    <a:pt x="61951" y="1430742"/>
                  </a:lnTo>
                  <a:lnTo>
                    <a:pt x="57821" y="1430742"/>
                  </a:lnTo>
                  <a:lnTo>
                    <a:pt x="53691" y="1430742"/>
                  </a:lnTo>
                  <a:lnTo>
                    <a:pt x="49560" y="1430742"/>
                  </a:lnTo>
                  <a:lnTo>
                    <a:pt x="45430" y="1430742"/>
                  </a:lnTo>
                  <a:lnTo>
                    <a:pt x="41300" y="1430742"/>
                  </a:lnTo>
                  <a:lnTo>
                    <a:pt x="37170" y="1430742"/>
                  </a:lnTo>
                  <a:lnTo>
                    <a:pt x="33040" y="1430742"/>
                  </a:lnTo>
                  <a:lnTo>
                    <a:pt x="28910" y="1430742"/>
                  </a:lnTo>
                  <a:lnTo>
                    <a:pt x="24780" y="1430742"/>
                  </a:lnTo>
                  <a:lnTo>
                    <a:pt x="20650" y="1430742"/>
                  </a:lnTo>
                  <a:lnTo>
                    <a:pt x="16520" y="1430742"/>
                  </a:lnTo>
                  <a:lnTo>
                    <a:pt x="12390" y="1430742"/>
                  </a:lnTo>
                  <a:lnTo>
                    <a:pt x="8260" y="1430742"/>
                  </a:lnTo>
                  <a:lnTo>
                    <a:pt x="4130" y="1430742"/>
                  </a:lnTo>
                  <a:lnTo>
                    <a:pt x="0" y="1430742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1005839" y="2871147"/>
              <a:ext cx="7132319" cy="0"/>
            </a:xfrm>
            <a:custGeom>
              <a:avLst/>
              <a:pathLst>
                <a:path w="7132319" h="0">
                  <a:moveTo>
                    <a:pt x="0" y="0"/>
                  </a:moveTo>
                  <a:lnTo>
                    <a:pt x="713231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570513" y="1965960"/>
              <a:ext cx="0" cy="1545202"/>
            </a:xfrm>
            <a:custGeom>
              <a:avLst/>
              <a:pathLst>
                <a:path w="0" h="1545202">
                  <a:moveTo>
                    <a:pt x="0" y="154520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0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1270000" y="3831307"/>
              <a:ext cx="6603999" cy="1307979"/>
            </a:xfrm>
            <a:custGeom>
              <a:avLst/>
              <a:pathLst>
                <a:path w="6603999" h="1307979">
                  <a:moveTo>
                    <a:pt x="0" y="1301207"/>
                  </a:moveTo>
                  <a:lnTo>
                    <a:pt x="4130" y="1299060"/>
                  </a:lnTo>
                  <a:lnTo>
                    <a:pt x="8260" y="1302265"/>
                  </a:lnTo>
                  <a:lnTo>
                    <a:pt x="12390" y="1293441"/>
                  </a:lnTo>
                  <a:lnTo>
                    <a:pt x="16520" y="1280954"/>
                  </a:lnTo>
                  <a:lnTo>
                    <a:pt x="20650" y="1286188"/>
                  </a:lnTo>
                  <a:lnTo>
                    <a:pt x="24780" y="1289608"/>
                  </a:lnTo>
                  <a:lnTo>
                    <a:pt x="28910" y="1294506"/>
                  </a:lnTo>
                  <a:lnTo>
                    <a:pt x="33040" y="1294506"/>
                  </a:lnTo>
                  <a:lnTo>
                    <a:pt x="37170" y="1280954"/>
                  </a:lnTo>
                  <a:lnTo>
                    <a:pt x="41300" y="1280954"/>
                  </a:lnTo>
                  <a:lnTo>
                    <a:pt x="45430" y="1279105"/>
                  </a:lnTo>
                  <a:lnTo>
                    <a:pt x="49560" y="1267379"/>
                  </a:lnTo>
                  <a:lnTo>
                    <a:pt x="53691" y="1280954"/>
                  </a:lnTo>
                  <a:lnTo>
                    <a:pt x="57821" y="1276814"/>
                  </a:lnTo>
                  <a:lnTo>
                    <a:pt x="61951" y="1267379"/>
                  </a:lnTo>
                  <a:lnTo>
                    <a:pt x="66081" y="1283490"/>
                  </a:lnTo>
                  <a:lnTo>
                    <a:pt x="70211" y="1286188"/>
                  </a:lnTo>
                  <a:lnTo>
                    <a:pt x="74341" y="1286188"/>
                  </a:lnTo>
                  <a:lnTo>
                    <a:pt x="78471" y="1288045"/>
                  </a:lnTo>
                  <a:lnTo>
                    <a:pt x="82601" y="1294506"/>
                  </a:lnTo>
                  <a:lnTo>
                    <a:pt x="86731" y="1302960"/>
                  </a:lnTo>
                  <a:lnTo>
                    <a:pt x="90861" y="1296973"/>
                  </a:lnTo>
                  <a:lnTo>
                    <a:pt x="94991" y="1301207"/>
                  </a:lnTo>
                  <a:lnTo>
                    <a:pt x="99121" y="1301207"/>
                  </a:lnTo>
                  <a:lnTo>
                    <a:pt x="103252" y="1306159"/>
                  </a:lnTo>
                  <a:lnTo>
                    <a:pt x="107382" y="1307979"/>
                  </a:lnTo>
                  <a:lnTo>
                    <a:pt x="111512" y="1306605"/>
                  </a:lnTo>
                  <a:lnTo>
                    <a:pt x="115642" y="1305530"/>
                  </a:lnTo>
                  <a:lnTo>
                    <a:pt x="119772" y="1306766"/>
                  </a:lnTo>
                  <a:lnTo>
                    <a:pt x="123902" y="1302684"/>
                  </a:lnTo>
                  <a:lnTo>
                    <a:pt x="128032" y="1299039"/>
                  </a:lnTo>
                  <a:lnTo>
                    <a:pt x="132162" y="1300273"/>
                  </a:lnTo>
                  <a:lnTo>
                    <a:pt x="136292" y="1297788"/>
                  </a:lnTo>
                  <a:lnTo>
                    <a:pt x="140422" y="1298188"/>
                  </a:lnTo>
                  <a:lnTo>
                    <a:pt x="144552" y="1301914"/>
                  </a:lnTo>
                  <a:lnTo>
                    <a:pt x="148682" y="1301914"/>
                  </a:lnTo>
                  <a:lnTo>
                    <a:pt x="152813" y="1301914"/>
                  </a:lnTo>
                  <a:lnTo>
                    <a:pt x="156943" y="1301235"/>
                  </a:lnTo>
                  <a:lnTo>
                    <a:pt x="161073" y="1298041"/>
                  </a:lnTo>
                  <a:lnTo>
                    <a:pt x="165203" y="1298487"/>
                  </a:lnTo>
                  <a:lnTo>
                    <a:pt x="169333" y="1296507"/>
                  </a:lnTo>
                  <a:lnTo>
                    <a:pt x="173463" y="1291306"/>
                  </a:lnTo>
                  <a:lnTo>
                    <a:pt x="177593" y="1284859"/>
                  </a:lnTo>
                  <a:lnTo>
                    <a:pt x="181723" y="1292560"/>
                  </a:lnTo>
                  <a:lnTo>
                    <a:pt x="185853" y="1295671"/>
                  </a:lnTo>
                  <a:lnTo>
                    <a:pt x="189983" y="1289413"/>
                  </a:lnTo>
                  <a:lnTo>
                    <a:pt x="194113" y="1270519"/>
                  </a:lnTo>
                  <a:lnTo>
                    <a:pt x="198243" y="1257834"/>
                  </a:lnTo>
                  <a:lnTo>
                    <a:pt x="202373" y="1251268"/>
                  </a:lnTo>
                  <a:lnTo>
                    <a:pt x="206504" y="1251268"/>
                  </a:lnTo>
                  <a:lnTo>
                    <a:pt x="210634" y="1266972"/>
                  </a:lnTo>
                  <a:lnTo>
                    <a:pt x="214764" y="1299493"/>
                  </a:lnTo>
                  <a:lnTo>
                    <a:pt x="218894" y="1297433"/>
                  </a:lnTo>
                  <a:lnTo>
                    <a:pt x="223024" y="1273918"/>
                  </a:lnTo>
                  <a:lnTo>
                    <a:pt x="227154" y="1279962"/>
                  </a:lnTo>
                  <a:lnTo>
                    <a:pt x="231284" y="1281009"/>
                  </a:lnTo>
                  <a:lnTo>
                    <a:pt x="235414" y="1295119"/>
                  </a:lnTo>
                  <a:lnTo>
                    <a:pt x="239544" y="1299151"/>
                  </a:lnTo>
                  <a:lnTo>
                    <a:pt x="243674" y="1298965"/>
                  </a:lnTo>
                  <a:lnTo>
                    <a:pt x="247804" y="1299480"/>
                  </a:lnTo>
                  <a:lnTo>
                    <a:pt x="251934" y="1299666"/>
                  </a:lnTo>
                  <a:lnTo>
                    <a:pt x="256065" y="1301502"/>
                  </a:lnTo>
                  <a:lnTo>
                    <a:pt x="260195" y="1301239"/>
                  </a:lnTo>
                  <a:lnTo>
                    <a:pt x="264325" y="1301502"/>
                  </a:lnTo>
                  <a:lnTo>
                    <a:pt x="268455" y="1300994"/>
                  </a:lnTo>
                  <a:lnTo>
                    <a:pt x="272585" y="1300994"/>
                  </a:lnTo>
                  <a:lnTo>
                    <a:pt x="276715" y="1298896"/>
                  </a:lnTo>
                  <a:lnTo>
                    <a:pt x="280845" y="1290553"/>
                  </a:lnTo>
                  <a:lnTo>
                    <a:pt x="284975" y="1270507"/>
                  </a:lnTo>
                  <a:lnTo>
                    <a:pt x="289105" y="1264460"/>
                  </a:lnTo>
                  <a:lnTo>
                    <a:pt x="293235" y="1257822"/>
                  </a:lnTo>
                  <a:lnTo>
                    <a:pt x="297365" y="1257822"/>
                  </a:lnTo>
                  <a:lnTo>
                    <a:pt x="301495" y="1257822"/>
                  </a:lnTo>
                  <a:lnTo>
                    <a:pt x="305626" y="1256922"/>
                  </a:lnTo>
                  <a:lnTo>
                    <a:pt x="309756" y="1252933"/>
                  </a:lnTo>
                  <a:lnTo>
                    <a:pt x="313886" y="1273462"/>
                  </a:lnTo>
                  <a:lnTo>
                    <a:pt x="318016" y="1292023"/>
                  </a:lnTo>
                  <a:lnTo>
                    <a:pt x="322146" y="1297208"/>
                  </a:lnTo>
                  <a:lnTo>
                    <a:pt x="326276" y="1296591"/>
                  </a:lnTo>
                  <a:lnTo>
                    <a:pt x="330406" y="1297699"/>
                  </a:lnTo>
                  <a:lnTo>
                    <a:pt x="334536" y="1298471"/>
                  </a:lnTo>
                  <a:lnTo>
                    <a:pt x="338666" y="1298905"/>
                  </a:lnTo>
                  <a:lnTo>
                    <a:pt x="342796" y="1297266"/>
                  </a:lnTo>
                  <a:lnTo>
                    <a:pt x="346926" y="1278600"/>
                  </a:lnTo>
                  <a:lnTo>
                    <a:pt x="351056" y="1278600"/>
                  </a:lnTo>
                  <a:lnTo>
                    <a:pt x="355186" y="1276357"/>
                  </a:lnTo>
                  <a:lnTo>
                    <a:pt x="359317" y="1298208"/>
                  </a:lnTo>
                  <a:lnTo>
                    <a:pt x="363447" y="1298905"/>
                  </a:lnTo>
                  <a:lnTo>
                    <a:pt x="367577" y="1298905"/>
                  </a:lnTo>
                  <a:lnTo>
                    <a:pt x="371707" y="1296757"/>
                  </a:lnTo>
                  <a:lnTo>
                    <a:pt x="375837" y="1297471"/>
                  </a:lnTo>
                  <a:lnTo>
                    <a:pt x="379967" y="1297905"/>
                  </a:lnTo>
                  <a:lnTo>
                    <a:pt x="384097" y="1297905"/>
                  </a:lnTo>
                  <a:lnTo>
                    <a:pt x="388227" y="1297905"/>
                  </a:lnTo>
                  <a:lnTo>
                    <a:pt x="392357" y="1297695"/>
                  </a:lnTo>
                  <a:lnTo>
                    <a:pt x="396487" y="1297471"/>
                  </a:lnTo>
                  <a:lnTo>
                    <a:pt x="400617" y="1295749"/>
                  </a:lnTo>
                  <a:lnTo>
                    <a:pt x="404747" y="1298640"/>
                  </a:lnTo>
                  <a:lnTo>
                    <a:pt x="408878" y="1299828"/>
                  </a:lnTo>
                  <a:lnTo>
                    <a:pt x="413008" y="1299903"/>
                  </a:lnTo>
                  <a:lnTo>
                    <a:pt x="417138" y="1296035"/>
                  </a:lnTo>
                  <a:lnTo>
                    <a:pt x="421268" y="1283848"/>
                  </a:lnTo>
                  <a:lnTo>
                    <a:pt x="425398" y="1278214"/>
                  </a:lnTo>
                  <a:lnTo>
                    <a:pt x="429528" y="1295108"/>
                  </a:lnTo>
                  <a:lnTo>
                    <a:pt x="433658" y="1298208"/>
                  </a:lnTo>
                  <a:lnTo>
                    <a:pt x="437788" y="1296980"/>
                  </a:lnTo>
                  <a:lnTo>
                    <a:pt x="441918" y="1288163"/>
                  </a:lnTo>
                  <a:lnTo>
                    <a:pt x="446048" y="1269010"/>
                  </a:lnTo>
                  <a:lnTo>
                    <a:pt x="450178" y="1284946"/>
                  </a:lnTo>
                  <a:lnTo>
                    <a:pt x="454308" y="1293611"/>
                  </a:lnTo>
                  <a:lnTo>
                    <a:pt x="458439" y="1296793"/>
                  </a:lnTo>
                  <a:lnTo>
                    <a:pt x="462569" y="1295154"/>
                  </a:lnTo>
                  <a:lnTo>
                    <a:pt x="466699" y="1276488"/>
                  </a:lnTo>
                  <a:lnTo>
                    <a:pt x="470829" y="1275055"/>
                  </a:lnTo>
                  <a:lnTo>
                    <a:pt x="474959" y="1280364"/>
                  </a:lnTo>
                  <a:lnTo>
                    <a:pt x="479089" y="1293093"/>
                  </a:lnTo>
                  <a:lnTo>
                    <a:pt x="483219" y="1292475"/>
                  </a:lnTo>
                  <a:lnTo>
                    <a:pt x="487349" y="1278175"/>
                  </a:lnTo>
                  <a:lnTo>
                    <a:pt x="491479" y="1276785"/>
                  </a:lnTo>
                  <a:lnTo>
                    <a:pt x="495609" y="1282730"/>
                  </a:lnTo>
                  <a:lnTo>
                    <a:pt x="499739" y="1282955"/>
                  </a:lnTo>
                  <a:lnTo>
                    <a:pt x="503869" y="1282730"/>
                  </a:lnTo>
                  <a:lnTo>
                    <a:pt x="507999" y="1282955"/>
                  </a:lnTo>
                  <a:lnTo>
                    <a:pt x="512130" y="1283350"/>
                  </a:lnTo>
                  <a:lnTo>
                    <a:pt x="516260" y="1283350"/>
                  </a:lnTo>
                  <a:lnTo>
                    <a:pt x="520390" y="1283327"/>
                  </a:lnTo>
                  <a:lnTo>
                    <a:pt x="524520" y="1264017"/>
                  </a:lnTo>
                  <a:lnTo>
                    <a:pt x="528650" y="1225617"/>
                  </a:lnTo>
                  <a:lnTo>
                    <a:pt x="532780" y="1230452"/>
                  </a:lnTo>
                  <a:lnTo>
                    <a:pt x="536910" y="1241740"/>
                  </a:lnTo>
                  <a:lnTo>
                    <a:pt x="541040" y="1250690"/>
                  </a:lnTo>
                  <a:lnTo>
                    <a:pt x="545170" y="1268407"/>
                  </a:lnTo>
                  <a:lnTo>
                    <a:pt x="549300" y="1251676"/>
                  </a:lnTo>
                  <a:lnTo>
                    <a:pt x="553430" y="1262177"/>
                  </a:lnTo>
                  <a:lnTo>
                    <a:pt x="557560" y="1279509"/>
                  </a:lnTo>
                  <a:lnTo>
                    <a:pt x="561691" y="1265747"/>
                  </a:lnTo>
                  <a:lnTo>
                    <a:pt x="565821" y="1255954"/>
                  </a:lnTo>
                  <a:lnTo>
                    <a:pt x="569951" y="1278859"/>
                  </a:lnTo>
                  <a:lnTo>
                    <a:pt x="574081" y="1281868"/>
                  </a:lnTo>
                  <a:lnTo>
                    <a:pt x="578211" y="1276303"/>
                  </a:lnTo>
                  <a:lnTo>
                    <a:pt x="582341" y="1281868"/>
                  </a:lnTo>
                  <a:lnTo>
                    <a:pt x="586471" y="1271326"/>
                  </a:lnTo>
                  <a:lnTo>
                    <a:pt x="590601" y="1284522"/>
                  </a:lnTo>
                  <a:lnTo>
                    <a:pt x="594731" y="1284759"/>
                  </a:lnTo>
                  <a:lnTo>
                    <a:pt x="598861" y="1283327"/>
                  </a:lnTo>
                  <a:lnTo>
                    <a:pt x="602991" y="1274606"/>
                  </a:lnTo>
                  <a:lnTo>
                    <a:pt x="607121" y="1273827"/>
                  </a:lnTo>
                  <a:lnTo>
                    <a:pt x="611252" y="1283740"/>
                  </a:lnTo>
                  <a:lnTo>
                    <a:pt x="615382" y="1267120"/>
                  </a:lnTo>
                  <a:lnTo>
                    <a:pt x="619512" y="1269125"/>
                  </a:lnTo>
                  <a:lnTo>
                    <a:pt x="623642" y="1282623"/>
                  </a:lnTo>
                  <a:lnTo>
                    <a:pt x="627772" y="1280758"/>
                  </a:lnTo>
                  <a:lnTo>
                    <a:pt x="631902" y="1270562"/>
                  </a:lnTo>
                  <a:lnTo>
                    <a:pt x="636032" y="1276186"/>
                  </a:lnTo>
                  <a:lnTo>
                    <a:pt x="640162" y="1283099"/>
                  </a:lnTo>
                  <a:lnTo>
                    <a:pt x="644292" y="1280462"/>
                  </a:lnTo>
                  <a:lnTo>
                    <a:pt x="648422" y="1258335"/>
                  </a:lnTo>
                  <a:lnTo>
                    <a:pt x="652552" y="1251244"/>
                  </a:lnTo>
                  <a:lnTo>
                    <a:pt x="656682" y="1277993"/>
                  </a:lnTo>
                  <a:lnTo>
                    <a:pt x="660813" y="1277993"/>
                  </a:lnTo>
                  <a:lnTo>
                    <a:pt x="664943" y="1264827"/>
                  </a:lnTo>
                  <a:lnTo>
                    <a:pt x="669073" y="1247741"/>
                  </a:lnTo>
                  <a:lnTo>
                    <a:pt x="673203" y="1249488"/>
                  </a:lnTo>
                  <a:lnTo>
                    <a:pt x="677333" y="1238071"/>
                  </a:lnTo>
                  <a:lnTo>
                    <a:pt x="681463" y="1232416"/>
                  </a:lnTo>
                  <a:lnTo>
                    <a:pt x="685593" y="1269260"/>
                  </a:lnTo>
                  <a:lnTo>
                    <a:pt x="689723" y="1281742"/>
                  </a:lnTo>
                  <a:lnTo>
                    <a:pt x="693853" y="1282360"/>
                  </a:lnTo>
                  <a:lnTo>
                    <a:pt x="697983" y="1282836"/>
                  </a:lnTo>
                  <a:lnTo>
                    <a:pt x="702113" y="1282847"/>
                  </a:lnTo>
                  <a:lnTo>
                    <a:pt x="706243" y="1283243"/>
                  </a:lnTo>
                  <a:lnTo>
                    <a:pt x="710373" y="1284438"/>
                  </a:lnTo>
                  <a:lnTo>
                    <a:pt x="714504" y="1284488"/>
                  </a:lnTo>
                  <a:lnTo>
                    <a:pt x="718634" y="1280029"/>
                  </a:lnTo>
                  <a:lnTo>
                    <a:pt x="722764" y="1283097"/>
                  </a:lnTo>
                  <a:lnTo>
                    <a:pt x="726894" y="1259165"/>
                  </a:lnTo>
                  <a:lnTo>
                    <a:pt x="731024" y="1259165"/>
                  </a:lnTo>
                  <a:lnTo>
                    <a:pt x="735154" y="1261021"/>
                  </a:lnTo>
                  <a:lnTo>
                    <a:pt x="739284" y="1270283"/>
                  </a:lnTo>
                  <a:lnTo>
                    <a:pt x="743414" y="1266091"/>
                  </a:lnTo>
                  <a:lnTo>
                    <a:pt x="747544" y="1280758"/>
                  </a:lnTo>
                  <a:lnTo>
                    <a:pt x="751674" y="1283260"/>
                  </a:lnTo>
                  <a:lnTo>
                    <a:pt x="755804" y="1277993"/>
                  </a:lnTo>
                  <a:lnTo>
                    <a:pt x="759934" y="1258335"/>
                  </a:lnTo>
                  <a:lnTo>
                    <a:pt x="764065" y="1245932"/>
                  </a:lnTo>
                  <a:lnTo>
                    <a:pt x="768195" y="1258721"/>
                  </a:lnTo>
                  <a:lnTo>
                    <a:pt x="772325" y="1285421"/>
                  </a:lnTo>
                  <a:lnTo>
                    <a:pt x="776455" y="1284266"/>
                  </a:lnTo>
                  <a:lnTo>
                    <a:pt x="780585" y="1284549"/>
                  </a:lnTo>
                  <a:lnTo>
                    <a:pt x="784715" y="1251244"/>
                  </a:lnTo>
                  <a:lnTo>
                    <a:pt x="788845" y="1239997"/>
                  </a:lnTo>
                  <a:lnTo>
                    <a:pt x="792975" y="1240843"/>
                  </a:lnTo>
                  <a:lnTo>
                    <a:pt x="797105" y="1257733"/>
                  </a:lnTo>
                  <a:lnTo>
                    <a:pt x="801235" y="1267400"/>
                  </a:lnTo>
                  <a:lnTo>
                    <a:pt x="805365" y="1277993"/>
                  </a:lnTo>
                  <a:lnTo>
                    <a:pt x="809495" y="1283745"/>
                  </a:lnTo>
                  <a:lnTo>
                    <a:pt x="813626" y="1258335"/>
                  </a:lnTo>
                  <a:lnTo>
                    <a:pt x="817756" y="1284549"/>
                  </a:lnTo>
                  <a:lnTo>
                    <a:pt x="821886" y="1282360"/>
                  </a:lnTo>
                  <a:lnTo>
                    <a:pt x="826016" y="1268852"/>
                  </a:lnTo>
                  <a:lnTo>
                    <a:pt x="830146" y="1274934"/>
                  </a:lnTo>
                  <a:lnTo>
                    <a:pt x="834276" y="1283243"/>
                  </a:lnTo>
                  <a:lnTo>
                    <a:pt x="838406" y="1283243"/>
                  </a:lnTo>
                  <a:lnTo>
                    <a:pt x="842536" y="1281742"/>
                  </a:lnTo>
                  <a:lnTo>
                    <a:pt x="846666" y="1276384"/>
                  </a:lnTo>
                  <a:lnTo>
                    <a:pt x="850796" y="1247187"/>
                  </a:lnTo>
                  <a:lnTo>
                    <a:pt x="854926" y="1263623"/>
                  </a:lnTo>
                  <a:lnTo>
                    <a:pt x="859056" y="1283174"/>
                  </a:lnTo>
                  <a:lnTo>
                    <a:pt x="863186" y="1287620"/>
                  </a:lnTo>
                  <a:lnTo>
                    <a:pt x="867317" y="1285870"/>
                  </a:lnTo>
                  <a:lnTo>
                    <a:pt x="871447" y="1284675"/>
                  </a:lnTo>
                  <a:lnTo>
                    <a:pt x="875577" y="1281616"/>
                  </a:lnTo>
                  <a:lnTo>
                    <a:pt x="879707" y="1282236"/>
                  </a:lnTo>
                  <a:lnTo>
                    <a:pt x="883837" y="1282236"/>
                  </a:lnTo>
                  <a:lnTo>
                    <a:pt x="887967" y="1281281"/>
                  </a:lnTo>
                  <a:lnTo>
                    <a:pt x="892097" y="1268155"/>
                  </a:lnTo>
                  <a:lnTo>
                    <a:pt x="896227" y="1262147"/>
                  </a:lnTo>
                  <a:lnTo>
                    <a:pt x="900357" y="1277570"/>
                  </a:lnTo>
                  <a:lnTo>
                    <a:pt x="904487" y="1280641"/>
                  </a:lnTo>
                  <a:lnTo>
                    <a:pt x="908617" y="1280208"/>
                  </a:lnTo>
                  <a:lnTo>
                    <a:pt x="912747" y="1271411"/>
                  </a:lnTo>
                  <a:lnTo>
                    <a:pt x="916878" y="1262147"/>
                  </a:lnTo>
                  <a:lnTo>
                    <a:pt x="921008" y="1247741"/>
                  </a:lnTo>
                  <a:lnTo>
                    <a:pt x="925138" y="1272593"/>
                  </a:lnTo>
                  <a:lnTo>
                    <a:pt x="929268" y="1282556"/>
                  </a:lnTo>
                  <a:lnTo>
                    <a:pt x="933398" y="1280828"/>
                  </a:lnTo>
                  <a:lnTo>
                    <a:pt x="937528" y="1282750"/>
                  </a:lnTo>
                  <a:lnTo>
                    <a:pt x="941658" y="1281111"/>
                  </a:lnTo>
                  <a:lnTo>
                    <a:pt x="945788" y="1239719"/>
                  </a:lnTo>
                  <a:lnTo>
                    <a:pt x="949918" y="1196353"/>
                  </a:lnTo>
                  <a:lnTo>
                    <a:pt x="954048" y="1142608"/>
                  </a:lnTo>
                  <a:lnTo>
                    <a:pt x="958178" y="1135811"/>
                  </a:lnTo>
                  <a:lnTo>
                    <a:pt x="962308" y="1134446"/>
                  </a:lnTo>
                  <a:lnTo>
                    <a:pt x="966439" y="1134446"/>
                  </a:lnTo>
                  <a:lnTo>
                    <a:pt x="970569" y="1134446"/>
                  </a:lnTo>
                  <a:lnTo>
                    <a:pt x="974699" y="1157826"/>
                  </a:lnTo>
                  <a:lnTo>
                    <a:pt x="978829" y="1208763"/>
                  </a:lnTo>
                  <a:lnTo>
                    <a:pt x="982959" y="1249750"/>
                  </a:lnTo>
                  <a:lnTo>
                    <a:pt x="987089" y="1276426"/>
                  </a:lnTo>
                  <a:lnTo>
                    <a:pt x="991219" y="1281828"/>
                  </a:lnTo>
                  <a:lnTo>
                    <a:pt x="995349" y="1275761"/>
                  </a:lnTo>
                  <a:lnTo>
                    <a:pt x="999479" y="1280818"/>
                  </a:lnTo>
                  <a:lnTo>
                    <a:pt x="1003609" y="1280316"/>
                  </a:lnTo>
                  <a:lnTo>
                    <a:pt x="1007739" y="1280130"/>
                  </a:lnTo>
                  <a:lnTo>
                    <a:pt x="1011869" y="1278960"/>
                  </a:lnTo>
                  <a:lnTo>
                    <a:pt x="1015999" y="1250022"/>
                  </a:lnTo>
                  <a:lnTo>
                    <a:pt x="1020130" y="1250022"/>
                  </a:lnTo>
                  <a:lnTo>
                    <a:pt x="1024260" y="1248166"/>
                  </a:lnTo>
                  <a:lnTo>
                    <a:pt x="1028390" y="1261990"/>
                  </a:lnTo>
                  <a:lnTo>
                    <a:pt x="1032520" y="1216574"/>
                  </a:lnTo>
                  <a:lnTo>
                    <a:pt x="1036650" y="1208292"/>
                  </a:lnTo>
                  <a:lnTo>
                    <a:pt x="1040780" y="1202432"/>
                  </a:lnTo>
                  <a:lnTo>
                    <a:pt x="1044910" y="1260956"/>
                  </a:lnTo>
                  <a:lnTo>
                    <a:pt x="1049040" y="1267038"/>
                  </a:lnTo>
                  <a:lnTo>
                    <a:pt x="1053170" y="1248166"/>
                  </a:lnTo>
                  <a:lnTo>
                    <a:pt x="1057300" y="1212544"/>
                  </a:lnTo>
                  <a:lnTo>
                    <a:pt x="1061430" y="1225845"/>
                  </a:lnTo>
                  <a:lnTo>
                    <a:pt x="1065560" y="1276132"/>
                  </a:lnTo>
                  <a:lnTo>
                    <a:pt x="1069691" y="1278213"/>
                  </a:lnTo>
                  <a:lnTo>
                    <a:pt x="1073821" y="1277593"/>
                  </a:lnTo>
                  <a:lnTo>
                    <a:pt x="1077951" y="1259172"/>
                  </a:lnTo>
                  <a:lnTo>
                    <a:pt x="1082081" y="1230341"/>
                  </a:lnTo>
                  <a:lnTo>
                    <a:pt x="1086211" y="1255908"/>
                  </a:lnTo>
                  <a:lnTo>
                    <a:pt x="1090341" y="1214641"/>
                  </a:lnTo>
                  <a:lnTo>
                    <a:pt x="1094471" y="1193160"/>
                  </a:lnTo>
                  <a:lnTo>
                    <a:pt x="1098601" y="1215050"/>
                  </a:lnTo>
                  <a:lnTo>
                    <a:pt x="1102731" y="1239667"/>
                  </a:lnTo>
                  <a:lnTo>
                    <a:pt x="1106861" y="1252129"/>
                  </a:lnTo>
                  <a:lnTo>
                    <a:pt x="1110991" y="1257186"/>
                  </a:lnTo>
                  <a:lnTo>
                    <a:pt x="1115121" y="1245466"/>
                  </a:lnTo>
                  <a:lnTo>
                    <a:pt x="1119252" y="1255399"/>
                  </a:lnTo>
                  <a:lnTo>
                    <a:pt x="1123382" y="1255806"/>
                  </a:lnTo>
                  <a:lnTo>
                    <a:pt x="1127512" y="1249455"/>
                  </a:lnTo>
                  <a:lnTo>
                    <a:pt x="1131642" y="1236668"/>
                  </a:lnTo>
                  <a:lnTo>
                    <a:pt x="1135772" y="1210367"/>
                  </a:lnTo>
                  <a:lnTo>
                    <a:pt x="1139902" y="1236668"/>
                  </a:lnTo>
                  <a:lnTo>
                    <a:pt x="1144032" y="1255186"/>
                  </a:lnTo>
                  <a:lnTo>
                    <a:pt x="1148162" y="1255806"/>
                  </a:lnTo>
                  <a:lnTo>
                    <a:pt x="1152292" y="1244367"/>
                  </a:lnTo>
                  <a:lnTo>
                    <a:pt x="1156422" y="1244801"/>
                  </a:lnTo>
                  <a:lnTo>
                    <a:pt x="1160552" y="1245269"/>
                  </a:lnTo>
                  <a:lnTo>
                    <a:pt x="1164682" y="1244983"/>
                  </a:lnTo>
                  <a:lnTo>
                    <a:pt x="1168813" y="1226816"/>
                  </a:lnTo>
                  <a:lnTo>
                    <a:pt x="1172943" y="1247880"/>
                  </a:lnTo>
                  <a:lnTo>
                    <a:pt x="1177073" y="1248722"/>
                  </a:lnTo>
                  <a:lnTo>
                    <a:pt x="1181203" y="1214541"/>
                  </a:lnTo>
                  <a:lnTo>
                    <a:pt x="1185333" y="1224811"/>
                  </a:lnTo>
                  <a:lnTo>
                    <a:pt x="1189463" y="1204539"/>
                  </a:lnTo>
                  <a:lnTo>
                    <a:pt x="1193593" y="1176274"/>
                  </a:lnTo>
                  <a:lnTo>
                    <a:pt x="1197723" y="1193848"/>
                  </a:lnTo>
                  <a:lnTo>
                    <a:pt x="1201853" y="1218764"/>
                  </a:lnTo>
                  <a:lnTo>
                    <a:pt x="1205983" y="1235806"/>
                  </a:lnTo>
                  <a:lnTo>
                    <a:pt x="1210113" y="1189573"/>
                  </a:lnTo>
                  <a:lnTo>
                    <a:pt x="1214243" y="1209405"/>
                  </a:lnTo>
                  <a:lnTo>
                    <a:pt x="1218373" y="1216659"/>
                  </a:lnTo>
                  <a:lnTo>
                    <a:pt x="1222504" y="1189164"/>
                  </a:lnTo>
                  <a:lnTo>
                    <a:pt x="1226634" y="1211137"/>
                  </a:lnTo>
                  <a:lnTo>
                    <a:pt x="1230764" y="1229351"/>
                  </a:lnTo>
                  <a:lnTo>
                    <a:pt x="1234894" y="1214554"/>
                  </a:lnTo>
                  <a:lnTo>
                    <a:pt x="1239024" y="1217210"/>
                  </a:lnTo>
                  <a:lnTo>
                    <a:pt x="1243154" y="1232925"/>
                  </a:lnTo>
                  <a:lnTo>
                    <a:pt x="1247284" y="1209034"/>
                  </a:lnTo>
                  <a:lnTo>
                    <a:pt x="1251414" y="1213506"/>
                  </a:lnTo>
                  <a:lnTo>
                    <a:pt x="1255544" y="1227943"/>
                  </a:lnTo>
                  <a:lnTo>
                    <a:pt x="1259674" y="1227466"/>
                  </a:lnTo>
                  <a:lnTo>
                    <a:pt x="1263804" y="1227466"/>
                  </a:lnTo>
                  <a:lnTo>
                    <a:pt x="1267934" y="1223850"/>
                  </a:lnTo>
                  <a:lnTo>
                    <a:pt x="1272065" y="1224113"/>
                  </a:lnTo>
                  <a:lnTo>
                    <a:pt x="1276195" y="1225999"/>
                  </a:lnTo>
                  <a:lnTo>
                    <a:pt x="1280325" y="1225999"/>
                  </a:lnTo>
                  <a:lnTo>
                    <a:pt x="1284455" y="1226959"/>
                  </a:lnTo>
                  <a:lnTo>
                    <a:pt x="1288585" y="1234438"/>
                  </a:lnTo>
                  <a:lnTo>
                    <a:pt x="1292715" y="1236586"/>
                  </a:lnTo>
                  <a:lnTo>
                    <a:pt x="1296845" y="1237932"/>
                  </a:lnTo>
                  <a:lnTo>
                    <a:pt x="1300975" y="1238629"/>
                  </a:lnTo>
                  <a:lnTo>
                    <a:pt x="1305105" y="1238195"/>
                  </a:lnTo>
                  <a:lnTo>
                    <a:pt x="1309235" y="1205190"/>
                  </a:lnTo>
                  <a:lnTo>
                    <a:pt x="1313365" y="1192645"/>
                  </a:lnTo>
                  <a:lnTo>
                    <a:pt x="1317495" y="1215952"/>
                  </a:lnTo>
                  <a:lnTo>
                    <a:pt x="1321626" y="1214554"/>
                  </a:lnTo>
                  <a:lnTo>
                    <a:pt x="1325756" y="1205190"/>
                  </a:lnTo>
                  <a:lnTo>
                    <a:pt x="1329886" y="1202195"/>
                  </a:lnTo>
                  <a:lnTo>
                    <a:pt x="1334016" y="1224457"/>
                  </a:lnTo>
                  <a:lnTo>
                    <a:pt x="1338146" y="1221783"/>
                  </a:lnTo>
                  <a:lnTo>
                    <a:pt x="1342276" y="1208551"/>
                  </a:lnTo>
                  <a:lnTo>
                    <a:pt x="1346406" y="1202772"/>
                  </a:lnTo>
                  <a:lnTo>
                    <a:pt x="1350536" y="1215000"/>
                  </a:lnTo>
                  <a:lnTo>
                    <a:pt x="1354666" y="1176329"/>
                  </a:lnTo>
                  <a:lnTo>
                    <a:pt x="1358796" y="1224195"/>
                  </a:lnTo>
                  <a:lnTo>
                    <a:pt x="1362926" y="1230103"/>
                  </a:lnTo>
                  <a:lnTo>
                    <a:pt x="1367056" y="1228811"/>
                  </a:lnTo>
                  <a:lnTo>
                    <a:pt x="1371186" y="1231389"/>
                  </a:lnTo>
                  <a:lnTo>
                    <a:pt x="1375317" y="1223771"/>
                  </a:lnTo>
                  <a:lnTo>
                    <a:pt x="1379447" y="1197155"/>
                  </a:lnTo>
                  <a:lnTo>
                    <a:pt x="1383577" y="1172802"/>
                  </a:lnTo>
                  <a:lnTo>
                    <a:pt x="1387707" y="1212249"/>
                  </a:lnTo>
                  <a:lnTo>
                    <a:pt x="1391837" y="1205196"/>
                  </a:lnTo>
                  <a:lnTo>
                    <a:pt x="1395967" y="1200724"/>
                  </a:lnTo>
                  <a:lnTo>
                    <a:pt x="1400097" y="1218722"/>
                  </a:lnTo>
                  <a:lnTo>
                    <a:pt x="1404227" y="1224633"/>
                  </a:lnTo>
                  <a:lnTo>
                    <a:pt x="1408357" y="1219155"/>
                  </a:lnTo>
                  <a:lnTo>
                    <a:pt x="1412487" y="1181826"/>
                  </a:lnTo>
                  <a:lnTo>
                    <a:pt x="1416617" y="1201604"/>
                  </a:lnTo>
                  <a:lnTo>
                    <a:pt x="1420747" y="1214310"/>
                  </a:lnTo>
                  <a:lnTo>
                    <a:pt x="1424878" y="1222824"/>
                  </a:lnTo>
                  <a:lnTo>
                    <a:pt x="1429008" y="1196189"/>
                  </a:lnTo>
                  <a:lnTo>
                    <a:pt x="1433138" y="1201435"/>
                  </a:lnTo>
                  <a:lnTo>
                    <a:pt x="1437268" y="1198528"/>
                  </a:lnTo>
                  <a:lnTo>
                    <a:pt x="1441398" y="1219707"/>
                  </a:lnTo>
                  <a:lnTo>
                    <a:pt x="1445528" y="1222126"/>
                  </a:lnTo>
                  <a:lnTo>
                    <a:pt x="1449658" y="1218557"/>
                  </a:lnTo>
                  <a:lnTo>
                    <a:pt x="1453788" y="1223259"/>
                  </a:lnTo>
                  <a:lnTo>
                    <a:pt x="1457918" y="1219707"/>
                  </a:lnTo>
                  <a:lnTo>
                    <a:pt x="1462048" y="1200373"/>
                  </a:lnTo>
                  <a:lnTo>
                    <a:pt x="1466178" y="1205144"/>
                  </a:lnTo>
                  <a:lnTo>
                    <a:pt x="1470308" y="1173610"/>
                  </a:lnTo>
                  <a:lnTo>
                    <a:pt x="1474439" y="1206979"/>
                  </a:lnTo>
                  <a:lnTo>
                    <a:pt x="1478569" y="1224215"/>
                  </a:lnTo>
                  <a:lnTo>
                    <a:pt x="1482699" y="1207342"/>
                  </a:lnTo>
                  <a:lnTo>
                    <a:pt x="1486829" y="1207690"/>
                  </a:lnTo>
                  <a:lnTo>
                    <a:pt x="1490959" y="1227821"/>
                  </a:lnTo>
                  <a:lnTo>
                    <a:pt x="1495089" y="1226023"/>
                  </a:lnTo>
                  <a:lnTo>
                    <a:pt x="1499219" y="1216161"/>
                  </a:lnTo>
                  <a:lnTo>
                    <a:pt x="1503349" y="1216450"/>
                  </a:lnTo>
                  <a:lnTo>
                    <a:pt x="1507479" y="1197036"/>
                  </a:lnTo>
                  <a:lnTo>
                    <a:pt x="1511609" y="1178443"/>
                  </a:lnTo>
                  <a:lnTo>
                    <a:pt x="1515739" y="1159767"/>
                  </a:lnTo>
                  <a:lnTo>
                    <a:pt x="1519869" y="1157478"/>
                  </a:lnTo>
                  <a:lnTo>
                    <a:pt x="1523999" y="1161322"/>
                  </a:lnTo>
                  <a:lnTo>
                    <a:pt x="1528130" y="1160915"/>
                  </a:lnTo>
                  <a:lnTo>
                    <a:pt x="1532260" y="1145778"/>
                  </a:lnTo>
                  <a:lnTo>
                    <a:pt x="1536390" y="1125901"/>
                  </a:lnTo>
                  <a:lnTo>
                    <a:pt x="1540520" y="1144955"/>
                  </a:lnTo>
                  <a:lnTo>
                    <a:pt x="1544650" y="1143433"/>
                  </a:lnTo>
                  <a:lnTo>
                    <a:pt x="1548780" y="1131013"/>
                  </a:lnTo>
                  <a:lnTo>
                    <a:pt x="1552910" y="1113674"/>
                  </a:lnTo>
                  <a:lnTo>
                    <a:pt x="1557040" y="1103856"/>
                  </a:lnTo>
                  <a:lnTo>
                    <a:pt x="1561170" y="1095337"/>
                  </a:lnTo>
                  <a:lnTo>
                    <a:pt x="1565300" y="1115210"/>
                  </a:lnTo>
                  <a:lnTo>
                    <a:pt x="1569430" y="1115210"/>
                  </a:lnTo>
                  <a:lnTo>
                    <a:pt x="1573560" y="1114288"/>
                  </a:lnTo>
                  <a:lnTo>
                    <a:pt x="1577691" y="1110051"/>
                  </a:lnTo>
                  <a:lnTo>
                    <a:pt x="1581821" y="1103916"/>
                  </a:lnTo>
                  <a:lnTo>
                    <a:pt x="1585951" y="1094797"/>
                  </a:lnTo>
                  <a:lnTo>
                    <a:pt x="1590081" y="1085967"/>
                  </a:lnTo>
                  <a:lnTo>
                    <a:pt x="1594211" y="1082100"/>
                  </a:lnTo>
                  <a:lnTo>
                    <a:pt x="1598341" y="1102405"/>
                  </a:lnTo>
                  <a:lnTo>
                    <a:pt x="1602471" y="1103939"/>
                  </a:lnTo>
                  <a:lnTo>
                    <a:pt x="1606601" y="1105397"/>
                  </a:lnTo>
                  <a:lnTo>
                    <a:pt x="1610731" y="1102111"/>
                  </a:lnTo>
                  <a:lnTo>
                    <a:pt x="1614861" y="1100250"/>
                  </a:lnTo>
                  <a:lnTo>
                    <a:pt x="1618991" y="1094890"/>
                  </a:lnTo>
                  <a:lnTo>
                    <a:pt x="1623121" y="1083359"/>
                  </a:lnTo>
                  <a:lnTo>
                    <a:pt x="1627252" y="1094516"/>
                  </a:lnTo>
                  <a:lnTo>
                    <a:pt x="1631382" y="1091629"/>
                  </a:lnTo>
                  <a:lnTo>
                    <a:pt x="1635512" y="1068258"/>
                  </a:lnTo>
                  <a:lnTo>
                    <a:pt x="1639642" y="1068258"/>
                  </a:lnTo>
                  <a:lnTo>
                    <a:pt x="1643772" y="1087471"/>
                  </a:lnTo>
                  <a:lnTo>
                    <a:pt x="1647902" y="1049015"/>
                  </a:lnTo>
                  <a:lnTo>
                    <a:pt x="1652032" y="1056153"/>
                  </a:lnTo>
                  <a:lnTo>
                    <a:pt x="1656162" y="1055213"/>
                  </a:lnTo>
                  <a:lnTo>
                    <a:pt x="1660292" y="1035422"/>
                  </a:lnTo>
                  <a:lnTo>
                    <a:pt x="1664422" y="1082180"/>
                  </a:lnTo>
                  <a:lnTo>
                    <a:pt x="1668552" y="1080388"/>
                  </a:lnTo>
                  <a:lnTo>
                    <a:pt x="1672682" y="1077776"/>
                  </a:lnTo>
                  <a:lnTo>
                    <a:pt x="1676813" y="1074125"/>
                  </a:lnTo>
                  <a:lnTo>
                    <a:pt x="1680943" y="1073584"/>
                  </a:lnTo>
                  <a:lnTo>
                    <a:pt x="1685073" y="1034062"/>
                  </a:lnTo>
                  <a:lnTo>
                    <a:pt x="1689203" y="1034062"/>
                  </a:lnTo>
                  <a:lnTo>
                    <a:pt x="1693333" y="1042200"/>
                  </a:lnTo>
                  <a:lnTo>
                    <a:pt x="1697463" y="996230"/>
                  </a:lnTo>
                  <a:lnTo>
                    <a:pt x="1701593" y="1027521"/>
                  </a:lnTo>
                  <a:lnTo>
                    <a:pt x="1705723" y="1023511"/>
                  </a:lnTo>
                  <a:lnTo>
                    <a:pt x="1709853" y="1001606"/>
                  </a:lnTo>
                  <a:lnTo>
                    <a:pt x="1713983" y="1003722"/>
                  </a:lnTo>
                  <a:lnTo>
                    <a:pt x="1718113" y="1028128"/>
                  </a:lnTo>
                  <a:lnTo>
                    <a:pt x="1722243" y="1006180"/>
                  </a:lnTo>
                  <a:lnTo>
                    <a:pt x="1726373" y="1000396"/>
                  </a:lnTo>
                  <a:lnTo>
                    <a:pt x="1730504" y="998666"/>
                  </a:lnTo>
                  <a:lnTo>
                    <a:pt x="1734634" y="950807"/>
                  </a:lnTo>
                  <a:lnTo>
                    <a:pt x="1738764" y="955761"/>
                  </a:lnTo>
                  <a:lnTo>
                    <a:pt x="1742894" y="955761"/>
                  </a:lnTo>
                  <a:lnTo>
                    <a:pt x="1747024" y="956113"/>
                  </a:lnTo>
                  <a:lnTo>
                    <a:pt x="1751154" y="961453"/>
                  </a:lnTo>
                  <a:lnTo>
                    <a:pt x="1755284" y="972232"/>
                  </a:lnTo>
                  <a:lnTo>
                    <a:pt x="1759414" y="950628"/>
                  </a:lnTo>
                  <a:lnTo>
                    <a:pt x="1763544" y="944790"/>
                  </a:lnTo>
                  <a:lnTo>
                    <a:pt x="1767674" y="918588"/>
                  </a:lnTo>
                  <a:lnTo>
                    <a:pt x="1771804" y="920828"/>
                  </a:lnTo>
                  <a:lnTo>
                    <a:pt x="1775934" y="905250"/>
                  </a:lnTo>
                  <a:lnTo>
                    <a:pt x="1780065" y="897369"/>
                  </a:lnTo>
                  <a:lnTo>
                    <a:pt x="1784195" y="894515"/>
                  </a:lnTo>
                  <a:lnTo>
                    <a:pt x="1788325" y="905933"/>
                  </a:lnTo>
                  <a:lnTo>
                    <a:pt x="1792455" y="926338"/>
                  </a:lnTo>
                  <a:lnTo>
                    <a:pt x="1796585" y="892409"/>
                  </a:lnTo>
                  <a:lnTo>
                    <a:pt x="1800715" y="878106"/>
                  </a:lnTo>
                  <a:lnTo>
                    <a:pt x="1804845" y="803161"/>
                  </a:lnTo>
                  <a:lnTo>
                    <a:pt x="1808975" y="804708"/>
                  </a:lnTo>
                  <a:lnTo>
                    <a:pt x="1813105" y="724881"/>
                  </a:lnTo>
                  <a:lnTo>
                    <a:pt x="1817235" y="707156"/>
                  </a:lnTo>
                  <a:lnTo>
                    <a:pt x="1821365" y="764307"/>
                  </a:lnTo>
                  <a:lnTo>
                    <a:pt x="1825495" y="768645"/>
                  </a:lnTo>
                  <a:lnTo>
                    <a:pt x="1829626" y="748282"/>
                  </a:lnTo>
                  <a:lnTo>
                    <a:pt x="1833756" y="729978"/>
                  </a:lnTo>
                  <a:lnTo>
                    <a:pt x="1837886" y="729434"/>
                  </a:lnTo>
                  <a:lnTo>
                    <a:pt x="1842016" y="718453"/>
                  </a:lnTo>
                  <a:lnTo>
                    <a:pt x="1846146" y="692558"/>
                  </a:lnTo>
                  <a:lnTo>
                    <a:pt x="1850276" y="678222"/>
                  </a:lnTo>
                  <a:lnTo>
                    <a:pt x="1854406" y="667843"/>
                  </a:lnTo>
                  <a:lnTo>
                    <a:pt x="1858536" y="649343"/>
                  </a:lnTo>
                  <a:lnTo>
                    <a:pt x="1862666" y="641490"/>
                  </a:lnTo>
                  <a:lnTo>
                    <a:pt x="1866796" y="643983"/>
                  </a:lnTo>
                  <a:lnTo>
                    <a:pt x="1870926" y="691369"/>
                  </a:lnTo>
                  <a:lnTo>
                    <a:pt x="1875056" y="712646"/>
                  </a:lnTo>
                  <a:lnTo>
                    <a:pt x="1879186" y="671787"/>
                  </a:lnTo>
                  <a:lnTo>
                    <a:pt x="1883317" y="690844"/>
                  </a:lnTo>
                  <a:lnTo>
                    <a:pt x="1887447" y="623184"/>
                  </a:lnTo>
                  <a:lnTo>
                    <a:pt x="1891577" y="631061"/>
                  </a:lnTo>
                  <a:lnTo>
                    <a:pt x="1895707" y="610867"/>
                  </a:lnTo>
                  <a:lnTo>
                    <a:pt x="1899837" y="616929"/>
                  </a:lnTo>
                  <a:lnTo>
                    <a:pt x="1903967" y="619299"/>
                  </a:lnTo>
                  <a:lnTo>
                    <a:pt x="1908097" y="638706"/>
                  </a:lnTo>
                  <a:lnTo>
                    <a:pt x="1912227" y="665465"/>
                  </a:lnTo>
                  <a:lnTo>
                    <a:pt x="1916357" y="663319"/>
                  </a:lnTo>
                  <a:lnTo>
                    <a:pt x="1920487" y="623751"/>
                  </a:lnTo>
                  <a:lnTo>
                    <a:pt x="1924617" y="622147"/>
                  </a:lnTo>
                  <a:lnTo>
                    <a:pt x="1928747" y="691895"/>
                  </a:lnTo>
                  <a:lnTo>
                    <a:pt x="1932878" y="685197"/>
                  </a:lnTo>
                  <a:lnTo>
                    <a:pt x="1937008" y="630920"/>
                  </a:lnTo>
                  <a:lnTo>
                    <a:pt x="1941138" y="600025"/>
                  </a:lnTo>
                  <a:lnTo>
                    <a:pt x="1945268" y="606921"/>
                  </a:lnTo>
                  <a:lnTo>
                    <a:pt x="1949398" y="589835"/>
                  </a:lnTo>
                  <a:lnTo>
                    <a:pt x="1953528" y="609313"/>
                  </a:lnTo>
                  <a:lnTo>
                    <a:pt x="1957658" y="658145"/>
                  </a:lnTo>
                  <a:lnTo>
                    <a:pt x="1961788" y="638220"/>
                  </a:lnTo>
                  <a:lnTo>
                    <a:pt x="1965918" y="619854"/>
                  </a:lnTo>
                  <a:lnTo>
                    <a:pt x="1970048" y="507170"/>
                  </a:lnTo>
                  <a:lnTo>
                    <a:pt x="1974178" y="469121"/>
                  </a:lnTo>
                  <a:lnTo>
                    <a:pt x="1978308" y="391639"/>
                  </a:lnTo>
                  <a:lnTo>
                    <a:pt x="1982439" y="363742"/>
                  </a:lnTo>
                  <a:lnTo>
                    <a:pt x="1986569" y="372361"/>
                  </a:lnTo>
                  <a:lnTo>
                    <a:pt x="1990699" y="373928"/>
                  </a:lnTo>
                  <a:lnTo>
                    <a:pt x="1994829" y="386804"/>
                  </a:lnTo>
                  <a:lnTo>
                    <a:pt x="1998959" y="397450"/>
                  </a:lnTo>
                  <a:lnTo>
                    <a:pt x="2003089" y="392401"/>
                  </a:lnTo>
                  <a:lnTo>
                    <a:pt x="2007219" y="385915"/>
                  </a:lnTo>
                  <a:lnTo>
                    <a:pt x="2011349" y="365963"/>
                  </a:lnTo>
                  <a:lnTo>
                    <a:pt x="2015479" y="362230"/>
                  </a:lnTo>
                  <a:lnTo>
                    <a:pt x="2019609" y="371533"/>
                  </a:lnTo>
                  <a:lnTo>
                    <a:pt x="2023739" y="372813"/>
                  </a:lnTo>
                  <a:lnTo>
                    <a:pt x="2027869" y="372813"/>
                  </a:lnTo>
                  <a:lnTo>
                    <a:pt x="2031999" y="297487"/>
                  </a:lnTo>
                  <a:lnTo>
                    <a:pt x="2036130" y="172030"/>
                  </a:lnTo>
                  <a:lnTo>
                    <a:pt x="2040260" y="172030"/>
                  </a:lnTo>
                  <a:lnTo>
                    <a:pt x="2044390" y="162685"/>
                  </a:lnTo>
                  <a:lnTo>
                    <a:pt x="2048520" y="169065"/>
                  </a:lnTo>
                  <a:lnTo>
                    <a:pt x="2052650" y="230336"/>
                  </a:lnTo>
                  <a:lnTo>
                    <a:pt x="2056780" y="146291"/>
                  </a:lnTo>
                  <a:lnTo>
                    <a:pt x="2060910" y="139911"/>
                  </a:lnTo>
                  <a:lnTo>
                    <a:pt x="2065040" y="139954"/>
                  </a:lnTo>
                  <a:lnTo>
                    <a:pt x="2069170" y="139954"/>
                  </a:lnTo>
                  <a:lnTo>
                    <a:pt x="2073300" y="67134"/>
                  </a:lnTo>
                  <a:lnTo>
                    <a:pt x="2077430" y="73514"/>
                  </a:lnTo>
                  <a:lnTo>
                    <a:pt x="2081560" y="71089"/>
                  </a:lnTo>
                  <a:lnTo>
                    <a:pt x="2085691" y="71089"/>
                  </a:lnTo>
                  <a:lnTo>
                    <a:pt x="2089821" y="121571"/>
                  </a:lnTo>
                  <a:lnTo>
                    <a:pt x="2093951" y="190224"/>
                  </a:lnTo>
                  <a:lnTo>
                    <a:pt x="2098081" y="157137"/>
                  </a:lnTo>
                  <a:lnTo>
                    <a:pt x="2102211" y="177988"/>
                  </a:lnTo>
                  <a:lnTo>
                    <a:pt x="2106341" y="202238"/>
                  </a:lnTo>
                  <a:lnTo>
                    <a:pt x="2110471" y="223408"/>
                  </a:lnTo>
                  <a:lnTo>
                    <a:pt x="2114601" y="188270"/>
                  </a:lnTo>
                  <a:lnTo>
                    <a:pt x="2118731" y="125460"/>
                  </a:lnTo>
                  <a:lnTo>
                    <a:pt x="2122861" y="96885"/>
                  </a:lnTo>
                  <a:lnTo>
                    <a:pt x="2126991" y="88597"/>
                  </a:lnTo>
                  <a:lnTo>
                    <a:pt x="2131121" y="83077"/>
                  </a:lnTo>
                  <a:lnTo>
                    <a:pt x="2135252" y="71187"/>
                  </a:lnTo>
                  <a:lnTo>
                    <a:pt x="2139382" y="71187"/>
                  </a:lnTo>
                  <a:lnTo>
                    <a:pt x="2143512" y="65708"/>
                  </a:lnTo>
                  <a:lnTo>
                    <a:pt x="2147642" y="64539"/>
                  </a:lnTo>
                  <a:lnTo>
                    <a:pt x="2151772" y="59367"/>
                  </a:lnTo>
                  <a:lnTo>
                    <a:pt x="2155902" y="65268"/>
                  </a:lnTo>
                  <a:lnTo>
                    <a:pt x="2160032" y="59219"/>
                  </a:lnTo>
                  <a:lnTo>
                    <a:pt x="2164162" y="65994"/>
                  </a:lnTo>
                  <a:lnTo>
                    <a:pt x="2168292" y="70071"/>
                  </a:lnTo>
                  <a:lnTo>
                    <a:pt x="2172422" y="50525"/>
                  </a:lnTo>
                  <a:lnTo>
                    <a:pt x="2176552" y="43004"/>
                  </a:lnTo>
                  <a:lnTo>
                    <a:pt x="2180682" y="43004"/>
                  </a:lnTo>
                  <a:lnTo>
                    <a:pt x="2184813" y="56734"/>
                  </a:lnTo>
                  <a:lnTo>
                    <a:pt x="2188943" y="54519"/>
                  </a:lnTo>
                  <a:lnTo>
                    <a:pt x="2193073" y="66514"/>
                  </a:lnTo>
                  <a:lnTo>
                    <a:pt x="2197203" y="71704"/>
                  </a:lnTo>
                  <a:lnTo>
                    <a:pt x="2201333" y="67027"/>
                  </a:lnTo>
                  <a:lnTo>
                    <a:pt x="2205463" y="88069"/>
                  </a:lnTo>
                  <a:lnTo>
                    <a:pt x="2209593" y="158782"/>
                  </a:lnTo>
                  <a:lnTo>
                    <a:pt x="2213723" y="75991"/>
                  </a:lnTo>
                  <a:lnTo>
                    <a:pt x="2217853" y="73715"/>
                  </a:lnTo>
                  <a:lnTo>
                    <a:pt x="2221983" y="72002"/>
                  </a:lnTo>
                  <a:lnTo>
                    <a:pt x="2226113" y="79550"/>
                  </a:lnTo>
                  <a:lnTo>
                    <a:pt x="2230243" y="60007"/>
                  </a:lnTo>
                  <a:lnTo>
                    <a:pt x="2234373" y="53627"/>
                  </a:lnTo>
                  <a:lnTo>
                    <a:pt x="2238504" y="58643"/>
                  </a:lnTo>
                  <a:lnTo>
                    <a:pt x="2242634" y="57187"/>
                  </a:lnTo>
                  <a:lnTo>
                    <a:pt x="2246764" y="127243"/>
                  </a:lnTo>
                  <a:lnTo>
                    <a:pt x="2250894" y="193649"/>
                  </a:lnTo>
                  <a:lnTo>
                    <a:pt x="2255024" y="169657"/>
                  </a:lnTo>
                  <a:lnTo>
                    <a:pt x="2259154" y="47196"/>
                  </a:lnTo>
                  <a:lnTo>
                    <a:pt x="2263284" y="45109"/>
                  </a:lnTo>
                  <a:lnTo>
                    <a:pt x="2267414" y="38796"/>
                  </a:lnTo>
                  <a:lnTo>
                    <a:pt x="2271544" y="53585"/>
                  </a:lnTo>
                  <a:lnTo>
                    <a:pt x="2275674" y="53713"/>
                  </a:lnTo>
                  <a:lnTo>
                    <a:pt x="2279804" y="57675"/>
                  </a:lnTo>
                  <a:lnTo>
                    <a:pt x="2283934" y="52660"/>
                  </a:lnTo>
                  <a:lnTo>
                    <a:pt x="2288065" y="59039"/>
                  </a:lnTo>
                  <a:lnTo>
                    <a:pt x="2292195" y="60768"/>
                  </a:lnTo>
                  <a:lnTo>
                    <a:pt x="2296325" y="56813"/>
                  </a:lnTo>
                  <a:lnTo>
                    <a:pt x="2300455" y="60097"/>
                  </a:lnTo>
                  <a:lnTo>
                    <a:pt x="2304585" y="48955"/>
                  </a:lnTo>
                  <a:lnTo>
                    <a:pt x="2308715" y="45000"/>
                  </a:lnTo>
                  <a:lnTo>
                    <a:pt x="2312845" y="46327"/>
                  </a:lnTo>
                  <a:lnTo>
                    <a:pt x="2316975" y="49887"/>
                  </a:lnTo>
                  <a:lnTo>
                    <a:pt x="2321105" y="48559"/>
                  </a:lnTo>
                  <a:lnTo>
                    <a:pt x="2325235" y="45000"/>
                  </a:lnTo>
                  <a:lnTo>
                    <a:pt x="2329365" y="48955"/>
                  </a:lnTo>
                  <a:lnTo>
                    <a:pt x="2333495" y="48955"/>
                  </a:lnTo>
                  <a:lnTo>
                    <a:pt x="2337626" y="58941"/>
                  </a:lnTo>
                  <a:lnTo>
                    <a:pt x="2341756" y="61811"/>
                  </a:lnTo>
                  <a:lnTo>
                    <a:pt x="2345886" y="108828"/>
                  </a:lnTo>
                  <a:lnTo>
                    <a:pt x="2350016" y="198042"/>
                  </a:lnTo>
                  <a:lnTo>
                    <a:pt x="2354146" y="230551"/>
                  </a:lnTo>
                  <a:lnTo>
                    <a:pt x="2358276" y="203650"/>
                  </a:lnTo>
                  <a:lnTo>
                    <a:pt x="2362406" y="205059"/>
                  </a:lnTo>
                  <a:lnTo>
                    <a:pt x="2366536" y="179097"/>
                  </a:lnTo>
                  <a:lnTo>
                    <a:pt x="2370666" y="51379"/>
                  </a:lnTo>
                  <a:lnTo>
                    <a:pt x="2374796" y="45000"/>
                  </a:lnTo>
                  <a:lnTo>
                    <a:pt x="2378926" y="45000"/>
                  </a:lnTo>
                  <a:lnTo>
                    <a:pt x="2383056" y="49887"/>
                  </a:lnTo>
                  <a:lnTo>
                    <a:pt x="2387186" y="50344"/>
                  </a:lnTo>
                  <a:lnTo>
                    <a:pt x="2391317" y="49887"/>
                  </a:lnTo>
                  <a:lnTo>
                    <a:pt x="2395447" y="44778"/>
                  </a:lnTo>
                  <a:lnTo>
                    <a:pt x="2399577" y="48733"/>
                  </a:lnTo>
                  <a:lnTo>
                    <a:pt x="2403707" y="63771"/>
                  </a:lnTo>
                  <a:lnTo>
                    <a:pt x="2407837" y="190909"/>
                  </a:lnTo>
                  <a:lnTo>
                    <a:pt x="2411967" y="49219"/>
                  </a:lnTo>
                  <a:lnTo>
                    <a:pt x="2416097" y="48042"/>
                  </a:lnTo>
                  <a:lnTo>
                    <a:pt x="2420227" y="44185"/>
                  </a:lnTo>
                  <a:lnTo>
                    <a:pt x="2424357" y="45641"/>
                  </a:lnTo>
                  <a:lnTo>
                    <a:pt x="2428487" y="41662"/>
                  </a:lnTo>
                  <a:lnTo>
                    <a:pt x="2432617" y="45617"/>
                  </a:lnTo>
                  <a:lnTo>
                    <a:pt x="2436747" y="45617"/>
                  </a:lnTo>
                  <a:lnTo>
                    <a:pt x="2440878" y="67834"/>
                  </a:lnTo>
                  <a:lnTo>
                    <a:pt x="2445008" y="165692"/>
                  </a:lnTo>
                  <a:lnTo>
                    <a:pt x="2449138" y="72858"/>
                  </a:lnTo>
                  <a:lnTo>
                    <a:pt x="2453268" y="129781"/>
                  </a:lnTo>
                  <a:lnTo>
                    <a:pt x="2457398" y="159054"/>
                  </a:lnTo>
                  <a:lnTo>
                    <a:pt x="2461528" y="185338"/>
                  </a:lnTo>
                  <a:lnTo>
                    <a:pt x="2465658" y="259363"/>
                  </a:lnTo>
                  <a:lnTo>
                    <a:pt x="2469788" y="296872"/>
                  </a:lnTo>
                  <a:lnTo>
                    <a:pt x="2473918" y="309361"/>
                  </a:lnTo>
                  <a:lnTo>
                    <a:pt x="2478048" y="354598"/>
                  </a:lnTo>
                  <a:lnTo>
                    <a:pt x="2482178" y="390081"/>
                  </a:lnTo>
                  <a:lnTo>
                    <a:pt x="2486308" y="380690"/>
                  </a:lnTo>
                  <a:lnTo>
                    <a:pt x="2490439" y="405801"/>
                  </a:lnTo>
                  <a:lnTo>
                    <a:pt x="2494569" y="497448"/>
                  </a:lnTo>
                  <a:lnTo>
                    <a:pt x="2498699" y="422971"/>
                  </a:lnTo>
                  <a:lnTo>
                    <a:pt x="2502829" y="393421"/>
                  </a:lnTo>
                  <a:lnTo>
                    <a:pt x="2506959" y="402709"/>
                  </a:lnTo>
                  <a:lnTo>
                    <a:pt x="2511089" y="368613"/>
                  </a:lnTo>
                  <a:lnTo>
                    <a:pt x="2515219" y="323239"/>
                  </a:lnTo>
                  <a:lnTo>
                    <a:pt x="2519349" y="351328"/>
                  </a:lnTo>
                  <a:lnTo>
                    <a:pt x="2523479" y="337869"/>
                  </a:lnTo>
                  <a:lnTo>
                    <a:pt x="2527609" y="306800"/>
                  </a:lnTo>
                  <a:lnTo>
                    <a:pt x="2531739" y="283830"/>
                  </a:lnTo>
                  <a:lnTo>
                    <a:pt x="2535869" y="244755"/>
                  </a:lnTo>
                  <a:lnTo>
                    <a:pt x="2539999" y="297329"/>
                  </a:lnTo>
                  <a:lnTo>
                    <a:pt x="2544130" y="298498"/>
                  </a:lnTo>
                  <a:lnTo>
                    <a:pt x="2548260" y="287689"/>
                  </a:lnTo>
                  <a:lnTo>
                    <a:pt x="2552390" y="234477"/>
                  </a:lnTo>
                  <a:lnTo>
                    <a:pt x="2556520" y="180468"/>
                  </a:lnTo>
                  <a:lnTo>
                    <a:pt x="2560650" y="179824"/>
                  </a:lnTo>
                  <a:lnTo>
                    <a:pt x="2564780" y="179824"/>
                  </a:lnTo>
                  <a:lnTo>
                    <a:pt x="2568910" y="179824"/>
                  </a:lnTo>
                  <a:lnTo>
                    <a:pt x="2573040" y="177698"/>
                  </a:lnTo>
                  <a:lnTo>
                    <a:pt x="2577170" y="186811"/>
                  </a:lnTo>
                  <a:lnTo>
                    <a:pt x="2581300" y="181052"/>
                  </a:lnTo>
                  <a:lnTo>
                    <a:pt x="2585430" y="174364"/>
                  </a:lnTo>
                  <a:lnTo>
                    <a:pt x="2589560" y="179972"/>
                  </a:lnTo>
                  <a:lnTo>
                    <a:pt x="2593691" y="179972"/>
                  </a:lnTo>
                  <a:lnTo>
                    <a:pt x="2597821" y="182018"/>
                  </a:lnTo>
                  <a:lnTo>
                    <a:pt x="2601951" y="197256"/>
                  </a:lnTo>
                  <a:lnTo>
                    <a:pt x="2606081" y="182095"/>
                  </a:lnTo>
                  <a:lnTo>
                    <a:pt x="2610211" y="193204"/>
                  </a:lnTo>
                  <a:lnTo>
                    <a:pt x="2614341" y="191125"/>
                  </a:lnTo>
                  <a:lnTo>
                    <a:pt x="2618471" y="190553"/>
                  </a:lnTo>
                  <a:lnTo>
                    <a:pt x="2622601" y="195025"/>
                  </a:lnTo>
                  <a:lnTo>
                    <a:pt x="2626731" y="193825"/>
                  </a:lnTo>
                  <a:lnTo>
                    <a:pt x="2630861" y="226887"/>
                  </a:lnTo>
                  <a:lnTo>
                    <a:pt x="2634991" y="222402"/>
                  </a:lnTo>
                  <a:lnTo>
                    <a:pt x="2639121" y="245421"/>
                  </a:lnTo>
                  <a:lnTo>
                    <a:pt x="2643252" y="300786"/>
                  </a:lnTo>
                  <a:lnTo>
                    <a:pt x="2647382" y="348004"/>
                  </a:lnTo>
                  <a:lnTo>
                    <a:pt x="2651512" y="321729"/>
                  </a:lnTo>
                  <a:lnTo>
                    <a:pt x="2655642" y="342993"/>
                  </a:lnTo>
                  <a:lnTo>
                    <a:pt x="2659772" y="342993"/>
                  </a:lnTo>
                  <a:lnTo>
                    <a:pt x="2663902" y="251296"/>
                  </a:lnTo>
                  <a:lnTo>
                    <a:pt x="2668032" y="256125"/>
                  </a:lnTo>
                  <a:lnTo>
                    <a:pt x="2672162" y="277456"/>
                  </a:lnTo>
                  <a:lnTo>
                    <a:pt x="2676292" y="315603"/>
                  </a:lnTo>
                  <a:lnTo>
                    <a:pt x="2680422" y="226014"/>
                  </a:lnTo>
                  <a:lnTo>
                    <a:pt x="2684552" y="166922"/>
                  </a:lnTo>
                  <a:lnTo>
                    <a:pt x="2688682" y="255596"/>
                  </a:lnTo>
                  <a:lnTo>
                    <a:pt x="2692813" y="229880"/>
                  </a:lnTo>
                  <a:lnTo>
                    <a:pt x="2696943" y="138404"/>
                  </a:lnTo>
                  <a:lnTo>
                    <a:pt x="2701073" y="146162"/>
                  </a:lnTo>
                  <a:lnTo>
                    <a:pt x="2705203" y="139782"/>
                  </a:lnTo>
                  <a:lnTo>
                    <a:pt x="2709333" y="139782"/>
                  </a:lnTo>
                  <a:lnTo>
                    <a:pt x="2713463" y="143737"/>
                  </a:lnTo>
                  <a:lnTo>
                    <a:pt x="2717593" y="127244"/>
                  </a:lnTo>
                  <a:lnTo>
                    <a:pt x="2721723" y="130570"/>
                  </a:lnTo>
                  <a:lnTo>
                    <a:pt x="2725853" y="131027"/>
                  </a:lnTo>
                  <a:lnTo>
                    <a:pt x="2729983" y="131027"/>
                  </a:lnTo>
                  <a:lnTo>
                    <a:pt x="2734113" y="150572"/>
                  </a:lnTo>
                  <a:lnTo>
                    <a:pt x="2738243" y="155212"/>
                  </a:lnTo>
                  <a:lnTo>
                    <a:pt x="2742373" y="166335"/>
                  </a:lnTo>
                  <a:lnTo>
                    <a:pt x="2746504" y="162861"/>
                  </a:lnTo>
                  <a:lnTo>
                    <a:pt x="2750634" y="167944"/>
                  </a:lnTo>
                  <a:lnTo>
                    <a:pt x="2754764" y="184398"/>
                  </a:lnTo>
                  <a:lnTo>
                    <a:pt x="2758894" y="257931"/>
                  </a:lnTo>
                  <a:lnTo>
                    <a:pt x="2763024" y="304918"/>
                  </a:lnTo>
                  <a:lnTo>
                    <a:pt x="2767154" y="300222"/>
                  </a:lnTo>
                  <a:lnTo>
                    <a:pt x="2771284" y="314355"/>
                  </a:lnTo>
                  <a:lnTo>
                    <a:pt x="2775414" y="327703"/>
                  </a:lnTo>
                  <a:lnTo>
                    <a:pt x="2779544" y="325656"/>
                  </a:lnTo>
                  <a:lnTo>
                    <a:pt x="2783674" y="354091"/>
                  </a:lnTo>
                  <a:lnTo>
                    <a:pt x="2787804" y="354091"/>
                  </a:lnTo>
                  <a:lnTo>
                    <a:pt x="2791934" y="304861"/>
                  </a:lnTo>
                  <a:lnTo>
                    <a:pt x="2796065" y="344615"/>
                  </a:lnTo>
                  <a:lnTo>
                    <a:pt x="2800195" y="293063"/>
                  </a:lnTo>
                  <a:lnTo>
                    <a:pt x="2804325" y="322614"/>
                  </a:lnTo>
                  <a:lnTo>
                    <a:pt x="2808455" y="419492"/>
                  </a:lnTo>
                  <a:lnTo>
                    <a:pt x="2812585" y="441228"/>
                  </a:lnTo>
                  <a:lnTo>
                    <a:pt x="2816715" y="403669"/>
                  </a:lnTo>
                  <a:lnTo>
                    <a:pt x="2820845" y="450827"/>
                  </a:lnTo>
                  <a:lnTo>
                    <a:pt x="2824975" y="450827"/>
                  </a:lnTo>
                  <a:lnTo>
                    <a:pt x="2829105" y="446312"/>
                  </a:lnTo>
                  <a:lnTo>
                    <a:pt x="2833235" y="359269"/>
                  </a:lnTo>
                  <a:lnTo>
                    <a:pt x="2837365" y="399346"/>
                  </a:lnTo>
                  <a:lnTo>
                    <a:pt x="2841495" y="329122"/>
                  </a:lnTo>
                  <a:lnTo>
                    <a:pt x="2845626" y="274184"/>
                  </a:lnTo>
                  <a:lnTo>
                    <a:pt x="2849756" y="272423"/>
                  </a:lnTo>
                  <a:lnTo>
                    <a:pt x="2853886" y="247119"/>
                  </a:lnTo>
                  <a:lnTo>
                    <a:pt x="2858016" y="217568"/>
                  </a:lnTo>
                  <a:lnTo>
                    <a:pt x="2862146" y="213298"/>
                  </a:lnTo>
                  <a:lnTo>
                    <a:pt x="2866276" y="225539"/>
                  </a:lnTo>
                  <a:lnTo>
                    <a:pt x="2870406" y="180340"/>
                  </a:lnTo>
                  <a:lnTo>
                    <a:pt x="2874536" y="179990"/>
                  </a:lnTo>
                  <a:lnTo>
                    <a:pt x="2878666" y="265177"/>
                  </a:lnTo>
                  <a:lnTo>
                    <a:pt x="2882796" y="180374"/>
                  </a:lnTo>
                  <a:lnTo>
                    <a:pt x="2886926" y="175319"/>
                  </a:lnTo>
                  <a:lnTo>
                    <a:pt x="2891056" y="178695"/>
                  </a:lnTo>
                  <a:lnTo>
                    <a:pt x="2895186" y="157456"/>
                  </a:lnTo>
                  <a:lnTo>
                    <a:pt x="2899317" y="94001"/>
                  </a:lnTo>
                  <a:lnTo>
                    <a:pt x="2903447" y="71572"/>
                  </a:lnTo>
                  <a:lnTo>
                    <a:pt x="2907577" y="54719"/>
                  </a:lnTo>
                  <a:lnTo>
                    <a:pt x="2911707" y="49500"/>
                  </a:lnTo>
                  <a:lnTo>
                    <a:pt x="2915837" y="54609"/>
                  </a:lnTo>
                  <a:lnTo>
                    <a:pt x="2919967" y="54609"/>
                  </a:lnTo>
                  <a:lnTo>
                    <a:pt x="2924097" y="27847"/>
                  </a:lnTo>
                  <a:lnTo>
                    <a:pt x="2928227" y="33156"/>
                  </a:lnTo>
                  <a:lnTo>
                    <a:pt x="2932357" y="103233"/>
                  </a:lnTo>
                  <a:lnTo>
                    <a:pt x="2936487" y="62258"/>
                  </a:lnTo>
                  <a:lnTo>
                    <a:pt x="2940617" y="40559"/>
                  </a:lnTo>
                  <a:lnTo>
                    <a:pt x="2944747" y="39358"/>
                  </a:lnTo>
                  <a:lnTo>
                    <a:pt x="2948878" y="135382"/>
                  </a:lnTo>
                  <a:lnTo>
                    <a:pt x="2953008" y="134011"/>
                  </a:lnTo>
                  <a:lnTo>
                    <a:pt x="2957138" y="168277"/>
                  </a:lnTo>
                  <a:lnTo>
                    <a:pt x="2961268" y="132297"/>
                  </a:lnTo>
                  <a:lnTo>
                    <a:pt x="2965398" y="48226"/>
                  </a:lnTo>
                  <a:lnTo>
                    <a:pt x="2969528" y="44184"/>
                  </a:lnTo>
                  <a:lnTo>
                    <a:pt x="2973658" y="44184"/>
                  </a:lnTo>
                  <a:lnTo>
                    <a:pt x="2977788" y="44184"/>
                  </a:lnTo>
                  <a:lnTo>
                    <a:pt x="2981918" y="44184"/>
                  </a:lnTo>
                  <a:lnTo>
                    <a:pt x="2986048" y="53821"/>
                  </a:lnTo>
                  <a:lnTo>
                    <a:pt x="2990178" y="55277"/>
                  </a:lnTo>
                  <a:lnTo>
                    <a:pt x="2994308" y="53784"/>
                  </a:lnTo>
                  <a:lnTo>
                    <a:pt x="2998439" y="53821"/>
                  </a:lnTo>
                  <a:lnTo>
                    <a:pt x="3002569" y="57776"/>
                  </a:lnTo>
                  <a:lnTo>
                    <a:pt x="3006699" y="53821"/>
                  </a:lnTo>
                  <a:lnTo>
                    <a:pt x="3010829" y="53821"/>
                  </a:lnTo>
                  <a:lnTo>
                    <a:pt x="3014959" y="48139"/>
                  </a:lnTo>
                  <a:lnTo>
                    <a:pt x="3019089" y="48139"/>
                  </a:lnTo>
                  <a:lnTo>
                    <a:pt x="3023219" y="44184"/>
                  </a:lnTo>
                  <a:lnTo>
                    <a:pt x="3027349" y="55277"/>
                  </a:lnTo>
                  <a:lnTo>
                    <a:pt x="3031479" y="55277"/>
                  </a:lnTo>
                  <a:lnTo>
                    <a:pt x="3035609" y="44184"/>
                  </a:lnTo>
                  <a:lnTo>
                    <a:pt x="3039739" y="0"/>
                  </a:lnTo>
                  <a:lnTo>
                    <a:pt x="3043869" y="43211"/>
                  </a:lnTo>
                  <a:lnTo>
                    <a:pt x="3047999" y="45907"/>
                  </a:lnTo>
                  <a:lnTo>
                    <a:pt x="3052130" y="42414"/>
                  </a:lnTo>
                  <a:lnTo>
                    <a:pt x="3056260" y="70178"/>
                  </a:lnTo>
                  <a:lnTo>
                    <a:pt x="3060390" y="63672"/>
                  </a:lnTo>
                  <a:lnTo>
                    <a:pt x="3064520" y="48431"/>
                  </a:lnTo>
                  <a:lnTo>
                    <a:pt x="3068650" y="42763"/>
                  </a:lnTo>
                  <a:lnTo>
                    <a:pt x="3072780" y="43898"/>
                  </a:lnTo>
                  <a:lnTo>
                    <a:pt x="3076910" y="43898"/>
                  </a:lnTo>
                  <a:lnTo>
                    <a:pt x="3081040" y="43898"/>
                  </a:lnTo>
                  <a:lnTo>
                    <a:pt x="3085170" y="47458"/>
                  </a:lnTo>
                  <a:lnTo>
                    <a:pt x="3089300" y="47237"/>
                  </a:lnTo>
                  <a:lnTo>
                    <a:pt x="3093430" y="48693"/>
                  </a:lnTo>
                  <a:lnTo>
                    <a:pt x="3097560" y="43677"/>
                  </a:lnTo>
                  <a:lnTo>
                    <a:pt x="3101691" y="48988"/>
                  </a:lnTo>
                  <a:lnTo>
                    <a:pt x="3105821" y="47853"/>
                  </a:lnTo>
                  <a:lnTo>
                    <a:pt x="3109951" y="55790"/>
                  </a:lnTo>
                  <a:lnTo>
                    <a:pt x="3114081" y="54590"/>
                  </a:lnTo>
                  <a:lnTo>
                    <a:pt x="3118211" y="84257"/>
                  </a:lnTo>
                  <a:lnTo>
                    <a:pt x="3122341" y="75085"/>
                  </a:lnTo>
                  <a:lnTo>
                    <a:pt x="3126471" y="103634"/>
                  </a:lnTo>
                  <a:lnTo>
                    <a:pt x="3130601" y="225305"/>
                  </a:lnTo>
                  <a:lnTo>
                    <a:pt x="3134731" y="151686"/>
                  </a:lnTo>
                  <a:lnTo>
                    <a:pt x="3138861" y="47767"/>
                  </a:lnTo>
                  <a:lnTo>
                    <a:pt x="3142991" y="37201"/>
                  </a:lnTo>
                  <a:lnTo>
                    <a:pt x="3147121" y="37201"/>
                  </a:lnTo>
                  <a:lnTo>
                    <a:pt x="3151252" y="43784"/>
                  </a:lnTo>
                  <a:lnTo>
                    <a:pt x="3155382" y="32554"/>
                  </a:lnTo>
                  <a:lnTo>
                    <a:pt x="3159512" y="35487"/>
                  </a:lnTo>
                  <a:lnTo>
                    <a:pt x="3163642" y="37452"/>
                  </a:lnTo>
                  <a:lnTo>
                    <a:pt x="3167772" y="46135"/>
                  </a:lnTo>
                  <a:lnTo>
                    <a:pt x="3171902" y="56286"/>
                  </a:lnTo>
                  <a:lnTo>
                    <a:pt x="3176032" y="59797"/>
                  </a:lnTo>
                  <a:lnTo>
                    <a:pt x="3180162" y="56286"/>
                  </a:lnTo>
                  <a:lnTo>
                    <a:pt x="3184292" y="56286"/>
                  </a:lnTo>
                  <a:lnTo>
                    <a:pt x="3188422" y="60241"/>
                  </a:lnTo>
                  <a:lnTo>
                    <a:pt x="3192552" y="56286"/>
                  </a:lnTo>
                  <a:lnTo>
                    <a:pt x="3196682" y="56286"/>
                  </a:lnTo>
                  <a:lnTo>
                    <a:pt x="3200813" y="86040"/>
                  </a:lnTo>
                  <a:lnTo>
                    <a:pt x="3204943" y="164783"/>
                  </a:lnTo>
                  <a:lnTo>
                    <a:pt x="3209073" y="61695"/>
                  </a:lnTo>
                  <a:lnTo>
                    <a:pt x="3213203" y="69983"/>
                  </a:lnTo>
                  <a:lnTo>
                    <a:pt x="3217333" y="70939"/>
                  </a:lnTo>
                  <a:lnTo>
                    <a:pt x="3221463" y="54868"/>
                  </a:lnTo>
                  <a:lnTo>
                    <a:pt x="3225593" y="56286"/>
                  </a:lnTo>
                  <a:lnTo>
                    <a:pt x="3229723" y="56286"/>
                  </a:lnTo>
                  <a:lnTo>
                    <a:pt x="3233853" y="69434"/>
                  </a:lnTo>
                  <a:lnTo>
                    <a:pt x="3237983" y="66208"/>
                  </a:lnTo>
                  <a:lnTo>
                    <a:pt x="3242113" y="56286"/>
                  </a:lnTo>
                  <a:lnTo>
                    <a:pt x="3246243" y="56286"/>
                  </a:lnTo>
                  <a:lnTo>
                    <a:pt x="3250373" y="43748"/>
                  </a:lnTo>
                  <a:lnTo>
                    <a:pt x="3254504" y="47790"/>
                  </a:lnTo>
                  <a:lnTo>
                    <a:pt x="3258634" y="45830"/>
                  </a:lnTo>
                  <a:lnTo>
                    <a:pt x="3262764" y="45830"/>
                  </a:lnTo>
                  <a:lnTo>
                    <a:pt x="3266894" y="44374"/>
                  </a:lnTo>
                  <a:lnTo>
                    <a:pt x="3271024" y="44374"/>
                  </a:lnTo>
                  <a:lnTo>
                    <a:pt x="3275154" y="48635"/>
                  </a:lnTo>
                  <a:lnTo>
                    <a:pt x="3279284" y="45204"/>
                  </a:lnTo>
                  <a:lnTo>
                    <a:pt x="3283414" y="47703"/>
                  </a:lnTo>
                  <a:lnTo>
                    <a:pt x="3287544" y="43748"/>
                  </a:lnTo>
                  <a:lnTo>
                    <a:pt x="3291674" y="55940"/>
                  </a:lnTo>
                  <a:lnTo>
                    <a:pt x="3295804" y="55940"/>
                  </a:lnTo>
                  <a:lnTo>
                    <a:pt x="3299934" y="43748"/>
                  </a:lnTo>
                  <a:lnTo>
                    <a:pt x="3304065" y="43748"/>
                  </a:lnTo>
                  <a:lnTo>
                    <a:pt x="3308195" y="46135"/>
                  </a:lnTo>
                  <a:lnTo>
                    <a:pt x="3312325" y="42053"/>
                  </a:lnTo>
                  <a:lnTo>
                    <a:pt x="3316455" y="36528"/>
                  </a:lnTo>
                  <a:lnTo>
                    <a:pt x="3320585" y="69629"/>
                  </a:lnTo>
                  <a:lnTo>
                    <a:pt x="3324715" y="50257"/>
                  </a:lnTo>
                  <a:lnTo>
                    <a:pt x="3328845" y="53994"/>
                  </a:lnTo>
                  <a:lnTo>
                    <a:pt x="3332975" y="52835"/>
                  </a:lnTo>
                  <a:lnTo>
                    <a:pt x="3337105" y="150545"/>
                  </a:lnTo>
                  <a:lnTo>
                    <a:pt x="3341235" y="57502"/>
                  </a:lnTo>
                  <a:lnTo>
                    <a:pt x="3345365" y="53547"/>
                  </a:lnTo>
                  <a:lnTo>
                    <a:pt x="3349495" y="53547"/>
                  </a:lnTo>
                  <a:lnTo>
                    <a:pt x="3353626" y="64512"/>
                  </a:lnTo>
                  <a:lnTo>
                    <a:pt x="3357756" y="52788"/>
                  </a:lnTo>
                  <a:lnTo>
                    <a:pt x="3361886" y="51460"/>
                  </a:lnTo>
                  <a:lnTo>
                    <a:pt x="3366016" y="41823"/>
                  </a:lnTo>
                  <a:lnTo>
                    <a:pt x="3370146" y="41823"/>
                  </a:lnTo>
                  <a:lnTo>
                    <a:pt x="3374276" y="41823"/>
                  </a:lnTo>
                  <a:lnTo>
                    <a:pt x="3378406" y="36512"/>
                  </a:lnTo>
                  <a:lnTo>
                    <a:pt x="3382536" y="36512"/>
                  </a:lnTo>
                  <a:lnTo>
                    <a:pt x="3386666" y="36512"/>
                  </a:lnTo>
                  <a:lnTo>
                    <a:pt x="3390796" y="108844"/>
                  </a:lnTo>
                  <a:lnTo>
                    <a:pt x="3394926" y="198504"/>
                  </a:lnTo>
                  <a:lnTo>
                    <a:pt x="3399056" y="206715"/>
                  </a:lnTo>
                  <a:lnTo>
                    <a:pt x="3403186" y="221191"/>
                  </a:lnTo>
                  <a:lnTo>
                    <a:pt x="3407317" y="162898"/>
                  </a:lnTo>
                  <a:lnTo>
                    <a:pt x="3411447" y="36999"/>
                  </a:lnTo>
                  <a:lnTo>
                    <a:pt x="3415577" y="35286"/>
                  </a:lnTo>
                  <a:lnTo>
                    <a:pt x="3419707" y="22612"/>
                  </a:lnTo>
                  <a:lnTo>
                    <a:pt x="3423837" y="27779"/>
                  </a:lnTo>
                  <a:lnTo>
                    <a:pt x="3427967" y="23824"/>
                  </a:lnTo>
                  <a:lnTo>
                    <a:pt x="3432097" y="28800"/>
                  </a:lnTo>
                  <a:lnTo>
                    <a:pt x="3436227" y="28840"/>
                  </a:lnTo>
                  <a:lnTo>
                    <a:pt x="3440357" y="27384"/>
                  </a:lnTo>
                  <a:lnTo>
                    <a:pt x="3444487" y="27628"/>
                  </a:lnTo>
                  <a:lnTo>
                    <a:pt x="3448617" y="27500"/>
                  </a:lnTo>
                  <a:lnTo>
                    <a:pt x="3452747" y="27628"/>
                  </a:lnTo>
                  <a:lnTo>
                    <a:pt x="3456878" y="30127"/>
                  </a:lnTo>
                  <a:lnTo>
                    <a:pt x="3461008" y="30044"/>
                  </a:lnTo>
                  <a:lnTo>
                    <a:pt x="3465138" y="30127"/>
                  </a:lnTo>
                  <a:lnTo>
                    <a:pt x="3469268" y="27628"/>
                  </a:lnTo>
                  <a:lnTo>
                    <a:pt x="3473398" y="22988"/>
                  </a:lnTo>
                  <a:lnTo>
                    <a:pt x="3477528" y="19428"/>
                  </a:lnTo>
                  <a:lnTo>
                    <a:pt x="3481658" y="17972"/>
                  </a:lnTo>
                  <a:lnTo>
                    <a:pt x="3485788" y="17972"/>
                  </a:lnTo>
                  <a:lnTo>
                    <a:pt x="3489918" y="17972"/>
                  </a:lnTo>
                  <a:lnTo>
                    <a:pt x="3494048" y="21927"/>
                  </a:lnTo>
                  <a:lnTo>
                    <a:pt x="3498178" y="116617"/>
                  </a:lnTo>
                  <a:lnTo>
                    <a:pt x="3502308" y="73327"/>
                  </a:lnTo>
                  <a:lnTo>
                    <a:pt x="3506439" y="32358"/>
                  </a:lnTo>
                  <a:lnTo>
                    <a:pt x="3510569" y="31158"/>
                  </a:lnTo>
                  <a:lnTo>
                    <a:pt x="3514699" y="28403"/>
                  </a:lnTo>
                  <a:lnTo>
                    <a:pt x="3518829" y="26690"/>
                  </a:lnTo>
                  <a:lnTo>
                    <a:pt x="3522959" y="23195"/>
                  </a:lnTo>
                  <a:lnTo>
                    <a:pt x="3527089" y="23044"/>
                  </a:lnTo>
                  <a:lnTo>
                    <a:pt x="3531219" y="19428"/>
                  </a:lnTo>
                  <a:lnTo>
                    <a:pt x="3535349" y="22988"/>
                  </a:lnTo>
                  <a:lnTo>
                    <a:pt x="3539479" y="31800"/>
                  </a:lnTo>
                  <a:lnTo>
                    <a:pt x="3543609" y="22988"/>
                  </a:lnTo>
                  <a:lnTo>
                    <a:pt x="3547739" y="22860"/>
                  </a:lnTo>
                  <a:lnTo>
                    <a:pt x="3551869" y="17972"/>
                  </a:lnTo>
                  <a:lnTo>
                    <a:pt x="3555999" y="55821"/>
                  </a:lnTo>
                  <a:lnTo>
                    <a:pt x="3560130" y="205958"/>
                  </a:lnTo>
                  <a:lnTo>
                    <a:pt x="3564260" y="171998"/>
                  </a:lnTo>
                  <a:lnTo>
                    <a:pt x="3568390" y="165683"/>
                  </a:lnTo>
                  <a:lnTo>
                    <a:pt x="3572520" y="114178"/>
                  </a:lnTo>
                  <a:lnTo>
                    <a:pt x="3576650" y="42224"/>
                  </a:lnTo>
                  <a:lnTo>
                    <a:pt x="3580780" y="40444"/>
                  </a:lnTo>
                  <a:lnTo>
                    <a:pt x="3584910" y="26311"/>
                  </a:lnTo>
                  <a:lnTo>
                    <a:pt x="3589040" y="39235"/>
                  </a:lnTo>
                  <a:lnTo>
                    <a:pt x="3593170" y="37522"/>
                  </a:lnTo>
                  <a:lnTo>
                    <a:pt x="3597300" y="33918"/>
                  </a:lnTo>
                  <a:lnTo>
                    <a:pt x="3601430" y="35698"/>
                  </a:lnTo>
                  <a:lnTo>
                    <a:pt x="3605560" y="41487"/>
                  </a:lnTo>
                  <a:lnTo>
                    <a:pt x="3609691" y="47295"/>
                  </a:lnTo>
                  <a:lnTo>
                    <a:pt x="3613821" y="44362"/>
                  </a:lnTo>
                  <a:lnTo>
                    <a:pt x="3617951" y="47370"/>
                  </a:lnTo>
                  <a:lnTo>
                    <a:pt x="3622081" y="37595"/>
                  </a:lnTo>
                  <a:lnTo>
                    <a:pt x="3626211" y="37595"/>
                  </a:lnTo>
                  <a:lnTo>
                    <a:pt x="3630341" y="37117"/>
                  </a:lnTo>
                  <a:lnTo>
                    <a:pt x="3634471" y="37154"/>
                  </a:lnTo>
                  <a:lnTo>
                    <a:pt x="3638601" y="38610"/>
                  </a:lnTo>
                  <a:lnTo>
                    <a:pt x="3642731" y="37984"/>
                  </a:lnTo>
                  <a:lnTo>
                    <a:pt x="3646861" y="36528"/>
                  </a:lnTo>
                  <a:lnTo>
                    <a:pt x="3650991" y="36528"/>
                  </a:lnTo>
                  <a:lnTo>
                    <a:pt x="3655121" y="43606"/>
                  </a:lnTo>
                  <a:lnTo>
                    <a:pt x="3659252" y="45680"/>
                  </a:lnTo>
                  <a:lnTo>
                    <a:pt x="3663382" y="45680"/>
                  </a:lnTo>
                  <a:lnTo>
                    <a:pt x="3667512" y="51205"/>
                  </a:lnTo>
                  <a:lnTo>
                    <a:pt x="3671642" y="58177"/>
                  </a:lnTo>
                  <a:lnTo>
                    <a:pt x="3675772" y="57501"/>
                  </a:lnTo>
                  <a:lnTo>
                    <a:pt x="3679902" y="57501"/>
                  </a:lnTo>
                  <a:lnTo>
                    <a:pt x="3684032" y="59382"/>
                  </a:lnTo>
                  <a:lnTo>
                    <a:pt x="3688162" y="61095"/>
                  </a:lnTo>
                  <a:lnTo>
                    <a:pt x="3692292" y="70068"/>
                  </a:lnTo>
                  <a:lnTo>
                    <a:pt x="3696422" y="70068"/>
                  </a:lnTo>
                  <a:lnTo>
                    <a:pt x="3700552" y="84201"/>
                  </a:lnTo>
                  <a:lnTo>
                    <a:pt x="3704682" y="96808"/>
                  </a:lnTo>
                  <a:lnTo>
                    <a:pt x="3708813" y="134966"/>
                  </a:lnTo>
                  <a:lnTo>
                    <a:pt x="3712943" y="132049"/>
                  </a:lnTo>
                  <a:lnTo>
                    <a:pt x="3717073" y="217765"/>
                  </a:lnTo>
                  <a:lnTo>
                    <a:pt x="3721203" y="142763"/>
                  </a:lnTo>
                  <a:lnTo>
                    <a:pt x="3725333" y="85504"/>
                  </a:lnTo>
                  <a:lnTo>
                    <a:pt x="3729463" y="200710"/>
                  </a:lnTo>
                  <a:lnTo>
                    <a:pt x="3733593" y="136341"/>
                  </a:lnTo>
                  <a:lnTo>
                    <a:pt x="3737723" y="35003"/>
                  </a:lnTo>
                  <a:lnTo>
                    <a:pt x="3741853" y="28623"/>
                  </a:lnTo>
                  <a:lnTo>
                    <a:pt x="3745983" y="28623"/>
                  </a:lnTo>
                  <a:lnTo>
                    <a:pt x="3750113" y="43209"/>
                  </a:lnTo>
                  <a:lnTo>
                    <a:pt x="3754243" y="39649"/>
                  </a:lnTo>
                  <a:lnTo>
                    <a:pt x="3758373" y="39649"/>
                  </a:lnTo>
                  <a:lnTo>
                    <a:pt x="3762504" y="39649"/>
                  </a:lnTo>
                  <a:lnTo>
                    <a:pt x="3766634" y="39649"/>
                  </a:lnTo>
                  <a:lnTo>
                    <a:pt x="3770764" y="51841"/>
                  </a:lnTo>
                  <a:lnTo>
                    <a:pt x="3774894" y="87188"/>
                  </a:lnTo>
                  <a:lnTo>
                    <a:pt x="3779024" y="105276"/>
                  </a:lnTo>
                  <a:lnTo>
                    <a:pt x="3783154" y="232789"/>
                  </a:lnTo>
                  <a:lnTo>
                    <a:pt x="3787284" y="265319"/>
                  </a:lnTo>
                  <a:lnTo>
                    <a:pt x="3791414" y="140952"/>
                  </a:lnTo>
                  <a:lnTo>
                    <a:pt x="3795544" y="113029"/>
                  </a:lnTo>
                  <a:lnTo>
                    <a:pt x="3799674" y="114347"/>
                  </a:lnTo>
                  <a:lnTo>
                    <a:pt x="3803804" y="100214"/>
                  </a:lnTo>
                  <a:lnTo>
                    <a:pt x="3807934" y="105412"/>
                  </a:lnTo>
                  <a:lnTo>
                    <a:pt x="3812065" y="89490"/>
                  </a:lnTo>
                  <a:lnTo>
                    <a:pt x="3816195" y="73475"/>
                  </a:lnTo>
                  <a:lnTo>
                    <a:pt x="3820325" y="73475"/>
                  </a:lnTo>
                  <a:lnTo>
                    <a:pt x="3824455" y="74931"/>
                  </a:lnTo>
                  <a:lnTo>
                    <a:pt x="3828585" y="76987"/>
                  </a:lnTo>
                  <a:lnTo>
                    <a:pt x="3832715" y="83332"/>
                  </a:lnTo>
                  <a:lnTo>
                    <a:pt x="3836845" y="73475"/>
                  </a:lnTo>
                  <a:lnTo>
                    <a:pt x="3840975" y="80990"/>
                  </a:lnTo>
                  <a:lnTo>
                    <a:pt x="3845105" y="75558"/>
                  </a:lnTo>
                  <a:lnTo>
                    <a:pt x="3849235" y="75430"/>
                  </a:lnTo>
                  <a:lnTo>
                    <a:pt x="3853365" y="75558"/>
                  </a:lnTo>
                  <a:lnTo>
                    <a:pt x="3857495" y="73475"/>
                  </a:lnTo>
                  <a:lnTo>
                    <a:pt x="3861626" y="89968"/>
                  </a:lnTo>
                  <a:lnTo>
                    <a:pt x="3865756" y="86013"/>
                  </a:lnTo>
                  <a:lnTo>
                    <a:pt x="3869886" y="87469"/>
                  </a:lnTo>
                  <a:lnTo>
                    <a:pt x="3874016" y="86013"/>
                  </a:lnTo>
                  <a:lnTo>
                    <a:pt x="3878146" y="86013"/>
                  </a:lnTo>
                  <a:lnTo>
                    <a:pt x="3882276" y="86013"/>
                  </a:lnTo>
                  <a:lnTo>
                    <a:pt x="3886406" y="87411"/>
                  </a:lnTo>
                  <a:lnTo>
                    <a:pt x="3890536" y="87853"/>
                  </a:lnTo>
                  <a:lnTo>
                    <a:pt x="3894666" y="223784"/>
                  </a:lnTo>
                  <a:lnTo>
                    <a:pt x="3898796" y="256973"/>
                  </a:lnTo>
                  <a:lnTo>
                    <a:pt x="3902926" y="164003"/>
                  </a:lnTo>
                  <a:lnTo>
                    <a:pt x="3907056" y="78642"/>
                  </a:lnTo>
                  <a:lnTo>
                    <a:pt x="3911186" y="72741"/>
                  </a:lnTo>
                  <a:lnTo>
                    <a:pt x="3915317" y="57760"/>
                  </a:lnTo>
                  <a:lnTo>
                    <a:pt x="3919447" y="59216"/>
                  </a:lnTo>
                  <a:lnTo>
                    <a:pt x="3923577" y="45801"/>
                  </a:lnTo>
                  <a:lnTo>
                    <a:pt x="3927707" y="45801"/>
                  </a:lnTo>
                  <a:lnTo>
                    <a:pt x="3931837" y="45801"/>
                  </a:lnTo>
                  <a:lnTo>
                    <a:pt x="3935967" y="47013"/>
                  </a:lnTo>
                  <a:lnTo>
                    <a:pt x="3940097" y="47013"/>
                  </a:lnTo>
                  <a:lnTo>
                    <a:pt x="3944227" y="48603"/>
                  </a:lnTo>
                  <a:lnTo>
                    <a:pt x="3948357" y="47147"/>
                  </a:lnTo>
                  <a:lnTo>
                    <a:pt x="3952487" y="47147"/>
                  </a:lnTo>
                  <a:lnTo>
                    <a:pt x="3956617" y="47147"/>
                  </a:lnTo>
                  <a:lnTo>
                    <a:pt x="3960747" y="46667"/>
                  </a:lnTo>
                  <a:lnTo>
                    <a:pt x="3964878" y="74689"/>
                  </a:lnTo>
                  <a:lnTo>
                    <a:pt x="3969008" y="83629"/>
                  </a:lnTo>
                  <a:lnTo>
                    <a:pt x="3973138" y="97762"/>
                  </a:lnTo>
                  <a:lnTo>
                    <a:pt x="3977268" y="100187"/>
                  </a:lnTo>
                  <a:lnTo>
                    <a:pt x="3981398" y="61837"/>
                  </a:lnTo>
                  <a:lnTo>
                    <a:pt x="3985528" y="47169"/>
                  </a:lnTo>
                  <a:lnTo>
                    <a:pt x="3989658" y="45456"/>
                  </a:lnTo>
                  <a:lnTo>
                    <a:pt x="3993788" y="33263"/>
                  </a:lnTo>
                  <a:lnTo>
                    <a:pt x="3997918" y="28623"/>
                  </a:lnTo>
                  <a:lnTo>
                    <a:pt x="4002048" y="30079"/>
                  </a:lnTo>
                  <a:lnTo>
                    <a:pt x="4006178" y="30079"/>
                  </a:lnTo>
                  <a:lnTo>
                    <a:pt x="4010308" y="30577"/>
                  </a:lnTo>
                  <a:lnTo>
                    <a:pt x="4014439" y="29212"/>
                  </a:lnTo>
                  <a:lnTo>
                    <a:pt x="4018569" y="29249"/>
                  </a:lnTo>
                  <a:lnTo>
                    <a:pt x="4022699" y="30705"/>
                  </a:lnTo>
                  <a:lnTo>
                    <a:pt x="4026829" y="32071"/>
                  </a:lnTo>
                  <a:lnTo>
                    <a:pt x="4030959" y="26282"/>
                  </a:lnTo>
                  <a:lnTo>
                    <a:pt x="4035089" y="26659"/>
                  </a:lnTo>
                  <a:lnTo>
                    <a:pt x="4039219" y="20758"/>
                  </a:lnTo>
                  <a:lnTo>
                    <a:pt x="4043349" y="74296"/>
                  </a:lnTo>
                  <a:lnTo>
                    <a:pt x="4047479" y="219644"/>
                  </a:lnTo>
                  <a:lnTo>
                    <a:pt x="4051609" y="215747"/>
                  </a:lnTo>
                  <a:lnTo>
                    <a:pt x="4055739" y="163833"/>
                  </a:lnTo>
                  <a:lnTo>
                    <a:pt x="4059869" y="86185"/>
                  </a:lnTo>
                  <a:lnTo>
                    <a:pt x="4063999" y="148157"/>
                  </a:lnTo>
                  <a:lnTo>
                    <a:pt x="4068130" y="257407"/>
                  </a:lnTo>
                  <a:lnTo>
                    <a:pt x="4072260" y="333714"/>
                  </a:lnTo>
                  <a:lnTo>
                    <a:pt x="4076390" y="381826"/>
                  </a:lnTo>
                  <a:lnTo>
                    <a:pt x="4080520" y="319158"/>
                  </a:lnTo>
                  <a:lnTo>
                    <a:pt x="4084650" y="372678"/>
                  </a:lnTo>
                  <a:lnTo>
                    <a:pt x="4088780" y="397533"/>
                  </a:lnTo>
                  <a:lnTo>
                    <a:pt x="4092910" y="283455"/>
                  </a:lnTo>
                  <a:lnTo>
                    <a:pt x="4097040" y="379936"/>
                  </a:lnTo>
                  <a:lnTo>
                    <a:pt x="4101170" y="384916"/>
                  </a:lnTo>
                  <a:lnTo>
                    <a:pt x="4105300" y="331823"/>
                  </a:lnTo>
                  <a:lnTo>
                    <a:pt x="4109430" y="284022"/>
                  </a:lnTo>
                  <a:lnTo>
                    <a:pt x="4113560" y="228549"/>
                  </a:lnTo>
                  <a:lnTo>
                    <a:pt x="4117691" y="189969"/>
                  </a:lnTo>
                  <a:lnTo>
                    <a:pt x="4121821" y="144853"/>
                  </a:lnTo>
                  <a:lnTo>
                    <a:pt x="4125951" y="151593"/>
                  </a:lnTo>
                  <a:lnTo>
                    <a:pt x="4130081" y="59510"/>
                  </a:lnTo>
                  <a:lnTo>
                    <a:pt x="4134211" y="25705"/>
                  </a:lnTo>
                  <a:lnTo>
                    <a:pt x="4138341" y="16986"/>
                  </a:lnTo>
                  <a:lnTo>
                    <a:pt x="4142471" y="16986"/>
                  </a:lnTo>
                  <a:lnTo>
                    <a:pt x="4146601" y="18442"/>
                  </a:lnTo>
                  <a:lnTo>
                    <a:pt x="4150731" y="22002"/>
                  </a:lnTo>
                  <a:lnTo>
                    <a:pt x="4154861" y="22331"/>
                  </a:lnTo>
                  <a:lnTo>
                    <a:pt x="4158991" y="22331"/>
                  </a:lnTo>
                  <a:lnTo>
                    <a:pt x="4163121" y="22331"/>
                  </a:lnTo>
                  <a:lnTo>
                    <a:pt x="4167252" y="22331"/>
                  </a:lnTo>
                  <a:lnTo>
                    <a:pt x="4171382" y="22331"/>
                  </a:lnTo>
                  <a:lnTo>
                    <a:pt x="4175512" y="22002"/>
                  </a:lnTo>
                  <a:lnTo>
                    <a:pt x="4179642" y="16986"/>
                  </a:lnTo>
                  <a:lnTo>
                    <a:pt x="4183772" y="20941"/>
                  </a:lnTo>
                  <a:lnTo>
                    <a:pt x="4187902" y="25705"/>
                  </a:lnTo>
                  <a:lnTo>
                    <a:pt x="4192032" y="25705"/>
                  </a:lnTo>
                  <a:lnTo>
                    <a:pt x="4196162" y="27418"/>
                  </a:lnTo>
                  <a:lnTo>
                    <a:pt x="4200292" y="26217"/>
                  </a:lnTo>
                  <a:lnTo>
                    <a:pt x="4204422" y="38405"/>
                  </a:lnTo>
                  <a:lnTo>
                    <a:pt x="4208552" y="47057"/>
                  </a:lnTo>
                  <a:lnTo>
                    <a:pt x="4212682" y="84628"/>
                  </a:lnTo>
                  <a:lnTo>
                    <a:pt x="4216813" y="84628"/>
                  </a:lnTo>
                  <a:lnTo>
                    <a:pt x="4220943" y="134492"/>
                  </a:lnTo>
                  <a:lnTo>
                    <a:pt x="4225073" y="238133"/>
                  </a:lnTo>
                  <a:lnTo>
                    <a:pt x="4229203" y="135131"/>
                  </a:lnTo>
                  <a:lnTo>
                    <a:pt x="4233333" y="92259"/>
                  </a:lnTo>
                  <a:lnTo>
                    <a:pt x="4237463" y="54570"/>
                  </a:lnTo>
                  <a:lnTo>
                    <a:pt x="4241593" y="45918"/>
                  </a:lnTo>
                  <a:lnTo>
                    <a:pt x="4245723" y="49181"/>
                  </a:lnTo>
                  <a:lnTo>
                    <a:pt x="4249853" y="72594"/>
                  </a:lnTo>
                  <a:lnTo>
                    <a:pt x="4253983" y="50381"/>
                  </a:lnTo>
                  <a:lnTo>
                    <a:pt x="4258113" y="48190"/>
                  </a:lnTo>
                  <a:lnTo>
                    <a:pt x="4262243" y="33770"/>
                  </a:lnTo>
                  <a:lnTo>
                    <a:pt x="4266373" y="29815"/>
                  </a:lnTo>
                  <a:lnTo>
                    <a:pt x="4270504" y="31898"/>
                  </a:lnTo>
                  <a:lnTo>
                    <a:pt x="4274634" y="39294"/>
                  </a:lnTo>
                  <a:lnTo>
                    <a:pt x="4278764" y="40771"/>
                  </a:lnTo>
                  <a:lnTo>
                    <a:pt x="4282894" y="46353"/>
                  </a:lnTo>
                  <a:lnTo>
                    <a:pt x="4287024" y="35893"/>
                  </a:lnTo>
                  <a:lnTo>
                    <a:pt x="4291154" y="53813"/>
                  </a:lnTo>
                  <a:lnTo>
                    <a:pt x="4295284" y="65717"/>
                  </a:lnTo>
                  <a:lnTo>
                    <a:pt x="4299414" y="172168"/>
                  </a:lnTo>
                  <a:lnTo>
                    <a:pt x="4303544" y="223047"/>
                  </a:lnTo>
                  <a:lnTo>
                    <a:pt x="4307674" y="240037"/>
                  </a:lnTo>
                  <a:lnTo>
                    <a:pt x="4311804" y="230215"/>
                  </a:lnTo>
                  <a:lnTo>
                    <a:pt x="4315934" y="267229"/>
                  </a:lnTo>
                  <a:lnTo>
                    <a:pt x="4320065" y="275881"/>
                  </a:lnTo>
                  <a:lnTo>
                    <a:pt x="4324195" y="214553"/>
                  </a:lnTo>
                  <a:lnTo>
                    <a:pt x="4328325" y="236640"/>
                  </a:lnTo>
                  <a:lnTo>
                    <a:pt x="4332455" y="238223"/>
                  </a:lnTo>
                  <a:lnTo>
                    <a:pt x="4336585" y="291791"/>
                  </a:lnTo>
                  <a:lnTo>
                    <a:pt x="4340715" y="245095"/>
                  </a:lnTo>
                  <a:lnTo>
                    <a:pt x="4344845" y="203652"/>
                  </a:lnTo>
                  <a:lnTo>
                    <a:pt x="4348975" y="250780"/>
                  </a:lnTo>
                  <a:lnTo>
                    <a:pt x="4353105" y="204549"/>
                  </a:lnTo>
                  <a:lnTo>
                    <a:pt x="4357235" y="195897"/>
                  </a:lnTo>
                  <a:lnTo>
                    <a:pt x="4361365" y="194075"/>
                  </a:lnTo>
                  <a:lnTo>
                    <a:pt x="4365495" y="191650"/>
                  </a:lnTo>
                  <a:lnTo>
                    <a:pt x="4369626" y="139068"/>
                  </a:lnTo>
                  <a:lnTo>
                    <a:pt x="4373756" y="111046"/>
                  </a:lnTo>
                  <a:lnTo>
                    <a:pt x="4377886" y="96798"/>
                  </a:lnTo>
                  <a:lnTo>
                    <a:pt x="4382016" y="90964"/>
                  </a:lnTo>
                  <a:lnTo>
                    <a:pt x="4386146" y="90964"/>
                  </a:lnTo>
                  <a:lnTo>
                    <a:pt x="4390276" y="83263"/>
                  </a:lnTo>
                  <a:lnTo>
                    <a:pt x="4394406" y="87218"/>
                  </a:lnTo>
                  <a:lnTo>
                    <a:pt x="4398536" y="100275"/>
                  </a:lnTo>
                  <a:lnTo>
                    <a:pt x="4402666" y="189976"/>
                  </a:lnTo>
                  <a:lnTo>
                    <a:pt x="4406796" y="204426"/>
                  </a:lnTo>
                  <a:lnTo>
                    <a:pt x="4410926" y="166797"/>
                  </a:lnTo>
                  <a:lnTo>
                    <a:pt x="4415056" y="219130"/>
                  </a:lnTo>
                  <a:lnTo>
                    <a:pt x="4419186" y="225068"/>
                  </a:lnTo>
                  <a:lnTo>
                    <a:pt x="4423317" y="122915"/>
                  </a:lnTo>
                  <a:lnTo>
                    <a:pt x="4427447" y="112042"/>
                  </a:lnTo>
                  <a:lnTo>
                    <a:pt x="4431577" y="117208"/>
                  </a:lnTo>
                  <a:lnTo>
                    <a:pt x="4435707" y="84017"/>
                  </a:lnTo>
                  <a:lnTo>
                    <a:pt x="4439837" y="86738"/>
                  </a:lnTo>
                  <a:lnTo>
                    <a:pt x="4443967" y="90249"/>
                  </a:lnTo>
                  <a:lnTo>
                    <a:pt x="4448097" y="84850"/>
                  </a:lnTo>
                  <a:lnTo>
                    <a:pt x="4452227" y="82640"/>
                  </a:lnTo>
                  <a:lnTo>
                    <a:pt x="4456357" y="82640"/>
                  </a:lnTo>
                  <a:lnTo>
                    <a:pt x="4460487" y="82011"/>
                  </a:lnTo>
                  <a:lnTo>
                    <a:pt x="4464617" y="85966"/>
                  </a:lnTo>
                  <a:lnTo>
                    <a:pt x="4468747" y="92741"/>
                  </a:lnTo>
                  <a:lnTo>
                    <a:pt x="4472878" y="102053"/>
                  </a:lnTo>
                  <a:lnTo>
                    <a:pt x="4477008" y="104478"/>
                  </a:lnTo>
                  <a:lnTo>
                    <a:pt x="4481138" y="85816"/>
                  </a:lnTo>
                  <a:lnTo>
                    <a:pt x="4485268" y="120405"/>
                  </a:lnTo>
                  <a:lnTo>
                    <a:pt x="4489398" y="131482"/>
                  </a:lnTo>
                  <a:lnTo>
                    <a:pt x="4493528" y="211121"/>
                  </a:lnTo>
                  <a:lnTo>
                    <a:pt x="4497658" y="204213"/>
                  </a:lnTo>
                  <a:lnTo>
                    <a:pt x="4501788" y="207618"/>
                  </a:lnTo>
                  <a:lnTo>
                    <a:pt x="4505918" y="258487"/>
                  </a:lnTo>
                  <a:lnTo>
                    <a:pt x="4510048" y="282296"/>
                  </a:lnTo>
                  <a:lnTo>
                    <a:pt x="4514178" y="294077"/>
                  </a:lnTo>
                  <a:lnTo>
                    <a:pt x="4518308" y="313313"/>
                  </a:lnTo>
                  <a:lnTo>
                    <a:pt x="4522439" y="381492"/>
                  </a:lnTo>
                  <a:lnTo>
                    <a:pt x="4526569" y="404440"/>
                  </a:lnTo>
                  <a:lnTo>
                    <a:pt x="4530699" y="403771"/>
                  </a:lnTo>
                  <a:lnTo>
                    <a:pt x="4534829" y="350091"/>
                  </a:lnTo>
                  <a:lnTo>
                    <a:pt x="4538959" y="415535"/>
                  </a:lnTo>
                  <a:lnTo>
                    <a:pt x="4543089" y="377340"/>
                  </a:lnTo>
                  <a:lnTo>
                    <a:pt x="4547219" y="392263"/>
                  </a:lnTo>
                  <a:lnTo>
                    <a:pt x="4551349" y="339672"/>
                  </a:lnTo>
                  <a:lnTo>
                    <a:pt x="4555479" y="242974"/>
                  </a:lnTo>
                  <a:lnTo>
                    <a:pt x="4559609" y="222631"/>
                  </a:lnTo>
                  <a:lnTo>
                    <a:pt x="4563739" y="206910"/>
                  </a:lnTo>
                  <a:lnTo>
                    <a:pt x="4567869" y="162864"/>
                  </a:lnTo>
                  <a:lnTo>
                    <a:pt x="4571999" y="173437"/>
                  </a:lnTo>
                  <a:lnTo>
                    <a:pt x="4576130" y="170204"/>
                  </a:lnTo>
                  <a:lnTo>
                    <a:pt x="4580260" y="166268"/>
                  </a:lnTo>
                  <a:lnTo>
                    <a:pt x="4584390" y="166268"/>
                  </a:lnTo>
                  <a:lnTo>
                    <a:pt x="4588520" y="174123"/>
                  </a:lnTo>
                  <a:lnTo>
                    <a:pt x="4592650" y="174452"/>
                  </a:lnTo>
                  <a:lnTo>
                    <a:pt x="4596780" y="160755"/>
                  </a:lnTo>
                  <a:lnTo>
                    <a:pt x="4600910" y="240716"/>
                  </a:lnTo>
                  <a:lnTo>
                    <a:pt x="4605040" y="177213"/>
                  </a:lnTo>
                  <a:lnTo>
                    <a:pt x="4609170" y="196559"/>
                  </a:lnTo>
                  <a:lnTo>
                    <a:pt x="4613300" y="258583"/>
                  </a:lnTo>
                  <a:lnTo>
                    <a:pt x="4617430" y="223150"/>
                  </a:lnTo>
                  <a:lnTo>
                    <a:pt x="4621560" y="212398"/>
                  </a:lnTo>
                  <a:lnTo>
                    <a:pt x="4625691" y="223248"/>
                  </a:lnTo>
                  <a:lnTo>
                    <a:pt x="4629821" y="339354"/>
                  </a:lnTo>
                  <a:lnTo>
                    <a:pt x="4633951" y="353432"/>
                  </a:lnTo>
                  <a:lnTo>
                    <a:pt x="4638081" y="382592"/>
                  </a:lnTo>
                  <a:lnTo>
                    <a:pt x="4642211" y="426161"/>
                  </a:lnTo>
                  <a:lnTo>
                    <a:pt x="4646341" y="392894"/>
                  </a:lnTo>
                  <a:lnTo>
                    <a:pt x="4650471" y="387452"/>
                  </a:lnTo>
                  <a:lnTo>
                    <a:pt x="4654601" y="336822"/>
                  </a:lnTo>
                  <a:lnTo>
                    <a:pt x="4658731" y="200207"/>
                  </a:lnTo>
                  <a:lnTo>
                    <a:pt x="4662861" y="269418"/>
                  </a:lnTo>
                  <a:lnTo>
                    <a:pt x="4666991" y="256931"/>
                  </a:lnTo>
                  <a:lnTo>
                    <a:pt x="4671121" y="256722"/>
                  </a:lnTo>
                  <a:lnTo>
                    <a:pt x="4675252" y="263153"/>
                  </a:lnTo>
                  <a:lnTo>
                    <a:pt x="4679382" y="263173"/>
                  </a:lnTo>
                  <a:lnTo>
                    <a:pt x="4683512" y="246092"/>
                  </a:lnTo>
                  <a:lnTo>
                    <a:pt x="4687642" y="139642"/>
                  </a:lnTo>
                  <a:lnTo>
                    <a:pt x="4691772" y="154106"/>
                  </a:lnTo>
                  <a:lnTo>
                    <a:pt x="4695902" y="152628"/>
                  </a:lnTo>
                  <a:lnTo>
                    <a:pt x="4700032" y="153540"/>
                  </a:lnTo>
                  <a:lnTo>
                    <a:pt x="4704162" y="173636"/>
                  </a:lnTo>
                  <a:lnTo>
                    <a:pt x="4708292" y="221494"/>
                  </a:lnTo>
                  <a:lnTo>
                    <a:pt x="4712422" y="183972"/>
                  </a:lnTo>
                  <a:lnTo>
                    <a:pt x="4716552" y="184780"/>
                  </a:lnTo>
                  <a:lnTo>
                    <a:pt x="4720682" y="176156"/>
                  </a:lnTo>
                  <a:lnTo>
                    <a:pt x="4724813" y="222658"/>
                  </a:lnTo>
                  <a:lnTo>
                    <a:pt x="4728943" y="275271"/>
                  </a:lnTo>
                  <a:lnTo>
                    <a:pt x="4733073" y="316832"/>
                  </a:lnTo>
                  <a:lnTo>
                    <a:pt x="4737203" y="429621"/>
                  </a:lnTo>
                  <a:lnTo>
                    <a:pt x="4741333" y="443744"/>
                  </a:lnTo>
                  <a:lnTo>
                    <a:pt x="4745463" y="430267"/>
                  </a:lnTo>
                  <a:lnTo>
                    <a:pt x="4749593" y="429457"/>
                  </a:lnTo>
                  <a:lnTo>
                    <a:pt x="4753723" y="452544"/>
                  </a:lnTo>
                  <a:lnTo>
                    <a:pt x="4757853" y="543165"/>
                  </a:lnTo>
                  <a:lnTo>
                    <a:pt x="4761983" y="554508"/>
                  </a:lnTo>
                  <a:lnTo>
                    <a:pt x="4766113" y="595659"/>
                  </a:lnTo>
                  <a:lnTo>
                    <a:pt x="4770243" y="578231"/>
                  </a:lnTo>
                  <a:lnTo>
                    <a:pt x="4774373" y="534280"/>
                  </a:lnTo>
                  <a:lnTo>
                    <a:pt x="4778504" y="537041"/>
                  </a:lnTo>
                  <a:lnTo>
                    <a:pt x="4782634" y="598807"/>
                  </a:lnTo>
                  <a:lnTo>
                    <a:pt x="4786764" y="632684"/>
                  </a:lnTo>
                  <a:lnTo>
                    <a:pt x="4790894" y="646075"/>
                  </a:lnTo>
                  <a:lnTo>
                    <a:pt x="4795024" y="654430"/>
                  </a:lnTo>
                  <a:lnTo>
                    <a:pt x="4799154" y="640186"/>
                  </a:lnTo>
                  <a:lnTo>
                    <a:pt x="4803284" y="614626"/>
                  </a:lnTo>
                  <a:lnTo>
                    <a:pt x="4807414" y="627555"/>
                  </a:lnTo>
                  <a:lnTo>
                    <a:pt x="4811544" y="594590"/>
                  </a:lnTo>
                  <a:lnTo>
                    <a:pt x="4815674" y="557609"/>
                  </a:lnTo>
                  <a:lnTo>
                    <a:pt x="4819804" y="532298"/>
                  </a:lnTo>
                  <a:lnTo>
                    <a:pt x="4823934" y="514004"/>
                  </a:lnTo>
                  <a:lnTo>
                    <a:pt x="4828065" y="554263"/>
                  </a:lnTo>
                  <a:lnTo>
                    <a:pt x="4832195" y="529871"/>
                  </a:lnTo>
                  <a:lnTo>
                    <a:pt x="4836325" y="486665"/>
                  </a:lnTo>
                  <a:lnTo>
                    <a:pt x="4840455" y="418446"/>
                  </a:lnTo>
                  <a:lnTo>
                    <a:pt x="4844585" y="404113"/>
                  </a:lnTo>
                  <a:lnTo>
                    <a:pt x="4848715" y="451179"/>
                  </a:lnTo>
                  <a:lnTo>
                    <a:pt x="4852845" y="415033"/>
                  </a:lnTo>
                  <a:lnTo>
                    <a:pt x="4856975" y="329412"/>
                  </a:lnTo>
                  <a:lnTo>
                    <a:pt x="4861105" y="340537"/>
                  </a:lnTo>
                  <a:lnTo>
                    <a:pt x="4865235" y="234844"/>
                  </a:lnTo>
                  <a:lnTo>
                    <a:pt x="4869365" y="184093"/>
                  </a:lnTo>
                  <a:lnTo>
                    <a:pt x="4873495" y="139247"/>
                  </a:lnTo>
                  <a:lnTo>
                    <a:pt x="4877626" y="151317"/>
                  </a:lnTo>
                  <a:lnTo>
                    <a:pt x="4881756" y="155890"/>
                  </a:lnTo>
                  <a:lnTo>
                    <a:pt x="4885886" y="113827"/>
                  </a:lnTo>
                  <a:lnTo>
                    <a:pt x="4890016" y="91224"/>
                  </a:lnTo>
                  <a:lnTo>
                    <a:pt x="4894146" y="84102"/>
                  </a:lnTo>
                  <a:lnTo>
                    <a:pt x="4898276" y="84488"/>
                  </a:lnTo>
                  <a:lnTo>
                    <a:pt x="4902406" y="92743"/>
                  </a:lnTo>
                  <a:lnTo>
                    <a:pt x="4906536" y="95676"/>
                  </a:lnTo>
                  <a:lnTo>
                    <a:pt x="4910666" y="90789"/>
                  </a:lnTo>
                  <a:lnTo>
                    <a:pt x="4914796" y="90789"/>
                  </a:lnTo>
                  <a:lnTo>
                    <a:pt x="4918926" y="90159"/>
                  </a:lnTo>
                  <a:lnTo>
                    <a:pt x="4923056" y="100541"/>
                  </a:lnTo>
                  <a:lnTo>
                    <a:pt x="4927186" y="95195"/>
                  </a:lnTo>
                  <a:lnTo>
                    <a:pt x="4931317" y="76676"/>
                  </a:lnTo>
                  <a:lnTo>
                    <a:pt x="4935447" y="120200"/>
                  </a:lnTo>
                  <a:lnTo>
                    <a:pt x="4939577" y="140616"/>
                  </a:lnTo>
                  <a:lnTo>
                    <a:pt x="4943707" y="151693"/>
                  </a:lnTo>
                  <a:lnTo>
                    <a:pt x="4947837" y="156807"/>
                  </a:lnTo>
                  <a:lnTo>
                    <a:pt x="4951967" y="141775"/>
                  </a:lnTo>
                  <a:lnTo>
                    <a:pt x="4956097" y="105241"/>
                  </a:lnTo>
                  <a:lnTo>
                    <a:pt x="4960227" y="114826"/>
                  </a:lnTo>
                  <a:lnTo>
                    <a:pt x="4964357" y="90386"/>
                  </a:lnTo>
                  <a:lnTo>
                    <a:pt x="4968487" y="70962"/>
                  </a:lnTo>
                  <a:lnTo>
                    <a:pt x="4972617" y="70962"/>
                  </a:lnTo>
                  <a:lnTo>
                    <a:pt x="4976747" y="63262"/>
                  </a:lnTo>
                  <a:lnTo>
                    <a:pt x="4980878" y="64590"/>
                  </a:lnTo>
                  <a:lnTo>
                    <a:pt x="4985008" y="64462"/>
                  </a:lnTo>
                  <a:lnTo>
                    <a:pt x="4989138" y="62508"/>
                  </a:lnTo>
                  <a:lnTo>
                    <a:pt x="4993268" y="63577"/>
                  </a:lnTo>
                  <a:lnTo>
                    <a:pt x="4997398" y="57197"/>
                  </a:lnTo>
                  <a:lnTo>
                    <a:pt x="5001528" y="72910"/>
                  </a:lnTo>
                  <a:lnTo>
                    <a:pt x="5005658" y="79875"/>
                  </a:lnTo>
                  <a:lnTo>
                    <a:pt x="5009788" y="74147"/>
                  </a:lnTo>
                  <a:lnTo>
                    <a:pt x="5013918" y="76572"/>
                  </a:lnTo>
                  <a:lnTo>
                    <a:pt x="5018048" y="107206"/>
                  </a:lnTo>
                  <a:lnTo>
                    <a:pt x="5022178" y="70192"/>
                  </a:lnTo>
                  <a:lnTo>
                    <a:pt x="5026308" y="81307"/>
                  </a:lnTo>
                  <a:lnTo>
                    <a:pt x="5030439" y="76989"/>
                  </a:lnTo>
                  <a:lnTo>
                    <a:pt x="5034569" y="89112"/>
                  </a:lnTo>
                  <a:lnTo>
                    <a:pt x="5038699" y="89112"/>
                  </a:lnTo>
                  <a:lnTo>
                    <a:pt x="5042829" y="63400"/>
                  </a:lnTo>
                  <a:lnTo>
                    <a:pt x="5046959" y="60579"/>
                  </a:lnTo>
                  <a:lnTo>
                    <a:pt x="5051089" y="62035"/>
                  </a:lnTo>
                  <a:lnTo>
                    <a:pt x="5055219" y="62035"/>
                  </a:lnTo>
                  <a:lnTo>
                    <a:pt x="5059349" y="61289"/>
                  </a:lnTo>
                  <a:lnTo>
                    <a:pt x="5063479" y="62035"/>
                  </a:lnTo>
                  <a:lnTo>
                    <a:pt x="5067609" y="57020"/>
                  </a:lnTo>
                  <a:lnTo>
                    <a:pt x="5071739" y="57020"/>
                  </a:lnTo>
                  <a:lnTo>
                    <a:pt x="5075869" y="57020"/>
                  </a:lnTo>
                  <a:lnTo>
                    <a:pt x="5079999" y="57020"/>
                  </a:lnTo>
                  <a:lnTo>
                    <a:pt x="5084130" y="74564"/>
                  </a:lnTo>
                  <a:lnTo>
                    <a:pt x="5088260" y="54914"/>
                  </a:lnTo>
                  <a:lnTo>
                    <a:pt x="5092390" y="50959"/>
                  </a:lnTo>
                  <a:lnTo>
                    <a:pt x="5096520" y="52415"/>
                  </a:lnTo>
                  <a:lnTo>
                    <a:pt x="5100650" y="54519"/>
                  </a:lnTo>
                  <a:lnTo>
                    <a:pt x="5104780" y="50959"/>
                  </a:lnTo>
                  <a:lnTo>
                    <a:pt x="5108910" y="47677"/>
                  </a:lnTo>
                  <a:lnTo>
                    <a:pt x="5113040" y="51015"/>
                  </a:lnTo>
                  <a:lnTo>
                    <a:pt x="5117170" y="49813"/>
                  </a:lnTo>
                  <a:lnTo>
                    <a:pt x="5121300" y="49813"/>
                  </a:lnTo>
                  <a:lnTo>
                    <a:pt x="5125430" y="44081"/>
                  </a:lnTo>
                  <a:lnTo>
                    <a:pt x="5129560" y="40821"/>
                  </a:lnTo>
                  <a:lnTo>
                    <a:pt x="5133691" y="37485"/>
                  </a:lnTo>
                  <a:lnTo>
                    <a:pt x="5137821" y="37485"/>
                  </a:lnTo>
                  <a:lnTo>
                    <a:pt x="5141951" y="55457"/>
                  </a:lnTo>
                  <a:lnTo>
                    <a:pt x="5146081" y="57131"/>
                  </a:lnTo>
                  <a:lnTo>
                    <a:pt x="5150211" y="55872"/>
                  </a:lnTo>
                  <a:lnTo>
                    <a:pt x="5154341" y="93640"/>
                  </a:lnTo>
                  <a:lnTo>
                    <a:pt x="5158471" y="94648"/>
                  </a:lnTo>
                  <a:lnTo>
                    <a:pt x="5162601" y="130275"/>
                  </a:lnTo>
                  <a:lnTo>
                    <a:pt x="5166731" y="139583"/>
                  </a:lnTo>
                  <a:lnTo>
                    <a:pt x="5170861" y="197719"/>
                  </a:lnTo>
                  <a:lnTo>
                    <a:pt x="5174991" y="292075"/>
                  </a:lnTo>
                  <a:lnTo>
                    <a:pt x="5179121" y="269616"/>
                  </a:lnTo>
                  <a:lnTo>
                    <a:pt x="5183252" y="197497"/>
                  </a:lnTo>
                  <a:lnTo>
                    <a:pt x="5187382" y="199696"/>
                  </a:lnTo>
                  <a:lnTo>
                    <a:pt x="5191512" y="187559"/>
                  </a:lnTo>
                  <a:lnTo>
                    <a:pt x="5195642" y="130740"/>
                  </a:lnTo>
                  <a:lnTo>
                    <a:pt x="5199772" y="109874"/>
                  </a:lnTo>
                  <a:lnTo>
                    <a:pt x="5203902" y="123317"/>
                  </a:lnTo>
                  <a:lnTo>
                    <a:pt x="5208032" y="84503"/>
                  </a:lnTo>
                  <a:lnTo>
                    <a:pt x="5212162" y="111521"/>
                  </a:lnTo>
                  <a:lnTo>
                    <a:pt x="5216292" y="179794"/>
                  </a:lnTo>
                  <a:lnTo>
                    <a:pt x="5220422" y="190872"/>
                  </a:lnTo>
                  <a:lnTo>
                    <a:pt x="5224552" y="162689"/>
                  </a:lnTo>
                  <a:lnTo>
                    <a:pt x="5228682" y="65950"/>
                  </a:lnTo>
                  <a:lnTo>
                    <a:pt x="5232813" y="65711"/>
                  </a:lnTo>
                  <a:lnTo>
                    <a:pt x="5236943" y="64473"/>
                  </a:lnTo>
                  <a:lnTo>
                    <a:pt x="5241073" y="62390"/>
                  </a:lnTo>
                  <a:lnTo>
                    <a:pt x="5245203" y="63144"/>
                  </a:lnTo>
                  <a:lnTo>
                    <a:pt x="5249333" y="70845"/>
                  </a:lnTo>
                  <a:lnTo>
                    <a:pt x="5253463" y="102642"/>
                  </a:lnTo>
                  <a:lnTo>
                    <a:pt x="5257593" y="98554"/>
                  </a:lnTo>
                  <a:lnTo>
                    <a:pt x="5261723" y="106448"/>
                  </a:lnTo>
                  <a:lnTo>
                    <a:pt x="5265853" y="123939"/>
                  </a:lnTo>
                  <a:lnTo>
                    <a:pt x="5269983" y="142258"/>
                  </a:lnTo>
                  <a:lnTo>
                    <a:pt x="5274113" y="212679"/>
                  </a:lnTo>
                  <a:lnTo>
                    <a:pt x="5278243" y="278998"/>
                  </a:lnTo>
                  <a:lnTo>
                    <a:pt x="5282373" y="275640"/>
                  </a:lnTo>
                  <a:lnTo>
                    <a:pt x="5286504" y="241279"/>
                  </a:lnTo>
                  <a:lnTo>
                    <a:pt x="5290634" y="280467"/>
                  </a:lnTo>
                  <a:lnTo>
                    <a:pt x="5294764" y="306560"/>
                  </a:lnTo>
                  <a:lnTo>
                    <a:pt x="5298894" y="431370"/>
                  </a:lnTo>
                  <a:lnTo>
                    <a:pt x="5303024" y="452359"/>
                  </a:lnTo>
                  <a:lnTo>
                    <a:pt x="5307154" y="485733"/>
                  </a:lnTo>
                  <a:lnTo>
                    <a:pt x="5311284" y="513562"/>
                  </a:lnTo>
                  <a:lnTo>
                    <a:pt x="5315414" y="591622"/>
                  </a:lnTo>
                  <a:lnTo>
                    <a:pt x="5319544" y="607907"/>
                  </a:lnTo>
                  <a:lnTo>
                    <a:pt x="5323674" y="639904"/>
                  </a:lnTo>
                  <a:lnTo>
                    <a:pt x="5327804" y="653196"/>
                  </a:lnTo>
                  <a:lnTo>
                    <a:pt x="5331934" y="722023"/>
                  </a:lnTo>
                  <a:lnTo>
                    <a:pt x="5336065" y="761079"/>
                  </a:lnTo>
                  <a:lnTo>
                    <a:pt x="5340195" y="820461"/>
                  </a:lnTo>
                  <a:lnTo>
                    <a:pt x="5344325" y="782515"/>
                  </a:lnTo>
                  <a:lnTo>
                    <a:pt x="5348455" y="782459"/>
                  </a:lnTo>
                  <a:lnTo>
                    <a:pt x="5352585" y="839052"/>
                  </a:lnTo>
                  <a:lnTo>
                    <a:pt x="5356715" y="810243"/>
                  </a:lnTo>
                  <a:lnTo>
                    <a:pt x="5360845" y="812186"/>
                  </a:lnTo>
                  <a:lnTo>
                    <a:pt x="5364975" y="842933"/>
                  </a:lnTo>
                  <a:lnTo>
                    <a:pt x="5369105" y="850818"/>
                  </a:lnTo>
                  <a:lnTo>
                    <a:pt x="5373235" y="893205"/>
                  </a:lnTo>
                  <a:lnTo>
                    <a:pt x="5377365" y="896328"/>
                  </a:lnTo>
                  <a:lnTo>
                    <a:pt x="5381495" y="938766"/>
                  </a:lnTo>
                  <a:lnTo>
                    <a:pt x="5385626" y="946207"/>
                  </a:lnTo>
                  <a:lnTo>
                    <a:pt x="5389756" y="1002132"/>
                  </a:lnTo>
                  <a:lnTo>
                    <a:pt x="5393886" y="1000959"/>
                  </a:lnTo>
                  <a:lnTo>
                    <a:pt x="5398016" y="1004555"/>
                  </a:lnTo>
                  <a:lnTo>
                    <a:pt x="5402146" y="978122"/>
                  </a:lnTo>
                  <a:lnTo>
                    <a:pt x="5406276" y="951568"/>
                  </a:lnTo>
                  <a:lnTo>
                    <a:pt x="5410406" y="984288"/>
                  </a:lnTo>
                  <a:lnTo>
                    <a:pt x="5414536" y="992102"/>
                  </a:lnTo>
                  <a:lnTo>
                    <a:pt x="5418666" y="1011117"/>
                  </a:lnTo>
                  <a:lnTo>
                    <a:pt x="5422796" y="1007528"/>
                  </a:lnTo>
                  <a:lnTo>
                    <a:pt x="5426926" y="1010810"/>
                  </a:lnTo>
                  <a:lnTo>
                    <a:pt x="5431056" y="1004375"/>
                  </a:lnTo>
                  <a:lnTo>
                    <a:pt x="5435186" y="1037212"/>
                  </a:lnTo>
                  <a:lnTo>
                    <a:pt x="5439317" y="1046340"/>
                  </a:lnTo>
                  <a:lnTo>
                    <a:pt x="5443447" y="1035012"/>
                  </a:lnTo>
                  <a:lnTo>
                    <a:pt x="5447577" y="1033612"/>
                  </a:lnTo>
                  <a:lnTo>
                    <a:pt x="5451707" y="1033612"/>
                  </a:lnTo>
                  <a:lnTo>
                    <a:pt x="5455837" y="1039976"/>
                  </a:lnTo>
                  <a:lnTo>
                    <a:pt x="5459967" y="1039444"/>
                  </a:lnTo>
                  <a:lnTo>
                    <a:pt x="5464097" y="1038240"/>
                  </a:lnTo>
                  <a:lnTo>
                    <a:pt x="5468227" y="1029230"/>
                  </a:lnTo>
                  <a:lnTo>
                    <a:pt x="5472357" y="998337"/>
                  </a:lnTo>
                  <a:lnTo>
                    <a:pt x="5476487" y="1025436"/>
                  </a:lnTo>
                  <a:lnTo>
                    <a:pt x="5480617" y="1026836"/>
                  </a:lnTo>
                  <a:lnTo>
                    <a:pt x="5484747" y="1025436"/>
                  </a:lnTo>
                  <a:lnTo>
                    <a:pt x="5488878" y="1018951"/>
                  </a:lnTo>
                  <a:lnTo>
                    <a:pt x="5493008" y="1017374"/>
                  </a:lnTo>
                  <a:lnTo>
                    <a:pt x="5497138" y="996920"/>
                  </a:lnTo>
                  <a:lnTo>
                    <a:pt x="5501268" y="992712"/>
                  </a:lnTo>
                  <a:lnTo>
                    <a:pt x="5505398" y="1024192"/>
                  </a:lnTo>
                  <a:lnTo>
                    <a:pt x="5509528" y="1039444"/>
                  </a:lnTo>
                  <a:lnTo>
                    <a:pt x="5513658" y="1035243"/>
                  </a:lnTo>
                  <a:lnTo>
                    <a:pt x="5517788" y="1020295"/>
                  </a:lnTo>
                  <a:lnTo>
                    <a:pt x="5521918" y="1130045"/>
                  </a:lnTo>
                  <a:lnTo>
                    <a:pt x="5526048" y="1144808"/>
                  </a:lnTo>
                  <a:lnTo>
                    <a:pt x="5530178" y="1149712"/>
                  </a:lnTo>
                  <a:lnTo>
                    <a:pt x="5534308" y="1146339"/>
                  </a:lnTo>
                  <a:lnTo>
                    <a:pt x="5538439" y="1139224"/>
                  </a:lnTo>
                  <a:lnTo>
                    <a:pt x="5542569" y="1138977"/>
                  </a:lnTo>
                  <a:lnTo>
                    <a:pt x="5546699" y="1136867"/>
                  </a:lnTo>
                  <a:lnTo>
                    <a:pt x="5550829" y="1134669"/>
                  </a:lnTo>
                  <a:lnTo>
                    <a:pt x="5554959" y="1151711"/>
                  </a:lnTo>
                  <a:lnTo>
                    <a:pt x="5559089" y="1144828"/>
                  </a:lnTo>
                  <a:lnTo>
                    <a:pt x="5563219" y="1077417"/>
                  </a:lnTo>
                  <a:lnTo>
                    <a:pt x="5567349" y="1121454"/>
                  </a:lnTo>
                  <a:lnTo>
                    <a:pt x="5571479" y="1084312"/>
                  </a:lnTo>
                  <a:lnTo>
                    <a:pt x="5575609" y="1077417"/>
                  </a:lnTo>
                  <a:lnTo>
                    <a:pt x="5579739" y="1115044"/>
                  </a:lnTo>
                  <a:lnTo>
                    <a:pt x="5583869" y="1159894"/>
                  </a:lnTo>
                  <a:lnTo>
                    <a:pt x="5588000" y="1157265"/>
                  </a:lnTo>
                  <a:lnTo>
                    <a:pt x="5592130" y="1159707"/>
                  </a:lnTo>
                  <a:lnTo>
                    <a:pt x="5596260" y="1165682"/>
                  </a:lnTo>
                  <a:lnTo>
                    <a:pt x="5600390" y="1078490"/>
                  </a:lnTo>
                  <a:lnTo>
                    <a:pt x="5604520" y="1108346"/>
                  </a:lnTo>
                  <a:lnTo>
                    <a:pt x="5608650" y="1171144"/>
                  </a:lnTo>
                  <a:lnTo>
                    <a:pt x="5612780" y="1161564"/>
                  </a:lnTo>
                  <a:lnTo>
                    <a:pt x="5616910" y="1079149"/>
                  </a:lnTo>
                  <a:lnTo>
                    <a:pt x="5621040" y="1124656"/>
                  </a:lnTo>
                  <a:lnTo>
                    <a:pt x="5625170" y="1170271"/>
                  </a:lnTo>
                  <a:lnTo>
                    <a:pt x="5629300" y="1162344"/>
                  </a:lnTo>
                  <a:lnTo>
                    <a:pt x="5633430" y="1174086"/>
                  </a:lnTo>
                  <a:lnTo>
                    <a:pt x="5637560" y="1164945"/>
                  </a:lnTo>
                  <a:lnTo>
                    <a:pt x="5641691" y="1175830"/>
                  </a:lnTo>
                  <a:lnTo>
                    <a:pt x="5645821" y="1167397"/>
                  </a:lnTo>
                  <a:lnTo>
                    <a:pt x="5649951" y="1168097"/>
                  </a:lnTo>
                  <a:lnTo>
                    <a:pt x="5654081" y="1167775"/>
                  </a:lnTo>
                  <a:lnTo>
                    <a:pt x="5658211" y="1163323"/>
                  </a:lnTo>
                  <a:lnTo>
                    <a:pt x="5662341" y="1167397"/>
                  </a:lnTo>
                  <a:lnTo>
                    <a:pt x="5666471" y="1172390"/>
                  </a:lnTo>
                  <a:lnTo>
                    <a:pt x="5670601" y="1171014"/>
                  </a:lnTo>
                  <a:lnTo>
                    <a:pt x="5674731" y="1143261"/>
                  </a:lnTo>
                  <a:lnTo>
                    <a:pt x="5678861" y="1143261"/>
                  </a:lnTo>
                  <a:lnTo>
                    <a:pt x="5682991" y="1149770"/>
                  </a:lnTo>
                  <a:lnTo>
                    <a:pt x="5687121" y="1146116"/>
                  </a:lnTo>
                  <a:lnTo>
                    <a:pt x="5691252" y="1145640"/>
                  </a:lnTo>
                  <a:lnTo>
                    <a:pt x="5695382" y="1153478"/>
                  </a:lnTo>
                  <a:lnTo>
                    <a:pt x="5699512" y="1154471"/>
                  </a:lnTo>
                  <a:lnTo>
                    <a:pt x="5703642" y="1142067"/>
                  </a:lnTo>
                  <a:lnTo>
                    <a:pt x="5707772" y="1150112"/>
                  </a:lnTo>
                  <a:lnTo>
                    <a:pt x="5711902" y="1153478"/>
                  </a:lnTo>
                  <a:lnTo>
                    <a:pt x="5716032" y="1162095"/>
                  </a:lnTo>
                  <a:lnTo>
                    <a:pt x="5720162" y="1161618"/>
                  </a:lnTo>
                  <a:lnTo>
                    <a:pt x="5724292" y="1124771"/>
                  </a:lnTo>
                  <a:lnTo>
                    <a:pt x="5728422" y="1156884"/>
                  </a:lnTo>
                  <a:lnTo>
                    <a:pt x="5732552" y="1168949"/>
                  </a:lnTo>
                  <a:lnTo>
                    <a:pt x="5736682" y="1144089"/>
                  </a:lnTo>
                  <a:lnTo>
                    <a:pt x="5740813" y="1143838"/>
                  </a:lnTo>
                  <a:lnTo>
                    <a:pt x="5744943" y="1098154"/>
                  </a:lnTo>
                  <a:lnTo>
                    <a:pt x="5749073" y="1097688"/>
                  </a:lnTo>
                  <a:lnTo>
                    <a:pt x="5753203" y="1108864"/>
                  </a:lnTo>
                  <a:lnTo>
                    <a:pt x="5757333" y="1164145"/>
                  </a:lnTo>
                  <a:lnTo>
                    <a:pt x="5761463" y="1162236"/>
                  </a:lnTo>
                  <a:lnTo>
                    <a:pt x="5765593" y="1148687"/>
                  </a:lnTo>
                  <a:lnTo>
                    <a:pt x="5769723" y="1147188"/>
                  </a:lnTo>
                  <a:lnTo>
                    <a:pt x="5773853" y="1145519"/>
                  </a:lnTo>
                  <a:lnTo>
                    <a:pt x="5777983" y="1177458"/>
                  </a:lnTo>
                  <a:lnTo>
                    <a:pt x="5782113" y="1173244"/>
                  </a:lnTo>
                  <a:lnTo>
                    <a:pt x="5786243" y="1146331"/>
                  </a:lnTo>
                  <a:lnTo>
                    <a:pt x="5790373" y="1155086"/>
                  </a:lnTo>
                  <a:lnTo>
                    <a:pt x="5794504" y="1152801"/>
                  </a:lnTo>
                  <a:lnTo>
                    <a:pt x="5798634" y="1157920"/>
                  </a:lnTo>
                  <a:lnTo>
                    <a:pt x="5802764" y="1174585"/>
                  </a:lnTo>
                  <a:lnTo>
                    <a:pt x="5806894" y="1113856"/>
                  </a:lnTo>
                  <a:lnTo>
                    <a:pt x="5811024" y="1174121"/>
                  </a:lnTo>
                  <a:lnTo>
                    <a:pt x="5815154" y="1181954"/>
                  </a:lnTo>
                  <a:lnTo>
                    <a:pt x="5819284" y="1172983"/>
                  </a:lnTo>
                  <a:lnTo>
                    <a:pt x="5823414" y="1186186"/>
                  </a:lnTo>
                  <a:lnTo>
                    <a:pt x="5827544" y="1186615"/>
                  </a:lnTo>
                  <a:lnTo>
                    <a:pt x="5831674" y="1187705"/>
                  </a:lnTo>
                  <a:lnTo>
                    <a:pt x="5835804" y="1187891"/>
                  </a:lnTo>
                  <a:lnTo>
                    <a:pt x="5839934" y="1187891"/>
                  </a:lnTo>
                  <a:lnTo>
                    <a:pt x="5844065" y="1179463"/>
                  </a:lnTo>
                  <a:lnTo>
                    <a:pt x="5848195" y="1155086"/>
                  </a:lnTo>
                  <a:lnTo>
                    <a:pt x="5852325" y="1187790"/>
                  </a:lnTo>
                  <a:lnTo>
                    <a:pt x="5856455" y="1171376"/>
                  </a:lnTo>
                  <a:lnTo>
                    <a:pt x="5860585" y="1180505"/>
                  </a:lnTo>
                  <a:lnTo>
                    <a:pt x="5864715" y="1187496"/>
                  </a:lnTo>
                  <a:lnTo>
                    <a:pt x="5868845" y="1186615"/>
                  </a:lnTo>
                  <a:lnTo>
                    <a:pt x="5872975" y="1171678"/>
                  </a:lnTo>
                  <a:lnTo>
                    <a:pt x="5877105" y="1160166"/>
                  </a:lnTo>
                  <a:lnTo>
                    <a:pt x="5881235" y="1148027"/>
                  </a:lnTo>
                  <a:lnTo>
                    <a:pt x="5885365" y="1152550"/>
                  </a:lnTo>
                  <a:lnTo>
                    <a:pt x="5889495" y="1180364"/>
                  </a:lnTo>
                  <a:lnTo>
                    <a:pt x="5893626" y="1182724"/>
                  </a:lnTo>
                  <a:lnTo>
                    <a:pt x="5897756" y="1185898"/>
                  </a:lnTo>
                  <a:lnTo>
                    <a:pt x="5901886" y="1185235"/>
                  </a:lnTo>
                  <a:lnTo>
                    <a:pt x="5906016" y="1183715"/>
                  </a:lnTo>
                  <a:lnTo>
                    <a:pt x="5910146" y="1183428"/>
                  </a:lnTo>
                  <a:lnTo>
                    <a:pt x="5914276" y="1186700"/>
                  </a:lnTo>
                  <a:lnTo>
                    <a:pt x="5918406" y="1186615"/>
                  </a:lnTo>
                  <a:lnTo>
                    <a:pt x="5922536" y="1185898"/>
                  </a:lnTo>
                  <a:lnTo>
                    <a:pt x="5926666" y="1181536"/>
                  </a:lnTo>
                  <a:lnTo>
                    <a:pt x="5930796" y="1159589"/>
                  </a:lnTo>
                  <a:lnTo>
                    <a:pt x="5934926" y="1172804"/>
                  </a:lnTo>
                  <a:lnTo>
                    <a:pt x="5939056" y="1183994"/>
                  </a:lnTo>
                  <a:lnTo>
                    <a:pt x="5943186" y="1166044"/>
                  </a:lnTo>
                  <a:lnTo>
                    <a:pt x="5947317" y="1172983"/>
                  </a:lnTo>
                  <a:lnTo>
                    <a:pt x="5951447" y="1185548"/>
                  </a:lnTo>
                  <a:lnTo>
                    <a:pt x="5955577" y="1177780"/>
                  </a:lnTo>
                  <a:lnTo>
                    <a:pt x="5959707" y="1172804"/>
                  </a:lnTo>
                  <a:lnTo>
                    <a:pt x="5963837" y="1158930"/>
                  </a:lnTo>
                  <a:lnTo>
                    <a:pt x="5967967" y="1195920"/>
                  </a:lnTo>
                  <a:lnTo>
                    <a:pt x="5972097" y="1240144"/>
                  </a:lnTo>
                  <a:lnTo>
                    <a:pt x="5976227" y="1222811"/>
                  </a:lnTo>
                  <a:lnTo>
                    <a:pt x="5980357" y="1204045"/>
                  </a:lnTo>
                  <a:lnTo>
                    <a:pt x="5984487" y="1236681"/>
                  </a:lnTo>
                  <a:lnTo>
                    <a:pt x="5988617" y="1241202"/>
                  </a:lnTo>
                  <a:lnTo>
                    <a:pt x="5992747" y="1226570"/>
                  </a:lnTo>
                  <a:lnTo>
                    <a:pt x="5996878" y="1233856"/>
                  </a:lnTo>
                  <a:lnTo>
                    <a:pt x="6001008" y="1237506"/>
                  </a:lnTo>
                  <a:lnTo>
                    <a:pt x="6005138" y="1237370"/>
                  </a:lnTo>
                  <a:lnTo>
                    <a:pt x="6009268" y="1211661"/>
                  </a:lnTo>
                  <a:lnTo>
                    <a:pt x="6013398" y="1222811"/>
                  </a:lnTo>
                  <a:lnTo>
                    <a:pt x="6017528" y="1238365"/>
                  </a:lnTo>
                  <a:lnTo>
                    <a:pt x="6021658" y="1239061"/>
                  </a:lnTo>
                  <a:lnTo>
                    <a:pt x="6025788" y="1237544"/>
                  </a:lnTo>
                  <a:lnTo>
                    <a:pt x="6029918" y="1222317"/>
                  </a:lnTo>
                  <a:lnTo>
                    <a:pt x="6034048" y="1232290"/>
                  </a:lnTo>
                  <a:lnTo>
                    <a:pt x="6038178" y="1239685"/>
                  </a:lnTo>
                  <a:lnTo>
                    <a:pt x="6042308" y="1238416"/>
                  </a:lnTo>
                  <a:lnTo>
                    <a:pt x="6046439" y="1243096"/>
                  </a:lnTo>
                  <a:lnTo>
                    <a:pt x="6050569" y="1225129"/>
                  </a:lnTo>
                  <a:lnTo>
                    <a:pt x="6054699" y="1237853"/>
                  </a:lnTo>
                  <a:lnTo>
                    <a:pt x="6058829" y="1240527"/>
                  </a:lnTo>
                  <a:lnTo>
                    <a:pt x="6062959" y="1244231"/>
                  </a:lnTo>
                  <a:lnTo>
                    <a:pt x="6067089" y="1244475"/>
                  </a:lnTo>
                  <a:lnTo>
                    <a:pt x="6071219" y="1236872"/>
                  </a:lnTo>
                  <a:lnTo>
                    <a:pt x="6075349" y="1235550"/>
                  </a:lnTo>
                  <a:lnTo>
                    <a:pt x="6079479" y="1235550"/>
                  </a:lnTo>
                  <a:lnTo>
                    <a:pt x="6083609" y="1235550"/>
                  </a:lnTo>
                  <a:lnTo>
                    <a:pt x="6087739" y="1231656"/>
                  </a:lnTo>
                  <a:lnTo>
                    <a:pt x="6091869" y="1235286"/>
                  </a:lnTo>
                  <a:lnTo>
                    <a:pt x="6095999" y="1234920"/>
                  </a:lnTo>
                  <a:lnTo>
                    <a:pt x="6100130" y="1234016"/>
                  </a:lnTo>
                  <a:lnTo>
                    <a:pt x="6104260" y="1236872"/>
                  </a:lnTo>
                  <a:lnTo>
                    <a:pt x="6108390" y="1236872"/>
                  </a:lnTo>
                  <a:lnTo>
                    <a:pt x="6112520" y="1235550"/>
                  </a:lnTo>
                  <a:lnTo>
                    <a:pt x="6116650" y="1234920"/>
                  </a:lnTo>
                  <a:lnTo>
                    <a:pt x="6120780" y="1224947"/>
                  </a:lnTo>
                  <a:lnTo>
                    <a:pt x="6124910" y="1197128"/>
                  </a:lnTo>
                  <a:lnTo>
                    <a:pt x="6129040" y="1215657"/>
                  </a:lnTo>
                  <a:lnTo>
                    <a:pt x="6133170" y="1237755"/>
                  </a:lnTo>
                  <a:lnTo>
                    <a:pt x="6137300" y="1223123"/>
                  </a:lnTo>
                  <a:lnTo>
                    <a:pt x="6141430" y="1228818"/>
                  </a:lnTo>
                  <a:lnTo>
                    <a:pt x="6145560" y="1240708"/>
                  </a:lnTo>
                  <a:lnTo>
                    <a:pt x="6149691" y="1252751"/>
                  </a:lnTo>
                  <a:lnTo>
                    <a:pt x="6153821" y="1255058"/>
                  </a:lnTo>
                  <a:lnTo>
                    <a:pt x="6157951" y="1250517"/>
                  </a:lnTo>
                  <a:lnTo>
                    <a:pt x="6162081" y="1221035"/>
                  </a:lnTo>
                  <a:lnTo>
                    <a:pt x="6166211" y="1255149"/>
                  </a:lnTo>
                  <a:lnTo>
                    <a:pt x="6170341" y="1250838"/>
                  </a:lnTo>
                  <a:lnTo>
                    <a:pt x="6174471" y="1218540"/>
                  </a:lnTo>
                  <a:lnTo>
                    <a:pt x="6178601" y="1192536"/>
                  </a:lnTo>
                  <a:lnTo>
                    <a:pt x="6182731" y="1253910"/>
                  </a:lnTo>
                  <a:lnTo>
                    <a:pt x="6186861" y="1267952"/>
                  </a:lnTo>
                  <a:lnTo>
                    <a:pt x="6190991" y="1263127"/>
                  </a:lnTo>
                  <a:lnTo>
                    <a:pt x="6195121" y="1259003"/>
                  </a:lnTo>
                  <a:lnTo>
                    <a:pt x="6199252" y="1215758"/>
                  </a:lnTo>
                  <a:lnTo>
                    <a:pt x="6203382" y="1218208"/>
                  </a:lnTo>
                  <a:lnTo>
                    <a:pt x="6207512" y="1256687"/>
                  </a:lnTo>
                  <a:lnTo>
                    <a:pt x="6211642" y="1251584"/>
                  </a:lnTo>
                  <a:lnTo>
                    <a:pt x="6215772" y="1252689"/>
                  </a:lnTo>
                  <a:lnTo>
                    <a:pt x="6219902" y="1241909"/>
                  </a:lnTo>
                  <a:lnTo>
                    <a:pt x="6224032" y="1260657"/>
                  </a:lnTo>
                  <a:lnTo>
                    <a:pt x="6228162" y="1262551"/>
                  </a:lnTo>
                  <a:lnTo>
                    <a:pt x="6232292" y="1258752"/>
                  </a:lnTo>
                  <a:lnTo>
                    <a:pt x="6236422" y="1250726"/>
                  </a:lnTo>
                  <a:lnTo>
                    <a:pt x="6240552" y="1224831"/>
                  </a:lnTo>
                  <a:lnTo>
                    <a:pt x="6244682" y="1241249"/>
                  </a:lnTo>
                  <a:lnTo>
                    <a:pt x="6248813" y="1261222"/>
                  </a:lnTo>
                  <a:lnTo>
                    <a:pt x="6252943" y="1262492"/>
                  </a:lnTo>
                  <a:lnTo>
                    <a:pt x="6257073" y="1266623"/>
                  </a:lnTo>
                  <a:lnTo>
                    <a:pt x="6261203" y="1267952"/>
                  </a:lnTo>
                  <a:lnTo>
                    <a:pt x="6265333" y="1263761"/>
                  </a:lnTo>
                  <a:lnTo>
                    <a:pt x="6269463" y="1266121"/>
                  </a:lnTo>
                  <a:lnTo>
                    <a:pt x="6273593" y="1266835"/>
                  </a:lnTo>
                  <a:lnTo>
                    <a:pt x="6277723" y="1241639"/>
                  </a:lnTo>
                  <a:lnTo>
                    <a:pt x="6281853" y="1253314"/>
                  </a:lnTo>
                  <a:lnTo>
                    <a:pt x="6285983" y="1253088"/>
                  </a:lnTo>
                  <a:lnTo>
                    <a:pt x="6290113" y="1233093"/>
                  </a:lnTo>
                  <a:lnTo>
                    <a:pt x="6294243" y="1201248"/>
                  </a:lnTo>
                  <a:lnTo>
                    <a:pt x="6298373" y="1225169"/>
                  </a:lnTo>
                  <a:lnTo>
                    <a:pt x="6302504" y="1239115"/>
                  </a:lnTo>
                  <a:lnTo>
                    <a:pt x="6306634" y="1267006"/>
                  </a:lnTo>
                  <a:lnTo>
                    <a:pt x="6310764" y="1273669"/>
                  </a:lnTo>
                  <a:lnTo>
                    <a:pt x="6314894" y="1257882"/>
                  </a:lnTo>
                  <a:lnTo>
                    <a:pt x="6319024" y="1248946"/>
                  </a:lnTo>
                  <a:lnTo>
                    <a:pt x="6323154" y="1276239"/>
                  </a:lnTo>
                  <a:lnTo>
                    <a:pt x="6327284" y="1279300"/>
                  </a:lnTo>
                  <a:lnTo>
                    <a:pt x="6331414" y="1272974"/>
                  </a:lnTo>
                  <a:lnTo>
                    <a:pt x="6335544" y="1242679"/>
                  </a:lnTo>
                  <a:lnTo>
                    <a:pt x="6339674" y="1250103"/>
                  </a:lnTo>
                  <a:lnTo>
                    <a:pt x="6343804" y="1265962"/>
                  </a:lnTo>
                  <a:lnTo>
                    <a:pt x="6347934" y="1256826"/>
                  </a:lnTo>
                  <a:lnTo>
                    <a:pt x="6352065" y="1241665"/>
                  </a:lnTo>
                  <a:lnTo>
                    <a:pt x="6356195" y="1254335"/>
                  </a:lnTo>
                  <a:lnTo>
                    <a:pt x="6360325" y="1256803"/>
                  </a:lnTo>
                  <a:lnTo>
                    <a:pt x="6364455" y="1268485"/>
                  </a:lnTo>
                  <a:lnTo>
                    <a:pt x="6368585" y="1262312"/>
                  </a:lnTo>
                  <a:lnTo>
                    <a:pt x="6372715" y="1268485"/>
                  </a:lnTo>
                  <a:lnTo>
                    <a:pt x="6376845" y="1264574"/>
                  </a:lnTo>
                  <a:lnTo>
                    <a:pt x="6380975" y="1243332"/>
                  </a:lnTo>
                  <a:lnTo>
                    <a:pt x="6385105" y="1233456"/>
                  </a:lnTo>
                  <a:lnTo>
                    <a:pt x="6389235" y="1243332"/>
                  </a:lnTo>
                  <a:lnTo>
                    <a:pt x="6393365" y="1253031"/>
                  </a:lnTo>
                  <a:lnTo>
                    <a:pt x="6397495" y="1272303"/>
                  </a:lnTo>
                  <a:lnTo>
                    <a:pt x="6401626" y="1273669"/>
                  </a:lnTo>
                  <a:lnTo>
                    <a:pt x="6405756" y="1272465"/>
                  </a:lnTo>
                  <a:lnTo>
                    <a:pt x="6409886" y="1266799"/>
                  </a:lnTo>
                  <a:lnTo>
                    <a:pt x="6414016" y="1274825"/>
                  </a:lnTo>
                  <a:lnTo>
                    <a:pt x="6418146" y="1276359"/>
                  </a:lnTo>
                  <a:lnTo>
                    <a:pt x="6422276" y="1276359"/>
                  </a:lnTo>
                  <a:lnTo>
                    <a:pt x="6426406" y="1272974"/>
                  </a:lnTo>
                  <a:lnTo>
                    <a:pt x="6430536" y="1276868"/>
                  </a:lnTo>
                  <a:lnTo>
                    <a:pt x="6434666" y="1280066"/>
                  </a:lnTo>
                  <a:lnTo>
                    <a:pt x="6438796" y="1257882"/>
                  </a:lnTo>
                  <a:lnTo>
                    <a:pt x="6442926" y="1238628"/>
                  </a:lnTo>
                  <a:lnTo>
                    <a:pt x="6447056" y="1249993"/>
                  </a:lnTo>
                  <a:lnTo>
                    <a:pt x="6451186" y="1275702"/>
                  </a:lnTo>
                  <a:lnTo>
                    <a:pt x="6455317" y="1277935"/>
                  </a:lnTo>
                  <a:lnTo>
                    <a:pt x="6459447" y="1275702"/>
                  </a:lnTo>
                  <a:lnTo>
                    <a:pt x="6463577" y="1272750"/>
                  </a:lnTo>
                  <a:lnTo>
                    <a:pt x="6467707" y="1276761"/>
                  </a:lnTo>
                  <a:lnTo>
                    <a:pt x="6471837" y="1275128"/>
                  </a:lnTo>
                  <a:lnTo>
                    <a:pt x="6475967" y="1275128"/>
                  </a:lnTo>
                  <a:lnTo>
                    <a:pt x="6480097" y="1257825"/>
                  </a:lnTo>
                  <a:lnTo>
                    <a:pt x="6484227" y="1259887"/>
                  </a:lnTo>
                  <a:lnTo>
                    <a:pt x="6488357" y="1262312"/>
                  </a:lnTo>
                  <a:lnTo>
                    <a:pt x="6492487" y="1249993"/>
                  </a:lnTo>
                  <a:lnTo>
                    <a:pt x="6496617" y="1248946"/>
                  </a:lnTo>
                  <a:lnTo>
                    <a:pt x="6500747" y="1276189"/>
                  </a:lnTo>
                  <a:lnTo>
                    <a:pt x="6504878" y="1282019"/>
                  </a:lnTo>
                  <a:lnTo>
                    <a:pt x="6509008" y="1254281"/>
                  </a:lnTo>
                  <a:lnTo>
                    <a:pt x="6513138" y="1267989"/>
                  </a:lnTo>
                  <a:lnTo>
                    <a:pt x="6517268" y="1283599"/>
                  </a:lnTo>
                  <a:lnTo>
                    <a:pt x="6521398" y="1284217"/>
                  </a:lnTo>
                  <a:lnTo>
                    <a:pt x="6525528" y="1277598"/>
                  </a:lnTo>
                  <a:lnTo>
                    <a:pt x="6529658" y="1250989"/>
                  </a:lnTo>
                  <a:lnTo>
                    <a:pt x="6533788" y="1223904"/>
                  </a:lnTo>
                  <a:lnTo>
                    <a:pt x="6537918" y="1261534"/>
                  </a:lnTo>
                  <a:lnTo>
                    <a:pt x="6542048" y="1282939"/>
                  </a:lnTo>
                  <a:lnTo>
                    <a:pt x="6546178" y="1282137"/>
                  </a:lnTo>
                  <a:lnTo>
                    <a:pt x="6550308" y="1282137"/>
                  </a:lnTo>
                  <a:lnTo>
                    <a:pt x="6554439" y="1287132"/>
                  </a:lnTo>
                  <a:lnTo>
                    <a:pt x="6558569" y="1259402"/>
                  </a:lnTo>
                  <a:lnTo>
                    <a:pt x="6562699" y="1249995"/>
                  </a:lnTo>
                  <a:lnTo>
                    <a:pt x="6566829" y="1253212"/>
                  </a:lnTo>
                  <a:lnTo>
                    <a:pt x="6570959" y="1277703"/>
                  </a:lnTo>
                  <a:lnTo>
                    <a:pt x="6575089" y="1285556"/>
                  </a:lnTo>
                  <a:lnTo>
                    <a:pt x="6579219" y="1282568"/>
                  </a:lnTo>
                  <a:lnTo>
                    <a:pt x="6583349" y="1268579"/>
                  </a:lnTo>
                  <a:lnTo>
                    <a:pt x="6587479" y="1253212"/>
                  </a:lnTo>
                  <a:lnTo>
                    <a:pt x="6591609" y="1273537"/>
                  </a:lnTo>
                  <a:lnTo>
                    <a:pt x="6595739" y="1284732"/>
                  </a:lnTo>
                  <a:lnTo>
                    <a:pt x="6599869" y="1287716"/>
                  </a:lnTo>
                  <a:lnTo>
                    <a:pt x="6603999" y="1280498"/>
                  </a:lnTo>
                </a:path>
              </a:pathLst>
            </a:custGeom>
            <a:ln w="952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1521934" y="5211762"/>
              <a:ext cx="6195121" cy="0"/>
            </a:xfrm>
            <a:custGeom>
              <a:avLst/>
              <a:pathLst>
                <a:path w="6195121" h="0">
                  <a:moveTo>
                    <a:pt x="0" y="0"/>
                  </a:moveTo>
                  <a:lnTo>
                    <a:pt x="6195121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1521934" y="521176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2554455" y="521176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3586975" y="521176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4619495" y="521176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5652016" y="521176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8"/>
            <p:cNvSpPr/>
            <p:nvPr/>
          </p:nvSpPr>
          <p:spPr>
            <a:xfrm>
              <a:off x="6684536" y="521176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29"/>
            <p:cNvSpPr/>
            <p:nvPr/>
          </p:nvSpPr>
          <p:spPr>
            <a:xfrm>
              <a:off x="7717056" y="521176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tx30"/>
            <p:cNvSpPr/>
            <p:nvPr/>
          </p:nvSpPr>
          <p:spPr>
            <a:xfrm>
              <a:off x="1134088" y="5425679"/>
              <a:ext cx="775692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27050000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2166609" y="5425679"/>
              <a:ext cx="775692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27100000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3199129" y="5425679"/>
              <a:ext cx="775692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27150000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4231649" y="5425679"/>
              <a:ext cx="775692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27200000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5264170" y="5425679"/>
              <a:ext cx="775692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27250000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6296690" y="5425679"/>
              <a:ext cx="775692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27300000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7329210" y="5425679"/>
              <a:ext cx="775692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27350000</a:t>
              </a:r>
            </a:p>
          </p:txBody>
        </p:sp>
        <p:sp>
          <p:nvSpPr>
            <p:cNvPr id="38" name="pl37"/>
            <p:cNvSpPr/>
            <p:nvPr/>
          </p:nvSpPr>
          <p:spPr>
            <a:xfrm>
              <a:off x="1005839" y="3921860"/>
              <a:ext cx="0" cy="1057449"/>
            </a:xfrm>
            <a:custGeom>
              <a:avLst/>
              <a:pathLst>
                <a:path w="0" h="1057449">
                  <a:moveTo>
                    <a:pt x="0" y="1057449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8"/>
            <p:cNvSpPr/>
            <p:nvPr/>
          </p:nvSpPr>
          <p:spPr>
            <a:xfrm>
              <a:off x="914399" y="4979309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39"/>
            <p:cNvSpPr/>
            <p:nvPr/>
          </p:nvSpPr>
          <p:spPr>
            <a:xfrm>
              <a:off x="914399" y="4626826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0"/>
            <p:cNvSpPr/>
            <p:nvPr/>
          </p:nvSpPr>
          <p:spPr>
            <a:xfrm>
              <a:off x="914399" y="4274343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1"/>
            <p:cNvSpPr/>
            <p:nvPr/>
          </p:nvSpPr>
          <p:spPr>
            <a:xfrm>
              <a:off x="914399" y="3921860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tx42"/>
            <p:cNvSpPr/>
            <p:nvPr/>
          </p:nvSpPr>
          <p:spPr>
            <a:xfrm rot="-5400000">
              <a:off x="681348" y="4922754"/>
              <a:ext cx="96961" cy="113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</a:t>
              </a:r>
            </a:p>
          </p:txBody>
        </p:sp>
        <p:sp>
          <p:nvSpPr>
            <p:cNvPr id="44" name="tx43"/>
            <p:cNvSpPr/>
            <p:nvPr/>
          </p:nvSpPr>
          <p:spPr>
            <a:xfrm rot="-5400000">
              <a:off x="682353" y="4571276"/>
              <a:ext cx="96961" cy="1111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45" name="tx44"/>
            <p:cNvSpPr/>
            <p:nvPr/>
          </p:nvSpPr>
          <p:spPr>
            <a:xfrm rot="-5400000">
              <a:off x="680269" y="4216709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46" name="tx45"/>
            <p:cNvSpPr/>
            <p:nvPr/>
          </p:nvSpPr>
          <p:spPr>
            <a:xfrm rot="-5400000">
              <a:off x="680269" y="3864226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47" name="pg46"/>
            <p:cNvSpPr/>
            <p:nvPr/>
          </p:nvSpPr>
          <p:spPr>
            <a:xfrm>
              <a:off x="1005839" y="3694042"/>
              <a:ext cx="7132319" cy="1517720"/>
            </a:xfrm>
            <a:custGeom>
              <a:avLst/>
              <a:pathLst>
                <a:path w="7132319" h="1517720">
                  <a:moveTo>
                    <a:pt x="0" y="1517720"/>
                  </a:moveTo>
                  <a:lnTo>
                    <a:pt x="7132319" y="1517720"/>
                  </a:lnTo>
                  <a:lnTo>
                    <a:pt x="7132319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tx47"/>
            <p:cNvSpPr/>
            <p:nvPr/>
          </p:nvSpPr>
          <p:spPr>
            <a:xfrm>
              <a:off x="4111228" y="3492275"/>
              <a:ext cx="921543" cy="1769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prediction</a:t>
              </a:r>
            </a:p>
          </p:txBody>
        </p:sp>
        <p:sp>
          <p:nvSpPr>
            <p:cNvPr id="49" name="tx48"/>
            <p:cNvSpPr/>
            <p:nvPr/>
          </p:nvSpPr>
          <p:spPr>
            <a:xfrm>
              <a:off x="4402001" y="5788760"/>
              <a:ext cx="339997" cy="1179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chr7</a:t>
              </a:r>
            </a:p>
          </p:txBody>
        </p:sp>
        <p:sp>
          <p:nvSpPr>
            <p:cNvPr id="50" name="tx49"/>
            <p:cNvSpPr/>
            <p:nvPr/>
          </p:nvSpPr>
          <p:spPr>
            <a:xfrm rot="-5400000">
              <a:off x="17783" y="4377037"/>
              <a:ext cx="653950" cy="1517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pred_sm</a:t>
              </a:r>
            </a:p>
          </p:txBody>
        </p:sp>
        <p:sp>
          <p:nvSpPr>
            <p:cNvPr id="51" name="pg50"/>
            <p:cNvSpPr/>
            <p:nvPr/>
          </p:nvSpPr>
          <p:spPr>
            <a:xfrm>
              <a:off x="1270000" y="3831307"/>
              <a:ext cx="6603999" cy="1324243"/>
            </a:xfrm>
            <a:custGeom>
              <a:avLst/>
              <a:pathLst>
                <a:path w="6603999" h="1324243">
                  <a:moveTo>
                    <a:pt x="0" y="1301207"/>
                  </a:moveTo>
                  <a:lnTo>
                    <a:pt x="4130" y="1299060"/>
                  </a:lnTo>
                  <a:lnTo>
                    <a:pt x="8260" y="1302265"/>
                  </a:lnTo>
                  <a:lnTo>
                    <a:pt x="12390" y="1293441"/>
                  </a:lnTo>
                  <a:lnTo>
                    <a:pt x="16520" y="1280954"/>
                  </a:lnTo>
                  <a:lnTo>
                    <a:pt x="20650" y="1286188"/>
                  </a:lnTo>
                  <a:lnTo>
                    <a:pt x="24780" y="1289608"/>
                  </a:lnTo>
                  <a:lnTo>
                    <a:pt x="28910" y="1294506"/>
                  </a:lnTo>
                  <a:lnTo>
                    <a:pt x="33040" y="1294506"/>
                  </a:lnTo>
                  <a:lnTo>
                    <a:pt x="37170" y="1280954"/>
                  </a:lnTo>
                  <a:lnTo>
                    <a:pt x="41300" y="1280954"/>
                  </a:lnTo>
                  <a:lnTo>
                    <a:pt x="45430" y="1279105"/>
                  </a:lnTo>
                  <a:lnTo>
                    <a:pt x="49560" y="1267379"/>
                  </a:lnTo>
                  <a:lnTo>
                    <a:pt x="53691" y="1280954"/>
                  </a:lnTo>
                  <a:lnTo>
                    <a:pt x="57821" y="1276814"/>
                  </a:lnTo>
                  <a:lnTo>
                    <a:pt x="61951" y="1267379"/>
                  </a:lnTo>
                  <a:lnTo>
                    <a:pt x="66081" y="1283490"/>
                  </a:lnTo>
                  <a:lnTo>
                    <a:pt x="70211" y="1286188"/>
                  </a:lnTo>
                  <a:lnTo>
                    <a:pt x="74341" y="1286188"/>
                  </a:lnTo>
                  <a:lnTo>
                    <a:pt x="78471" y="1288045"/>
                  </a:lnTo>
                  <a:lnTo>
                    <a:pt x="82601" y="1294506"/>
                  </a:lnTo>
                  <a:lnTo>
                    <a:pt x="86731" y="1302960"/>
                  </a:lnTo>
                  <a:lnTo>
                    <a:pt x="90861" y="1296973"/>
                  </a:lnTo>
                  <a:lnTo>
                    <a:pt x="94991" y="1301207"/>
                  </a:lnTo>
                  <a:lnTo>
                    <a:pt x="99121" y="1301207"/>
                  </a:lnTo>
                  <a:lnTo>
                    <a:pt x="103252" y="1306159"/>
                  </a:lnTo>
                  <a:lnTo>
                    <a:pt x="107382" y="1307979"/>
                  </a:lnTo>
                  <a:lnTo>
                    <a:pt x="111512" y="1306605"/>
                  </a:lnTo>
                  <a:lnTo>
                    <a:pt x="115642" y="1305530"/>
                  </a:lnTo>
                  <a:lnTo>
                    <a:pt x="119772" y="1306766"/>
                  </a:lnTo>
                  <a:lnTo>
                    <a:pt x="123902" y="1302684"/>
                  </a:lnTo>
                  <a:lnTo>
                    <a:pt x="128032" y="1299039"/>
                  </a:lnTo>
                  <a:lnTo>
                    <a:pt x="132162" y="1300273"/>
                  </a:lnTo>
                  <a:lnTo>
                    <a:pt x="136292" y="1297788"/>
                  </a:lnTo>
                  <a:lnTo>
                    <a:pt x="140422" y="1298188"/>
                  </a:lnTo>
                  <a:lnTo>
                    <a:pt x="144552" y="1301914"/>
                  </a:lnTo>
                  <a:lnTo>
                    <a:pt x="148682" y="1301914"/>
                  </a:lnTo>
                  <a:lnTo>
                    <a:pt x="152813" y="1301914"/>
                  </a:lnTo>
                  <a:lnTo>
                    <a:pt x="156943" y="1301235"/>
                  </a:lnTo>
                  <a:lnTo>
                    <a:pt x="161073" y="1298041"/>
                  </a:lnTo>
                  <a:lnTo>
                    <a:pt x="165203" y="1298487"/>
                  </a:lnTo>
                  <a:lnTo>
                    <a:pt x="169333" y="1296507"/>
                  </a:lnTo>
                  <a:lnTo>
                    <a:pt x="173463" y="1291306"/>
                  </a:lnTo>
                  <a:lnTo>
                    <a:pt x="177593" y="1284859"/>
                  </a:lnTo>
                  <a:lnTo>
                    <a:pt x="181723" y="1292560"/>
                  </a:lnTo>
                  <a:lnTo>
                    <a:pt x="185853" y="1295671"/>
                  </a:lnTo>
                  <a:lnTo>
                    <a:pt x="189983" y="1289413"/>
                  </a:lnTo>
                  <a:lnTo>
                    <a:pt x="194113" y="1270519"/>
                  </a:lnTo>
                  <a:lnTo>
                    <a:pt x="198243" y="1257834"/>
                  </a:lnTo>
                  <a:lnTo>
                    <a:pt x="202373" y="1251268"/>
                  </a:lnTo>
                  <a:lnTo>
                    <a:pt x="206504" y="1251268"/>
                  </a:lnTo>
                  <a:lnTo>
                    <a:pt x="210634" y="1266972"/>
                  </a:lnTo>
                  <a:lnTo>
                    <a:pt x="214764" y="1299493"/>
                  </a:lnTo>
                  <a:lnTo>
                    <a:pt x="218894" y="1297433"/>
                  </a:lnTo>
                  <a:lnTo>
                    <a:pt x="223024" y="1273918"/>
                  </a:lnTo>
                  <a:lnTo>
                    <a:pt x="227154" y="1279962"/>
                  </a:lnTo>
                  <a:lnTo>
                    <a:pt x="231284" y="1281009"/>
                  </a:lnTo>
                  <a:lnTo>
                    <a:pt x="235414" y="1295119"/>
                  </a:lnTo>
                  <a:lnTo>
                    <a:pt x="239544" y="1299151"/>
                  </a:lnTo>
                  <a:lnTo>
                    <a:pt x="243674" y="1298965"/>
                  </a:lnTo>
                  <a:lnTo>
                    <a:pt x="247804" y="1299480"/>
                  </a:lnTo>
                  <a:lnTo>
                    <a:pt x="251934" y="1299666"/>
                  </a:lnTo>
                  <a:lnTo>
                    <a:pt x="256065" y="1301502"/>
                  </a:lnTo>
                  <a:lnTo>
                    <a:pt x="260195" y="1301239"/>
                  </a:lnTo>
                  <a:lnTo>
                    <a:pt x="264325" y="1301502"/>
                  </a:lnTo>
                  <a:lnTo>
                    <a:pt x="268455" y="1300994"/>
                  </a:lnTo>
                  <a:lnTo>
                    <a:pt x="272585" y="1300994"/>
                  </a:lnTo>
                  <a:lnTo>
                    <a:pt x="276715" y="1298896"/>
                  </a:lnTo>
                  <a:lnTo>
                    <a:pt x="280845" y="1290553"/>
                  </a:lnTo>
                  <a:lnTo>
                    <a:pt x="284975" y="1270507"/>
                  </a:lnTo>
                  <a:lnTo>
                    <a:pt x="289105" y="1264460"/>
                  </a:lnTo>
                  <a:lnTo>
                    <a:pt x="293235" y="1257822"/>
                  </a:lnTo>
                  <a:lnTo>
                    <a:pt x="297365" y="1257822"/>
                  </a:lnTo>
                  <a:lnTo>
                    <a:pt x="301495" y="1257822"/>
                  </a:lnTo>
                  <a:lnTo>
                    <a:pt x="305626" y="1256922"/>
                  </a:lnTo>
                  <a:lnTo>
                    <a:pt x="309756" y="1252933"/>
                  </a:lnTo>
                  <a:lnTo>
                    <a:pt x="313886" y="1273462"/>
                  </a:lnTo>
                  <a:lnTo>
                    <a:pt x="318016" y="1292023"/>
                  </a:lnTo>
                  <a:lnTo>
                    <a:pt x="322146" y="1297208"/>
                  </a:lnTo>
                  <a:lnTo>
                    <a:pt x="326276" y="1296591"/>
                  </a:lnTo>
                  <a:lnTo>
                    <a:pt x="330406" y="1297699"/>
                  </a:lnTo>
                  <a:lnTo>
                    <a:pt x="334536" y="1298471"/>
                  </a:lnTo>
                  <a:lnTo>
                    <a:pt x="338666" y="1298905"/>
                  </a:lnTo>
                  <a:lnTo>
                    <a:pt x="342796" y="1297266"/>
                  </a:lnTo>
                  <a:lnTo>
                    <a:pt x="346926" y="1278600"/>
                  </a:lnTo>
                  <a:lnTo>
                    <a:pt x="351056" y="1278600"/>
                  </a:lnTo>
                  <a:lnTo>
                    <a:pt x="355186" y="1276357"/>
                  </a:lnTo>
                  <a:lnTo>
                    <a:pt x="359317" y="1298208"/>
                  </a:lnTo>
                  <a:lnTo>
                    <a:pt x="363447" y="1298905"/>
                  </a:lnTo>
                  <a:lnTo>
                    <a:pt x="367577" y="1298905"/>
                  </a:lnTo>
                  <a:lnTo>
                    <a:pt x="371707" y="1296757"/>
                  </a:lnTo>
                  <a:lnTo>
                    <a:pt x="375837" y="1297471"/>
                  </a:lnTo>
                  <a:lnTo>
                    <a:pt x="379967" y="1297905"/>
                  </a:lnTo>
                  <a:lnTo>
                    <a:pt x="384097" y="1297905"/>
                  </a:lnTo>
                  <a:lnTo>
                    <a:pt x="388227" y="1297905"/>
                  </a:lnTo>
                  <a:lnTo>
                    <a:pt x="392357" y="1297695"/>
                  </a:lnTo>
                  <a:lnTo>
                    <a:pt x="396487" y="1297471"/>
                  </a:lnTo>
                  <a:lnTo>
                    <a:pt x="400617" y="1295749"/>
                  </a:lnTo>
                  <a:lnTo>
                    <a:pt x="404747" y="1298640"/>
                  </a:lnTo>
                  <a:lnTo>
                    <a:pt x="408878" y="1299828"/>
                  </a:lnTo>
                  <a:lnTo>
                    <a:pt x="413008" y="1299903"/>
                  </a:lnTo>
                  <a:lnTo>
                    <a:pt x="417138" y="1296035"/>
                  </a:lnTo>
                  <a:lnTo>
                    <a:pt x="421268" y="1283848"/>
                  </a:lnTo>
                  <a:lnTo>
                    <a:pt x="425398" y="1278214"/>
                  </a:lnTo>
                  <a:lnTo>
                    <a:pt x="429528" y="1295108"/>
                  </a:lnTo>
                  <a:lnTo>
                    <a:pt x="433658" y="1298208"/>
                  </a:lnTo>
                  <a:lnTo>
                    <a:pt x="437788" y="1296980"/>
                  </a:lnTo>
                  <a:lnTo>
                    <a:pt x="441918" y="1288163"/>
                  </a:lnTo>
                  <a:lnTo>
                    <a:pt x="446048" y="1269010"/>
                  </a:lnTo>
                  <a:lnTo>
                    <a:pt x="450178" y="1284946"/>
                  </a:lnTo>
                  <a:lnTo>
                    <a:pt x="454308" y="1293611"/>
                  </a:lnTo>
                  <a:lnTo>
                    <a:pt x="458439" y="1296793"/>
                  </a:lnTo>
                  <a:lnTo>
                    <a:pt x="462569" y="1295154"/>
                  </a:lnTo>
                  <a:lnTo>
                    <a:pt x="466699" y="1276488"/>
                  </a:lnTo>
                  <a:lnTo>
                    <a:pt x="470829" y="1275055"/>
                  </a:lnTo>
                  <a:lnTo>
                    <a:pt x="474959" y="1280364"/>
                  </a:lnTo>
                  <a:lnTo>
                    <a:pt x="479089" y="1293093"/>
                  </a:lnTo>
                  <a:lnTo>
                    <a:pt x="483219" y="1292475"/>
                  </a:lnTo>
                  <a:lnTo>
                    <a:pt x="487349" y="1278175"/>
                  </a:lnTo>
                  <a:lnTo>
                    <a:pt x="491479" y="1276785"/>
                  </a:lnTo>
                  <a:lnTo>
                    <a:pt x="495609" y="1282730"/>
                  </a:lnTo>
                  <a:lnTo>
                    <a:pt x="499739" y="1282955"/>
                  </a:lnTo>
                  <a:lnTo>
                    <a:pt x="503869" y="1282730"/>
                  </a:lnTo>
                  <a:lnTo>
                    <a:pt x="507999" y="1282955"/>
                  </a:lnTo>
                  <a:lnTo>
                    <a:pt x="512130" y="1283350"/>
                  </a:lnTo>
                  <a:lnTo>
                    <a:pt x="516260" y="1283350"/>
                  </a:lnTo>
                  <a:lnTo>
                    <a:pt x="520390" y="1283327"/>
                  </a:lnTo>
                  <a:lnTo>
                    <a:pt x="524520" y="1264017"/>
                  </a:lnTo>
                  <a:lnTo>
                    <a:pt x="528650" y="1225617"/>
                  </a:lnTo>
                  <a:lnTo>
                    <a:pt x="532780" y="1230452"/>
                  </a:lnTo>
                  <a:lnTo>
                    <a:pt x="536910" y="1241740"/>
                  </a:lnTo>
                  <a:lnTo>
                    <a:pt x="541040" y="1250690"/>
                  </a:lnTo>
                  <a:lnTo>
                    <a:pt x="545170" y="1268407"/>
                  </a:lnTo>
                  <a:lnTo>
                    <a:pt x="549300" y="1251676"/>
                  </a:lnTo>
                  <a:lnTo>
                    <a:pt x="553430" y="1262177"/>
                  </a:lnTo>
                  <a:lnTo>
                    <a:pt x="557560" y="1279509"/>
                  </a:lnTo>
                  <a:lnTo>
                    <a:pt x="561691" y="1265747"/>
                  </a:lnTo>
                  <a:lnTo>
                    <a:pt x="565821" y="1255954"/>
                  </a:lnTo>
                  <a:lnTo>
                    <a:pt x="569951" y="1278859"/>
                  </a:lnTo>
                  <a:lnTo>
                    <a:pt x="574081" y="1281868"/>
                  </a:lnTo>
                  <a:lnTo>
                    <a:pt x="578211" y="1276303"/>
                  </a:lnTo>
                  <a:lnTo>
                    <a:pt x="582341" y="1281868"/>
                  </a:lnTo>
                  <a:lnTo>
                    <a:pt x="586471" y="1271326"/>
                  </a:lnTo>
                  <a:lnTo>
                    <a:pt x="590601" y="1284522"/>
                  </a:lnTo>
                  <a:lnTo>
                    <a:pt x="594731" y="1284759"/>
                  </a:lnTo>
                  <a:lnTo>
                    <a:pt x="598861" y="1283327"/>
                  </a:lnTo>
                  <a:lnTo>
                    <a:pt x="602991" y="1274606"/>
                  </a:lnTo>
                  <a:lnTo>
                    <a:pt x="607121" y="1273827"/>
                  </a:lnTo>
                  <a:lnTo>
                    <a:pt x="611252" y="1283740"/>
                  </a:lnTo>
                  <a:lnTo>
                    <a:pt x="615382" y="1267120"/>
                  </a:lnTo>
                  <a:lnTo>
                    <a:pt x="619512" y="1269125"/>
                  </a:lnTo>
                  <a:lnTo>
                    <a:pt x="623642" y="1282623"/>
                  </a:lnTo>
                  <a:lnTo>
                    <a:pt x="627772" y="1280758"/>
                  </a:lnTo>
                  <a:lnTo>
                    <a:pt x="631902" y="1270562"/>
                  </a:lnTo>
                  <a:lnTo>
                    <a:pt x="636032" y="1276186"/>
                  </a:lnTo>
                  <a:lnTo>
                    <a:pt x="640162" y="1283099"/>
                  </a:lnTo>
                  <a:lnTo>
                    <a:pt x="644292" y="1280462"/>
                  </a:lnTo>
                  <a:lnTo>
                    <a:pt x="648422" y="1258335"/>
                  </a:lnTo>
                  <a:lnTo>
                    <a:pt x="652552" y="1251244"/>
                  </a:lnTo>
                  <a:lnTo>
                    <a:pt x="656682" y="1277993"/>
                  </a:lnTo>
                  <a:lnTo>
                    <a:pt x="660813" y="1277993"/>
                  </a:lnTo>
                  <a:lnTo>
                    <a:pt x="664943" y="1264827"/>
                  </a:lnTo>
                  <a:lnTo>
                    <a:pt x="669073" y="1247741"/>
                  </a:lnTo>
                  <a:lnTo>
                    <a:pt x="673203" y="1249488"/>
                  </a:lnTo>
                  <a:lnTo>
                    <a:pt x="677333" y="1238071"/>
                  </a:lnTo>
                  <a:lnTo>
                    <a:pt x="681463" y="1232416"/>
                  </a:lnTo>
                  <a:lnTo>
                    <a:pt x="685593" y="1269260"/>
                  </a:lnTo>
                  <a:lnTo>
                    <a:pt x="689723" y="1281742"/>
                  </a:lnTo>
                  <a:lnTo>
                    <a:pt x="693853" y="1282360"/>
                  </a:lnTo>
                  <a:lnTo>
                    <a:pt x="697983" y="1282836"/>
                  </a:lnTo>
                  <a:lnTo>
                    <a:pt x="702113" y="1282847"/>
                  </a:lnTo>
                  <a:lnTo>
                    <a:pt x="706243" y="1283243"/>
                  </a:lnTo>
                  <a:lnTo>
                    <a:pt x="710373" y="1284438"/>
                  </a:lnTo>
                  <a:lnTo>
                    <a:pt x="714504" y="1284488"/>
                  </a:lnTo>
                  <a:lnTo>
                    <a:pt x="718634" y="1280029"/>
                  </a:lnTo>
                  <a:lnTo>
                    <a:pt x="722764" y="1283097"/>
                  </a:lnTo>
                  <a:lnTo>
                    <a:pt x="726894" y="1259165"/>
                  </a:lnTo>
                  <a:lnTo>
                    <a:pt x="731024" y="1259165"/>
                  </a:lnTo>
                  <a:lnTo>
                    <a:pt x="735154" y="1261021"/>
                  </a:lnTo>
                  <a:lnTo>
                    <a:pt x="739284" y="1270283"/>
                  </a:lnTo>
                  <a:lnTo>
                    <a:pt x="743414" y="1266091"/>
                  </a:lnTo>
                  <a:lnTo>
                    <a:pt x="747544" y="1280758"/>
                  </a:lnTo>
                  <a:lnTo>
                    <a:pt x="751674" y="1283260"/>
                  </a:lnTo>
                  <a:lnTo>
                    <a:pt x="755804" y="1277993"/>
                  </a:lnTo>
                  <a:lnTo>
                    <a:pt x="759934" y="1258335"/>
                  </a:lnTo>
                  <a:lnTo>
                    <a:pt x="764065" y="1245932"/>
                  </a:lnTo>
                  <a:lnTo>
                    <a:pt x="768195" y="1258721"/>
                  </a:lnTo>
                  <a:lnTo>
                    <a:pt x="772325" y="1285421"/>
                  </a:lnTo>
                  <a:lnTo>
                    <a:pt x="776455" y="1284266"/>
                  </a:lnTo>
                  <a:lnTo>
                    <a:pt x="780585" y="1284549"/>
                  </a:lnTo>
                  <a:lnTo>
                    <a:pt x="784715" y="1251244"/>
                  </a:lnTo>
                  <a:lnTo>
                    <a:pt x="788845" y="1239997"/>
                  </a:lnTo>
                  <a:lnTo>
                    <a:pt x="792975" y="1240843"/>
                  </a:lnTo>
                  <a:lnTo>
                    <a:pt x="797105" y="1257733"/>
                  </a:lnTo>
                  <a:lnTo>
                    <a:pt x="801235" y="1267400"/>
                  </a:lnTo>
                  <a:lnTo>
                    <a:pt x="805365" y="1277993"/>
                  </a:lnTo>
                  <a:lnTo>
                    <a:pt x="809495" y="1283745"/>
                  </a:lnTo>
                  <a:lnTo>
                    <a:pt x="813626" y="1258335"/>
                  </a:lnTo>
                  <a:lnTo>
                    <a:pt x="817756" y="1284549"/>
                  </a:lnTo>
                  <a:lnTo>
                    <a:pt x="821886" y="1282360"/>
                  </a:lnTo>
                  <a:lnTo>
                    <a:pt x="826016" y="1268852"/>
                  </a:lnTo>
                  <a:lnTo>
                    <a:pt x="830146" y="1274934"/>
                  </a:lnTo>
                  <a:lnTo>
                    <a:pt x="834276" y="1283243"/>
                  </a:lnTo>
                  <a:lnTo>
                    <a:pt x="838406" y="1283243"/>
                  </a:lnTo>
                  <a:lnTo>
                    <a:pt x="842536" y="1281742"/>
                  </a:lnTo>
                  <a:lnTo>
                    <a:pt x="846666" y="1276384"/>
                  </a:lnTo>
                  <a:lnTo>
                    <a:pt x="850796" y="1247187"/>
                  </a:lnTo>
                  <a:lnTo>
                    <a:pt x="854926" y="1263623"/>
                  </a:lnTo>
                  <a:lnTo>
                    <a:pt x="859056" y="1283174"/>
                  </a:lnTo>
                  <a:lnTo>
                    <a:pt x="863186" y="1287620"/>
                  </a:lnTo>
                  <a:lnTo>
                    <a:pt x="867317" y="1285870"/>
                  </a:lnTo>
                  <a:lnTo>
                    <a:pt x="871447" y="1284675"/>
                  </a:lnTo>
                  <a:lnTo>
                    <a:pt x="875577" y="1281616"/>
                  </a:lnTo>
                  <a:lnTo>
                    <a:pt x="879707" y="1282236"/>
                  </a:lnTo>
                  <a:lnTo>
                    <a:pt x="883837" y="1282236"/>
                  </a:lnTo>
                  <a:lnTo>
                    <a:pt x="887967" y="1281281"/>
                  </a:lnTo>
                  <a:lnTo>
                    <a:pt x="892097" y="1268155"/>
                  </a:lnTo>
                  <a:lnTo>
                    <a:pt x="896227" y="1262147"/>
                  </a:lnTo>
                  <a:lnTo>
                    <a:pt x="900357" y="1277570"/>
                  </a:lnTo>
                  <a:lnTo>
                    <a:pt x="904487" y="1280641"/>
                  </a:lnTo>
                  <a:lnTo>
                    <a:pt x="908617" y="1280208"/>
                  </a:lnTo>
                  <a:lnTo>
                    <a:pt x="912747" y="1271411"/>
                  </a:lnTo>
                  <a:lnTo>
                    <a:pt x="916878" y="1262147"/>
                  </a:lnTo>
                  <a:lnTo>
                    <a:pt x="921008" y="1247741"/>
                  </a:lnTo>
                  <a:lnTo>
                    <a:pt x="925138" y="1272593"/>
                  </a:lnTo>
                  <a:lnTo>
                    <a:pt x="929268" y="1282556"/>
                  </a:lnTo>
                  <a:lnTo>
                    <a:pt x="933398" y="1280828"/>
                  </a:lnTo>
                  <a:lnTo>
                    <a:pt x="937528" y="1282750"/>
                  </a:lnTo>
                  <a:lnTo>
                    <a:pt x="941658" y="1281111"/>
                  </a:lnTo>
                  <a:lnTo>
                    <a:pt x="945788" y="1239719"/>
                  </a:lnTo>
                  <a:lnTo>
                    <a:pt x="949918" y="1196353"/>
                  </a:lnTo>
                  <a:lnTo>
                    <a:pt x="954048" y="1142608"/>
                  </a:lnTo>
                  <a:lnTo>
                    <a:pt x="958178" y="1135811"/>
                  </a:lnTo>
                  <a:lnTo>
                    <a:pt x="962308" y="1134446"/>
                  </a:lnTo>
                  <a:lnTo>
                    <a:pt x="966439" y="1134446"/>
                  </a:lnTo>
                  <a:lnTo>
                    <a:pt x="970569" y="1134446"/>
                  </a:lnTo>
                  <a:lnTo>
                    <a:pt x="974699" y="1157826"/>
                  </a:lnTo>
                  <a:lnTo>
                    <a:pt x="978829" y="1208763"/>
                  </a:lnTo>
                  <a:lnTo>
                    <a:pt x="982959" y="1249750"/>
                  </a:lnTo>
                  <a:lnTo>
                    <a:pt x="987089" y="1276426"/>
                  </a:lnTo>
                  <a:lnTo>
                    <a:pt x="991219" y="1281828"/>
                  </a:lnTo>
                  <a:lnTo>
                    <a:pt x="995349" y="1275761"/>
                  </a:lnTo>
                  <a:lnTo>
                    <a:pt x="999479" y="1280818"/>
                  </a:lnTo>
                  <a:lnTo>
                    <a:pt x="1003609" y="1280316"/>
                  </a:lnTo>
                  <a:lnTo>
                    <a:pt x="1007739" y="1280130"/>
                  </a:lnTo>
                  <a:lnTo>
                    <a:pt x="1011869" y="1278960"/>
                  </a:lnTo>
                  <a:lnTo>
                    <a:pt x="1015999" y="1250022"/>
                  </a:lnTo>
                  <a:lnTo>
                    <a:pt x="1020130" y="1250022"/>
                  </a:lnTo>
                  <a:lnTo>
                    <a:pt x="1024260" y="1248166"/>
                  </a:lnTo>
                  <a:lnTo>
                    <a:pt x="1028390" y="1261990"/>
                  </a:lnTo>
                  <a:lnTo>
                    <a:pt x="1032520" y="1216574"/>
                  </a:lnTo>
                  <a:lnTo>
                    <a:pt x="1036650" y="1208292"/>
                  </a:lnTo>
                  <a:lnTo>
                    <a:pt x="1040780" y="1202432"/>
                  </a:lnTo>
                  <a:lnTo>
                    <a:pt x="1044910" y="1260956"/>
                  </a:lnTo>
                  <a:lnTo>
                    <a:pt x="1049040" y="1267038"/>
                  </a:lnTo>
                  <a:lnTo>
                    <a:pt x="1053170" y="1248166"/>
                  </a:lnTo>
                  <a:lnTo>
                    <a:pt x="1057300" y="1212544"/>
                  </a:lnTo>
                  <a:lnTo>
                    <a:pt x="1061430" y="1225845"/>
                  </a:lnTo>
                  <a:lnTo>
                    <a:pt x="1065560" y="1276132"/>
                  </a:lnTo>
                  <a:lnTo>
                    <a:pt x="1069691" y="1278213"/>
                  </a:lnTo>
                  <a:lnTo>
                    <a:pt x="1073821" y="1277593"/>
                  </a:lnTo>
                  <a:lnTo>
                    <a:pt x="1077951" y="1259172"/>
                  </a:lnTo>
                  <a:lnTo>
                    <a:pt x="1082081" y="1230341"/>
                  </a:lnTo>
                  <a:lnTo>
                    <a:pt x="1086211" y="1255908"/>
                  </a:lnTo>
                  <a:lnTo>
                    <a:pt x="1090341" y="1214641"/>
                  </a:lnTo>
                  <a:lnTo>
                    <a:pt x="1094471" y="1193160"/>
                  </a:lnTo>
                  <a:lnTo>
                    <a:pt x="1098601" y="1215050"/>
                  </a:lnTo>
                  <a:lnTo>
                    <a:pt x="1102731" y="1239667"/>
                  </a:lnTo>
                  <a:lnTo>
                    <a:pt x="1106861" y="1252129"/>
                  </a:lnTo>
                  <a:lnTo>
                    <a:pt x="1110991" y="1257186"/>
                  </a:lnTo>
                  <a:lnTo>
                    <a:pt x="1115121" y="1245466"/>
                  </a:lnTo>
                  <a:lnTo>
                    <a:pt x="1119252" y="1255399"/>
                  </a:lnTo>
                  <a:lnTo>
                    <a:pt x="1123382" y="1255806"/>
                  </a:lnTo>
                  <a:lnTo>
                    <a:pt x="1127512" y="1249455"/>
                  </a:lnTo>
                  <a:lnTo>
                    <a:pt x="1131642" y="1236668"/>
                  </a:lnTo>
                  <a:lnTo>
                    <a:pt x="1135772" y="1210367"/>
                  </a:lnTo>
                  <a:lnTo>
                    <a:pt x="1139902" y="1236668"/>
                  </a:lnTo>
                  <a:lnTo>
                    <a:pt x="1144032" y="1255186"/>
                  </a:lnTo>
                  <a:lnTo>
                    <a:pt x="1148162" y="1255806"/>
                  </a:lnTo>
                  <a:lnTo>
                    <a:pt x="1152292" y="1244367"/>
                  </a:lnTo>
                  <a:lnTo>
                    <a:pt x="1156422" y="1244801"/>
                  </a:lnTo>
                  <a:lnTo>
                    <a:pt x="1160552" y="1245269"/>
                  </a:lnTo>
                  <a:lnTo>
                    <a:pt x="1164682" y="1244983"/>
                  </a:lnTo>
                  <a:lnTo>
                    <a:pt x="1168813" y="1226816"/>
                  </a:lnTo>
                  <a:lnTo>
                    <a:pt x="1172943" y="1247880"/>
                  </a:lnTo>
                  <a:lnTo>
                    <a:pt x="1177073" y="1248722"/>
                  </a:lnTo>
                  <a:lnTo>
                    <a:pt x="1181203" y="1214541"/>
                  </a:lnTo>
                  <a:lnTo>
                    <a:pt x="1185333" y="1224811"/>
                  </a:lnTo>
                  <a:lnTo>
                    <a:pt x="1189463" y="1204539"/>
                  </a:lnTo>
                  <a:lnTo>
                    <a:pt x="1193593" y="1176274"/>
                  </a:lnTo>
                  <a:lnTo>
                    <a:pt x="1197723" y="1193848"/>
                  </a:lnTo>
                  <a:lnTo>
                    <a:pt x="1201853" y="1218764"/>
                  </a:lnTo>
                  <a:lnTo>
                    <a:pt x="1205983" y="1235806"/>
                  </a:lnTo>
                  <a:lnTo>
                    <a:pt x="1210113" y="1189573"/>
                  </a:lnTo>
                  <a:lnTo>
                    <a:pt x="1214243" y="1209405"/>
                  </a:lnTo>
                  <a:lnTo>
                    <a:pt x="1218373" y="1216659"/>
                  </a:lnTo>
                  <a:lnTo>
                    <a:pt x="1222504" y="1189164"/>
                  </a:lnTo>
                  <a:lnTo>
                    <a:pt x="1226634" y="1211137"/>
                  </a:lnTo>
                  <a:lnTo>
                    <a:pt x="1230764" y="1229351"/>
                  </a:lnTo>
                  <a:lnTo>
                    <a:pt x="1234894" y="1214554"/>
                  </a:lnTo>
                  <a:lnTo>
                    <a:pt x="1239024" y="1217210"/>
                  </a:lnTo>
                  <a:lnTo>
                    <a:pt x="1243154" y="1232925"/>
                  </a:lnTo>
                  <a:lnTo>
                    <a:pt x="1247284" y="1209034"/>
                  </a:lnTo>
                  <a:lnTo>
                    <a:pt x="1251414" y="1213506"/>
                  </a:lnTo>
                  <a:lnTo>
                    <a:pt x="1255544" y="1227943"/>
                  </a:lnTo>
                  <a:lnTo>
                    <a:pt x="1259674" y="1227466"/>
                  </a:lnTo>
                  <a:lnTo>
                    <a:pt x="1263804" y="1227466"/>
                  </a:lnTo>
                  <a:lnTo>
                    <a:pt x="1267934" y="1223850"/>
                  </a:lnTo>
                  <a:lnTo>
                    <a:pt x="1272065" y="1224113"/>
                  </a:lnTo>
                  <a:lnTo>
                    <a:pt x="1276195" y="1225999"/>
                  </a:lnTo>
                  <a:lnTo>
                    <a:pt x="1280325" y="1225999"/>
                  </a:lnTo>
                  <a:lnTo>
                    <a:pt x="1284455" y="1226959"/>
                  </a:lnTo>
                  <a:lnTo>
                    <a:pt x="1288585" y="1234438"/>
                  </a:lnTo>
                  <a:lnTo>
                    <a:pt x="1292715" y="1236586"/>
                  </a:lnTo>
                  <a:lnTo>
                    <a:pt x="1296845" y="1237932"/>
                  </a:lnTo>
                  <a:lnTo>
                    <a:pt x="1300975" y="1238629"/>
                  </a:lnTo>
                  <a:lnTo>
                    <a:pt x="1305105" y="1238195"/>
                  </a:lnTo>
                  <a:lnTo>
                    <a:pt x="1309235" y="1205190"/>
                  </a:lnTo>
                  <a:lnTo>
                    <a:pt x="1313365" y="1192645"/>
                  </a:lnTo>
                  <a:lnTo>
                    <a:pt x="1317495" y="1215952"/>
                  </a:lnTo>
                  <a:lnTo>
                    <a:pt x="1321626" y="1214554"/>
                  </a:lnTo>
                  <a:lnTo>
                    <a:pt x="1325756" y="1205190"/>
                  </a:lnTo>
                  <a:lnTo>
                    <a:pt x="1329886" y="1202195"/>
                  </a:lnTo>
                  <a:lnTo>
                    <a:pt x="1334016" y="1224457"/>
                  </a:lnTo>
                  <a:lnTo>
                    <a:pt x="1338146" y="1221783"/>
                  </a:lnTo>
                  <a:lnTo>
                    <a:pt x="1342276" y="1208551"/>
                  </a:lnTo>
                  <a:lnTo>
                    <a:pt x="1346406" y="1202772"/>
                  </a:lnTo>
                  <a:lnTo>
                    <a:pt x="1350536" y="1215000"/>
                  </a:lnTo>
                  <a:lnTo>
                    <a:pt x="1354666" y="1176329"/>
                  </a:lnTo>
                  <a:lnTo>
                    <a:pt x="1358796" y="1224195"/>
                  </a:lnTo>
                  <a:lnTo>
                    <a:pt x="1362926" y="1230103"/>
                  </a:lnTo>
                  <a:lnTo>
                    <a:pt x="1367056" y="1228811"/>
                  </a:lnTo>
                  <a:lnTo>
                    <a:pt x="1371186" y="1231389"/>
                  </a:lnTo>
                  <a:lnTo>
                    <a:pt x="1375317" y="1223771"/>
                  </a:lnTo>
                  <a:lnTo>
                    <a:pt x="1379447" y="1197155"/>
                  </a:lnTo>
                  <a:lnTo>
                    <a:pt x="1383577" y="1172802"/>
                  </a:lnTo>
                  <a:lnTo>
                    <a:pt x="1387707" y="1212249"/>
                  </a:lnTo>
                  <a:lnTo>
                    <a:pt x="1391837" y="1205196"/>
                  </a:lnTo>
                  <a:lnTo>
                    <a:pt x="1395967" y="1200724"/>
                  </a:lnTo>
                  <a:lnTo>
                    <a:pt x="1400097" y="1218722"/>
                  </a:lnTo>
                  <a:lnTo>
                    <a:pt x="1404227" y="1224633"/>
                  </a:lnTo>
                  <a:lnTo>
                    <a:pt x="1408357" y="1219155"/>
                  </a:lnTo>
                  <a:lnTo>
                    <a:pt x="1412487" y="1181826"/>
                  </a:lnTo>
                  <a:lnTo>
                    <a:pt x="1416617" y="1201604"/>
                  </a:lnTo>
                  <a:lnTo>
                    <a:pt x="1420747" y="1214310"/>
                  </a:lnTo>
                  <a:lnTo>
                    <a:pt x="1424878" y="1222824"/>
                  </a:lnTo>
                  <a:lnTo>
                    <a:pt x="1429008" y="1196189"/>
                  </a:lnTo>
                  <a:lnTo>
                    <a:pt x="1433138" y="1201435"/>
                  </a:lnTo>
                  <a:lnTo>
                    <a:pt x="1437268" y="1198528"/>
                  </a:lnTo>
                  <a:lnTo>
                    <a:pt x="1441398" y="1219707"/>
                  </a:lnTo>
                  <a:lnTo>
                    <a:pt x="1445528" y="1222126"/>
                  </a:lnTo>
                  <a:lnTo>
                    <a:pt x="1449658" y="1218557"/>
                  </a:lnTo>
                  <a:lnTo>
                    <a:pt x="1453788" y="1223259"/>
                  </a:lnTo>
                  <a:lnTo>
                    <a:pt x="1457918" y="1219707"/>
                  </a:lnTo>
                  <a:lnTo>
                    <a:pt x="1462048" y="1200373"/>
                  </a:lnTo>
                  <a:lnTo>
                    <a:pt x="1466178" y="1205144"/>
                  </a:lnTo>
                  <a:lnTo>
                    <a:pt x="1470308" y="1173610"/>
                  </a:lnTo>
                  <a:lnTo>
                    <a:pt x="1474439" y="1206979"/>
                  </a:lnTo>
                  <a:lnTo>
                    <a:pt x="1478569" y="1224215"/>
                  </a:lnTo>
                  <a:lnTo>
                    <a:pt x="1482699" y="1207342"/>
                  </a:lnTo>
                  <a:lnTo>
                    <a:pt x="1486829" y="1207690"/>
                  </a:lnTo>
                  <a:lnTo>
                    <a:pt x="1490959" y="1227821"/>
                  </a:lnTo>
                  <a:lnTo>
                    <a:pt x="1495089" y="1226023"/>
                  </a:lnTo>
                  <a:lnTo>
                    <a:pt x="1499219" y="1216161"/>
                  </a:lnTo>
                  <a:lnTo>
                    <a:pt x="1503349" y="1216450"/>
                  </a:lnTo>
                  <a:lnTo>
                    <a:pt x="1507479" y="1197036"/>
                  </a:lnTo>
                  <a:lnTo>
                    <a:pt x="1511609" y="1178443"/>
                  </a:lnTo>
                  <a:lnTo>
                    <a:pt x="1515739" y="1159767"/>
                  </a:lnTo>
                  <a:lnTo>
                    <a:pt x="1519869" y="1157478"/>
                  </a:lnTo>
                  <a:lnTo>
                    <a:pt x="1523999" y="1161322"/>
                  </a:lnTo>
                  <a:lnTo>
                    <a:pt x="1528130" y="1160915"/>
                  </a:lnTo>
                  <a:lnTo>
                    <a:pt x="1532260" y="1145778"/>
                  </a:lnTo>
                  <a:lnTo>
                    <a:pt x="1536390" y="1125901"/>
                  </a:lnTo>
                  <a:lnTo>
                    <a:pt x="1540520" y="1144955"/>
                  </a:lnTo>
                  <a:lnTo>
                    <a:pt x="1544650" y="1143433"/>
                  </a:lnTo>
                  <a:lnTo>
                    <a:pt x="1548780" y="1131013"/>
                  </a:lnTo>
                  <a:lnTo>
                    <a:pt x="1552910" y="1113674"/>
                  </a:lnTo>
                  <a:lnTo>
                    <a:pt x="1557040" y="1103856"/>
                  </a:lnTo>
                  <a:lnTo>
                    <a:pt x="1561170" y="1095337"/>
                  </a:lnTo>
                  <a:lnTo>
                    <a:pt x="1565300" y="1115210"/>
                  </a:lnTo>
                  <a:lnTo>
                    <a:pt x="1569430" y="1115210"/>
                  </a:lnTo>
                  <a:lnTo>
                    <a:pt x="1573560" y="1114288"/>
                  </a:lnTo>
                  <a:lnTo>
                    <a:pt x="1577691" y="1110051"/>
                  </a:lnTo>
                  <a:lnTo>
                    <a:pt x="1581821" y="1103916"/>
                  </a:lnTo>
                  <a:lnTo>
                    <a:pt x="1585951" y="1094797"/>
                  </a:lnTo>
                  <a:lnTo>
                    <a:pt x="1590081" y="1085967"/>
                  </a:lnTo>
                  <a:lnTo>
                    <a:pt x="1594211" y="1082100"/>
                  </a:lnTo>
                  <a:lnTo>
                    <a:pt x="1598341" y="1102405"/>
                  </a:lnTo>
                  <a:lnTo>
                    <a:pt x="1602471" y="1103939"/>
                  </a:lnTo>
                  <a:lnTo>
                    <a:pt x="1606601" y="1105397"/>
                  </a:lnTo>
                  <a:lnTo>
                    <a:pt x="1610731" y="1102111"/>
                  </a:lnTo>
                  <a:lnTo>
                    <a:pt x="1614861" y="1100250"/>
                  </a:lnTo>
                  <a:lnTo>
                    <a:pt x="1618991" y="1094890"/>
                  </a:lnTo>
                  <a:lnTo>
                    <a:pt x="1623121" y="1083359"/>
                  </a:lnTo>
                  <a:lnTo>
                    <a:pt x="1627252" y="1094516"/>
                  </a:lnTo>
                  <a:lnTo>
                    <a:pt x="1631382" y="1091629"/>
                  </a:lnTo>
                  <a:lnTo>
                    <a:pt x="1635512" y="1068258"/>
                  </a:lnTo>
                  <a:lnTo>
                    <a:pt x="1639642" y="1068258"/>
                  </a:lnTo>
                  <a:lnTo>
                    <a:pt x="1643772" y="1087471"/>
                  </a:lnTo>
                  <a:lnTo>
                    <a:pt x="1647902" y="1049015"/>
                  </a:lnTo>
                  <a:lnTo>
                    <a:pt x="1652032" y="1056153"/>
                  </a:lnTo>
                  <a:lnTo>
                    <a:pt x="1656162" y="1055213"/>
                  </a:lnTo>
                  <a:lnTo>
                    <a:pt x="1660292" y="1035422"/>
                  </a:lnTo>
                  <a:lnTo>
                    <a:pt x="1664422" y="1082180"/>
                  </a:lnTo>
                  <a:lnTo>
                    <a:pt x="1668552" y="1080388"/>
                  </a:lnTo>
                  <a:lnTo>
                    <a:pt x="1672682" y="1077776"/>
                  </a:lnTo>
                  <a:lnTo>
                    <a:pt x="1676813" y="1074125"/>
                  </a:lnTo>
                  <a:lnTo>
                    <a:pt x="1680943" y="1073584"/>
                  </a:lnTo>
                  <a:lnTo>
                    <a:pt x="1685073" y="1034062"/>
                  </a:lnTo>
                  <a:lnTo>
                    <a:pt x="1689203" y="1034062"/>
                  </a:lnTo>
                  <a:lnTo>
                    <a:pt x="1693333" y="1042200"/>
                  </a:lnTo>
                  <a:lnTo>
                    <a:pt x="1697463" y="996230"/>
                  </a:lnTo>
                  <a:lnTo>
                    <a:pt x="1701593" y="1027521"/>
                  </a:lnTo>
                  <a:lnTo>
                    <a:pt x="1705723" y="1023511"/>
                  </a:lnTo>
                  <a:lnTo>
                    <a:pt x="1709853" y="1001606"/>
                  </a:lnTo>
                  <a:lnTo>
                    <a:pt x="1713983" y="1003722"/>
                  </a:lnTo>
                  <a:lnTo>
                    <a:pt x="1718113" y="1028128"/>
                  </a:lnTo>
                  <a:lnTo>
                    <a:pt x="1722243" y="1006180"/>
                  </a:lnTo>
                  <a:lnTo>
                    <a:pt x="1726373" y="1000396"/>
                  </a:lnTo>
                  <a:lnTo>
                    <a:pt x="1730504" y="998666"/>
                  </a:lnTo>
                  <a:lnTo>
                    <a:pt x="1734634" y="950807"/>
                  </a:lnTo>
                  <a:lnTo>
                    <a:pt x="1738764" y="955761"/>
                  </a:lnTo>
                  <a:lnTo>
                    <a:pt x="1742894" y="955761"/>
                  </a:lnTo>
                  <a:lnTo>
                    <a:pt x="1747024" y="956113"/>
                  </a:lnTo>
                  <a:lnTo>
                    <a:pt x="1751154" y="961453"/>
                  </a:lnTo>
                  <a:lnTo>
                    <a:pt x="1755284" y="972232"/>
                  </a:lnTo>
                  <a:lnTo>
                    <a:pt x="1759414" y="950628"/>
                  </a:lnTo>
                  <a:lnTo>
                    <a:pt x="1763544" y="944790"/>
                  </a:lnTo>
                  <a:lnTo>
                    <a:pt x="1767674" y="918588"/>
                  </a:lnTo>
                  <a:lnTo>
                    <a:pt x="1771804" y="920828"/>
                  </a:lnTo>
                  <a:lnTo>
                    <a:pt x="1775934" y="905250"/>
                  </a:lnTo>
                  <a:lnTo>
                    <a:pt x="1780065" y="897369"/>
                  </a:lnTo>
                  <a:lnTo>
                    <a:pt x="1784195" y="894515"/>
                  </a:lnTo>
                  <a:lnTo>
                    <a:pt x="1788325" y="905933"/>
                  </a:lnTo>
                  <a:lnTo>
                    <a:pt x="1792455" y="926338"/>
                  </a:lnTo>
                  <a:lnTo>
                    <a:pt x="1796585" y="892409"/>
                  </a:lnTo>
                  <a:lnTo>
                    <a:pt x="1800715" y="878106"/>
                  </a:lnTo>
                  <a:lnTo>
                    <a:pt x="1804845" y="803161"/>
                  </a:lnTo>
                  <a:lnTo>
                    <a:pt x="1808975" y="804708"/>
                  </a:lnTo>
                  <a:lnTo>
                    <a:pt x="1813105" y="724881"/>
                  </a:lnTo>
                  <a:lnTo>
                    <a:pt x="1817235" y="707156"/>
                  </a:lnTo>
                  <a:lnTo>
                    <a:pt x="1821365" y="764307"/>
                  </a:lnTo>
                  <a:lnTo>
                    <a:pt x="1825495" y="768645"/>
                  </a:lnTo>
                  <a:lnTo>
                    <a:pt x="1829626" y="748282"/>
                  </a:lnTo>
                  <a:lnTo>
                    <a:pt x="1833756" y="729978"/>
                  </a:lnTo>
                  <a:lnTo>
                    <a:pt x="1837886" y="729434"/>
                  </a:lnTo>
                  <a:lnTo>
                    <a:pt x="1842016" y="718453"/>
                  </a:lnTo>
                  <a:lnTo>
                    <a:pt x="1846146" y="692558"/>
                  </a:lnTo>
                  <a:lnTo>
                    <a:pt x="1850276" y="678222"/>
                  </a:lnTo>
                  <a:lnTo>
                    <a:pt x="1854406" y="667843"/>
                  </a:lnTo>
                  <a:lnTo>
                    <a:pt x="1858536" y="649343"/>
                  </a:lnTo>
                  <a:lnTo>
                    <a:pt x="1862666" y="641490"/>
                  </a:lnTo>
                  <a:lnTo>
                    <a:pt x="1866796" y="643983"/>
                  </a:lnTo>
                  <a:lnTo>
                    <a:pt x="1870926" y="691369"/>
                  </a:lnTo>
                  <a:lnTo>
                    <a:pt x="1875056" y="712646"/>
                  </a:lnTo>
                  <a:lnTo>
                    <a:pt x="1879186" y="671787"/>
                  </a:lnTo>
                  <a:lnTo>
                    <a:pt x="1883317" y="690844"/>
                  </a:lnTo>
                  <a:lnTo>
                    <a:pt x="1887447" y="623184"/>
                  </a:lnTo>
                  <a:lnTo>
                    <a:pt x="1891577" y="631061"/>
                  </a:lnTo>
                  <a:lnTo>
                    <a:pt x="1895707" y="610867"/>
                  </a:lnTo>
                  <a:lnTo>
                    <a:pt x="1899837" y="616929"/>
                  </a:lnTo>
                  <a:lnTo>
                    <a:pt x="1903967" y="619299"/>
                  </a:lnTo>
                  <a:lnTo>
                    <a:pt x="1908097" y="638706"/>
                  </a:lnTo>
                  <a:lnTo>
                    <a:pt x="1912227" y="665465"/>
                  </a:lnTo>
                  <a:lnTo>
                    <a:pt x="1916357" y="663319"/>
                  </a:lnTo>
                  <a:lnTo>
                    <a:pt x="1920487" y="623751"/>
                  </a:lnTo>
                  <a:lnTo>
                    <a:pt x="1924617" y="622147"/>
                  </a:lnTo>
                  <a:lnTo>
                    <a:pt x="1928747" y="691895"/>
                  </a:lnTo>
                  <a:lnTo>
                    <a:pt x="1932878" y="685197"/>
                  </a:lnTo>
                  <a:lnTo>
                    <a:pt x="1937008" y="630920"/>
                  </a:lnTo>
                  <a:lnTo>
                    <a:pt x="1941138" y="600025"/>
                  </a:lnTo>
                  <a:lnTo>
                    <a:pt x="1945268" y="606921"/>
                  </a:lnTo>
                  <a:lnTo>
                    <a:pt x="1949398" y="589835"/>
                  </a:lnTo>
                  <a:lnTo>
                    <a:pt x="1953528" y="609313"/>
                  </a:lnTo>
                  <a:lnTo>
                    <a:pt x="1957658" y="658145"/>
                  </a:lnTo>
                  <a:lnTo>
                    <a:pt x="1961788" y="638220"/>
                  </a:lnTo>
                  <a:lnTo>
                    <a:pt x="1965918" y="619854"/>
                  </a:lnTo>
                  <a:lnTo>
                    <a:pt x="1970048" y="507170"/>
                  </a:lnTo>
                  <a:lnTo>
                    <a:pt x="1974178" y="469121"/>
                  </a:lnTo>
                  <a:lnTo>
                    <a:pt x="1978308" y="391639"/>
                  </a:lnTo>
                  <a:lnTo>
                    <a:pt x="1982439" y="363742"/>
                  </a:lnTo>
                  <a:lnTo>
                    <a:pt x="1986569" y="372361"/>
                  </a:lnTo>
                  <a:lnTo>
                    <a:pt x="1990699" y="373928"/>
                  </a:lnTo>
                  <a:lnTo>
                    <a:pt x="1994829" y="386804"/>
                  </a:lnTo>
                  <a:lnTo>
                    <a:pt x="1998959" y="397450"/>
                  </a:lnTo>
                  <a:lnTo>
                    <a:pt x="2003089" y="392401"/>
                  </a:lnTo>
                  <a:lnTo>
                    <a:pt x="2007219" y="385915"/>
                  </a:lnTo>
                  <a:lnTo>
                    <a:pt x="2011349" y="365963"/>
                  </a:lnTo>
                  <a:lnTo>
                    <a:pt x="2015479" y="362230"/>
                  </a:lnTo>
                  <a:lnTo>
                    <a:pt x="2019609" y="371533"/>
                  </a:lnTo>
                  <a:lnTo>
                    <a:pt x="2023739" y="372813"/>
                  </a:lnTo>
                  <a:lnTo>
                    <a:pt x="2027869" y="372813"/>
                  </a:lnTo>
                  <a:lnTo>
                    <a:pt x="2031999" y="297487"/>
                  </a:lnTo>
                  <a:lnTo>
                    <a:pt x="2036130" y="172030"/>
                  </a:lnTo>
                  <a:lnTo>
                    <a:pt x="2040260" y="172030"/>
                  </a:lnTo>
                  <a:lnTo>
                    <a:pt x="2044390" y="162685"/>
                  </a:lnTo>
                  <a:lnTo>
                    <a:pt x="2048520" y="169065"/>
                  </a:lnTo>
                  <a:lnTo>
                    <a:pt x="2052650" y="230336"/>
                  </a:lnTo>
                  <a:lnTo>
                    <a:pt x="2056780" y="146291"/>
                  </a:lnTo>
                  <a:lnTo>
                    <a:pt x="2060910" y="139911"/>
                  </a:lnTo>
                  <a:lnTo>
                    <a:pt x="2065040" y="139954"/>
                  </a:lnTo>
                  <a:lnTo>
                    <a:pt x="2069170" y="139954"/>
                  </a:lnTo>
                  <a:lnTo>
                    <a:pt x="2073300" y="67134"/>
                  </a:lnTo>
                  <a:lnTo>
                    <a:pt x="2077430" y="73514"/>
                  </a:lnTo>
                  <a:lnTo>
                    <a:pt x="2081560" y="71089"/>
                  </a:lnTo>
                  <a:lnTo>
                    <a:pt x="2085691" y="71089"/>
                  </a:lnTo>
                  <a:lnTo>
                    <a:pt x="2089821" y="121571"/>
                  </a:lnTo>
                  <a:lnTo>
                    <a:pt x="2093951" y="190224"/>
                  </a:lnTo>
                  <a:lnTo>
                    <a:pt x="2098081" y="157137"/>
                  </a:lnTo>
                  <a:lnTo>
                    <a:pt x="2102211" y="177988"/>
                  </a:lnTo>
                  <a:lnTo>
                    <a:pt x="2106341" y="202238"/>
                  </a:lnTo>
                  <a:lnTo>
                    <a:pt x="2110471" y="223408"/>
                  </a:lnTo>
                  <a:lnTo>
                    <a:pt x="2114601" y="188270"/>
                  </a:lnTo>
                  <a:lnTo>
                    <a:pt x="2118731" y="125460"/>
                  </a:lnTo>
                  <a:lnTo>
                    <a:pt x="2122861" y="96885"/>
                  </a:lnTo>
                  <a:lnTo>
                    <a:pt x="2126991" y="88597"/>
                  </a:lnTo>
                  <a:lnTo>
                    <a:pt x="2131121" y="83077"/>
                  </a:lnTo>
                  <a:lnTo>
                    <a:pt x="2135252" y="71187"/>
                  </a:lnTo>
                  <a:lnTo>
                    <a:pt x="2139382" y="71187"/>
                  </a:lnTo>
                  <a:lnTo>
                    <a:pt x="2143512" y="65708"/>
                  </a:lnTo>
                  <a:lnTo>
                    <a:pt x="2147642" y="64539"/>
                  </a:lnTo>
                  <a:lnTo>
                    <a:pt x="2151772" y="59367"/>
                  </a:lnTo>
                  <a:lnTo>
                    <a:pt x="2155902" y="65268"/>
                  </a:lnTo>
                  <a:lnTo>
                    <a:pt x="2160032" y="59219"/>
                  </a:lnTo>
                  <a:lnTo>
                    <a:pt x="2164162" y="65994"/>
                  </a:lnTo>
                  <a:lnTo>
                    <a:pt x="2168292" y="70071"/>
                  </a:lnTo>
                  <a:lnTo>
                    <a:pt x="2172422" y="50525"/>
                  </a:lnTo>
                  <a:lnTo>
                    <a:pt x="2176552" y="43004"/>
                  </a:lnTo>
                  <a:lnTo>
                    <a:pt x="2180682" y="43004"/>
                  </a:lnTo>
                  <a:lnTo>
                    <a:pt x="2184813" y="56734"/>
                  </a:lnTo>
                  <a:lnTo>
                    <a:pt x="2188943" y="54519"/>
                  </a:lnTo>
                  <a:lnTo>
                    <a:pt x="2193073" y="66514"/>
                  </a:lnTo>
                  <a:lnTo>
                    <a:pt x="2197203" y="71704"/>
                  </a:lnTo>
                  <a:lnTo>
                    <a:pt x="2201333" y="67027"/>
                  </a:lnTo>
                  <a:lnTo>
                    <a:pt x="2205463" y="88069"/>
                  </a:lnTo>
                  <a:lnTo>
                    <a:pt x="2209593" y="158782"/>
                  </a:lnTo>
                  <a:lnTo>
                    <a:pt x="2213723" y="75991"/>
                  </a:lnTo>
                  <a:lnTo>
                    <a:pt x="2217853" y="73715"/>
                  </a:lnTo>
                  <a:lnTo>
                    <a:pt x="2221983" y="72002"/>
                  </a:lnTo>
                  <a:lnTo>
                    <a:pt x="2226113" y="79550"/>
                  </a:lnTo>
                  <a:lnTo>
                    <a:pt x="2230243" y="60007"/>
                  </a:lnTo>
                  <a:lnTo>
                    <a:pt x="2234373" y="53627"/>
                  </a:lnTo>
                  <a:lnTo>
                    <a:pt x="2238504" y="58643"/>
                  </a:lnTo>
                  <a:lnTo>
                    <a:pt x="2242634" y="57187"/>
                  </a:lnTo>
                  <a:lnTo>
                    <a:pt x="2246764" y="127243"/>
                  </a:lnTo>
                  <a:lnTo>
                    <a:pt x="2250894" y="193649"/>
                  </a:lnTo>
                  <a:lnTo>
                    <a:pt x="2255024" y="169657"/>
                  </a:lnTo>
                  <a:lnTo>
                    <a:pt x="2259154" y="47196"/>
                  </a:lnTo>
                  <a:lnTo>
                    <a:pt x="2263284" y="45109"/>
                  </a:lnTo>
                  <a:lnTo>
                    <a:pt x="2267414" y="38796"/>
                  </a:lnTo>
                  <a:lnTo>
                    <a:pt x="2271544" y="53585"/>
                  </a:lnTo>
                  <a:lnTo>
                    <a:pt x="2275674" y="53713"/>
                  </a:lnTo>
                  <a:lnTo>
                    <a:pt x="2279804" y="57675"/>
                  </a:lnTo>
                  <a:lnTo>
                    <a:pt x="2283934" y="52660"/>
                  </a:lnTo>
                  <a:lnTo>
                    <a:pt x="2288065" y="59039"/>
                  </a:lnTo>
                  <a:lnTo>
                    <a:pt x="2292195" y="60768"/>
                  </a:lnTo>
                  <a:lnTo>
                    <a:pt x="2296325" y="56813"/>
                  </a:lnTo>
                  <a:lnTo>
                    <a:pt x="2300455" y="60097"/>
                  </a:lnTo>
                  <a:lnTo>
                    <a:pt x="2304585" y="48955"/>
                  </a:lnTo>
                  <a:lnTo>
                    <a:pt x="2308715" y="45000"/>
                  </a:lnTo>
                  <a:lnTo>
                    <a:pt x="2312845" y="46327"/>
                  </a:lnTo>
                  <a:lnTo>
                    <a:pt x="2316975" y="49887"/>
                  </a:lnTo>
                  <a:lnTo>
                    <a:pt x="2321105" y="48559"/>
                  </a:lnTo>
                  <a:lnTo>
                    <a:pt x="2325235" y="45000"/>
                  </a:lnTo>
                  <a:lnTo>
                    <a:pt x="2329365" y="48955"/>
                  </a:lnTo>
                  <a:lnTo>
                    <a:pt x="2333495" y="48955"/>
                  </a:lnTo>
                  <a:lnTo>
                    <a:pt x="2337626" y="58941"/>
                  </a:lnTo>
                  <a:lnTo>
                    <a:pt x="2341756" y="61811"/>
                  </a:lnTo>
                  <a:lnTo>
                    <a:pt x="2345886" y="108828"/>
                  </a:lnTo>
                  <a:lnTo>
                    <a:pt x="2350016" y="198042"/>
                  </a:lnTo>
                  <a:lnTo>
                    <a:pt x="2354146" y="230551"/>
                  </a:lnTo>
                  <a:lnTo>
                    <a:pt x="2358276" y="203650"/>
                  </a:lnTo>
                  <a:lnTo>
                    <a:pt x="2362406" y="205059"/>
                  </a:lnTo>
                  <a:lnTo>
                    <a:pt x="2366536" y="179097"/>
                  </a:lnTo>
                  <a:lnTo>
                    <a:pt x="2370666" y="51379"/>
                  </a:lnTo>
                  <a:lnTo>
                    <a:pt x="2374796" y="45000"/>
                  </a:lnTo>
                  <a:lnTo>
                    <a:pt x="2378926" y="45000"/>
                  </a:lnTo>
                  <a:lnTo>
                    <a:pt x="2383056" y="49887"/>
                  </a:lnTo>
                  <a:lnTo>
                    <a:pt x="2387186" y="50344"/>
                  </a:lnTo>
                  <a:lnTo>
                    <a:pt x="2391317" y="49887"/>
                  </a:lnTo>
                  <a:lnTo>
                    <a:pt x="2395447" y="44778"/>
                  </a:lnTo>
                  <a:lnTo>
                    <a:pt x="2399577" y="48733"/>
                  </a:lnTo>
                  <a:lnTo>
                    <a:pt x="2403707" y="63771"/>
                  </a:lnTo>
                  <a:lnTo>
                    <a:pt x="2407837" y="190909"/>
                  </a:lnTo>
                  <a:lnTo>
                    <a:pt x="2411967" y="49219"/>
                  </a:lnTo>
                  <a:lnTo>
                    <a:pt x="2416097" y="48042"/>
                  </a:lnTo>
                  <a:lnTo>
                    <a:pt x="2420227" y="44185"/>
                  </a:lnTo>
                  <a:lnTo>
                    <a:pt x="2424357" y="45641"/>
                  </a:lnTo>
                  <a:lnTo>
                    <a:pt x="2428487" y="41662"/>
                  </a:lnTo>
                  <a:lnTo>
                    <a:pt x="2432617" y="45617"/>
                  </a:lnTo>
                  <a:lnTo>
                    <a:pt x="2436747" y="45617"/>
                  </a:lnTo>
                  <a:lnTo>
                    <a:pt x="2440878" y="67834"/>
                  </a:lnTo>
                  <a:lnTo>
                    <a:pt x="2445008" y="165692"/>
                  </a:lnTo>
                  <a:lnTo>
                    <a:pt x="2449138" y="72858"/>
                  </a:lnTo>
                  <a:lnTo>
                    <a:pt x="2453268" y="129781"/>
                  </a:lnTo>
                  <a:lnTo>
                    <a:pt x="2457398" y="159054"/>
                  </a:lnTo>
                  <a:lnTo>
                    <a:pt x="2461528" y="185338"/>
                  </a:lnTo>
                  <a:lnTo>
                    <a:pt x="2465658" y="259363"/>
                  </a:lnTo>
                  <a:lnTo>
                    <a:pt x="2469788" y="296872"/>
                  </a:lnTo>
                  <a:lnTo>
                    <a:pt x="2473918" y="309361"/>
                  </a:lnTo>
                  <a:lnTo>
                    <a:pt x="2478048" y="354598"/>
                  </a:lnTo>
                  <a:lnTo>
                    <a:pt x="2482178" y="390081"/>
                  </a:lnTo>
                  <a:lnTo>
                    <a:pt x="2486308" y="380690"/>
                  </a:lnTo>
                  <a:lnTo>
                    <a:pt x="2490439" y="405801"/>
                  </a:lnTo>
                  <a:lnTo>
                    <a:pt x="2494569" y="497448"/>
                  </a:lnTo>
                  <a:lnTo>
                    <a:pt x="2498699" y="422971"/>
                  </a:lnTo>
                  <a:lnTo>
                    <a:pt x="2502829" y="393421"/>
                  </a:lnTo>
                  <a:lnTo>
                    <a:pt x="2506959" y="402709"/>
                  </a:lnTo>
                  <a:lnTo>
                    <a:pt x="2511089" y="368613"/>
                  </a:lnTo>
                  <a:lnTo>
                    <a:pt x="2515219" y="323239"/>
                  </a:lnTo>
                  <a:lnTo>
                    <a:pt x="2519349" y="351328"/>
                  </a:lnTo>
                  <a:lnTo>
                    <a:pt x="2523479" y="337869"/>
                  </a:lnTo>
                  <a:lnTo>
                    <a:pt x="2527609" y="306800"/>
                  </a:lnTo>
                  <a:lnTo>
                    <a:pt x="2531739" y="283830"/>
                  </a:lnTo>
                  <a:lnTo>
                    <a:pt x="2535869" y="244755"/>
                  </a:lnTo>
                  <a:lnTo>
                    <a:pt x="2539999" y="297329"/>
                  </a:lnTo>
                  <a:lnTo>
                    <a:pt x="2544130" y="298498"/>
                  </a:lnTo>
                  <a:lnTo>
                    <a:pt x="2548260" y="287689"/>
                  </a:lnTo>
                  <a:lnTo>
                    <a:pt x="2552390" y="234477"/>
                  </a:lnTo>
                  <a:lnTo>
                    <a:pt x="2556520" y="180468"/>
                  </a:lnTo>
                  <a:lnTo>
                    <a:pt x="2560650" y="179824"/>
                  </a:lnTo>
                  <a:lnTo>
                    <a:pt x="2564780" y="179824"/>
                  </a:lnTo>
                  <a:lnTo>
                    <a:pt x="2568910" y="179824"/>
                  </a:lnTo>
                  <a:lnTo>
                    <a:pt x="2573040" y="177698"/>
                  </a:lnTo>
                  <a:lnTo>
                    <a:pt x="2577170" y="186811"/>
                  </a:lnTo>
                  <a:lnTo>
                    <a:pt x="2581300" y="181052"/>
                  </a:lnTo>
                  <a:lnTo>
                    <a:pt x="2585430" y="174364"/>
                  </a:lnTo>
                  <a:lnTo>
                    <a:pt x="2589560" y="179972"/>
                  </a:lnTo>
                  <a:lnTo>
                    <a:pt x="2593691" y="179972"/>
                  </a:lnTo>
                  <a:lnTo>
                    <a:pt x="2597821" y="182018"/>
                  </a:lnTo>
                  <a:lnTo>
                    <a:pt x="2601951" y="197256"/>
                  </a:lnTo>
                  <a:lnTo>
                    <a:pt x="2606081" y="182095"/>
                  </a:lnTo>
                  <a:lnTo>
                    <a:pt x="2610211" y="193204"/>
                  </a:lnTo>
                  <a:lnTo>
                    <a:pt x="2614341" y="191125"/>
                  </a:lnTo>
                  <a:lnTo>
                    <a:pt x="2618471" y="190553"/>
                  </a:lnTo>
                  <a:lnTo>
                    <a:pt x="2622601" y="195025"/>
                  </a:lnTo>
                  <a:lnTo>
                    <a:pt x="2626731" y="193825"/>
                  </a:lnTo>
                  <a:lnTo>
                    <a:pt x="2630861" y="226887"/>
                  </a:lnTo>
                  <a:lnTo>
                    <a:pt x="2634991" y="222402"/>
                  </a:lnTo>
                  <a:lnTo>
                    <a:pt x="2639121" y="245421"/>
                  </a:lnTo>
                  <a:lnTo>
                    <a:pt x="2643252" y="300786"/>
                  </a:lnTo>
                  <a:lnTo>
                    <a:pt x="2647382" y="348004"/>
                  </a:lnTo>
                  <a:lnTo>
                    <a:pt x="2651512" y="321729"/>
                  </a:lnTo>
                  <a:lnTo>
                    <a:pt x="2655642" y="342993"/>
                  </a:lnTo>
                  <a:lnTo>
                    <a:pt x="2659772" y="342993"/>
                  </a:lnTo>
                  <a:lnTo>
                    <a:pt x="2663902" y="251296"/>
                  </a:lnTo>
                  <a:lnTo>
                    <a:pt x="2668032" y="256125"/>
                  </a:lnTo>
                  <a:lnTo>
                    <a:pt x="2672162" y="277456"/>
                  </a:lnTo>
                  <a:lnTo>
                    <a:pt x="2676292" y="315603"/>
                  </a:lnTo>
                  <a:lnTo>
                    <a:pt x="2680422" y="226014"/>
                  </a:lnTo>
                  <a:lnTo>
                    <a:pt x="2684552" y="166922"/>
                  </a:lnTo>
                  <a:lnTo>
                    <a:pt x="2688682" y="255596"/>
                  </a:lnTo>
                  <a:lnTo>
                    <a:pt x="2692813" y="229880"/>
                  </a:lnTo>
                  <a:lnTo>
                    <a:pt x="2696943" y="138404"/>
                  </a:lnTo>
                  <a:lnTo>
                    <a:pt x="2701073" y="146162"/>
                  </a:lnTo>
                  <a:lnTo>
                    <a:pt x="2705203" y="139782"/>
                  </a:lnTo>
                  <a:lnTo>
                    <a:pt x="2709333" y="139782"/>
                  </a:lnTo>
                  <a:lnTo>
                    <a:pt x="2713463" y="143737"/>
                  </a:lnTo>
                  <a:lnTo>
                    <a:pt x="2717593" y="127244"/>
                  </a:lnTo>
                  <a:lnTo>
                    <a:pt x="2721723" y="130570"/>
                  </a:lnTo>
                  <a:lnTo>
                    <a:pt x="2725853" y="131027"/>
                  </a:lnTo>
                  <a:lnTo>
                    <a:pt x="2729983" y="131027"/>
                  </a:lnTo>
                  <a:lnTo>
                    <a:pt x="2734113" y="150572"/>
                  </a:lnTo>
                  <a:lnTo>
                    <a:pt x="2738243" y="155212"/>
                  </a:lnTo>
                  <a:lnTo>
                    <a:pt x="2742373" y="166335"/>
                  </a:lnTo>
                  <a:lnTo>
                    <a:pt x="2746504" y="162861"/>
                  </a:lnTo>
                  <a:lnTo>
                    <a:pt x="2750634" y="167944"/>
                  </a:lnTo>
                  <a:lnTo>
                    <a:pt x="2754764" y="184398"/>
                  </a:lnTo>
                  <a:lnTo>
                    <a:pt x="2758894" y="257931"/>
                  </a:lnTo>
                  <a:lnTo>
                    <a:pt x="2763024" y="304918"/>
                  </a:lnTo>
                  <a:lnTo>
                    <a:pt x="2767154" y="300222"/>
                  </a:lnTo>
                  <a:lnTo>
                    <a:pt x="2771284" y="314355"/>
                  </a:lnTo>
                  <a:lnTo>
                    <a:pt x="2775414" y="327703"/>
                  </a:lnTo>
                  <a:lnTo>
                    <a:pt x="2779544" y="325656"/>
                  </a:lnTo>
                  <a:lnTo>
                    <a:pt x="2783674" y="354091"/>
                  </a:lnTo>
                  <a:lnTo>
                    <a:pt x="2787804" y="354091"/>
                  </a:lnTo>
                  <a:lnTo>
                    <a:pt x="2791934" y="304861"/>
                  </a:lnTo>
                  <a:lnTo>
                    <a:pt x="2796065" y="344615"/>
                  </a:lnTo>
                  <a:lnTo>
                    <a:pt x="2800195" y="293063"/>
                  </a:lnTo>
                  <a:lnTo>
                    <a:pt x="2804325" y="322614"/>
                  </a:lnTo>
                  <a:lnTo>
                    <a:pt x="2808455" y="419492"/>
                  </a:lnTo>
                  <a:lnTo>
                    <a:pt x="2812585" y="441228"/>
                  </a:lnTo>
                  <a:lnTo>
                    <a:pt x="2816715" y="403669"/>
                  </a:lnTo>
                  <a:lnTo>
                    <a:pt x="2820845" y="450827"/>
                  </a:lnTo>
                  <a:lnTo>
                    <a:pt x="2824975" y="450827"/>
                  </a:lnTo>
                  <a:lnTo>
                    <a:pt x="2829105" y="446312"/>
                  </a:lnTo>
                  <a:lnTo>
                    <a:pt x="2833235" y="359269"/>
                  </a:lnTo>
                  <a:lnTo>
                    <a:pt x="2837365" y="399346"/>
                  </a:lnTo>
                  <a:lnTo>
                    <a:pt x="2841495" y="329122"/>
                  </a:lnTo>
                  <a:lnTo>
                    <a:pt x="2845626" y="274184"/>
                  </a:lnTo>
                  <a:lnTo>
                    <a:pt x="2849756" y="272423"/>
                  </a:lnTo>
                  <a:lnTo>
                    <a:pt x="2853886" y="247119"/>
                  </a:lnTo>
                  <a:lnTo>
                    <a:pt x="2858016" y="217568"/>
                  </a:lnTo>
                  <a:lnTo>
                    <a:pt x="2862146" y="213298"/>
                  </a:lnTo>
                  <a:lnTo>
                    <a:pt x="2866276" y="225539"/>
                  </a:lnTo>
                  <a:lnTo>
                    <a:pt x="2870406" y="180340"/>
                  </a:lnTo>
                  <a:lnTo>
                    <a:pt x="2874536" y="179990"/>
                  </a:lnTo>
                  <a:lnTo>
                    <a:pt x="2878666" y="265177"/>
                  </a:lnTo>
                  <a:lnTo>
                    <a:pt x="2882796" y="180374"/>
                  </a:lnTo>
                  <a:lnTo>
                    <a:pt x="2886926" y="175319"/>
                  </a:lnTo>
                  <a:lnTo>
                    <a:pt x="2891056" y="178695"/>
                  </a:lnTo>
                  <a:lnTo>
                    <a:pt x="2895186" y="157456"/>
                  </a:lnTo>
                  <a:lnTo>
                    <a:pt x="2899317" y="94001"/>
                  </a:lnTo>
                  <a:lnTo>
                    <a:pt x="2903447" y="71572"/>
                  </a:lnTo>
                  <a:lnTo>
                    <a:pt x="2907577" y="54719"/>
                  </a:lnTo>
                  <a:lnTo>
                    <a:pt x="2911707" y="49500"/>
                  </a:lnTo>
                  <a:lnTo>
                    <a:pt x="2915837" y="54609"/>
                  </a:lnTo>
                  <a:lnTo>
                    <a:pt x="2919967" y="54609"/>
                  </a:lnTo>
                  <a:lnTo>
                    <a:pt x="2924097" y="27847"/>
                  </a:lnTo>
                  <a:lnTo>
                    <a:pt x="2928227" y="33156"/>
                  </a:lnTo>
                  <a:lnTo>
                    <a:pt x="2932357" y="103233"/>
                  </a:lnTo>
                  <a:lnTo>
                    <a:pt x="2936487" y="62258"/>
                  </a:lnTo>
                  <a:lnTo>
                    <a:pt x="2940617" y="40559"/>
                  </a:lnTo>
                  <a:lnTo>
                    <a:pt x="2944747" y="39358"/>
                  </a:lnTo>
                  <a:lnTo>
                    <a:pt x="2948878" y="135382"/>
                  </a:lnTo>
                  <a:lnTo>
                    <a:pt x="2953008" y="134011"/>
                  </a:lnTo>
                  <a:lnTo>
                    <a:pt x="2957138" y="168277"/>
                  </a:lnTo>
                  <a:lnTo>
                    <a:pt x="2961268" y="132297"/>
                  </a:lnTo>
                  <a:lnTo>
                    <a:pt x="2965398" y="48226"/>
                  </a:lnTo>
                  <a:lnTo>
                    <a:pt x="2969528" y="44184"/>
                  </a:lnTo>
                  <a:lnTo>
                    <a:pt x="2973658" y="44184"/>
                  </a:lnTo>
                  <a:lnTo>
                    <a:pt x="2977788" y="44184"/>
                  </a:lnTo>
                  <a:lnTo>
                    <a:pt x="2981918" y="44184"/>
                  </a:lnTo>
                  <a:lnTo>
                    <a:pt x="2986048" y="53821"/>
                  </a:lnTo>
                  <a:lnTo>
                    <a:pt x="2990178" y="55277"/>
                  </a:lnTo>
                  <a:lnTo>
                    <a:pt x="2994308" y="53784"/>
                  </a:lnTo>
                  <a:lnTo>
                    <a:pt x="2998439" y="53821"/>
                  </a:lnTo>
                  <a:lnTo>
                    <a:pt x="3002569" y="57776"/>
                  </a:lnTo>
                  <a:lnTo>
                    <a:pt x="3006699" y="53821"/>
                  </a:lnTo>
                  <a:lnTo>
                    <a:pt x="3010829" y="53821"/>
                  </a:lnTo>
                  <a:lnTo>
                    <a:pt x="3014959" y="48139"/>
                  </a:lnTo>
                  <a:lnTo>
                    <a:pt x="3019089" y="48139"/>
                  </a:lnTo>
                  <a:lnTo>
                    <a:pt x="3023219" y="44184"/>
                  </a:lnTo>
                  <a:lnTo>
                    <a:pt x="3027349" y="55277"/>
                  </a:lnTo>
                  <a:lnTo>
                    <a:pt x="3031479" y="55277"/>
                  </a:lnTo>
                  <a:lnTo>
                    <a:pt x="3035609" y="44184"/>
                  </a:lnTo>
                  <a:lnTo>
                    <a:pt x="3039739" y="0"/>
                  </a:lnTo>
                  <a:lnTo>
                    <a:pt x="3043869" y="43211"/>
                  </a:lnTo>
                  <a:lnTo>
                    <a:pt x="3047999" y="45907"/>
                  </a:lnTo>
                  <a:lnTo>
                    <a:pt x="3052130" y="42414"/>
                  </a:lnTo>
                  <a:lnTo>
                    <a:pt x="3056260" y="70178"/>
                  </a:lnTo>
                  <a:lnTo>
                    <a:pt x="3060390" y="63672"/>
                  </a:lnTo>
                  <a:lnTo>
                    <a:pt x="3064520" y="48431"/>
                  </a:lnTo>
                  <a:lnTo>
                    <a:pt x="3068650" y="42763"/>
                  </a:lnTo>
                  <a:lnTo>
                    <a:pt x="3072780" y="43898"/>
                  </a:lnTo>
                  <a:lnTo>
                    <a:pt x="3076910" y="43898"/>
                  </a:lnTo>
                  <a:lnTo>
                    <a:pt x="3081040" y="43898"/>
                  </a:lnTo>
                  <a:lnTo>
                    <a:pt x="3085170" y="47458"/>
                  </a:lnTo>
                  <a:lnTo>
                    <a:pt x="3089300" y="47237"/>
                  </a:lnTo>
                  <a:lnTo>
                    <a:pt x="3093430" y="48693"/>
                  </a:lnTo>
                  <a:lnTo>
                    <a:pt x="3097560" y="43677"/>
                  </a:lnTo>
                  <a:lnTo>
                    <a:pt x="3101691" y="48988"/>
                  </a:lnTo>
                  <a:lnTo>
                    <a:pt x="3105821" y="47853"/>
                  </a:lnTo>
                  <a:lnTo>
                    <a:pt x="3109951" y="55790"/>
                  </a:lnTo>
                  <a:lnTo>
                    <a:pt x="3114081" y="54590"/>
                  </a:lnTo>
                  <a:lnTo>
                    <a:pt x="3118211" y="84257"/>
                  </a:lnTo>
                  <a:lnTo>
                    <a:pt x="3122341" y="75085"/>
                  </a:lnTo>
                  <a:lnTo>
                    <a:pt x="3126471" y="103634"/>
                  </a:lnTo>
                  <a:lnTo>
                    <a:pt x="3130601" y="225305"/>
                  </a:lnTo>
                  <a:lnTo>
                    <a:pt x="3134731" y="151686"/>
                  </a:lnTo>
                  <a:lnTo>
                    <a:pt x="3138861" y="47767"/>
                  </a:lnTo>
                  <a:lnTo>
                    <a:pt x="3142991" y="37201"/>
                  </a:lnTo>
                  <a:lnTo>
                    <a:pt x="3147121" y="37201"/>
                  </a:lnTo>
                  <a:lnTo>
                    <a:pt x="3151252" y="43784"/>
                  </a:lnTo>
                  <a:lnTo>
                    <a:pt x="3155382" y="32554"/>
                  </a:lnTo>
                  <a:lnTo>
                    <a:pt x="3159512" y="35487"/>
                  </a:lnTo>
                  <a:lnTo>
                    <a:pt x="3163642" y="37452"/>
                  </a:lnTo>
                  <a:lnTo>
                    <a:pt x="3167772" y="46135"/>
                  </a:lnTo>
                  <a:lnTo>
                    <a:pt x="3171902" y="56286"/>
                  </a:lnTo>
                  <a:lnTo>
                    <a:pt x="3176032" y="59797"/>
                  </a:lnTo>
                  <a:lnTo>
                    <a:pt x="3180162" y="56286"/>
                  </a:lnTo>
                  <a:lnTo>
                    <a:pt x="3184292" y="56286"/>
                  </a:lnTo>
                  <a:lnTo>
                    <a:pt x="3188422" y="60241"/>
                  </a:lnTo>
                  <a:lnTo>
                    <a:pt x="3192552" y="56286"/>
                  </a:lnTo>
                  <a:lnTo>
                    <a:pt x="3196682" y="56286"/>
                  </a:lnTo>
                  <a:lnTo>
                    <a:pt x="3200813" y="86040"/>
                  </a:lnTo>
                  <a:lnTo>
                    <a:pt x="3204943" y="164783"/>
                  </a:lnTo>
                  <a:lnTo>
                    <a:pt x="3209073" y="61695"/>
                  </a:lnTo>
                  <a:lnTo>
                    <a:pt x="3213203" y="69983"/>
                  </a:lnTo>
                  <a:lnTo>
                    <a:pt x="3217333" y="70939"/>
                  </a:lnTo>
                  <a:lnTo>
                    <a:pt x="3221463" y="54868"/>
                  </a:lnTo>
                  <a:lnTo>
                    <a:pt x="3225593" y="56286"/>
                  </a:lnTo>
                  <a:lnTo>
                    <a:pt x="3229723" y="56286"/>
                  </a:lnTo>
                  <a:lnTo>
                    <a:pt x="3233853" y="69434"/>
                  </a:lnTo>
                  <a:lnTo>
                    <a:pt x="3237983" y="66208"/>
                  </a:lnTo>
                  <a:lnTo>
                    <a:pt x="3242113" y="56286"/>
                  </a:lnTo>
                  <a:lnTo>
                    <a:pt x="3246243" y="56286"/>
                  </a:lnTo>
                  <a:lnTo>
                    <a:pt x="3250373" y="43748"/>
                  </a:lnTo>
                  <a:lnTo>
                    <a:pt x="3254504" y="47790"/>
                  </a:lnTo>
                  <a:lnTo>
                    <a:pt x="3258634" y="45830"/>
                  </a:lnTo>
                  <a:lnTo>
                    <a:pt x="3262764" y="45830"/>
                  </a:lnTo>
                  <a:lnTo>
                    <a:pt x="3266894" y="44374"/>
                  </a:lnTo>
                  <a:lnTo>
                    <a:pt x="3271024" y="44374"/>
                  </a:lnTo>
                  <a:lnTo>
                    <a:pt x="3275154" y="48635"/>
                  </a:lnTo>
                  <a:lnTo>
                    <a:pt x="3279284" y="45204"/>
                  </a:lnTo>
                  <a:lnTo>
                    <a:pt x="3283414" y="47703"/>
                  </a:lnTo>
                  <a:lnTo>
                    <a:pt x="3287544" y="43748"/>
                  </a:lnTo>
                  <a:lnTo>
                    <a:pt x="3291674" y="55940"/>
                  </a:lnTo>
                  <a:lnTo>
                    <a:pt x="3295804" y="55940"/>
                  </a:lnTo>
                  <a:lnTo>
                    <a:pt x="3299934" y="43748"/>
                  </a:lnTo>
                  <a:lnTo>
                    <a:pt x="3304065" y="43748"/>
                  </a:lnTo>
                  <a:lnTo>
                    <a:pt x="3308195" y="46135"/>
                  </a:lnTo>
                  <a:lnTo>
                    <a:pt x="3312325" y="42053"/>
                  </a:lnTo>
                  <a:lnTo>
                    <a:pt x="3316455" y="36528"/>
                  </a:lnTo>
                  <a:lnTo>
                    <a:pt x="3320585" y="69629"/>
                  </a:lnTo>
                  <a:lnTo>
                    <a:pt x="3324715" y="50257"/>
                  </a:lnTo>
                  <a:lnTo>
                    <a:pt x="3328845" y="53994"/>
                  </a:lnTo>
                  <a:lnTo>
                    <a:pt x="3332975" y="52835"/>
                  </a:lnTo>
                  <a:lnTo>
                    <a:pt x="3337105" y="150545"/>
                  </a:lnTo>
                  <a:lnTo>
                    <a:pt x="3341235" y="57502"/>
                  </a:lnTo>
                  <a:lnTo>
                    <a:pt x="3345365" y="53547"/>
                  </a:lnTo>
                  <a:lnTo>
                    <a:pt x="3349495" y="53547"/>
                  </a:lnTo>
                  <a:lnTo>
                    <a:pt x="3353626" y="64512"/>
                  </a:lnTo>
                  <a:lnTo>
                    <a:pt x="3357756" y="52788"/>
                  </a:lnTo>
                  <a:lnTo>
                    <a:pt x="3361886" y="51460"/>
                  </a:lnTo>
                  <a:lnTo>
                    <a:pt x="3366016" y="41823"/>
                  </a:lnTo>
                  <a:lnTo>
                    <a:pt x="3370146" y="41823"/>
                  </a:lnTo>
                  <a:lnTo>
                    <a:pt x="3374276" y="41823"/>
                  </a:lnTo>
                  <a:lnTo>
                    <a:pt x="3378406" y="36512"/>
                  </a:lnTo>
                  <a:lnTo>
                    <a:pt x="3382536" y="36512"/>
                  </a:lnTo>
                  <a:lnTo>
                    <a:pt x="3386666" y="36512"/>
                  </a:lnTo>
                  <a:lnTo>
                    <a:pt x="3390796" y="108844"/>
                  </a:lnTo>
                  <a:lnTo>
                    <a:pt x="3394926" y="198504"/>
                  </a:lnTo>
                  <a:lnTo>
                    <a:pt x="3399056" y="206715"/>
                  </a:lnTo>
                  <a:lnTo>
                    <a:pt x="3403186" y="221191"/>
                  </a:lnTo>
                  <a:lnTo>
                    <a:pt x="3407317" y="162898"/>
                  </a:lnTo>
                  <a:lnTo>
                    <a:pt x="3411447" y="36999"/>
                  </a:lnTo>
                  <a:lnTo>
                    <a:pt x="3415577" y="35286"/>
                  </a:lnTo>
                  <a:lnTo>
                    <a:pt x="3419707" y="22612"/>
                  </a:lnTo>
                  <a:lnTo>
                    <a:pt x="3423837" y="27779"/>
                  </a:lnTo>
                  <a:lnTo>
                    <a:pt x="3427967" y="23824"/>
                  </a:lnTo>
                  <a:lnTo>
                    <a:pt x="3432097" y="28800"/>
                  </a:lnTo>
                  <a:lnTo>
                    <a:pt x="3436227" y="28840"/>
                  </a:lnTo>
                  <a:lnTo>
                    <a:pt x="3440357" y="27384"/>
                  </a:lnTo>
                  <a:lnTo>
                    <a:pt x="3444487" y="27628"/>
                  </a:lnTo>
                  <a:lnTo>
                    <a:pt x="3448617" y="27500"/>
                  </a:lnTo>
                  <a:lnTo>
                    <a:pt x="3452747" y="27628"/>
                  </a:lnTo>
                  <a:lnTo>
                    <a:pt x="3456878" y="30127"/>
                  </a:lnTo>
                  <a:lnTo>
                    <a:pt x="3461008" y="30044"/>
                  </a:lnTo>
                  <a:lnTo>
                    <a:pt x="3465138" y="30127"/>
                  </a:lnTo>
                  <a:lnTo>
                    <a:pt x="3469268" y="27628"/>
                  </a:lnTo>
                  <a:lnTo>
                    <a:pt x="3473398" y="22988"/>
                  </a:lnTo>
                  <a:lnTo>
                    <a:pt x="3477528" y="19428"/>
                  </a:lnTo>
                  <a:lnTo>
                    <a:pt x="3481658" y="17972"/>
                  </a:lnTo>
                  <a:lnTo>
                    <a:pt x="3485788" y="17972"/>
                  </a:lnTo>
                  <a:lnTo>
                    <a:pt x="3489918" y="17972"/>
                  </a:lnTo>
                  <a:lnTo>
                    <a:pt x="3494048" y="21927"/>
                  </a:lnTo>
                  <a:lnTo>
                    <a:pt x="3498178" y="116617"/>
                  </a:lnTo>
                  <a:lnTo>
                    <a:pt x="3502308" y="73327"/>
                  </a:lnTo>
                  <a:lnTo>
                    <a:pt x="3506439" y="32358"/>
                  </a:lnTo>
                  <a:lnTo>
                    <a:pt x="3510569" y="31158"/>
                  </a:lnTo>
                  <a:lnTo>
                    <a:pt x="3514699" y="28403"/>
                  </a:lnTo>
                  <a:lnTo>
                    <a:pt x="3518829" y="26690"/>
                  </a:lnTo>
                  <a:lnTo>
                    <a:pt x="3522959" y="23195"/>
                  </a:lnTo>
                  <a:lnTo>
                    <a:pt x="3527089" y="23044"/>
                  </a:lnTo>
                  <a:lnTo>
                    <a:pt x="3531219" y="19428"/>
                  </a:lnTo>
                  <a:lnTo>
                    <a:pt x="3535349" y="22988"/>
                  </a:lnTo>
                  <a:lnTo>
                    <a:pt x="3539479" y="31800"/>
                  </a:lnTo>
                  <a:lnTo>
                    <a:pt x="3543609" y="22988"/>
                  </a:lnTo>
                  <a:lnTo>
                    <a:pt x="3547739" y="22860"/>
                  </a:lnTo>
                  <a:lnTo>
                    <a:pt x="3551869" y="17972"/>
                  </a:lnTo>
                  <a:lnTo>
                    <a:pt x="3555999" y="55821"/>
                  </a:lnTo>
                  <a:lnTo>
                    <a:pt x="3560130" y="205958"/>
                  </a:lnTo>
                  <a:lnTo>
                    <a:pt x="3564260" y="171998"/>
                  </a:lnTo>
                  <a:lnTo>
                    <a:pt x="3568390" y="165683"/>
                  </a:lnTo>
                  <a:lnTo>
                    <a:pt x="3572520" y="114178"/>
                  </a:lnTo>
                  <a:lnTo>
                    <a:pt x="3576650" y="42224"/>
                  </a:lnTo>
                  <a:lnTo>
                    <a:pt x="3580780" y="40444"/>
                  </a:lnTo>
                  <a:lnTo>
                    <a:pt x="3584910" y="26311"/>
                  </a:lnTo>
                  <a:lnTo>
                    <a:pt x="3589040" y="39235"/>
                  </a:lnTo>
                  <a:lnTo>
                    <a:pt x="3593170" y="37522"/>
                  </a:lnTo>
                  <a:lnTo>
                    <a:pt x="3597300" y="33918"/>
                  </a:lnTo>
                  <a:lnTo>
                    <a:pt x="3601430" y="35698"/>
                  </a:lnTo>
                  <a:lnTo>
                    <a:pt x="3605560" y="41487"/>
                  </a:lnTo>
                  <a:lnTo>
                    <a:pt x="3609691" y="47295"/>
                  </a:lnTo>
                  <a:lnTo>
                    <a:pt x="3613821" y="44362"/>
                  </a:lnTo>
                  <a:lnTo>
                    <a:pt x="3617951" y="47370"/>
                  </a:lnTo>
                  <a:lnTo>
                    <a:pt x="3622081" y="37595"/>
                  </a:lnTo>
                  <a:lnTo>
                    <a:pt x="3626211" y="37595"/>
                  </a:lnTo>
                  <a:lnTo>
                    <a:pt x="3630341" y="37117"/>
                  </a:lnTo>
                  <a:lnTo>
                    <a:pt x="3634471" y="37154"/>
                  </a:lnTo>
                  <a:lnTo>
                    <a:pt x="3638601" y="38610"/>
                  </a:lnTo>
                  <a:lnTo>
                    <a:pt x="3642731" y="37984"/>
                  </a:lnTo>
                  <a:lnTo>
                    <a:pt x="3646861" y="36528"/>
                  </a:lnTo>
                  <a:lnTo>
                    <a:pt x="3650991" y="36528"/>
                  </a:lnTo>
                  <a:lnTo>
                    <a:pt x="3655121" y="43606"/>
                  </a:lnTo>
                  <a:lnTo>
                    <a:pt x="3659252" y="45680"/>
                  </a:lnTo>
                  <a:lnTo>
                    <a:pt x="3663382" y="45680"/>
                  </a:lnTo>
                  <a:lnTo>
                    <a:pt x="3667512" y="51205"/>
                  </a:lnTo>
                  <a:lnTo>
                    <a:pt x="3671642" y="58177"/>
                  </a:lnTo>
                  <a:lnTo>
                    <a:pt x="3675772" y="57501"/>
                  </a:lnTo>
                  <a:lnTo>
                    <a:pt x="3679902" y="57501"/>
                  </a:lnTo>
                  <a:lnTo>
                    <a:pt x="3684032" y="59382"/>
                  </a:lnTo>
                  <a:lnTo>
                    <a:pt x="3688162" y="61095"/>
                  </a:lnTo>
                  <a:lnTo>
                    <a:pt x="3692292" y="70068"/>
                  </a:lnTo>
                  <a:lnTo>
                    <a:pt x="3696422" y="70068"/>
                  </a:lnTo>
                  <a:lnTo>
                    <a:pt x="3700552" y="84201"/>
                  </a:lnTo>
                  <a:lnTo>
                    <a:pt x="3704682" y="96808"/>
                  </a:lnTo>
                  <a:lnTo>
                    <a:pt x="3708813" y="134966"/>
                  </a:lnTo>
                  <a:lnTo>
                    <a:pt x="3712943" y="132049"/>
                  </a:lnTo>
                  <a:lnTo>
                    <a:pt x="3717073" y="217765"/>
                  </a:lnTo>
                  <a:lnTo>
                    <a:pt x="3721203" y="142763"/>
                  </a:lnTo>
                  <a:lnTo>
                    <a:pt x="3725333" y="85504"/>
                  </a:lnTo>
                  <a:lnTo>
                    <a:pt x="3729463" y="200710"/>
                  </a:lnTo>
                  <a:lnTo>
                    <a:pt x="3733593" y="136341"/>
                  </a:lnTo>
                  <a:lnTo>
                    <a:pt x="3737723" y="35003"/>
                  </a:lnTo>
                  <a:lnTo>
                    <a:pt x="3741853" y="28623"/>
                  </a:lnTo>
                  <a:lnTo>
                    <a:pt x="3745983" y="28623"/>
                  </a:lnTo>
                  <a:lnTo>
                    <a:pt x="3750113" y="43209"/>
                  </a:lnTo>
                  <a:lnTo>
                    <a:pt x="3754243" y="39649"/>
                  </a:lnTo>
                  <a:lnTo>
                    <a:pt x="3758373" y="39649"/>
                  </a:lnTo>
                  <a:lnTo>
                    <a:pt x="3762504" y="39649"/>
                  </a:lnTo>
                  <a:lnTo>
                    <a:pt x="3766634" y="39649"/>
                  </a:lnTo>
                  <a:lnTo>
                    <a:pt x="3770764" y="51841"/>
                  </a:lnTo>
                  <a:lnTo>
                    <a:pt x="3774894" y="87188"/>
                  </a:lnTo>
                  <a:lnTo>
                    <a:pt x="3779024" y="105276"/>
                  </a:lnTo>
                  <a:lnTo>
                    <a:pt x="3783154" y="232789"/>
                  </a:lnTo>
                  <a:lnTo>
                    <a:pt x="3787284" y="265319"/>
                  </a:lnTo>
                  <a:lnTo>
                    <a:pt x="3791414" y="140952"/>
                  </a:lnTo>
                  <a:lnTo>
                    <a:pt x="3795544" y="113029"/>
                  </a:lnTo>
                  <a:lnTo>
                    <a:pt x="3799674" y="114347"/>
                  </a:lnTo>
                  <a:lnTo>
                    <a:pt x="3803804" y="100214"/>
                  </a:lnTo>
                  <a:lnTo>
                    <a:pt x="3807934" y="105412"/>
                  </a:lnTo>
                  <a:lnTo>
                    <a:pt x="3812065" y="89490"/>
                  </a:lnTo>
                  <a:lnTo>
                    <a:pt x="3816195" y="73475"/>
                  </a:lnTo>
                  <a:lnTo>
                    <a:pt x="3820325" y="73475"/>
                  </a:lnTo>
                  <a:lnTo>
                    <a:pt x="3824455" y="74931"/>
                  </a:lnTo>
                  <a:lnTo>
                    <a:pt x="3828585" y="76987"/>
                  </a:lnTo>
                  <a:lnTo>
                    <a:pt x="3832715" y="83332"/>
                  </a:lnTo>
                  <a:lnTo>
                    <a:pt x="3836845" y="73475"/>
                  </a:lnTo>
                  <a:lnTo>
                    <a:pt x="3840975" y="80990"/>
                  </a:lnTo>
                  <a:lnTo>
                    <a:pt x="3845105" y="75558"/>
                  </a:lnTo>
                  <a:lnTo>
                    <a:pt x="3849235" y="75430"/>
                  </a:lnTo>
                  <a:lnTo>
                    <a:pt x="3853365" y="75558"/>
                  </a:lnTo>
                  <a:lnTo>
                    <a:pt x="3857495" y="73475"/>
                  </a:lnTo>
                  <a:lnTo>
                    <a:pt x="3861626" y="89968"/>
                  </a:lnTo>
                  <a:lnTo>
                    <a:pt x="3865756" y="86013"/>
                  </a:lnTo>
                  <a:lnTo>
                    <a:pt x="3869886" y="87469"/>
                  </a:lnTo>
                  <a:lnTo>
                    <a:pt x="3874016" y="86013"/>
                  </a:lnTo>
                  <a:lnTo>
                    <a:pt x="3878146" y="86013"/>
                  </a:lnTo>
                  <a:lnTo>
                    <a:pt x="3882276" y="86013"/>
                  </a:lnTo>
                  <a:lnTo>
                    <a:pt x="3886406" y="87411"/>
                  </a:lnTo>
                  <a:lnTo>
                    <a:pt x="3890536" y="87853"/>
                  </a:lnTo>
                  <a:lnTo>
                    <a:pt x="3894666" y="223784"/>
                  </a:lnTo>
                  <a:lnTo>
                    <a:pt x="3898796" y="256973"/>
                  </a:lnTo>
                  <a:lnTo>
                    <a:pt x="3902926" y="164003"/>
                  </a:lnTo>
                  <a:lnTo>
                    <a:pt x="3907056" y="78642"/>
                  </a:lnTo>
                  <a:lnTo>
                    <a:pt x="3911186" y="72741"/>
                  </a:lnTo>
                  <a:lnTo>
                    <a:pt x="3915317" y="57760"/>
                  </a:lnTo>
                  <a:lnTo>
                    <a:pt x="3919447" y="59216"/>
                  </a:lnTo>
                  <a:lnTo>
                    <a:pt x="3923577" y="45801"/>
                  </a:lnTo>
                  <a:lnTo>
                    <a:pt x="3927707" y="45801"/>
                  </a:lnTo>
                  <a:lnTo>
                    <a:pt x="3931837" y="45801"/>
                  </a:lnTo>
                  <a:lnTo>
                    <a:pt x="3935967" y="47013"/>
                  </a:lnTo>
                  <a:lnTo>
                    <a:pt x="3940097" y="47013"/>
                  </a:lnTo>
                  <a:lnTo>
                    <a:pt x="3944227" y="48603"/>
                  </a:lnTo>
                  <a:lnTo>
                    <a:pt x="3948357" y="47147"/>
                  </a:lnTo>
                  <a:lnTo>
                    <a:pt x="3952487" y="47147"/>
                  </a:lnTo>
                  <a:lnTo>
                    <a:pt x="3956617" y="47147"/>
                  </a:lnTo>
                  <a:lnTo>
                    <a:pt x="3960747" y="46667"/>
                  </a:lnTo>
                  <a:lnTo>
                    <a:pt x="3964878" y="74689"/>
                  </a:lnTo>
                  <a:lnTo>
                    <a:pt x="3969008" y="83629"/>
                  </a:lnTo>
                  <a:lnTo>
                    <a:pt x="3973138" y="97762"/>
                  </a:lnTo>
                  <a:lnTo>
                    <a:pt x="3977268" y="100187"/>
                  </a:lnTo>
                  <a:lnTo>
                    <a:pt x="3981398" y="61837"/>
                  </a:lnTo>
                  <a:lnTo>
                    <a:pt x="3985528" y="47169"/>
                  </a:lnTo>
                  <a:lnTo>
                    <a:pt x="3989658" y="45456"/>
                  </a:lnTo>
                  <a:lnTo>
                    <a:pt x="3993788" y="33263"/>
                  </a:lnTo>
                  <a:lnTo>
                    <a:pt x="3997918" y="28623"/>
                  </a:lnTo>
                  <a:lnTo>
                    <a:pt x="4002048" y="30079"/>
                  </a:lnTo>
                  <a:lnTo>
                    <a:pt x="4006178" y="30079"/>
                  </a:lnTo>
                  <a:lnTo>
                    <a:pt x="4010308" y="30577"/>
                  </a:lnTo>
                  <a:lnTo>
                    <a:pt x="4014439" y="29212"/>
                  </a:lnTo>
                  <a:lnTo>
                    <a:pt x="4018569" y="29249"/>
                  </a:lnTo>
                  <a:lnTo>
                    <a:pt x="4022699" y="30705"/>
                  </a:lnTo>
                  <a:lnTo>
                    <a:pt x="4026829" y="32071"/>
                  </a:lnTo>
                  <a:lnTo>
                    <a:pt x="4030959" y="26282"/>
                  </a:lnTo>
                  <a:lnTo>
                    <a:pt x="4035089" y="26659"/>
                  </a:lnTo>
                  <a:lnTo>
                    <a:pt x="4039219" y="20758"/>
                  </a:lnTo>
                  <a:lnTo>
                    <a:pt x="4043349" y="74296"/>
                  </a:lnTo>
                  <a:lnTo>
                    <a:pt x="4047479" y="219644"/>
                  </a:lnTo>
                  <a:lnTo>
                    <a:pt x="4051609" y="215747"/>
                  </a:lnTo>
                  <a:lnTo>
                    <a:pt x="4055739" y="163833"/>
                  </a:lnTo>
                  <a:lnTo>
                    <a:pt x="4059869" y="86185"/>
                  </a:lnTo>
                  <a:lnTo>
                    <a:pt x="4063999" y="148157"/>
                  </a:lnTo>
                  <a:lnTo>
                    <a:pt x="4068130" y="257407"/>
                  </a:lnTo>
                  <a:lnTo>
                    <a:pt x="4072260" y="333714"/>
                  </a:lnTo>
                  <a:lnTo>
                    <a:pt x="4076390" y="381826"/>
                  </a:lnTo>
                  <a:lnTo>
                    <a:pt x="4080520" y="319158"/>
                  </a:lnTo>
                  <a:lnTo>
                    <a:pt x="4084650" y="372678"/>
                  </a:lnTo>
                  <a:lnTo>
                    <a:pt x="4088780" y="397533"/>
                  </a:lnTo>
                  <a:lnTo>
                    <a:pt x="4092910" y="283455"/>
                  </a:lnTo>
                  <a:lnTo>
                    <a:pt x="4097040" y="379936"/>
                  </a:lnTo>
                  <a:lnTo>
                    <a:pt x="4101170" y="384916"/>
                  </a:lnTo>
                  <a:lnTo>
                    <a:pt x="4105300" y="331823"/>
                  </a:lnTo>
                  <a:lnTo>
                    <a:pt x="4109430" y="284022"/>
                  </a:lnTo>
                  <a:lnTo>
                    <a:pt x="4113560" y="228549"/>
                  </a:lnTo>
                  <a:lnTo>
                    <a:pt x="4117691" y="189969"/>
                  </a:lnTo>
                  <a:lnTo>
                    <a:pt x="4121821" y="144853"/>
                  </a:lnTo>
                  <a:lnTo>
                    <a:pt x="4125951" y="151593"/>
                  </a:lnTo>
                  <a:lnTo>
                    <a:pt x="4130081" y="59510"/>
                  </a:lnTo>
                  <a:lnTo>
                    <a:pt x="4134211" y="25705"/>
                  </a:lnTo>
                  <a:lnTo>
                    <a:pt x="4138341" y="16986"/>
                  </a:lnTo>
                  <a:lnTo>
                    <a:pt x="4142471" y="16986"/>
                  </a:lnTo>
                  <a:lnTo>
                    <a:pt x="4146601" y="18442"/>
                  </a:lnTo>
                  <a:lnTo>
                    <a:pt x="4150731" y="22002"/>
                  </a:lnTo>
                  <a:lnTo>
                    <a:pt x="4154861" y="22331"/>
                  </a:lnTo>
                  <a:lnTo>
                    <a:pt x="4158991" y="22331"/>
                  </a:lnTo>
                  <a:lnTo>
                    <a:pt x="4163121" y="22331"/>
                  </a:lnTo>
                  <a:lnTo>
                    <a:pt x="4167252" y="22331"/>
                  </a:lnTo>
                  <a:lnTo>
                    <a:pt x="4171382" y="22331"/>
                  </a:lnTo>
                  <a:lnTo>
                    <a:pt x="4175512" y="22002"/>
                  </a:lnTo>
                  <a:lnTo>
                    <a:pt x="4179642" y="16986"/>
                  </a:lnTo>
                  <a:lnTo>
                    <a:pt x="4183772" y="20941"/>
                  </a:lnTo>
                  <a:lnTo>
                    <a:pt x="4187902" y="25705"/>
                  </a:lnTo>
                  <a:lnTo>
                    <a:pt x="4192032" y="25705"/>
                  </a:lnTo>
                  <a:lnTo>
                    <a:pt x="4196162" y="27418"/>
                  </a:lnTo>
                  <a:lnTo>
                    <a:pt x="4200292" y="26217"/>
                  </a:lnTo>
                  <a:lnTo>
                    <a:pt x="4204422" y="38405"/>
                  </a:lnTo>
                  <a:lnTo>
                    <a:pt x="4208552" y="47057"/>
                  </a:lnTo>
                  <a:lnTo>
                    <a:pt x="4212682" y="84628"/>
                  </a:lnTo>
                  <a:lnTo>
                    <a:pt x="4216813" y="84628"/>
                  </a:lnTo>
                  <a:lnTo>
                    <a:pt x="4220943" y="134492"/>
                  </a:lnTo>
                  <a:lnTo>
                    <a:pt x="4225073" y="238133"/>
                  </a:lnTo>
                  <a:lnTo>
                    <a:pt x="4229203" y="135131"/>
                  </a:lnTo>
                  <a:lnTo>
                    <a:pt x="4233333" y="92259"/>
                  </a:lnTo>
                  <a:lnTo>
                    <a:pt x="4237463" y="54570"/>
                  </a:lnTo>
                  <a:lnTo>
                    <a:pt x="4241593" y="45918"/>
                  </a:lnTo>
                  <a:lnTo>
                    <a:pt x="4245723" y="49181"/>
                  </a:lnTo>
                  <a:lnTo>
                    <a:pt x="4249853" y="72594"/>
                  </a:lnTo>
                  <a:lnTo>
                    <a:pt x="4253983" y="50381"/>
                  </a:lnTo>
                  <a:lnTo>
                    <a:pt x="4258113" y="48190"/>
                  </a:lnTo>
                  <a:lnTo>
                    <a:pt x="4262243" y="33770"/>
                  </a:lnTo>
                  <a:lnTo>
                    <a:pt x="4266373" y="29815"/>
                  </a:lnTo>
                  <a:lnTo>
                    <a:pt x="4270504" y="31898"/>
                  </a:lnTo>
                  <a:lnTo>
                    <a:pt x="4274634" y="39294"/>
                  </a:lnTo>
                  <a:lnTo>
                    <a:pt x="4278764" y="40771"/>
                  </a:lnTo>
                  <a:lnTo>
                    <a:pt x="4282894" y="46353"/>
                  </a:lnTo>
                  <a:lnTo>
                    <a:pt x="4287024" y="35893"/>
                  </a:lnTo>
                  <a:lnTo>
                    <a:pt x="4291154" y="53813"/>
                  </a:lnTo>
                  <a:lnTo>
                    <a:pt x="4295284" y="65717"/>
                  </a:lnTo>
                  <a:lnTo>
                    <a:pt x="4299414" y="172168"/>
                  </a:lnTo>
                  <a:lnTo>
                    <a:pt x="4303544" y="223047"/>
                  </a:lnTo>
                  <a:lnTo>
                    <a:pt x="4307674" y="240037"/>
                  </a:lnTo>
                  <a:lnTo>
                    <a:pt x="4311804" y="230215"/>
                  </a:lnTo>
                  <a:lnTo>
                    <a:pt x="4315934" y="267229"/>
                  </a:lnTo>
                  <a:lnTo>
                    <a:pt x="4320065" y="275881"/>
                  </a:lnTo>
                  <a:lnTo>
                    <a:pt x="4324195" y="214553"/>
                  </a:lnTo>
                  <a:lnTo>
                    <a:pt x="4328325" y="236640"/>
                  </a:lnTo>
                  <a:lnTo>
                    <a:pt x="4332455" y="238223"/>
                  </a:lnTo>
                  <a:lnTo>
                    <a:pt x="4336585" y="291791"/>
                  </a:lnTo>
                  <a:lnTo>
                    <a:pt x="4340715" y="245095"/>
                  </a:lnTo>
                  <a:lnTo>
                    <a:pt x="4344845" y="203652"/>
                  </a:lnTo>
                  <a:lnTo>
                    <a:pt x="4348975" y="250780"/>
                  </a:lnTo>
                  <a:lnTo>
                    <a:pt x="4353105" y="204549"/>
                  </a:lnTo>
                  <a:lnTo>
                    <a:pt x="4357235" y="195897"/>
                  </a:lnTo>
                  <a:lnTo>
                    <a:pt x="4361365" y="194075"/>
                  </a:lnTo>
                  <a:lnTo>
                    <a:pt x="4365495" y="191650"/>
                  </a:lnTo>
                  <a:lnTo>
                    <a:pt x="4369626" y="139068"/>
                  </a:lnTo>
                  <a:lnTo>
                    <a:pt x="4373756" y="111046"/>
                  </a:lnTo>
                  <a:lnTo>
                    <a:pt x="4377886" y="96798"/>
                  </a:lnTo>
                  <a:lnTo>
                    <a:pt x="4382016" y="90964"/>
                  </a:lnTo>
                  <a:lnTo>
                    <a:pt x="4386146" y="90964"/>
                  </a:lnTo>
                  <a:lnTo>
                    <a:pt x="4390276" y="83263"/>
                  </a:lnTo>
                  <a:lnTo>
                    <a:pt x="4394406" y="87218"/>
                  </a:lnTo>
                  <a:lnTo>
                    <a:pt x="4398536" y="100275"/>
                  </a:lnTo>
                  <a:lnTo>
                    <a:pt x="4402666" y="189976"/>
                  </a:lnTo>
                  <a:lnTo>
                    <a:pt x="4406796" y="204426"/>
                  </a:lnTo>
                  <a:lnTo>
                    <a:pt x="4410926" y="166797"/>
                  </a:lnTo>
                  <a:lnTo>
                    <a:pt x="4415056" y="219130"/>
                  </a:lnTo>
                  <a:lnTo>
                    <a:pt x="4419186" y="225068"/>
                  </a:lnTo>
                  <a:lnTo>
                    <a:pt x="4423317" y="122915"/>
                  </a:lnTo>
                  <a:lnTo>
                    <a:pt x="4427447" y="112042"/>
                  </a:lnTo>
                  <a:lnTo>
                    <a:pt x="4431577" y="117208"/>
                  </a:lnTo>
                  <a:lnTo>
                    <a:pt x="4435707" y="84017"/>
                  </a:lnTo>
                  <a:lnTo>
                    <a:pt x="4439837" y="86738"/>
                  </a:lnTo>
                  <a:lnTo>
                    <a:pt x="4443967" y="90249"/>
                  </a:lnTo>
                  <a:lnTo>
                    <a:pt x="4448097" y="84850"/>
                  </a:lnTo>
                  <a:lnTo>
                    <a:pt x="4452227" y="82640"/>
                  </a:lnTo>
                  <a:lnTo>
                    <a:pt x="4456357" y="82640"/>
                  </a:lnTo>
                  <a:lnTo>
                    <a:pt x="4460487" y="82011"/>
                  </a:lnTo>
                  <a:lnTo>
                    <a:pt x="4464617" y="85966"/>
                  </a:lnTo>
                  <a:lnTo>
                    <a:pt x="4468747" y="92741"/>
                  </a:lnTo>
                  <a:lnTo>
                    <a:pt x="4472878" y="102053"/>
                  </a:lnTo>
                  <a:lnTo>
                    <a:pt x="4477008" y="104478"/>
                  </a:lnTo>
                  <a:lnTo>
                    <a:pt x="4481138" y="85816"/>
                  </a:lnTo>
                  <a:lnTo>
                    <a:pt x="4485268" y="120405"/>
                  </a:lnTo>
                  <a:lnTo>
                    <a:pt x="4489398" y="131482"/>
                  </a:lnTo>
                  <a:lnTo>
                    <a:pt x="4493528" y="211121"/>
                  </a:lnTo>
                  <a:lnTo>
                    <a:pt x="4497658" y="204213"/>
                  </a:lnTo>
                  <a:lnTo>
                    <a:pt x="4501788" y="207618"/>
                  </a:lnTo>
                  <a:lnTo>
                    <a:pt x="4505918" y="258487"/>
                  </a:lnTo>
                  <a:lnTo>
                    <a:pt x="4510048" y="282296"/>
                  </a:lnTo>
                  <a:lnTo>
                    <a:pt x="4514178" y="294077"/>
                  </a:lnTo>
                  <a:lnTo>
                    <a:pt x="4518308" y="313313"/>
                  </a:lnTo>
                  <a:lnTo>
                    <a:pt x="4522439" y="381492"/>
                  </a:lnTo>
                  <a:lnTo>
                    <a:pt x="4526569" y="404440"/>
                  </a:lnTo>
                  <a:lnTo>
                    <a:pt x="4530699" y="403771"/>
                  </a:lnTo>
                  <a:lnTo>
                    <a:pt x="4534829" y="350091"/>
                  </a:lnTo>
                  <a:lnTo>
                    <a:pt x="4538959" y="415535"/>
                  </a:lnTo>
                  <a:lnTo>
                    <a:pt x="4543089" y="377340"/>
                  </a:lnTo>
                  <a:lnTo>
                    <a:pt x="4547219" y="392263"/>
                  </a:lnTo>
                  <a:lnTo>
                    <a:pt x="4551349" y="339672"/>
                  </a:lnTo>
                  <a:lnTo>
                    <a:pt x="4555479" y="242974"/>
                  </a:lnTo>
                  <a:lnTo>
                    <a:pt x="4559609" y="222631"/>
                  </a:lnTo>
                  <a:lnTo>
                    <a:pt x="4563739" y="206910"/>
                  </a:lnTo>
                  <a:lnTo>
                    <a:pt x="4567869" y="162864"/>
                  </a:lnTo>
                  <a:lnTo>
                    <a:pt x="4571999" y="173437"/>
                  </a:lnTo>
                  <a:lnTo>
                    <a:pt x="4576130" y="170204"/>
                  </a:lnTo>
                  <a:lnTo>
                    <a:pt x="4580260" y="166268"/>
                  </a:lnTo>
                  <a:lnTo>
                    <a:pt x="4584390" y="166268"/>
                  </a:lnTo>
                  <a:lnTo>
                    <a:pt x="4588520" y="174123"/>
                  </a:lnTo>
                  <a:lnTo>
                    <a:pt x="4592650" y="174452"/>
                  </a:lnTo>
                  <a:lnTo>
                    <a:pt x="4596780" y="160755"/>
                  </a:lnTo>
                  <a:lnTo>
                    <a:pt x="4600910" y="240716"/>
                  </a:lnTo>
                  <a:lnTo>
                    <a:pt x="4605040" y="177213"/>
                  </a:lnTo>
                  <a:lnTo>
                    <a:pt x="4609170" y="196559"/>
                  </a:lnTo>
                  <a:lnTo>
                    <a:pt x="4613300" y="258583"/>
                  </a:lnTo>
                  <a:lnTo>
                    <a:pt x="4617430" y="223150"/>
                  </a:lnTo>
                  <a:lnTo>
                    <a:pt x="4621560" y="212398"/>
                  </a:lnTo>
                  <a:lnTo>
                    <a:pt x="4625691" y="223248"/>
                  </a:lnTo>
                  <a:lnTo>
                    <a:pt x="4629821" y="339354"/>
                  </a:lnTo>
                  <a:lnTo>
                    <a:pt x="4633951" y="353432"/>
                  </a:lnTo>
                  <a:lnTo>
                    <a:pt x="4638081" y="382592"/>
                  </a:lnTo>
                  <a:lnTo>
                    <a:pt x="4642211" y="426161"/>
                  </a:lnTo>
                  <a:lnTo>
                    <a:pt x="4646341" y="392894"/>
                  </a:lnTo>
                  <a:lnTo>
                    <a:pt x="4650471" y="387452"/>
                  </a:lnTo>
                  <a:lnTo>
                    <a:pt x="4654601" y="336822"/>
                  </a:lnTo>
                  <a:lnTo>
                    <a:pt x="4658731" y="200207"/>
                  </a:lnTo>
                  <a:lnTo>
                    <a:pt x="4662861" y="269418"/>
                  </a:lnTo>
                  <a:lnTo>
                    <a:pt x="4666991" y="256931"/>
                  </a:lnTo>
                  <a:lnTo>
                    <a:pt x="4671121" y="256722"/>
                  </a:lnTo>
                  <a:lnTo>
                    <a:pt x="4675252" y="263153"/>
                  </a:lnTo>
                  <a:lnTo>
                    <a:pt x="4679382" y="263173"/>
                  </a:lnTo>
                  <a:lnTo>
                    <a:pt x="4683512" y="246092"/>
                  </a:lnTo>
                  <a:lnTo>
                    <a:pt x="4687642" y="139642"/>
                  </a:lnTo>
                  <a:lnTo>
                    <a:pt x="4691772" y="154106"/>
                  </a:lnTo>
                  <a:lnTo>
                    <a:pt x="4695902" y="152628"/>
                  </a:lnTo>
                  <a:lnTo>
                    <a:pt x="4700032" y="153540"/>
                  </a:lnTo>
                  <a:lnTo>
                    <a:pt x="4704162" y="173636"/>
                  </a:lnTo>
                  <a:lnTo>
                    <a:pt x="4708292" y="221494"/>
                  </a:lnTo>
                  <a:lnTo>
                    <a:pt x="4712422" y="183972"/>
                  </a:lnTo>
                  <a:lnTo>
                    <a:pt x="4716552" y="184780"/>
                  </a:lnTo>
                  <a:lnTo>
                    <a:pt x="4720682" y="176156"/>
                  </a:lnTo>
                  <a:lnTo>
                    <a:pt x="4724813" y="222658"/>
                  </a:lnTo>
                  <a:lnTo>
                    <a:pt x="4728943" y="275271"/>
                  </a:lnTo>
                  <a:lnTo>
                    <a:pt x="4733073" y="316832"/>
                  </a:lnTo>
                  <a:lnTo>
                    <a:pt x="4737203" y="429621"/>
                  </a:lnTo>
                  <a:lnTo>
                    <a:pt x="4741333" y="443744"/>
                  </a:lnTo>
                  <a:lnTo>
                    <a:pt x="4745463" y="430267"/>
                  </a:lnTo>
                  <a:lnTo>
                    <a:pt x="4749593" y="429457"/>
                  </a:lnTo>
                  <a:lnTo>
                    <a:pt x="4753723" y="452544"/>
                  </a:lnTo>
                  <a:lnTo>
                    <a:pt x="4757853" y="543165"/>
                  </a:lnTo>
                  <a:lnTo>
                    <a:pt x="4761983" y="554508"/>
                  </a:lnTo>
                  <a:lnTo>
                    <a:pt x="4766113" y="595659"/>
                  </a:lnTo>
                  <a:lnTo>
                    <a:pt x="4770243" y="578231"/>
                  </a:lnTo>
                  <a:lnTo>
                    <a:pt x="4774373" y="534280"/>
                  </a:lnTo>
                  <a:lnTo>
                    <a:pt x="4778504" y="537041"/>
                  </a:lnTo>
                  <a:lnTo>
                    <a:pt x="4782634" y="598807"/>
                  </a:lnTo>
                  <a:lnTo>
                    <a:pt x="4786764" y="632684"/>
                  </a:lnTo>
                  <a:lnTo>
                    <a:pt x="4790894" y="646075"/>
                  </a:lnTo>
                  <a:lnTo>
                    <a:pt x="4795024" y="654430"/>
                  </a:lnTo>
                  <a:lnTo>
                    <a:pt x="4799154" y="640186"/>
                  </a:lnTo>
                  <a:lnTo>
                    <a:pt x="4803284" y="614626"/>
                  </a:lnTo>
                  <a:lnTo>
                    <a:pt x="4807414" y="627555"/>
                  </a:lnTo>
                  <a:lnTo>
                    <a:pt x="4811544" y="594590"/>
                  </a:lnTo>
                  <a:lnTo>
                    <a:pt x="4815674" y="557609"/>
                  </a:lnTo>
                  <a:lnTo>
                    <a:pt x="4819804" y="532298"/>
                  </a:lnTo>
                  <a:lnTo>
                    <a:pt x="4823934" y="514004"/>
                  </a:lnTo>
                  <a:lnTo>
                    <a:pt x="4828065" y="554263"/>
                  </a:lnTo>
                  <a:lnTo>
                    <a:pt x="4832195" y="529871"/>
                  </a:lnTo>
                  <a:lnTo>
                    <a:pt x="4836325" y="486665"/>
                  </a:lnTo>
                  <a:lnTo>
                    <a:pt x="4840455" y="418446"/>
                  </a:lnTo>
                  <a:lnTo>
                    <a:pt x="4844585" y="404113"/>
                  </a:lnTo>
                  <a:lnTo>
                    <a:pt x="4848715" y="451179"/>
                  </a:lnTo>
                  <a:lnTo>
                    <a:pt x="4852845" y="415033"/>
                  </a:lnTo>
                  <a:lnTo>
                    <a:pt x="4856975" y="329412"/>
                  </a:lnTo>
                  <a:lnTo>
                    <a:pt x="4861105" y="340537"/>
                  </a:lnTo>
                  <a:lnTo>
                    <a:pt x="4865235" y="234844"/>
                  </a:lnTo>
                  <a:lnTo>
                    <a:pt x="4869365" y="184093"/>
                  </a:lnTo>
                  <a:lnTo>
                    <a:pt x="4873495" y="139247"/>
                  </a:lnTo>
                  <a:lnTo>
                    <a:pt x="4877626" y="151317"/>
                  </a:lnTo>
                  <a:lnTo>
                    <a:pt x="4881756" y="155890"/>
                  </a:lnTo>
                  <a:lnTo>
                    <a:pt x="4885886" y="113827"/>
                  </a:lnTo>
                  <a:lnTo>
                    <a:pt x="4890016" y="91224"/>
                  </a:lnTo>
                  <a:lnTo>
                    <a:pt x="4894146" y="84102"/>
                  </a:lnTo>
                  <a:lnTo>
                    <a:pt x="4898276" y="84488"/>
                  </a:lnTo>
                  <a:lnTo>
                    <a:pt x="4902406" y="92743"/>
                  </a:lnTo>
                  <a:lnTo>
                    <a:pt x="4906536" y="95676"/>
                  </a:lnTo>
                  <a:lnTo>
                    <a:pt x="4910666" y="90789"/>
                  </a:lnTo>
                  <a:lnTo>
                    <a:pt x="4914796" y="90789"/>
                  </a:lnTo>
                  <a:lnTo>
                    <a:pt x="4918926" y="90159"/>
                  </a:lnTo>
                  <a:lnTo>
                    <a:pt x="4923056" y="100541"/>
                  </a:lnTo>
                  <a:lnTo>
                    <a:pt x="4927186" y="95195"/>
                  </a:lnTo>
                  <a:lnTo>
                    <a:pt x="4931317" y="76676"/>
                  </a:lnTo>
                  <a:lnTo>
                    <a:pt x="4935447" y="120200"/>
                  </a:lnTo>
                  <a:lnTo>
                    <a:pt x="4939577" y="140616"/>
                  </a:lnTo>
                  <a:lnTo>
                    <a:pt x="4943707" y="151693"/>
                  </a:lnTo>
                  <a:lnTo>
                    <a:pt x="4947837" y="156807"/>
                  </a:lnTo>
                  <a:lnTo>
                    <a:pt x="4951967" y="141775"/>
                  </a:lnTo>
                  <a:lnTo>
                    <a:pt x="4956097" y="105241"/>
                  </a:lnTo>
                  <a:lnTo>
                    <a:pt x="4960227" y="114826"/>
                  </a:lnTo>
                  <a:lnTo>
                    <a:pt x="4964357" y="90386"/>
                  </a:lnTo>
                  <a:lnTo>
                    <a:pt x="4968487" y="70962"/>
                  </a:lnTo>
                  <a:lnTo>
                    <a:pt x="4972617" y="70962"/>
                  </a:lnTo>
                  <a:lnTo>
                    <a:pt x="4976747" y="63262"/>
                  </a:lnTo>
                  <a:lnTo>
                    <a:pt x="4980878" y="64590"/>
                  </a:lnTo>
                  <a:lnTo>
                    <a:pt x="4985008" y="64462"/>
                  </a:lnTo>
                  <a:lnTo>
                    <a:pt x="4989138" y="62508"/>
                  </a:lnTo>
                  <a:lnTo>
                    <a:pt x="4993268" y="63577"/>
                  </a:lnTo>
                  <a:lnTo>
                    <a:pt x="4997398" y="57197"/>
                  </a:lnTo>
                  <a:lnTo>
                    <a:pt x="5001528" y="72910"/>
                  </a:lnTo>
                  <a:lnTo>
                    <a:pt x="5005658" y="79875"/>
                  </a:lnTo>
                  <a:lnTo>
                    <a:pt x="5009788" y="74147"/>
                  </a:lnTo>
                  <a:lnTo>
                    <a:pt x="5013918" y="76572"/>
                  </a:lnTo>
                  <a:lnTo>
                    <a:pt x="5018048" y="107206"/>
                  </a:lnTo>
                  <a:lnTo>
                    <a:pt x="5022178" y="70192"/>
                  </a:lnTo>
                  <a:lnTo>
                    <a:pt x="5026308" y="81307"/>
                  </a:lnTo>
                  <a:lnTo>
                    <a:pt x="5030439" y="76989"/>
                  </a:lnTo>
                  <a:lnTo>
                    <a:pt x="5034569" y="89112"/>
                  </a:lnTo>
                  <a:lnTo>
                    <a:pt x="5038699" y="89112"/>
                  </a:lnTo>
                  <a:lnTo>
                    <a:pt x="5042829" y="63400"/>
                  </a:lnTo>
                  <a:lnTo>
                    <a:pt x="5046959" y="60579"/>
                  </a:lnTo>
                  <a:lnTo>
                    <a:pt x="5051089" y="62035"/>
                  </a:lnTo>
                  <a:lnTo>
                    <a:pt x="5055219" y="62035"/>
                  </a:lnTo>
                  <a:lnTo>
                    <a:pt x="5059349" y="61289"/>
                  </a:lnTo>
                  <a:lnTo>
                    <a:pt x="5063479" y="62035"/>
                  </a:lnTo>
                  <a:lnTo>
                    <a:pt x="5067609" y="57020"/>
                  </a:lnTo>
                  <a:lnTo>
                    <a:pt x="5071739" y="57020"/>
                  </a:lnTo>
                  <a:lnTo>
                    <a:pt x="5075869" y="57020"/>
                  </a:lnTo>
                  <a:lnTo>
                    <a:pt x="5079999" y="57020"/>
                  </a:lnTo>
                  <a:lnTo>
                    <a:pt x="5084130" y="74564"/>
                  </a:lnTo>
                  <a:lnTo>
                    <a:pt x="5088260" y="54914"/>
                  </a:lnTo>
                  <a:lnTo>
                    <a:pt x="5092390" y="50959"/>
                  </a:lnTo>
                  <a:lnTo>
                    <a:pt x="5096520" y="52415"/>
                  </a:lnTo>
                  <a:lnTo>
                    <a:pt x="5100650" y="54519"/>
                  </a:lnTo>
                  <a:lnTo>
                    <a:pt x="5104780" y="50959"/>
                  </a:lnTo>
                  <a:lnTo>
                    <a:pt x="5108910" y="47677"/>
                  </a:lnTo>
                  <a:lnTo>
                    <a:pt x="5113040" y="51015"/>
                  </a:lnTo>
                  <a:lnTo>
                    <a:pt x="5117170" y="49813"/>
                  </a:lnTo>
                  <a:lnTo>
                    <a:pt x="5121300" y="49813"/>
                  </a:lnTo>
                  <a:lnTo>
                    <a:pt x="5125430" y="44081"/>
                  </a:lnTo>
                  <a:lnTo>
                    <a:pt x="5129560" y="40821"/>
                  </a:lnTo>
                  <a:lnTo>
                    <a:pt x="5133691" y="37485"/>
                  </a:lnTo>
                  <a:lnTo>
                    <a:pt x="5137821" y="37485"/>
                  </a:lnTo>
                  <a:lnTo>
                    <a:pt x="5141951" y="55457"/>
                  </a:lnTo>
                  <a:lnTo>
                    <a:pt x="5146081" y="57131"/>
                  </a:lnTo>
                  <a:lnTo>
                    <a:pt x="5150211" y="55872"/>
                  </a:lnTo>
                  <a:lnTo>
                    <a:pt x="5154341" y="93640"/>
                  </a:lnTo>
                  <a:lnTo>
                    <a:pt x="5158471" y="94648"/>
                  </a:lnTo>
                  <a:lnTo>
                    <a:pt x="5162601" y="130275"/>
                  </a:lnTo>
                  <a:lnTo>
                    <a:pt x="5166731" y="139583"/>
                  </a:lnTo>
                  <a:lnTo>
                    <a:pt x="5170861" y="197719"/>
                  </a:lnTo>
                  <a:lnTo>
                    <a:pt x="5174991" y="292075"/>
                  </a:lnTo>
                  <a:lnTo>
                    <a:pt x="5179121" y="269616"/>
                  </a:lnTo>
                  <a:lnTo>
                    <a:pt x="5183252" y="197497"/>
                  </a:lnTo>
                  <a:lnTo>
                    <a:pt x="5187382" y="199696"/>
                  </a:lnTo>
                  <a:lnTo>
                    <a:pt x="5191512" y="187559"/>
                  </a:lnTo>
                  <a:lnTo>
                    <a:pt x="5195642" y="130740"/>
                  </a:lnTo>
                  <a:lnTo>
                    <a:pt x="5199772" y="109874"/>
                  </a:lnTo>
                  <a:lnTo>
                    <a:pt x="5203902" y="123317"/>
                  </a:lnTo>
                  <a:lnTo>
                    <a:pt x="5208032" y="84503"/>
                  </a:lnTo>
                  <a:lnTo>
                    <a:pt x="5212162" y="111521"/>
                  </a:lnTo>
                  <a:lnTo>
                    <a:pt x="5216292" y="179794"/>
                  </a:lnTo>
                  <a:lnTo>
                    <a:pt x="5220422" y="190872"/>
                  </a:lnTo>
                  <a:lnTo>
                    <a:pt x="5224552" y="162689"/>
                  </a:lnTo>
                  <a:lnTo>
                    <a:pt x="5228682" y="65950"/>
                  </a:lnTo>
                  <a:lnTo>
                    <a:pt x="5232813" y="65711"/>
                  </a:lnTo>
                  <a:lnTo>
                    <a:pt x="5236943" y="64473"/>
                  </a:lnTo>
                  <a:lnTo>
                    <a:pt x="5241073" y="62390"/>
                  </a:lnTo>
                  <a:lnTo>
                    <a:pt x="5245203" y="63144"/>
                  </a:lnTo>
                  <a:lnTo>
                    <a:pt x="5249333" y="70845"/>
                  </a:lnTo>
                  <a:lnTo>
                    <a:pt x="5253463" y="102642"/>
                  </a:lnTo>
                  <a:lnTo>
                    <a:pt x="5257593" y="98554"/>
                  </a:lnTo>
                  <a:lnTo>
                    <a:pt x="5261723" y="106448"/>
                  </a:lnTo>
                  <a:lnTo>
                    <a:pt x="5265853" y="123939"/>
                  </a:lnTo>
                  <a:lnTo>
                    <a:pt x="5269983" y="142258"/>
                  </a:lnTo>
                  <a:lnTo>
                    <a:pt x="5274113" y="212679"/>
                  </a:lnTo>
                  <a:lnTo>
                    <a:pt x="5278243" y="278998"/>
                  </a:lnTo>
                  <a:lnTo>
                    <a:pt x="5282373" y="275640"/>
                  </a:lnTo>
                  <a:lnTo>
                    <a:pt x="5286504" y="241279"/>
                  </a:lnTo>
                  <a:lnTo>
                    <a:pt x="5290634" y="280467"/>
                  </a:lnTo>
                  <a:lnTo>
                    <a:pt x="5294764" y="306560"/>
                  </a:lnTo>
                  <a:lnTo>
                    <a:pt x="5298894" y="431370"/>
                  </a:lnTo>
                  <a:lnTo>
                    <a:pt x="5303024" y="452359"/>
                  </a:lnTo>
                  <a:lnTo>
                    <a:pt x="5307154" y="485733"/>
                  </a:lnTo>
                  <a:lnTo>
                    <a:pt x="5311284" y="513562"/>
                  </a:lnTo>
                  <a:lnTo>
                    <a:pt x="5315414" y="591622"/>
                  </a:lnTo>
                  <a:lnTo>
                    <a:pt x="5319544" y="607907"/>
                  </a:lnTo>
                  <a:lnTo>
                    <a:pt x="5323674" y="639904"/>
                  </a:lnTo>
                  <a:lnTo>
                    <a:pt x="5327804" y="653196"/>
                  </a:lnTo>
                  <a:lnTo>
                    <a:pt x="5331934" y="722023"/>
                  </a:lnTo>
                  <a:lnTo>
                    <a:pt x="5336065" y="761079"/>
                  </a:lnTo>
                  <a:lnTo>
                    <a:pt x="5340195" y="820461"/>
                  </a:lnTo>
                  <a:lnTo>
                    <a:pt x="5344325" y="782515"/>
                  </a:lnTo>
                  <a:lnTo>
                    <a:pt x="5348455" y="782459"/>
                  </a:lnTo>
                  <a:lnTo>
                    <a:pt x="5352585" y="839052"/>
                  </a:lnTo>
                  <a:lnTo>
                    <a:pt x="5356715" y="810243"/>
                  </a:lnTo>
                  <a:lnTo>
                    <a:pt x="5360845" y="812186"/>
                  </a:lnTo>
                  <a:lnTo>
                    <a:pt x="5364975" y="842933"/>
                  </a:lnTo>
                  <a:lnTo>
                    <a:pt x="5369105" y="850818"/>
                  </a:lnTo>
                  <a:lnTo>
                    <a:pt x="5373235" y="893205"/>
                  </a:lnTo>
                  <a:lnTo>
                    <a:pt x="5377365" y="896328"/>
                  </a:lnTo>
                  <a:lnTo>
                    <a:pt x="5381495" y="938766"/>
                  </a:lnTo>
                  <a:lnTo>
                    <a:pt x="5385626" y="946207"/>
                  </a:lnTo>
                  <a:lnTo>
                    <a:pt x="5389756" y="1002132"/>
                  </a:lnTo>
                  <a:lnTo>
                    <a:pt x="5393886" y="1000959"/>
                  </a:lnTo>
                  <a:lnTo>
                    <a:pt x="5398016" y="1004555"/>
                  </a:lnTo>
                  <a:lnTo>
                    <a:pt x="5402146" y="978122"/>
                  </a:lnTo>
                  <a:lnTo>
                    <a:pt x="5406276" y="951568"/>
                  </a:lnTo>
                  <a:lnTo>
                    <a:pt x="5410406" y="984288"/>
                  </a:lnTo>
                  <a:lnTo>
                    <a:pt x="5414536" y="992102"/>
                  </a:lnTo>
                  <a:lnTo>
                    <a:pt x="5418666" y="1011117"/>
                  </a:lnTo>
                  <a:lnTo>
                    <a:pt x="5422796" y="1007528"/>
                  </a:lnTo>
                  <a:lnTo>
                    <a:pt x="5426926" y="1010810"/>
                  </a:lnTo>
                  <a:lnTo>
                    <a:pt x="5431056" y="1004375"/>
                  </a:lnTo>
                  <a:lnTo>
                    <a:pt x="5435186" y="1037212"/>
                  </a:lnTo>
                  <a:lnTo>
                    <a:pt x="5439317" y="1046340"/>
                  </a:lnTo>
                  <a:lnTo>
                    <a:pt x="5443447" y="1035012"/>
                  </a:lnTo>
                  <a:lnTo>
                    <a:pt x="5447577" y="1033612"/>
                  </a:lnTo>
                  <a:lnTo>
                    <a:pt x="5451707" y="1033612"/>
                  </a:lnTo>
                  <a:lnTo>
                    <a:pt x="5455837" y="1039976"/>
                  </a:lnTo>
                  <a:lnTo>
                    <a:pt x="5459967" y="1039444"/>
                  </a:lnTo>
                  <a:lnTo>
                    <a:pt x="5464097" y="1038240"/>
                  </a:lnTo>
                  <a:lnTo>
                    <a:pt x="5468227" y="1029230"/>
                  </a:lnTo>
                  <a:lnTo>
                    <a:pt x="5472357" y="998337"/>
                  </a:lnTo>
                  <a:lnTo>
                    <a:pt x="5476487" y="1025436"/>
                  </a:lnTo>
                  <a:lnTo>
                    <a:pt x="5480617" y="1026836"/>
                  </a:lnTo>
                  <a:lnTo>
                    <a:pt x="5484747" y="1025436"/>
                  </a:lnTo>
                  <a:lnTo>
                    <a:pt x="5488878" y="1018951"/>
                  </a:lnTo>
                  <a:lnTo>
                    <a:pt x="5493008" y="1017374"/>
                  </a:lnTo>
                  <a:lnTo>
                    <a:pt x="5497138" y="996920"/>
                  </a:lnTo>
                  <a:lnTo>
                    <a:pt x="5501268" y="992712"/>
                  </a:lnTo>
                  <a:lnTo>
                    <a:pt x="5505398" y="1024192"/>
                  </a:lnTo>
                  <a:lnTo>
                    <a:pt x="5509528" y="1039444"/>
                  </a:lnTo>
                  <a:lnTo>
                    <a:pt x="5513658" y="1035243"/>
                  </a:lnTo>
                  <a:lnTo>
                    <a:pt x="5517788" y="1020295"/>
                  </a:lnTo>
                  <a:lnTo>
                    <a:pt x="5521918" y="1130045"/>
                  </a:lnTo>
                  <a:lnTo>
                    <a:pt x="5526048" y="1144808"/>
                  </a:lnTo>
                  <a:lnTo>
                    <a:pt x="5530178" y="1149712"/>
                  </a:lnTo>
                  <a:lnTo>
                    <a:pt x="5534308" y="1146339"/>
                  </a:lnTo>
                  <a:lnTo>
                    <a:pt x="5538439" y="1139224"/>
                  </a:lnTo>
                  <a:lnTo>
                    <a:pt x="5542569" y="1138977"/>
                  </a:lnTo>
                  <a:lnTo>
                    <a:pt x="5546699" y="1136867"/>
                  </a:lnTo>
                  <a:lnTo>
                    <a:pt x="5550829" y="1134669"/>
                  </a:lnTo>
                  <a:lnTo>
                    <a:pt x="5554959" y="1151711"/>
                  </a:lnTo>
                  <a:lnTo>
                    <a:pt x="5559089" y="1144828"/>
                  </a:lnTo>
                  <a:lnTo>
                    <a:pt x="5563219" y="1077417"/>
                  </a:lnTo>
                  <a:lnTo>
                    <a:pt x="5567349" y="1121454"/>
                  </a:lnTo>
                  <a:lnTo>
                    <a:pt x="5571479" y="1084312"/>
                  </a:lnTo>
                  <a:lnTo>
                    <a:pt x="5575609" y="1077417"/>
                  </a:lnTo>
                  <a:lnTo>
                    <a:pt x="5579739" y="1115044"/>
                  </a:lnTo>
                  <a:lnTo>
                    <a:pt x="5583869" y="1159894"/>
                  </a:lnTo>
                  <a:lnTo>
                    <a:pt x="5588000" y="1157265"/>
                  </a:lnTo>
                  <a:lnTo>
                    <a:pt x="5592130" y="1159707"/>
                  </a:lnTo>
                  <a:lnTo>
                    <a:pt x="5596260" y="1165682"/>
                  </a:lnTo>
                  <a:lnTo>
                    <a:pt x="5600390" y="1078490"/>
                  </a:lnTo>
                  <a:lnTo>
                    <a:pt x="5604520" y="1108346"/>
                  </a:lnTo>
                  <a:lnTo>
                    <a:pt x="5608650" y="1171144"/>
                  </a:lnTo>
                  <a:lnTo>
                    <a:pt x="5612780" y="1161564"/>
                  </a:lnTo>
                  <a:lnTo>
                    <a:pt x="5616910" y="1079149"/>
                  </a:lnTo>
                  <a:lnTo>
                    <a:pt x="5621040" y="1124656"/>
                  </a:lnTo>
                  <a:lnTo>
                    <a:pt x="5625170" y="1170271"/>
                  </a:lnTo>
                  <a:lnTo>
                    <a:pt x="5629300" y="1162344"/>
                  </a:lnTo>
                  <a:lnTo>
                    <a:pt x="5633430" y="1174086"/>
                  </a:lnTo>
                  <a:lnTo>
                    <a:pt x="5637560" y="1164945"/>
                  </a:lnTo>
                  <a:lnTo>
                    <a:pt x="5641691" y="1175830"/>
                  </a:lnTo>
                  <a:lnTo>
                    <a:pt x="5645821" y="1167397"/>
                  </a:lnTo>
                  <a:lnTo>
                    <a:pt x="5649951" y="1168097"/>
                  </a:lnTo>
                  <a:lnTo>
                    <a:pt x="5654081" y="1167775"/>
                  </a:lnTo>
                  <a:lnTo>
                    <a:pt x="5658211" y="1163323"/>
                  </a:lnTo>
                  <a:lnTo>
                    <a:pt x="5662341" y="1167397"/>
                  </a:lnTo>
                  <a:lnTo>
                    <a:pt x="5666471" y="1172390"/>
                  </a:lnTo>
                  <a:lnTo>
                    <a:pt x="5670601" y="1171014"/>
                  </a:lnTo>
                  <a:lnTo>
                    <a:pt x="5674731" y="1143261"/>
                  </a:lnTo>
                  <a:lnTo>
                    <a:pt x="5678861" y="1143261"/>
                  </a:lnTo>
                  <a:lnTo>
                    <a:pt x="5682991" y="1149770"/>
                  </a:lnTo>
                  <a:lnTo>
                    <a:pt x="5687121" y="1146116"/>
                  </a:lnTo>
                  <a:lnTo>
                    <a:pt x="5691252" y="1145640"/>
                  </a:lnTo>
                  <a:lnTo>
                    <a:pt x="5695382" y="1153478"/>
                  </a:lnTo>
                  <a:lnTo>
                    <a:pt x="5699512" y="1154471"/>
                  </a:lnTo>
                  <a:lnTo>
                    <a:pt x="5703642" y="1142067"/>
                  </a:lnTo>
                  <a:lnTo>
                    <a:pt x="5707772" y="1150112"/>
                  </a:lnTo>
                  <a:lnTo>
                    <a:pt x="5711902" y="1153478"/>
                  </a:lnTo>
                  <a:lnTo>
                    <a:pt x="5716032" y="1162095"/>
                  </a:lnTo>
                  <a:lnTo>
                    <a:pt x="5720162" y="1161618"/>
                  </a:lnTo>
                  <a:lnTo>
                    <a:pt x="5724292" y="1124771"/>
                  </a:lnTo>
                  <a:lnTo>
                    <a:pt x="5728422" y="1156884"/>
                  </a:lnTo>
                  <a:lnTo>
                    <a:pt x="5732552" y="1168949"/>
                  </a:lnTo>
                  <a:lnTo>
                    <a:pt x="5736682" y="1144089"/>
                  </a:lnTo>
                  <a:lnTo>
                    <a:pt x="5740813" y="1143838"/>
                  </a:lnTo>
                  <a:lnTo>
                    <a:pt x="5744943" y="1098154"/>
                  </a:lnTo>
                  <a:lnTo>
                    <a:pt x="5749073" y="1097688"/>
                  </a:lnTo>
                  <a:lnTo>
                    <a:pt x="5753203" y="1108864"/>
                  </a:lnTo>
                  <a:lnTo>
                    <a:pt x="5757333" y="1164145"/>
                  </a:lnTo>
                  <a:lnTo>
                    <a:pt x="5761463" y="1162236"/>
                  </a:lnTo>
                  <a:lnTo>
                    <a:pt x="5765593" y="1148687"/>
                  </a:lnTo>
                  <a:lnTo>
                    <a:pt x="5769723" y="1147188"/>
                  </a:lnTo>
                  <a:lnTo>
                    <a:pt x="5773853" y="1145519"/>
                  </a:lnTo>
                  <a:lnTo>
                    <a:pt x="5777983" y="1177458"/>
                  </a:lnTo>
                  <a:lnTo>
                    <a:pt x="5782113" y="1173244"/>
                  </a:lnTo>
                  <a:lnTo>
                    <a:pt x="5786243" y="1146331"/>
                  </a:lnTo>
                  <a:lnTo>
                    <a:pt x="5790373" y="1155086"/>
                  </a:lnTo>
                  <a:lnTo>
                    <a:pt x="5794504" y="1152801"/>
                  </a:lnTo>
                  <a:lnTo>
                    <a:pt x="5798634" y="1157920"/>
                  </a:lnTo>
                  <a:lnTo>
                    <a:pt x="5802764" y="1174585"/>
                  </a:lnTo>
                  <a:lnTo>
                    <a:pt x="5806894" y="1113856"/>
                  </a:lnTo>
                  <a:lnTo>
                    <a:pt x="5811024" y="1174121"/>
                  </a:lnTo>
                  <a:lnTo>
                    <a:pt x="5815154" y="1181954"/>
                  </a:lnTo>
                  <a:lnTo>
                    <a:pt x="5819284" y="1172983"/>
                  </a:lnTo>
                  <a:lnTo>
                    <a:pt x="5823414" y="1186186"/>
                  </a:lnTo>
                  <a:lnTo>
                    <a:pt x="5827544" y="1186615"/>
                  </a:lnTo>
                  <a:lnTo>
                    <a:pt x="5831674" y="1187705"/>
                  </a:lnTo>
                  <a:lnTo>
                    <a:pt x="5835804" y="1187891"/>
                  </a:lnTo>
                  <a:lnTo>
                    <a:pt x="5839934" y="1187891"/>
                  </a:lnTo>
                  <a:lnTo>
                    <a:pt x="5844065" y="1179463"/>
                  </a:lnTo>
                  <a:lnTo>
                    <a:pt x="5848195" y="1155086"/>
                  </a:lnTo>
                  <a:lnTo>
                    <a:pt x="5852325" y="1187790"/>
                  </a:lnTo>
                  <a:lnTo>
                    <a:pt x="5856455" y="1171376"/>
                  </a:lnTo>
                  <a:lnTo>
                    <a:pt x="5860585" y="1180505"/>
                  </a:lnTo>
                  <a:lnTo>
                    <a:pt x="5864715" y="1187496"/>
                  </a:lnTo>
                  <a:lnTo>
                    <a:pt x="5868845" y="1186615"/>
                  </a:lnTo>
                  <a:lnTo>
                    <a:pt x="5872975" y="1171678"/>
                  </a:lnTo>
                  <a:lnTo>
                    <a:pt x="5877105" y="1160166"/>
                  </a:lnTo>
                  <a:lnTo>
                    <a:pt x="5881235" y="1148027"/>
                  </a:lnTo>
                  <a:lnTo>
                    <a:pt x="5885365" y="1152550"/>
                  </a:lnTo>
                  <a:lnTo>
                    <a:pt x="5889495" y="1180364"/>
                  </a:lnTo>
                  <a:lnTo>
                    <a:pt x="5893626" y="1182724"/>
                  </a:lnTo>
                  <a:lnTo>
                    <a:pt x="5897756" y="1185898"/>
                  </a:lnTo>
                  <a:lnTo>
                    <a:pt x="5901886" y="1185235"/>
                  </a:lnTo>
                  <a:lnTo>
                    <a:pt x="5906016" y="1183715"/>
                  </a:lnTo>
                  <a:lnTo>
                    <a:pt x="5910146" y="1183428"/>
                  </a:lnTo>
                  <a:lnTo>
                    <a:pt x="5914276" y="1186700"/>
                  </a:lnTo>
                  <a:lnTo>
                    <a:pt x="5918406" y="1186615"/>
                  </a:lnTo>
                  <a:lnTo>
                    <a:pt x="5922536" y="1185898"/>
                  </a:lnTo>
                  <a:lnTo>
                    <a:pt x="5926666" y="1181536"/>
                  </a:lnTo>
                  <a:lnTo>
                    <a:pt x="5930796" y="1159589"/>
                  </a:lnTo>
                  <a:lnTo>
                    <a:pt x="5934926" y="1172804"/>
                  </a:lnTo>
                  <a:lnTo>
                    <a:pt x="5939056" y="1183994"/>
                  </a:lnTo>
                  <a:lnTo>
                    <a:pt x="5943186" y="1166044"/>
                  </a:lnTo>
                  <a:lnTo>
                    <a:pt x="5947317" y="1172983"/>
                  </a:lnTo>
                  <a:lnTo>
                    <a:pt x="5951447" y="1185548"/>
                  </a:lnTo>
                  <a:lnTo>
                    <a:pt x="5955577" y="1177780"/>
                  </a:lnTo>
                  <a:lnTo>
                    <a:pt x="5959707" y="1172804"/>
                  </a:lnTo>
                  <a:lnTo>
                    <a:pt x="5963837" y="1158930"/>
                  </a:lnTo>
                  <a:lnTo>
                    <a:pt x="5967967" y="1195920"/>
                  </a:lnTo>
                  <a:lnTo>
                    <a:pt x="5972097" y="1240144"/>
                  </a:lnTo>
                  <a:lnTo>
                    <a:pt x="5976227" y="1222811"/>
                  </a:lnTo>
                  <a:lnTo>
                    <a:pt x="5980357" y="1204045"/>
                  </a:lnTo>
                  <a:lnTo>
                    <a:pt x="5984487" y="1236681"/>
                  </a:lnTo>
                  <a:lnTo>
                    <a:pt x="5988617" y="1241202"/>
                  </a:lnTo>
                  <a:lnTo>
                    <a:pt x="5992747" y="1226570"/>
                  </a:lnTo>
                  <a:lnTo>
                    <a:pt x="5996878" y="1233856"/>
                  </a:lnTo>
                  <a:lnTo>
                    <a:pt x="6001008" y="1237506"/>
                  </a:lnTo>
                  <a:lnTo>
                    <a:pt x="6005138" y="1237370"/>
                  </a:lnTo>
                  <a:lnTo>
                    <a:pt x="6009268" y="1211661"/>
                  </a:lnTo>
                  <a:lnTo>
                    <a:pt x="6013398" y="1222811"/>
                  </a:lnTo>
                  <a:lnTo>
                    <a:pt x="6017528" y="1238365"/>
                  </a:lnTo>
                  <a:lnTo>
                    <a:pt x="6021658" y="1239061"/>
                  </a:lnTo>
                  <a:lnTo>
                    <a:pt x="6025788" y="1237544"/>
                  </a:lnTo>
                  <a:lnTo>
                    <a:pt x="6029918" y="1222317"/>
                  </a:lnTo>
                  <a:lnTo>
                    <a:pt x="6034048" y="1232290"/>
                  </a:lnTo>
                  <a:lnTo>
                    <a:pt x="6038178" y="1239685"/>
                  </a:lnTo>
                  <a:lnTo>
                    <a:pt x="6042308" y="1238416"/>
                  </a:lnTo>
                  <a:lnTo>
                    <a:pt x="6046439" y="1243096"/>
                  </a:lnTo>
                  <a:lnTo>
                    <a:pt x="6050569" y="1225129"/>
                  </a:lnTo>
                  <a:lnTo>
                    <a:pt x="6054699" y="1237853"/>
                  </a:lnTo>
                  <a:lnTo>
                    <a:pt x="6058829" y="1240527"/>
                  </a:lnTo>
                  <a:lnTo>
                    <a:pt x="6062959" y="1244231"/>
                  </a:lnTo>
                  <a:lnTo>
                    <a:pt x="6067089" y="1244475"/>
                  </a:lnTo>
                  <a:lnTo>
                    <a:pt x="6071219" y="1236872"/>
                  </a:lnTo>
                  <a:lnTo>
                    <a:pt x="6075349" y="1235550"/>
                  </a:lnTo>
                  <a:lnTo>
                    <a:pt x="6079479" y="1235550"/>
                  </a:lnTo>
                  <a:lnTo>
                    <a:pt x="6083609" y="1235550"/>
                  </a:lnTo>
                  <a:lnTo>
                    <a:pt x="6087739" y="1231656"/>
                  </a:lnTo>
                  <a:lnTo>
                    <a:pt x="6091869" y="1235286"/>
                  </a:lnTo>
                  <a:lnTo>
                    <a:pt x="6095999" y="1234920"/>
                  </a:lnTo>
                  <a:lnTo>
                    <a:pt x="6100130" y="1234016"/>
                  </a:lnTo>
                  <a:lnTo>
                    <a:pt x="6104260" y="1236872"/>
                  </a:lnTo>
                  <a:lnTo>
                    <a:pt x="6108390" y="1236872"/>
                  </a:lnTo>
                  <a:lnTo>
                    <a:pt x="6112520" y="1235550"/>
                  </a:lnTo>
                  <a:lnTo>
                    <a:pt x="6116650" y="1234920"/>
                  </a:lnTo>
                  <a:lnTo>
                    <a:pt x="6120780" y="1224947"/>
                  </a:lnTo>
                  <a:lnTo>
                    <a:pt x="6124910" y="1197128"/>
                  </a:lnTo>
                  <a:lnTo>
                    <a:pt x="6129040" y="1215657"/>
                  </a:lnTo>
                  <a:lnTo>
                    <a:pt x="6133170" y="1237755"/>
                  </a:lnTo>
                  <a:lnTo>
                    <a:pt x="6137300" y="1223123"/>
                  </a:lnTo>
                  <a:lnTo>
                    <a:pt x="6141430" y="1228818"/>
                  </a:lnTo>
                  <a:lnTo>
                    <a:pt x="6145560" y="1240708"/>
                  </a:lnTo>
                  <a:lnTo>
                    <a:pt x="6149691" y="1252751"/>
                  </a:lnTo>
                  <a:lnTo>
                    <a:pt x="6153821" y="1255058"/>
                  </a:lnTo>
                  <a:lnTo>
                    <a:pt x="6157951" y="1250517"/>
                  </a:lnTo>
                  <a:lnTo>
                    <a:pt x="6162081" y="1221035"/>
                  </a:lnTo>
                  <a:lnTo>
                    <a:pt x="6166211" y="1255149"/>
                  </a:lnTo>
                  <a:lnTo>
                    <a:pt x="6170341" y="1250838"/>
                  </a:lnTo>
                  <a:lnTo>
                    <a:pt x="6174471" y="1218540"/>
                  </a:lnTo>
                  <a:lnTo>
                    <a:pt x="6178601" y="1192536"/>
                  </a:lnTo>
                  <a:lnTo>
                    <a:pt x="6182731" y="1253910"/>
                  </a:lnTo>
                  <a:lnTo>
                    <a:pt x="6186861" y="1267952"/>
                  </a:lnTo>
                  <a:lnTo>
                    <a:pt x="6190991" y="1263127"/>
                  </a:lnTo>
                  <a:lnTo>
                    <a:pt x="6195121" y="1259003"/>
                  </a:lnTo>
                  <a:lnTo>
                    <a:pt x="6199252" y="1215758"/>
                  </a:lnTo>
                  <a:lnTo>
                    <a:pt x="6203382" y="1218208"/>
                  </a:lnTo>
                  <a:lnTo>
                    <a:pt x="6207512" y="1256687"/>
                  </a:lnTo>
                  <a:lnTo>
                    <a:pt x="6211642" y="1251584"/>
                  </a:lnTo>
                  <a:lnTo>
                    <a:pt x="6215772" y="1252689"/>
                  </a:lnTo>
                  <a:lnTo>
                    <a:pt x="6219902" y="1241909"/>
                  </a:lnTo>
                  <a:lnTo>
                    <a:pt x="6224032" y="1260657"/>
                  </a:lnTo>
                  <a:lnTo>
                    <a:pt x="6228162" y="1262551"/>
                  </a:lnTo>
                  <a:lnTo>
                    <a:pt x="6232292" y="1258752"/>
                  </a:lnTo>
                  <a:lnTo>
                    <a:pt x="6236422" y="1250726"/>
                  </a:lnTo>
                  <a:lnTo>
                    <a:pt x="6240552" y="1224831"/>
                  </a:lnTo>
                  <a:lnTo>
                    <a:pt x="6244682" y="1241249"/>
                  </a:lnTo>
                  <a:lnTo>
                    <a:pt x="6248813" y="1261222"/>
                  </a:lnTo>
                  <a:lnTo>
                    <a:pt x="6252943" y="1262492"/>
                  </a:lnTo>
                  <a:lnTo>
                    <a:pt x="6257073" y="1266623"/>
                  </a:lnTo>
                  <a:lnTo>
                    <a:pt x="6261203" y="1267952"/>
                  </a:lnTo>
                  <a:lnTo>
                    <a:pt x="6265333" y="1263761"/>
                  </a:lnTo>
                  <a:lnTo>
                    <a:pt x="6269463" y="1266121"/>
                  </a:lnTo>
                  <a:lnTo>
                    <a:pt x="6273593" y="1266835"/>
                  </a:lnTo>
                  <a:lnTo>
                    <a:pt x="6277723" y="1241639"/>
                  </a:lnTo>
                  <a:lnTo>
                    <a:pt x="6281853" y="1253314"/>
                  </a:lnTo>
                  <a:lnTo>
                    <a:pt x="6285983" y="1253088"/>
                  </a:lnTo>
                  <a:lnTo>
                    <a:pt x="6290113" y="1233093"/>
                  </a:lnTo>
                  <a:lnTo>
                    <a:pt x="6294243" y="1201248"/>
                  </a:lnTo>
                  <a:lnTo>
                    <a:pt x="6298373" y="1225169"/>
                  </a:lnTo>
                  <a:lnTo>
                    <a:pt x="6302504" y="1239115"/>
                  </a:lnTo>
                  <a:lnTo>
                    <a:pt x="6306634" y="1267006"/>
                  </a:lnTo>
                  <a:lnTo>
                    <a:pt x="6310764" y="1273669"/>
                  </a:lnTo>
                  <a:lnTo>
                    <a:pt x="6314894" y="1257882"/>
                  </a:lnTo>
                  <a:lnTo>
                    <a:pt x="6319024" y="1248946"/>
                  </a:lnTo>
                  <a:lnTo>
                    <a:pt x="6323154" y="1276239"/>
                  </a:lnTo>
                  <a:lnTo>
                    <a:pt x="6327284" y="1279300"/>
                  </a:lnTo>
                  <a:lnTo>
                    <a:pt x="6331414" y="1272974"/>
                  </a:lnTo>
                  <a:lnTo>
                    <a:pt x="6335544" y="1242679"/>
                  </a:lnTo>
                  <a:lnTo>
                    <a:pt x="6339674" y="1250103"/>
                  </a:lnTo>
                  <a:lnTo>
                    <a:pt x="6343804" y="1265962"/>
                  </a:lnTo>
                  <a:lnTo>
                    <a:pt x="6347934" y="1256826"/>
                  </a:lnTo>
                  <a:lnTo>
                    <a:pt x="6352065" y="1241665"/>
                  </a:lnTo>
                  <a:lnTo>
                    <a:pt x="6356195" y="1254335"/>
                  </a:lnTo>
                  <a:lnTo>
                    <a:pt x="6360325" y="1256803"/>
                  </a:lnTo>
                  <a:lnTo>
                    <a:pt x="6364455" y="1268485"/>
                  </a:lnTo>
                  <a:lnTo>
                    <a:pt x="6368585" y="1262312"/>
                  </a:lnTo>
                  <a:lnTo>
                    <a:pt x="6372715" y="1268485"/>
                  </a:lnTo>
                  <a:lnTo>
                    <a:pt x="6376845" y="1264574"/>
                  </a:lnTo>
                  <a:lnTo>
                    <a:pt x="6380975" y="1243332"/>
                  </a:lnTo>
                  <a:lnTo>
                    <a:pt x="6385105" y="1233456"/>
                  </a:lnTo>
                  <a:lnTo>
                    <a:pt x="6389235" y="1243332"/>
                  </a:lnTo>
                  <a:lnTo>
                    <a:pt x="6393365" y="1253031"/>
                  </a:lnTo>
                  <a:lnTo>
                    <a:pt x="6397495" y="1272303"/>
                  </a:lnTo>
                  <a:lnTo>
                    <a:pt x="6401626" y="1273669"/>
                  </a:lnTo>
                  <a:lnTo>
                    <a:pt x="6405756" y="1272465"/>
                  </a:lnTo>
                  <a:lnTo>
                    <a:pt x="6409886" y="1266799"/>
                  </a:lnTo>
                  <a:lnTo>
                    <a:pt x="6414016" y="1274825"/>
                  </a:lnTo>
                  <a:lnTo>
                    <a:pt x="6418146" y="1276359"/>
                  </a:lnTo>
                  <a:lnTo>
                    <a:pt x="6422276" y="1276359"/>
                  </a:lnTo>
                  <a:lnTo>
                    <a:pt x="6426406" y="1272974"/>
                  </a:lnTo>
                  <a:lnTo>
                    <a:pt x="6430536" y="1276868"/>
                  </a:lnTo>
                  <a:lnTo>
                    <a:pt x="6434666" y="1280066"/>
                  </a:lnTo>
                  <a:lnTo>
                    <a:pt x="6438796" y="1257882"/>
                  </a:lnTo>
                  <a:lnTo>
                    <a:pt x="6442926" y="1238628"/>
                  </a:lnTo>
                  <a:lnTo>
                    <a:pt x="6447056" y="1249993"/>
                  </a:lnTo>
                  <a:lnTo>
                    <a:pt x="6451186" y="1275702"/>
                  </a:lnTo>
                  <a:lnTo>
                    <a:pt x="6455317" y="1277935"/>
                  </a:lnTo>
                  <a:lnTo>
                    <a:pt x="6459447" y="1275702"/>
                  </a:lnTo>
                  <a:lnTo>
                    <a:pt x="6463577" y="1272750"/>
                  </a:lnTo>
                  <a:lnTo>
                    <a:pt x="6467707" y="1276761"/>
                  </a:lnTo>
                  <a:lnTo>
                    <a:pt x="6471837" y="1275128"/>
                  </a:lnTo>
                  <a:lnTo>
                    <a:pt x="6475967" y="1275128"/>
                  </a:lnTo>
                  <a:lnTo>
                    <a:pt x="6480097" y="1257825"/>
                  </a:lnTo>
                  <a:lnTo>
                    <a:pt x="6484227" y="1259887"/>
                  </a:lnTo>
                  <a:lnTo>
                    <a:pt x="6488357" y="1262312"/>
                  </a:lnTo>
                  <a:lnTo>
                    <a:pt x="6492487" y="1249993"/>
                  </a:lnTo>
                  <a:lnTo>
                    <a:pt x="6496617" y="1248946"/>
                  </a:lnTo>
                  <a:lnTo>
                    <a:pt x="6500747" y="1276189"/>
                  </a:lnTo>
                  <a:lnTo>
                    <a:pt x="6504878" y="1282019"/>
                  </a:lnTo>
                  <a:lnTo>
                    <a:pt x="6509008" y="1254281"/>
                  </a:lnTo>
                  <a:lnTo>
                    <a:pt x="6513138" y="1267989"/>
                  </a:lnTo>
                  <a:lnTo>
                    <a:pt x="6517268" y="1283599"/>
                  </a:lnTo>
                  <a:lnTo>
                    <a:pt x="6521398" y="1284217"/>
                  </a:lnTo>
                  <a:lnTo>
                    <a:pt x="6525528" y="1277598"/>
                  </a:lnTo>
                  <a:lnTo>
                    <a:pt x="6529658" y="1250989"/>
                  </a:lnTo>
                  <a:lnTo>
                    <a:pt x="6533788" y="1223904"/>
                  </a:lnTo>
                  <a:lnTo>
                    <a:pt x="6537918" y="1261534"/>
                  </a:lnTo>
                  <a:lnTo>
                    <a:pt x="6542048" y="1282939"/>
                  </a:lnTo>
                  <a:lnTo>
                    <a:pt x="6546178" y="1282137"/>
                  </a:lnTo>
                  <a:lnTo>
                    <a:pt x="6550308" y="1282137"/>
                  </a:lnTo>
                  <a:lnTo>
                    <a:pt x="6554439" y="1287132"/>
                  </a:lnTo>
                  <a:lnTo>
                    <a:pt x="6558569" y="1259402"/>
                  </a:lnTo>
                  <a:lnTo>
                    <a:pt x="6562699" y="1249995"/>
                  </a:lnTo>
                  <a:lnTo>
                    <a:pt x="6566829" y="1253212"/>
                  </a:lnTo>
                  <a:lnTo>
                    <a:pt x="6570959" y="1277703"/>
                  </a:lnTo>
                  <a:lnTo>
                    <a:pt x="6575089" y="1285556"/>
                  </a:lnTo>
                  <a:lnTo>
                    <a:pt x="6579219" y="1282568"/>
                  </a:lnTo>
                  <a:lnTo>
                    <a:pt x="6583349" y="1268579"/>
                  </a:lnTo>
                  <a:lnTo>
                    <a:pt x="6587479" y="1253212"/>
                  </a:lnTo>
                  <a:lnTo>
                    <a:pt x="6591609" y="1273537"/>
                  </a:lnTo>
                  <a:lnTo>
                    <a:pt x="6595739" y="1284732"/>
                  </a:lnTo>
                  <a:lnTo>
                    <a:pt x="6599869" y="1287716"/>
                  </a:lnTo>
                  <a:lnTo>
                    <a:pt x="6603999" y="1280498"/>
                  </a:lnTo>
                  <a:lnTo>
                    <a:pt x="6603999" y="1324243"/>
                  </a:lnTo>
                  <a:lnTo>
                    <a:pt x="6599869" y="1324243"/>
                  </a:lnTo>
                  <a:lnTo>
                    <a:pt x="6595739" y="1324243"/>
                  </a:lnTo>
                  <a:lnTo>
                    <a:pt x="6591609" y="1324243"/>
                  </a:lnTo>
                  <a:lnTo>
                    <a:pt x="6587479" y="1324243"/>
                  </a:lnTo>
                  <a:lnTo>
                    <a:pt x="6583349" y="1324243"/>
                  </a:lnTo>
                  <a:lnTo>
                    <a:pt x="6579219" y="1324243"/>
                  </a:lnTo>
                  <a:lnTo>
                    <a:pt x="6575089" y="1324243"/>
                  </a:lnTo>
                  <a:lnTo>
                    <a:pt x="6570959" y="1324243"/>
                  </a:lnTo>
                  <a:lnTo>
                    <a:pt x="6566829" y="1324243"/>
                  </a:lnTo>
                  <a:lnTo>
                    <a:pt x="6562699" y="1324243"/>
                  </a:lnTo>
                  <a:lnTo>
                    <a:pt x="6558569" y="1324243"/>
                  </a:lnTo>
                  <a:lnTo>
                    <a:pt x="6554439" y="1324243"/>
                  </a:lnTo>
                  <a:lnTo>
                    <a:pt x="6550308" y="1324243"/>
                  </a:lnTo>
                  <a:lnTo>
                    <a:pt x="6546178" y="1324243"/>
                  </a:lnTo>
                  <a:lnTo>
                    <a:pt x="6542048" y="1324243"/>
                  </a:lnTo>
                  <a:lnTo>
                    <a:pt x="6537918" y="1324243"/>
                  </a:lnTo>
                  <a:lnTo>
                    <a:pt x="6533788" y="1324243"/>
                  </a:lnTo>
                  <a:lnTo>
                    <a:pt x="6529658" y="1324243"/>
                  </a:lnTo>
                  <a:lnTo>
                    <a:pt x="6525528" y="1324243"/>
                  </a:lnTo>
                  <a:lnTo>
                    <a:pt x="6521398" y="1324243"/>
                  </a:lnTo>
                  <a:lnTo>
                    <a:pt x="6517268" y="1324243"/>
                  </a:lnTo>
                  <a:lnTo>
                    <a:pt x="6513138" y="1324243"/>
                  </a:lnTo>
                  <a:lnTo>
                    <a:pt x="6509008" y="1324243"/>
                  </a:lnTo>
                  <a:lnTo>
                    <a:pt x="6504878" y="1324243"/>
                  </a:lnTo>
                  <a:lnTo>
                    <a:pt x="6500747" y="1324243"/>
                  </a:lnTo>
                  <a:lnTo>
                    <a:pt x="6496617" y="1324243"/>
                  </a:lnTo>
                  <a:lnTo>
                    <a:pt x="6492487" y="1324243"/>
                  </a:lnTo>
                  <a:lnTo>
                    <a:pt x="6488357" y="1324243"/>
                  </a:lnTo>
                  <a:lnTo>
                    <a:pt x="6484227" y="1324243"/>
                  </a:lnTo>
                  <a:lnTo>
                    <a:pt x="6480097" y="1324243"/>
                  </a:lnTo>
                  <a:lnTo>
                    <a:pt x="6475967" y="1324243"/>
                  </a:lnTo>
                  <a:lnTo>
                    <a:pt x="6471837" y="1324243"/>
                  </a:lnTo>
                  <a:lnTo>
                    <a:pt x="6467707" y="1324243"/>
                  </a:lnTo>
                  <a:lnTo>
                    <a:pt x="6463577" y="1324243"/>
                  </a:lnTo>
                  <a:lnTo>
                    <a:pt x="6459447" y="1324243"/>
                  </a:lnTo>
                  <a:lnTo>
                    <a:pt x="6455317" y="1324243"/>
                  </a:lnTo>
                  <a:lnTo>
                    <a:pt x="6451186" y="1324243"/>
                  </a:lnTo>
                  <a:lnTo>
                    <a:pt x="6447056" y="1324243"/>
                  </a:lnTo>
                  <a:lnTo>
                    <a:pt x="6442926" y="1324243"/>
                  </a:lnTo>
                  <a:lnTo>
                    <a:pt x="6438796" y="1324243"/>
                  </a:lnTo>
                  <a:lnTo>
                    <a:pt x="6434666" y="1324243"/>
                  </a:lnTo>
                  <a:lnTo>
                    <a:pt x="6430536" y="1324243"/>
                  </a:lnTo>
                  <a:lnTo>
                    <a:pt x="6426406" y="1324243"/>
                  </a:lnTo>
                  <a:lnTo>
                    <a:pt x="6422276" y="1324243"/>
                  </a:lnTo>
                  <a:lnTo>
                    <a:pt x="6418146" y="1324243"/>
                  </a:lnTo>
                  <a:lnTo>
                    <a:pt x="6414016" y="1324243"/>
                  </a:lnTo>
                  <a:lnTo>
                    <a:pt x="6409886" y="1324243"/>
                  </a:lnTo>
                  <a:lnTo>
                    <a:pt x="6405756" y="1324243"/>
                  </a:lnTo>
                  <a:lnTo>
                    <a:pt x="6401626" y="1324243"/>
                  </a:lnTo>
                  <a:lnTo>
                    <a:pt x="6397495" y="1324243"/>
                  </a:lnTo>
                  <a:lnTo>
                    <a:pt x="6393365" y="1324243"/>
                  </a:lnTo>
                  <a:lnTo>
                    <a:pt x="6389235" y="1324243"/>
                  </a:lnTo>
                  <a:lnTo>
                    <a:pt x="6385105" y="1324243"/>
                  </a:lnTo>
                  <a:lnTo>
                    <a:pt x="6380975" y="1324243"/>
                  </a:lnTo>
                  <a:lnTo>
                    <a:pt x="6376845" y="1324243"/>
                  </a:lnTo>
                  <a:lnTo>
                    <a:pt x="6372715" y="1324243"/>
                  </a:lnTo>
                  <a:lnTo>
                    <a:pt x="6368585" y="1324243"/>
                  </a:lnTo>
                  <a:lnTo>
                    <a:pt x="6364455" y="1324243"/>
                  </a:lnTo>
                  <a:lnTo>
                    <a:pt x="6360325" y="1324243"/>
                  </a:lnTo>
                  <a:lnTo>
                    <a:pt x="6356195" y="1324243"/>
                  </a:lnTo>
                  <a:lnTo>
                    <a:pt x="6352065" y="1324243"/>
                  </a:lnTo>
                  <a:lnTo>
                    <a:pt x="6347934" y="1324243"/>
                  </a:lnTo>
                  <a:lnTo>
                    <a:pt x="6343804" y="1324243"/>
                  </a:lnTo>
                  <a:lnTo>
                    <a:pt x="6339674" y="1324243"/>
                  </a:lnTo>
                  <a:lnTo>
                    <a:pt x="6335544" y="1324243"/>
                  </a:lnTo>
                  <a:lnTo>
                    <a:pt x="6331414" y="1324243"/>
                  </a:lnTo>
                  <a:lnTo>
                    <a:pt x="6327284" y="1324243"/>
                  </a:lnTo>
                  <a:lnTo>
                    <a:pt x="6323154" y="1324243"/>
                  </a:lnTo>
                  <a:lnTo>
                    <a:pt x="6319024" y="1324243"/>
                  </a:lnTo>
                  <a:lnTo>
                    <a:pt x="6314894" y="1324243"/>
                  </a:lnTo>
                  <a:lnTo>
                    <a:pt x="6310764" y="1324243"/>
                  </a:lnTo>
                  <a:lnTo>
                    <a:pt x="6306634" y="1324243"/>
                  </a:lnTo>
                  <a:lnTo>
                    <a:pt x="6302504" y="1324243"/>
                  </a:lnTo>
                  <a:lnTo>
                    <a:pt x="6298373" y="1324243"/>
                  </a:lnTo>
                  <a:lnTo>
                    <a:pt x="6294243" y="1324243"/>
                  </a:lnTo>
                  <a:lnTo>
                    <a:pt x="6290113" y="1324243"/>
                  </a:lnTo>
                  <a:lnTo>
                    <a:pt x="6285983" y="1324243"/>
                  </a:lnTo>
                  <a:lnTo>
                    <a:pt x="6281853" y="1324243"/>
                  </a:lnTo>
                  <a:lnTo>
                    <a:pt x="6277723" y="1324243"/>
                  </a:lnTo>
                  <a:lnTo>
                    <a:pt x="6273593" y="1324243"/>
                  </a:lnTo>
                  <a:lnTo>
                    <a:pt x="6269463" y="1324243"/>
                  </a:lnTo>
                  <a:lnTo>
                    <a:pt x="6265333" y="1324243"/>
                  </a:lnTo>
                  <a:lnTo>
                    <a:pt x="6261203" y="1324243"/>
                  </a:lnTo>
                  <a:lnTo>
                    <a:pt x="6257073" y="1324243"/>
                  </a:lnTo>
                  <a:lnTo>
                    <a:pt x="6252943" y="1324243"/>
                  </a:lnTo>
                  <a:lnTo>
                    <a:pt x="6248813" y="1324243"/>
                  </a:lnTo>
                  <a:lnTo>
                    <a:pt x="6244682" y="1324243"/>
                  </a:lnTo>
                  <a:lnTo>
                    <a:pt x="6240552" y="1324243"/>
                  </a:lnTo>
                  <a:lnTo>
                    <a:pt x="6236422" y="1324243"/>
                  </a:lnTo>
                  <a:lnTo>
                    <a:pt x="6232292" y="1324243"/>
                  </a:lnTo>
                  <a:lnTo>
                    <a:pt x="6228162" y="1324243"/>
                  </a:lnTo>
                  <a:lnTo>
                    <a:pt x="6224032" y="1324243"/>
                  </a:lnTo>
                  <a:lnTo>
                    <a:pt x="6219902" y="1324243"/>
                  </a:lnTo>
                  <a:lnTo>
                    <a:pt x="6215772" y="1324243"/>
                  </a:lnTo>
                  <a:lnTo>
                    <a:pt x="6211642" y="1324243"/>
                  </a:lnTo>
                  <a:lnTo>
                    <a:pt x="6207512" y="1324243"/>
                  </a:lnTo>
                  <a:lnTo>
                    <a:pt x="6203382" y="1324243"/>
                  </a:lnTo>
                  <a:lnTo>
                    <a:pt x="6199252" y="1324243"/>
                  </a:lnTo>
                  <a:lnTo>
                    <a:pt x="6195121" y="1324243"/>
                  </a:lnTo>
                  <a:lnTo>
                    <a:pt x="6190991" y="1324243"/>
                  </a:lnTo>
                  <a:lnTo>
                    <a:pt x="6186861" y="1324243"/>
                  </a:lnTo>
                  <a:lnTo>
                    <a:pt x="6182731" y="1324243"/>
                  </a:lnTo>
                  <a:lnTo>
                    <a:pt x="6178601" y="1324243"/>
                  </a:lnTo>
                  <a:lnTo>
                    <a:pt x="6174471" y="1324243"/>
                  </a:lnTo>
                  <a:lnTo>
                    <a:pt x="6170341" y="1324243"/>
                  </a:lnTo>
                  <a:lnTo>
                    <a:pt x="6166211" y="1324243"/>
                  </a:lnTo>
                  <a:lnTo>
                    <a:pt x="6162081" y="1324243"/>
                  </a:lnTo>
                  <a:lnTo>
                    <a:pt x="6157951" y="1324243"/>
                  </a:lnTo>
                  <a:lnTo>
                    <a:pt x="6153821" y="1324243"/>
                  </a:lnTo>
                  <a:lnTo>
                    <a:pt x="6149691" y="1324243"/>
                  </a:lnTo>
                  <a:lnTo>
                    <a:pt x="6145560" y="1324243"/>
                  </a:lnTo>
                  <a:lnTo>
                    <a:pt x="6141430" y="1324243"/>
                  </a:lnTo>
                  <a:lnTo>
                    <a:pt x="6137300" y="1324243"/>
                  </a:lnTo>
                  <a:lnTo>
                    <a:pt x="6133170" y="1324243"/>
                  </a:lnTo>
                  <a:lnTo>
                    <a:pt x="6129040" y="1324243"/>
                  </a:lnTo>
                  <a:lnTo>
                    <a:pt x="6124910" y="1324243"/>
                  </a:lnTo>
                  <a:lnTo>
                    <a:pt x="6120780" y="1324243"/>
                  </a:lnTo>
                  <a:lnTo>
                    <a:pt x="6116650" y="1324243"/>
                  </a:lnTo>
                  <a:lnTo>
                    <a:pt x="6112520" y="1324243"/>
                  </a:lnTo>
                  <a:lnTo>
                    <a:pt x="6108390" y="1324243"/>
                  </a:lnTo>
                  <a:lnTo>
                    <a:pt x="6104260" y="1324243"/>
                  </a:lnTo>
                  <a:lnTo>
                    <a:pt x="6100130" y="1324243"/>
                  </a:lnTo>
                  <a:lnTo>
                    <a:pt x="6095999" y="1324243"/>
                  </a:lnTo>
                  <a:lnTo>
                    <a:pt x="6091869" y="1324243"/>
                  </a:lnTo>
                  <a:lnTo>
                    <a:pt x="6087739" y="1324243"/>
                  </a:lnTo>
                  <a:lnTo>
                    <a:pt x="6083609" y="1324243"/>
                  </a:lnTo>
                  <a:lnTo>
                    <a:pt x="6079479" y="1324243"/>
                  </a:lnTo>
                  <a:lnTo>
                    <a:pt x="6075349" y="1324243"/>
                  </a:lnTo>
                  <a:lnTo>
                    <a:pt x="6071219" y="1324243"/>
                  </a:lnTo>
                  <a:lnTo>
                    <a:pt x="6067089" y="1324243"/>
                  </a:lnTo>
                  <a:lnTo>
                    <a:pt x="6062959" y="1324243"/>
                  </a:lnTo>
                  <a:lnTo>
                    <a:pt x="6058829" y="1324243"/>
                  </a:lnTo>
                  <a:lnTo>
                    <a:pt x="6054699" y="1324243"/>
                  </a:lnTo>
                  <a:lnTo>
                    <a:pt x="6050569" y="1324243"/>
                  </a:lnTo>
                  <a:lnTo>
                    <a:pt x="6046439" y="1324243"/>
                  </a:lnTo>
                  <a:lnTo>
                    <a:pt x="6042308" y="1324243"/>
                  </a:lnTo>
                  <a:lnTo>
                    <a:pt x="6038178" y="1324243"/>
                  </a:lnTo>
                  <a:lnTo>
                    <a:pt x="6034048" y="1324243"/>
                  </a:lnTo>
                  <a:lnTo>
                    <a:pt x="6029918" y="1324243"/>
                  </a:lnTo>
                  <a:lnTo>
                    <a:pt x="6025788" y="1324243"/>
                  </a:lnTo>
                  <a:lnTo>
                    <a:pt x="6021658" y="1324243"/>
                  </a:lnTo>
                  <a:lnTo>
                    <a:pt x="6017528" y="1324243"/>
                  </a:lnTo>
                  <a:lnTo>
                    <a:pt x="6013398" y="1324243"/>
                  </a:lnTo>
                  <a:lnTo>
                    <a:pt x="6009268" y="1324243"/>
                  </a:lnTo>
                  <a:lnTo>
                    <a:pt x="6005138" y="1324243"/>
                  </a:lnTo>
                  <a:lnTo>
                    <a:pt x="6001008" y="1324243"/>
                  </a:lnTo>
                  <a:lnTo>
                    <a:pt x="5996878" y="1324243"/>
                  </a:lnTo>
                  <a:lnTo>
                    <a:pt x="5992747" y="1324243"/>
                  </a:lnTo>
                  <a:lnTo>
                    <a:pt x="5988617" y="1324243"/>
                  </a:lnTo>
                  <a:lnTo>
                    <a:pt x="5984487" y="1324243"/>
                  </a:lnTo>
                  <a:lnTo>
                    <a:pt x="5980357" y="1324243"/>
                  </a:lnTo>
                  <a:lnTo>
                    <a:pt x="5976227" y="1324243"/>
                  </a:lnTo>
                  <a:lnTo>
                    <a:pt x="5972097" y="1324243"/>
                  </a:lnTo>
                  <a:lnTo>
                    <a:pt x="5967967" y="1324243"/>
                  </a:lnTo>
                  <a:lnTo>
                    <a:pt x="5963837" y="1324243"/>
                  </a:lnTo>
                  <a:lnTo>
                    <a:pt x="5959707" y="1324243"/>
                  </a:lnTo>
                  <a:lnTo>
                    <a:pt x="5955577" y="1324243"/>
                  </a:lnTo>
                  <a:lnTo>
                    <a:pt x="5951447" y="1324243"/>
                  </a:lnTo>
                  <a:lnTo>
                    <a:pt x="5947317" y="1324243"/>
                  </a:lnTo>
                  <a:lnTo>
                    <a:pt x="5943186" y="1324243"/>
                  </a:lnTo>
                  <a:lnTo>
                    <a:pt x="5939056" y="1324243"/>
                  </a:lnTo>
                  <a:lnTo>
                    <a:pt x="5934926" y="1324243"/>
                  </a:lnTo>
                  <a:lnTo>
                    <a:pt x="5930796" y="1324243"/>
                  </a:lnTo>
                  <a:lnTo>
                    <a:pt x="5926666" y="1324243"/>
                  </a:lnTo>
                  <a:lnTo>
                    <a:pt x="5922536" y="1324243"/>
                  </a:lnTo>
                  <a:lnTo>
                    <a:pt x="5918406" y="1324243"/>
                  </a:lnTo>
                  <a:lnTo>
                    <a:pt x="5914276" y="1324243"/>
                  </a:lnTo>
                  <a:lnTo>
                    <a:pt x="5910146" y="1324243"/>
                  </a:lnTo>
                  <a:lnTo>
                    <a:pt x="5906016" y="1324243"/>
                  </a:lnTo>
                  <a:lnTo>
                    <a:pt x="5901886" y="1324243"/>
                  </a:lnTo>
                  <a:lnTo>
                    <a:pt x="5897756" y="1324243"/>
                  </a:lnTo>
                  <a:lnTo>
                    <a:pt x="5893626" y="1324243"/>
                  </a:lnTo>
                  <a:lnTo>
                    <a:pt x="5889495" y="1324243"/>
                  </a:lnTo>
                  <a:lnTo>
                    <a:pt x="5885365" y="1324243"/>
                  </a:lnTo>
                  <a:lnTo>
                    <a:pt x="5881235" y="1324243"/>
                  </a:lnTo>
                  <a:lnTo>
                    <a:pt x="5877105" y="1324243"/>
                  </a:lnTo>
                  <a:lnTo>
                    <a:pt x="5872975" y="1324243"/>
                  </a:lnTo>
                  <a:lnTo>
                    <a:pt x="5868845" y="1324243"/>
                  </a:lnTo>
                  <a:lnTo>
                    <a:pt x="5864715" y="1324243"/>
                  </a:lnTo>
                  <a:lnTo>
                    <a:pt x="5860585" y="1324243"/>
                  </a:lnTo>
                  <a:lnTo>
                    <a:pt x="5856455" y="1324243"/>
                  </a:lnTo>
                  <a:lnTo>
                    <a:pt x="5852325" y="1324243"/>
                  </a:lnTo>
                  <a:lnTo>
                    <a:pt x="5848195" y="1324243"/>
                  </a:lnTo>
                  <a:lnTo>
                    <a:pt x="5844065" y="1324243"/>
                  </a:lnTo>
                  <a:lnTo>
                    <a:pt x="5839934" y="1324243"/>
                  </a:lnTo>
                  <a:lnTo>
                    <a:pt x="5835804" y="1324243"/>
                  </a:lnTo>
                  <a:lnTo>
                    <a:pt x="5831674" y="1324243"/>
                  </a:lnTo>
                  <a:lnTo>
                    <a:pt x="5827544" y="1324243"/>
                  </a:lnTo>
                  <a:lnTo>
                    <a:pt x="5823414" y="1324243"/>
                  </a:lnTo>
                  <a:lnTo>
                    <a:pt x="5819284" y="1324243"/>
                  </a:lnTo>
                  <a:lnTo>
                    <a:pt x="5815154" y="1324243"/>
                  </a:lnTo>
                  <a:lnTo>
                    <a:pt x="5811024" y="1324243"/>
                  </a:lnTo>
                  <a:lnTo>
                    <a:pt x="5806894" y="1324243"/>
                  </a:lnTo>
                  <a:lnTo>
                    <a:pt x="5802764" y="1324243"/>
                  </a:lnTo>
                  <a:lnTo>
                    <a:pt x="5798634" y="1324243"/>
                  </a:lnTo>
                  <a:lnTo>
                    <a:pt x="5794504" y="1324243"/>
                  </a:lnTo>
                  <a:lnTo>
                    <a:pt x="5790373" y="1324243"/>
                  </a:lnTo>
                  <a:lnTo>
                    <a:pt x="5786243" y="1324243"/>
                  </a:lnTo>
                  <a:lnTo>
                    <a:pt x="5782113" y="1324243"/>
                  </a:lnTo>
                  <a:lnTo>
                    <a:pt x="5777983" y="1324243"/>
                  </a:lnTo>
                  <a:lnTo>
                    <a:pt x="5773853" y="1324243"/>
                  </a:lnTo>
                  <a:lnTo>
                    <a:pt x="5769723" y="1324243"/>
                  </a:lnTo>
                  <a:lnTo>
                    <a:pt x="5765593" y="1324243"/>
                  </a:lnTo>
                  <a:lnTo>
                    <a:pt x="5761463" y="1324243"/>
                  </a:lnTo>
                  <a:lnTo>
                    <a:pt x="5757333" y="1324243"/>
                  </a:lnTo>
                  <a:lnTo>
                    <a:pt x="5753203" y="1324243"/>
                  </a:lnTo>
                  <a:lnTo>
                    <a:pt x="5749073" y="1324243"/>
                  </a:lnTo>
                  <a:lnTo>
                    <a:pt x="5744943" y="1324243"/>
                  </a:lnTo>
                  <a:lnTo>
                    <a:pt x="5740813" y="1324243"/>
                  </a:lnTo>
                  <a:lnTo>
                    <a:pt x="5736682" y="1324243"/>
                  </a:lnTo>
                  <a:lnTo>
                    <a:pt x="5732552" y="1324243"/>
                  </a:lnTo>
                  <a:lnTo>
                    <a:pt x="5728422" y="1324243"/>
                  </a:lnTo>
                  <a:lnTo>
                    <a:pt x="5724292" y="1324243"/>
                  </a:lnTo>
                  <a:lnTo>
                    <a:pt x="5720162" y="1324243"/>
                  </a:lnTo>
                  <a:lnTo>
                    <a:pt x="5716032" y="1324243"/>
                  </a:lnTo>
                  <a:lnTo>
                    <a:pt x="5711902" y="1324243"/>
                  </a:lnTo>
                  <a:lnTo>
                    <a:pt x="5707772" y="1324243"/>
                  </a:lnTo>
                  <a:lnTo>
                    <a:pt x="5703642" y="1324243"/>
                  </a:lnTo>
                  <a:lnTo>
                    <a:pt x="5699512" y="1324243"/>
                  </a:lnTo>
                  <a:lnTo>
                    <a:pt x="5695382" y="1324243"/>
                  </a:lnTo>
                  <a:lnTo>
                    <a:pt x="5691252" y="1324243"/>
                  </a:lnTo>
                  <a:lnTo>
                    <a:pt x="5687121" y="1324243"/>
                  </a:lnTo>
                  <a:lnTo>
                    <a:pt x="5682991" y="1324243"/>
                  </a:lnTo>
                  <a:lnTo>
                    <a:pt x="5678861" y="1324243"/>
                  </a:lnTo>
                  <a:lnTo>
                    <a:pt x="5674731" y="1324243"/>
                  </a:lnTo>
                  <a:lnTo>
                    <a:pt x="5670601" y="1324243"/>
                  </a:lnTo>
                  <a:lnTo>
                    <a:pt x="5666471" y="1324243"/>
                  </a:lnTo>
                  <a:lnTo>
                    <a:pt x="5662341" y="1324243"/>
                  </a:lnTo>
                  <a:lnTo>
                    <a:pt x="5658211" y="1324243"/>
                  </a:lnTo>
                  <a:lnTo>
                    <a:pt x="5654081" y="1324243"/>
                  </a:lnTo>
                  <a:lnTo>
                    <a:pt x="5649951" y="1324243"/>
                  </a:lnTo>
                  <a:lnTo>
                    <a:pt x="5645821" y="1324243"/>
                  </a:lnTo>
                  <a:lnTo>
                    <a:pt x="5641691" y="1324243"/>
                  </a:lnTo>
                  <a:lnTo>
                    <a:pt x="5637560" y="1324243"/>
                  </a:lnTo>
                  <a:lnTo>
                    <a:pt x="5633430" y="1324243"/>
                  </a:lnTo>
                  <a:lnTo>
                    <a:pt x="5629300" y="1324243"/>
                  </a:lnTo>
                  <a:lnTo>
                    <a:pt x="5625170" y="1324243"/>
                  </a:lnTo>
                  <a:lnTo>
                    <a:pt x="5621040" y="1324243"/>
                  </a:lnTo>
                  <a:lnTo>
                    <a:pt x="5616910" y="1324243"/>
                  </a:lnTo>
                  <a:lnTo>
                    <a:pt x="5612780" y="1324243"/>
                  </a:lnTo>
                  <a:lnTo>
                    <a:pt x="5608650" y="1324243"/>
                  </a:lnTo>
                  <a:lnTo>
                    <a:pt x="5604520" y="1324243"/>
                  </a:lnTo>
                  <a:lnTo>
                    <a:pt x="5600390" y="1324243"/>
                  </a:lnTo>
                  <a:lnTo>
                    <a:pt x="5596260" y="1324243"/>
                  </a:lnTo>
                  <a:lnTo>
                    <a:pt x="5592130" y="1324243"/>
                  </a:lnTo>
                  <a:lnTo>
                    <a:pt x="5588000" y="1324243"/>
                  </a:lnTo>
                  <a:lnTo>
                    <a:pt x="5583869" y="1324243"/>
                  </a:lnTo>
                  <a:lnTo>
                    <a:pt x="5579739" y="1324243"/>
                  </a:lnTo>
                  <a:lnTo>
                    <a:pt x="5575609" y="1324243"/>
                  </a:lnTo>
                  <a:lnTo>
                    <a:pt x="5571479" y="1324243"/>
                  </a:lnTo>
                  <a:lnTo>
                    <a:pt x="5567349" y="1324243"/>
                  </a:lnTo>
                  <a:lnTo>
                    <a:pt x="5563219" y="1324243"/>
                  </a:lnTo>
                  <a:lnTo>
                    <a:pt x="5559089" y="1324243"/>
                  </a:lnTo>
                  <a:lnTo>
                    <a:pt x="5554959" y="1324243"/>
                  </a:lnTo>
                  <a:lnTo>
                    <a:pt x="5550829" y="1324243"/>
                  </a:lnTo>
                  <a:lnTo>
                    <a:pt x="5546699" y="1324243"/>
                  </a:lnTo>
                  <a:lnTo>
                    <a:pt x="5542569" y="1324243"/>
                  </a:lnTo>
                  <a:lnTo>
                    <a:pt x="5538439" y="1324243"/>
                  </a:lnTo>
                  <a:lnTo>
                    <a:pt x="5534308" y="1324243"/>
                  </a:lnTo>
                  <a:lnTo>
                    <a:pt x="5530178" y="1324243"/>
                  </a:lnTo>
                  <a:lnTo>
                    <a:pt x="5526048" y="1324243"/>
                  </a:lnTo>
                  <a:lnTo>
                    <a:pt x="5521918" y="1324243"/>
                  </a:lnTo>
                  <a:lnTo>
                    <a:pt x="5517788" y="1324243"/>
                  </a:lnTo>
                  <a:lnTo>
                    <a:pt x="5513658" y="1324243"/>
                  </a:lnTo>
                  <a:lnTo>
                    <a:pt x="5509528" y="1324243"/>
                  </a:lnTo>
                  <a:lnTo>
                    <a:pt x="5505398" y="1324243"/>
                  </a:lnTo>
                  <a:lnTo>
                    <a:pt x="5501268" y="1324243"/>
                  </a:lnTo>
                  <a:lnTo>
                    <a:pt x="5497138" y="1324243"/>
                  </a:lnTo>
                  <a:lnTo>
                    <a:pt x="5493008" y="1324243"/>
                  </a:lnTo>
                  <a:lnTo>
                    <a:pt x="5488878" y="1324243"/>
                  </a:lnTo>
                  <a:lnTo>
                    <a:pt x="5484747" y="1324243"/>
                  </a:lnTo>
                  <a:lnTo>
                    <a:pt x="5480617" y="1324243"/>
                  </a:lnTo>
                  <a:lnTo>
                    <a:pt x="5476487" y="1324243"/>
                  </a:lnTo>
                  <a:lnTo>
                    <a:pt x="5472357" y="1324243"/>
                  </a:lnTo>
                  <a:lnTo>
                    <a:pt x="5468227" y="1324243"/>
                  </a:lnTo>
                  <a:lnTo>
                    <a:pt x="5464097" y="1324243"/>
                  </a:lnTo>
                  <a:lnTo>
                    <a:pt x="5459967" y="1324243"/>
                  </a:lnTo>
                  <a:lnTo>
                    <a:pt x="5455837" y="1324243"/>
                  </a:lnTo>
                  <a:lnTo>
                    <a:pt x="5451707" y="1324243"/>
                  </a:lnTo>
                  <a:lnTo>
                    <a:pt x="5447577" y="1324243"/>
                  </a:lnTo>
                  <a:lnTo>
                    <a:pt x="5443447" y="1324243"/>
                  </a:lnTo>
                  <a:lnTo>
                    <a:pt x="5439317" y="1324243"/>
                  </a:lnTo>
                  <a:lnTo>
                    <a:pt x="5435186" y="1324243"/>
                  </a:lnTo>
                  <a:lnTo>
                    <a:pt x="5431056" y="1324243"/>
                  </a:lnTo>
                  <a:lnTo>
                    <a:pt x="5426926" y="1324243"/>
                  </a:lnTo>
                  <a:lnTo>
                    <a:pt x="5422796" y="1324243"/>
                  </a:lnTo>
                  <a:lnTo>
                    <a:pt x="5418666" y="1324243"/>
                  </a:lnTo>
                  <a:lnTo>
                    <a:pt x="5414536" y="1324243"/>
                  </a:lnTo>
                  <a:lnTo>
                    <a:pt x="5410406" y="1324243"/>
                  </a:lnTo>
                  <a:lnTo>
                    <a:pt x="5406276" y="1324243"/>
                  </a:lnTo>
                  <a:lnTo>
                    <a:pt x="5402146" y="1324243"/>
                  </a:lnTo>
                  <a:lnTo>
                    <a:pt x="5398016" y="1324243"/>
                  </a:lnTo>
                  <a:lnTo>
                    <a:pt x="5393886" y="1324243"/>
                  </a:lnTo>
                  <a:lnTo>
                    <a:pt x="5389756" y="1324243"/>
                  </a:lnTo>
                  <a:lnTo>
                    <a:pt x="5385626" y="1324243"/>
                  </a:lnTo>
                  <a:lnTo>
                    <a:pt x="5381495" y="1324243"/>
                  </a:lnTo>
                  <a:lnTo>
                    <a:pt x="5377365" y="1324243"/>
                  </a:lnTo>
                  <a:lnTo>
                    <a:pt x="5373235" y="1324243"/>
                  </a:lnTo>
                  <a:lnTo>
                    <a:pt x="5369105" y="1324243"/>
                  </a:lnTo>
                  <a:lnTo>
                    <a:pt x="5364975" y="1324243"/>
                  </a:lnTo>
                  <a:lnTo>
                    <a:pt x="5360845" y="1324243"/>
                  </a:lnTo>
                  <a:lnTo>
                    <a:pt x="5356715" y="1324243"/>
                  </a:lnTo>
                  <a:lnTo>
                    <a:pt x="5352585" y="1324243"/>
                  </a:lnTo>
                  <a:lnTo>
                    <a:pt x="5348455" y="1324243"/>
                  </a:lnTo>
                  <a:lnTo>
                    <a:pt x="5344325" y="1324243"/>
                  </a:lnTo>
                  <a:lnTo>
                    <a:pt x="5340195" y="1324243"/>
                  </a:lnTo>
                  <a:lnTo>
                    <a:pt x="5336065" y="1324243"/>
                  </a:lnTo>
                  <a:lnTo>
                    <a:pt x="5331934" y="1324243"/>
                  </a:lnTo>
                  <a:lnTo>
                    <a:pt x="5327804" y="1324243"/>
                  </a:lnTo>
                  <a:lnTo>
                    <a:pt x="5323674" y="1324243"/>
                  </a:lnTo>
                  <a:lnTo>
                    <a:pt x="5319544" y="1324243"/>
                  </a:lnTo>
                  <a:lnTo>
                    <a:pt x="5315414" y="1324243"/>
                  </a:lnTo>
                  <a:lnTo>
                    <a:pt x="5311284" y="1324243"/>
                  </a:lnTo>
                  <a:lnTo>
                    <a:pt x="5307154" y="1324243"/>
                  </a:lnTo>
                  <a:lnTo>
                    <a:pt x="5303024" y="1324243"/>
                  </a:lnTo>
                  <a:lnTo>
                    <a:pt x="5298894" y="1324243"/>
                  </a:lnTo>
                  <a:lnTo>
                    <a:pt x="5294764" y="1324243"/>
                  </a:lnTo>
                  <a:lnTo>
                    <a:pt x="5290634" y="1324243"/>
                  </a:lnTo>
                  <a:lnTo>
                    <a:pt x="5286504" y="1324243"/>
                  </a:lnTo>
                  <a:lnTo>
                    <a:pt x="5282373" y="1324243"/>
                  </a:lnTo>
                  <a:lnTo>
                    <a:pt x="5278243" y="1324243"/>
                  </a:lnTo>
                  <a:lnTo>
                    <a:pt x="5274113" y="1324243"/>
                  </a:lnTo>
                  <a:lnTo>
                    <a:pt x="5269983" y="1324243"/>
                  </a:lnTo>
                  <a:lnTo>
                    <a:pt x="5265853" y="1324243"/>
                  </a:lnTo>
                  <a:lnTo>
                    <a:pt x="5261723" y="1324243"/>
                  </a:lnTo>
                  <a:lnTo>
                    <a:pt x="5257593" y="1324243"/>
                  </a:lnTo>
                  <a:lnTo>
                    <a:pt x="5253463" y="1324243"/>
                  </a:lnTo>
                  <a:lnTo>
                    <a:pt x="5249333" y="1324243"/>
                  </a:lnTo>
                  <a:lnTo>
                    <a:pt x="5245203" y="1324243"/>
                  </a:lnTo>
                  <a:lnTo>
                    <a:pt x="5241073" y="1324243"/>
                  </a:lnTo>
                  <a:lnTo>
                    <a:pt x="5236943" y="1324243"/>
                  </a:lnTo>
                  <a:lnTo>
                    <a:pt x="5232813" y="1324243"/>
                  </a:lnTo>
                  <a:lnTo>
                    <a:pt x="5228682" y="1324243"/>
                  </a:lnTo>
                  <a:lnTo>
                    <a:pt x="5224552" y="1324243"/>
                  </a:lnTo>
                  <a:lnTo>
                    <a:pt x="5220422" y="1324243"/>
                  </a:lnTo>
                  <a:lnTo>
                    <a:pt x="5216292" y="1324243"/>
                  </a:lnTo>
                  <a:lnTo>
                    <a:pt x="5212162" y="1324243"/>
                  </a:lnTo>
                  <a:lnTo>
                    <a:pt x="5208032" y="1324243"/>
                  </a:lnTo>
                  <a:lnTo>
                    <a:pt x="5203902" y="1324243"/>
                  </a:lnTo>
                  <a:lnTo>
                    <a:pt x="5199772" y="1324243"/>
                  </a:lnTo>
                  <a:lnTo>
                    <a:pt x="5195642" y="1324243"/>
                  </a:lnTo>
                  <a:lnTo>
                    <a:pt x="5191512" y="1324243"/>
                  </a:lnTo>
                  <a:lnTo>
                    <a:pt x="5187382" y="1324243"/>
                  </a:lnTo>
                  <a:lnTo>
                    <a:pt x="5183252" y="1324243"/>
                  </a:lnTo>
                  <a:lnTo>
                    <a:pt x="5179121" y="1324243"/>
                  </a:lnTo>
                  <a:lnTo>
                    <a:pt x="5174991" y="1324243"/>
                  </a:lnTo>
                  <a:lnTo>
                    <a:pt x="5170861" y="1324243"/>
                  </a:lnTo>
                  <a:lnTo>
                    <a:pt x="5166731" y="1324243"/>
                  </a:lnTo>
                  <a:lnTo>
                    <a:pt x="5162601" y="1324243"/>
                  </a:lnTo>
                  <a:lnTo>
                    <a:pt x="5158471" y="1324243"/>
                  </a:lnTo>
                  <a:lnTo>
                    <a:pt x="5154341" y="1324243"/>
                  </a:lnTo>
                  <a:lnTo>
                    <a:pt x="5150211" y="1324243"/>
                  </a:lnTo>
                  <a:lnTo>
                    <a:pt x="5146081" y="1324243"/>
                  </a:lnTo>
                  <a:lnTo>
                    <a:pt x="5141951" y="1324243"/>
                  </a:lnTo>
                  <a:lnTo>
                    <a:pt x="5137821" y="1324243"/>
                  </a:lnTo>
                  <a:lnTo>
                    <a:pt x="5133691" y="1324243"/>
                  </a:lnTo>
                  <a:lnTo>
                    <a:pt x="5129560" y="1324243"/>
                  </a:lnTo>
                  <a:lnTo>
                    <a:pt x="5125430" y="1324243"/>
                  </a:lnTo>
                  <a:lnTo>
                    <a:pt x="5121300" y="1324243"/>
                  </a:lnTo>
                  <a:lnTo>
                    <a:pt x="5117170" y="1324243"/>
                  </a:lnTo>
                  <a:lnTo>
                    <a:pt x="5113040" y="1324243"/>
                  </a:lnTo>
                  <a:lnTo>
                    <a:pt x="5108910" y="1324243"/>
                  </a:lnTo>
                  <a:lnTo>
                    <a:pt x="5104780" y="1324243"/>
                  </a:lnTo>
                  <a:lnTo>
                    <a:pt x="5100650" y="1324243"/>
                  </a:lnTo>
                  <a:lnTo>
                    <a:pt x="5096520" y="1324243"/>
                  </a:lnTo>
                  <a:lnTo>
                    <a:pt x="5092390" y="1324243"/>
                  </a:lnTo>
                  <a:lnTo>
                    <a:pt x="5088260" y="1324243"/>
                  </a:lnTo>
                  <a:lnTo>
                    <a:pt x="5084130" y="1324243"/>
                  </a:lnTo>
                  <a:lnTo>
                    <a:pt x="5079999" y="1324243"/>
                  </a:lnTo>
                  <a:lnTo>
                    <a:pt x="5075869" y="1324243"/>
                  </a:lnTo>
                  <a:lnTo>
                    <a:pt x="5071739" y="1324243"/>
                  </a:lnTo>
                  <a:lnTo>
                    <a:pt x="5067609" y="1324243"/>
                  </a:lnTo>
                  <a:lnTo>
                    <a:pt x="5063479" y="1324243"/>
                  </a:lnTo>
                  <a:lnTo>
                    <a:pt x="5059349" y="1324243"/>
                  </a:lnTo>
                  <a:lnTo>
                    <a:pt x="5055219" y="1324243"/>
                  </a:lnTo>
                  <a:lnTo>
                    <a:pt x="5051089" y="1324243"/>
                  </a:lnTo>
                  <a:lnTo>
                    <a:pt x="5046959" y="1324243"/>
                  </a:lnTo>
                  <a:lnTo>
                    <a:pt x="5042829" y="1324243"/>
                  </a:lnTo>
                  <a:lnTo>
                    <a:pt x="5038699" y="1324243"/>
                  </a:lnTo>
                  <a:lnTo>
                    <a:pt x="5034569" y="1324243"/>
                  </a:lnTo>
                  <a:lnTo>
                    <a:pt x="5030439" y="1324243"/>
                  </a:lnTo>
                  <a:lnTo>
                    <a:pt x="5026308" y="1324243"/>
                  </a:lnTo>
                  <a:lnTo>
                    <a:pt x="5022178" y="1324243"/>
                  </a:lnTo>
                  <a:lnTo>
                    <a:pt x="5018048" y="1324243"/>
                  </a:lnTo>
                  <a:lnTo>
                    <a:pt x="5013918" y="1324243"/>
                  </a:lnTo>
                  <a:lnTo>
                    <a:pt x="5009788" y="1324243"/>
                  </a:lnTo>
                  <a:lnTo>
                    <a:pt x="5005658" y="1324243"/>
                  </a:lnTo>
                  <a:lnTo>
                    <a:pt x="5001528" y="1324243"/>
                  </a:lnTo>
                  <a:lnTo>
                    <a:pt x="4997398" y="1324243"/>
                  </a:lnTo>
                  <a:lnTo>
                    <a:pt x="4993268" y="1324243"/>
                  </a:lnTo>
                  <a:lnTo>
                    <a:pt x="4989138" y="1324243"/>
                  </a:lnTo>
                  <a:lnTo>
                    <a:pt x="4985008" y="1324243"/>
                  </a:lnTo>
                  <a:lnTo>
                    <a:pt x="4980878" y="1324243"/>
                  </a:lnTo>
                  <a:lnTo>
                    <a:pt x="4976747" y="1324243"/>
                  </a:lnTo>
                  <a:lnTo>
                    <a:pt x="4972617" y="1324243"/>
                  </a:lnTo>
                  <a:lnTo>
                    <a:pt x="4968487" y="1324243"/>
                  </a:lnTo>
                  <a:lnTo>
                    <a:pt x="4964357" y="1324243"/>
                  </a:lnTo>
                  <a:lnTo>
                    <a:pt x="4960227" y="1324243"/>
                  </a:lnTo>
                  <a:lnTo>
                    <a:pt x="4956097" y="1324243"/>
                  </a:lnTo>
                  <a:lnTo>
                    <a:pt x="4951967" y="1324243"/>
                  </a:lnTo>
                  <a:lnTo>
                    <a:pt x="4947837" y="1324243"/>
                  </a:lnTo>
                  <a:lnTo>
                    <a:pt x="4943707" y="1324243"/>
                  </a:lnTo>
                  <a:lnTo>
                    <a:pt x="4939577" y="1324243"/>
                  </a:lnTo>
                  <a:lnTo>
                    <a:pt x="4935447" y="1324243"/>
                  </a:lnTo>
                  <a:lnTo>
                    <a:pt x="4931317" y="1324243"/>
                  </a:lnTo>
                  <a:lnTo>
                    <a:pt x="4927186" y="1324243"/>
                  </a:lnTo>
                  <a:lnTo>
                    <a:pt x="4923056" y="1324243"/>
                  </a:lnTo>
                  <a:lnTo>
                    <a:pt x="4918926" y="1324243"/>
                  </a:lnTo>
                  <a:lnTo>
                    <a:pt x="4914796" y="1324243"/>
                  </a:lnTo>
                  <a:lnTo>
                    <a:pt x="4910666" y="1324243"/>
                  </a:lnTo>
                  <a:lnTo>
                    <a:pt x="4906536" y="1324243"/>
                  </a:lnTo>
                  <a:lnTo>
                    <a:pt x="4902406" y="1324243"/>
                  </a:lnTo>
                  <a:lnTo>
                    <a:pt x="4898276" y="1324243"/>
                  </a:lnTo>
                  <a:lnTo>
                    <a:pt x="4894146" y="1324243"/>
                  </a:lnTo>
                  <a:lnTo>
                    <a:pt x="4890016" y="1324243"/>
                  </a:lnTo>
                  <a:lnTo>
                    <a:pt x="4885886" y="1324243"/>
                  </a:lnTo>
                  <a:lnTo>
                    <a:pt x="4881756" y="1324243"/>
                  </a:lnTo>
                  <a:lnTo>
                    <a:pt x="4877626" y="1324243"/>
                  </a:lnTo>
                  <a:lnTo>
                    <a:pt x="4873495" y="1324243"/>
                  </a:lnTo>
                  <a:lnTo>
                    <a:pt x="4869365" y="1324243"/>
                  </a:lnTo>
                  <a:lnTo>
                    <a:pt x="4865235" y="1324243"/>
                  </a:lnTo>
                  <a:lnTo>
                    <a:pt x="4861105" y="1324243"/>
                  </a:lnTo>
                  <a:lnTo>
                    <a:pt x="4856975" y="1324243"/>
                  </a:lnTo>
                  <a:lnTo>
                    <a:pt x="4852845" y="1324243"/>
                  </a:lnTo>
                  <a:lnTo>
                    <a:pt x="4848715" y="1324243"/>
                  </a:lnTo>
                  <a:lnTo>
                    <a:pt x="4844585" y="1324243"/>
                  </a:lnTo>
                  <a:lnTo>
                    <a:pt x="4840455" y="1324243"/>
                  </a:lnTo>
                  <a:lnTo>
                    <a:pt x="4836325" y="1324243"/>
                  </a:lnTo>
                  <a:lnTo>
                    <a:pt x="4832195" y="1324243"/>
                  </a:lnTo>
                  <a:lnTo>
                    <a:pt x="4828065" y="1324243"/>
                  </a:lnTo>
                  <a:lnTo>
                    <a:pt x="4823934" y="1324243"/>
                  </a:lnTo>
                  <a:lnTo>
                    <a:pt x="4819804" y="1324243"/>
                  </a:lnTo>
                  <a:lnTo>
                    <a:pt x="4815674" y="1324243"/>
                  </a:lnTo>
                  <a:lnTo>
                    <a:pt x="4811544" y="1324243"/>
                  </a:lnTo>
                  <a:lnTo>
                    <a:pt x="4807414" y="1324243"/>
                  </a:lnTo>
                  <a:lnTo>
                    <a:pt x="4803284" y="1324243"/>
                  </a:lnTo>
                  <a:lnTo>
                    <a:pt x="4799154" y="1324243"/>
                  </a:lnTo>
                  <a:lnTo>
                    <a:pt x="4795024" y="1324243"/>
                  </a:lnTo>
                  <a:lnTo>
                    <a:pt x="4790894" y="1324243"/>
                  </a:lnTo>
                  <a:lnTo>
                    <a:pt x="4786764" y="1324243"/>
                  </a:lnTo>
                  <a:lnTo>
                    <a:pt x="4782634" y="1324243"/>
                  </a:lnTo>
                  <a:lnTo>
                    <a:pt x="4778504" y="1324243"/>
                  </a:lnTo>
                  <a:lnTo>
                    <a:pt x="4774373" y="1324243"/>
                  </a:lnTo>
                  <a:lnTo>
                    <a:pt x="4770243" y="1324243"/>
                  </a:lnTo>
                  <a:lnTo>
                    <a:pt x="4766113" y="1324243"/>
                  </a:lnTo>
                  <a:lnTo>
                    <a:pt x="4761983" y="1324243"/>
                  </a:lnTo>
                  <a:lnTo>
                    <a:pt x="4757853" y="1324243"/>
                  </a:lnTo>
                  <a:lnTo>
                    <a:pt x="4753723" y="1324243"/>
                  </a:lnTo>
                  <a:lnTo>
                    <a:pt x="4749593" y="1324243"/>
                  </a:lnTo>
                  <a:lnTo>
                    <a:pt x="4745463" y="1324243"/>
                  </a:lnTo>
                  <a:lnTo>
                    <a:pt x="4741333" y="1324243"/>
                  </a:lnTo>
                  <a:lnTo>
                    <a:pt x="4737203" y="1324243"/>
                  </a:lnTo>
                  <a:lnTo>
                    <a:pt x="4733073" y="1324243"/>
                  </a:lnTo>
                  <a:lnTo>
                    <a:pt x="4728943" y="1324243"/>
                  </a:lnTo>
                  <a:lnTo>
                    <a:pt x="4724813" y="1324243"/>
                  </a:lnTo>
                  <a:lnTo>
                    <a:pt x="4720682" y="1324243"/>
                  </a:lnTo>
                  <a:lnTo>
                    <a:pt x="4716552" y="1324243"/>
                  </a:lnTo>
                  <a:lnTo>
                    <a:pt x="4712422" y="1324243"/>
                  </a:lnTo>
                  <a:lnTo>
                    <a:pt x="4708292" y="1324243"/>
                  </a:lnTo>
                  <a:lnTo>
                    <a:pt x="4704162" y="1324243"/>
                  </a:lnTo>
                  <a:lnTo>
                    <a:pt x="4700032" y="1324243"/>
                  </a:lnTo>
                  <a:lnTo>
                    <a:pt x="4695902" y="1324243"/>
                  </a:lnTo>
                  <a:lnTo>
                    <a:pt x="4691772" y="1324243"/>
                  </a:lnTo>
                  <a:lnTo>
                    <a:pt x="4687642" y="1324243"/>
                  </a:lnTo>
                  <a:lnTo>
                    <a:pt x="4683512" y="1324243"/>
                  </a:lnTo>
                  <a:lnTo>
                    <a:pt x="4679382" y="1324243"/>
                  </a:lnTo>
                  <a:lnTo>
                    <a:pt x="4675252" y="1324243"/>
                  </a:lnTo>
                  <a:lnTo>
                    <a:pt x="4671121" y="1324243"/>
                  </a:lnTo>
                  <a:lnTo>
                    <a:pt x="4666991" y="1324243"/>
                  </a:lnTo>
                  <a:lnTo>
                    <a:pt x="4662861" y="1324243"/>
                  </a:lnTo>
                  <a:lnTo>
                    <a:pt x="4658731" y="1324243"/>
                  </a:lnTo>
                  <a:lnTo>
                    <a:pt x="4654601" y="1324243"/>
                  </a:lnTo>
                  <a:lnTo>
                    <a:pt x="4650471" y="1324243"/>
                  </a:lnTo>
                  <a:lnTo>
                    <a:pt x="4646341" y="1324243"/>
                  </a:lnTo>
                  <a:lnTo>
                    <a:pt x="4642211" y="1324243"/>
                  </a:lnTo>
                  <a:lnTo>
                    <a:pt x="4638081" y="1324243"/>
                  </a:lnTo>
                  <a:lnTo>
                    <a:pt x="4633951" y="1324243"/>
                  </a:lnTo>
                  <a:lnTo>
                    <a:pt x="4629821" y="1324243"/>
                  </a:lnTo>
                  <a:lnTo>
                    <a:pt x="4625691" y="1324243"/>
                  </a:lnTo>
                  <a:lnTo>
                    <a:pt x="4621560" y="1324243"/>
                  </a:lnTo>
                  <a:lnTo>
                    <a:pt x="4617430" y="1324243"/>
                  </a:lnTo>
                  <a:lnTo>
                    <a:pt x="4613300" y="1324243"/>
                  </a:lnTo>
                  <a:lnTo>
                    <a:pt x="4609170" y="1324243"/>
                  </a:lnTo>
                  <a:lnTo>
                    <a:pt x="4605040" y="1324243"/>
                  </a:lnTo>
                  <a:lnTo>
                    <a:pt x="4600910" y="1324243"/>
                  </a:lnTo>
                  <a:lnTo>
                    <a:pt x="4596780" y="1324243"/>
                  </a:lnTo>
                  <a:lnTo>
                    <a:pt x="4592650" y="1324243"/>
                  </a:lnTo>
                  <a:lnTo>
                    <a:pt x="4588520" y="1324243"/>
                  </a:lnTo>
                  <a:lnTo>
                    <a:pt x="4584390" y="1324243"/>
                  </a:lnTo>
                  <a:lnTo>
                    <a:pt x="4580260" y="1324243"/>
                  </a:lnTo>
                  <a:lnTo>
                    <a:pt x="4576130" y="1324243"/>
                  </a:lnTo>
                  <a:lnTo>
                    <a:pt x="4571999" y="1324243"/>
                  </a:lnTo>
                  <a:lnTo>
                    <a:pt x="4567869" y="1324243"/>
                  </a:lnTo>
                  <a:lnTo>
                    <a:pt x="4563739" y="1324243"/>
                  </a:lnTo>
                  <a:lnTo>
                    <a:pt x="4559609" y="1324243"/>
                  </a:lnTo>
                  <a:lnTo>
                    <a:pt x="4555479" y="1324243"/>
                  </a:lnTo>
                  <a:lnTo>
                    <a:pt x="4551349" y="1324243"/>
                  </a:lnTo>
                  <a:lnTo>
                    <a:pt x="4547219" y="1324243"/>
                  </a:lnTo>
                  <a:lnTo>
                    <a:pt x="4543089" y="1324243"/>
                  </a:lnTo>
                  <a:lnTo>
                    <a:pt x="4538959" y="1324243"/>
                  </a:lnTo>
                  <a:lnTo>
                    <a:pt x="4534829" y="1324243"/>
                  </a:lnTo>
                  <a:lnTo>
                    <a:pt x="4530699" y="1324243"/>
                  </a:lnTo>
                  <a:lnTo>
                    <a:pt x="4526569" y="1324243"/>
                  </a:lnTo>
                  <a:lnTo>
                    <a:pt x="4522439" y="1324243"/>
                  </a:lnTo>
                  <a:lnTo>
                    <a:pt x="4518308" y="1324243"/>
                  </a:lnTo>
                  <a:lnTo>
                    <a:pt x="4514178" y="1324243"/>
                  </a:lnTo>
                  <a:lnTo>
                    <a:pt x="4510048" y="1324243"/>
                  </a:lnTo>
                  <a:lnTo>
                    <a:pt x="4505918" y="1324243"/>
                  </a:lnTo>
                  <a:lnTo>
                    <a:pt x="4501788" y="1324243"/>
                  </a:lnTo>
                  <a:lnTo>
                    <a:pt x="4497658" y="1324243"/>
                  </a:lnTo>
                  <a:lnTo>
                    <a:pt x="4493528" y="1324243"/>
                  </a:lnTo>
                  <a:lnTo>
                    <a:pt x="4489398" y="1324243"/>
                  </a:lnTo>
                  <a:lnTo>
                    <a:pt x="4485268" y="1324243"/>
                  </a:lnTo>
                  <a:lnTo>
                    <a:pt x="4481138" y="1324243"/>
                  </a:lnTo>
                  <a:lnTo>
                    <a:pt x="4477008" y="1324243"/>
                  </a:lnTo>
                  <a:lnTo>
                    <a:pt x="4472878" y="1324243"/>
                  </a:lnTo>
                  <a:lnTo>
                    <a:pt x="4468747" y="1324243"/>
                  </a:lnTo>
                  <a:lnTo>
                    <a:pt x="4464617" y="1324243"/>
                  </a:lnTo>
                  <a:lnTo>
                    <a:pt x="4460487" y="1324243"/>
                  </a:lnTo>
                  <a:lnTo>
                    <a:pt x="4456357" y="1324243"/>
                  </a:lnTo>
                  <a:lnTo>
                    <a:pt x="4452227" y="1324243"/>
                  </a:lnTo>
                  <a:lnTo>
                    <a:pt x="4448097" y="1324243"/>
                  </a:lnTo>
                  <a:lnTo>
                    <a:pt x="4443967" y="1324243"/>
                  </a:lnTo>
                  <a:lnTo>
                    <a:pt x="4439837" y="1324243"/>
                  </a:lnTo>
                  <a:lnTo>
                    <a:pt x="4435707" y="1324243"/>
                  </a:lnTo>
                  <a:lnTo>
                    <a:pt x="4431577" y="1324243"/>
                  </a:lnTo>
                  <a:lnTo>
                    <a:pt x="4427447" y="1324243"/>
                  </a:lnTo>
                  <a:lnTo>
                    <a:pt x="4423317" y="1324243"/>
                  </a:lnTo>
                  <a:lnTo>
                    <a:pt x="4419186" y="1324243"/>
                  </a:lnTo>
                  <a:lnTo>
                    <a:pt x="4415056" y="1324243"/>
                  </a:lnTo>
                  <a:lnTo>
                    <a:pt x="4410926" y="1324243"/>
                  </a:lnTo>
                  <a:lnTo>
                    <a:pt x="4406796" y="1324243"/>
                  </a:lnTo>
                  <a:lnTo>
                    <a:pt x="4402666" y="1324243"/>
                  </a:lnTo>
                  <a:lnTo>
                    <a:pt x="4398536" y="1324243"/>
                  </a:lnTo>
                  <a:lnTo>
                    <a:pt x="4394406" y="1324243"/>
                  </a:lnTo>
                  <a:lnTo>
                    <a:pt x="4390276" y="1324243"/>
                  </a:lnTo>
                  <a:lnTo>
                    <a:pt x="4386146" y="1324243"/>
                  </a:lnTo>
                  <a:lnTo>
                    <a:pt x="4382016" y="1324243"/>
                  </a:lnTo>
                  <a:lnTo>
                    <a:pt x="4377886" y="1324243"/>
                  </a:lnTo>
                  <a:lnTo>
                    <a:pt x="4373756" y="1324243"/>
                  </a:lnTo>
                  <a:lnTo>
                    <a:pt x="4369626" y="1324243"/>
                  </a:lnTo>
                  <a:lnTo>
                    <a:pt x="4365495" y="1324243"/>
                  </a:lnTo>
                  <a:lnTo>
                    <a:pt x="4361365" y="1324243"/>
                  </a:lnTo>
                  <a:lnTo>
                    <a:pt x="4357235" y="1324243"/>
                  </a:lnTo>
                  <a:lnTo>
                    <a:pt x="4353105" y="1324243"/>
                  </a:lnTo>
                  <a:lnTo>
                    <a:pt x="4348975" y="1324243"/>
                  </a:lnTo>
                  <a:lnTo>
                    <a:pt x="4344845" y="1324243"/>
                  </a:lnTo>
                  <a:lnTo>
                    <a:pt x="4340715" y="1324243"/>
                  </a:lnTo>
                  <a:lnTo>
                    <a:pt x="4336585" y="1324243"/>
                  </a:lnTo>
                  <a:lnTo>
                    <a:pt x="4332455" y="1324243"/>
                  </a:lnTo>
                  <a:lnTo>
                    <a:pt x="4328325" y="1324243"/>
                  </a:lnTo>
                  <a:lnTo>
                    <a:pt x="4324195" y="1324243"/>
                  </a:lnTo>
                  <a:lnTo>
                    <a:pt x="4320065" y="1324243"/>
                  </a:lnTo>
                  <a:lnTo>
                    <a:pt x="4315934" y="1324243"/>
                  </a:lnTo>
                  <a:lnTo>
                    <a:pt x="4311804" y="1324243"/>
                  </a:lnTo>
                  <a:lnTo>
                    <a:pt x="4307674" y="1324243"/>
                  </a:lnTo>
                  <a:lnTo>
                    <a:pt x="4303544" y="1324243"/>
                  </a:lnTo>
                  <a:lnTo>
                    <a:pt x="4299414" y="1324243"/>
                  </a:lnTo>
                  <a:lnTo>
                    <a:pt x="4295284" y="1324243"/>
                  </a:lnTo>
                  <a:lnTo>
                    <a:pt x="4291154" y="1324243"/>
                  </a:lnTo>
                  <a:lnTo>
                    <a:pt x="4287024" y="1324243"/>
                  </a:lnTo>
                  <a:lnTo>
                    <a:pt x="4282894" y="1324243"/>
                  </a:lnTo>
                  <a:lnTo>
                    <a:pt x="4278764" y="1324243"/>
                  </a:lnTo>
                  <a:lnTo>
                    <a:pt x="4274634" y="1324243"/>
                  </a:lnTo>
                  <a:lnTo>
                    <a:pt x="4270504" y="1324243"/>
                  </a:lnTo>
                  <a:lnTo>
                    <a:pt x="4266373" y="1324243"/>
                  </a:lnTo>
                  <a:lnTo>
                    <a:pt x="4262243" y="1324243"/>
                  </a:lnTo>
                  <a:lnTo>
                    <a:pt x="4258113" y="1324243"/>
                  </a:lnTo>
                  <a:lnTo>
                    <a:pt x="4253983" y="1324243"/>
                  </a:lnTo>
                  <a:lnTo>
                    <a:pt x="4249853" y="1324243"/>
                  </a:lnTo>
                  <a:lnTo>
                    <a:pt x="4245723" y="1324243"/>
                  </a:lnTo>
                  <a:lnTo>
                    <a:pt x="4241593" y="1324243"/>
                  </a:lnTo>
                  <a:lnTo>
                    <a:pt x="4237463" y="1324243"/>
                  </a:lnTo>
                  <a:lnTo>
                    <a:pt x="4233333" y="1324243"/>
                  </a:lnTo>
                  <a:lnTo>
                    <a:pt x="4229203" y="1324243"/>
                  </a:lnTo>
                  <a:lnTo>
                    <a:pt x="4225073" y="1324243"/>
                  </a:lnTo>
                  <a:lnTo>
                    <a:pt x="4220943" y="1324243"/>
                  </a:lnTo>
                  <a:lnTo>
                    <a:pt x="4216813" y="1324243"/>
                  </a:lnTo>
                  <a:lnTo>
                    <a:pt x="4212682" y="1324243"/>
                  </a:lnTo>
                  <a:lnTo>
                    <a:pt x="4208552" y="1324243"/>
                  </a:lnTo>
                  <a:lnTo>
                    <a:pt x="4204422" y="1324243"/>
                  </a:lnTo>
                  <a:lnTo>
                    <a:pt x="4200292" y="1324243"/>
                  </a:lnTo>
                  <a:lnTo>
                    <a:pt x="4196162" y="1324243"/>
                  </a:lnTo>
                  <a:lnTo>
                    <a:pt x="4192032" y="1324243"/>
                  </a:lnTo>
                  <a:lnTo>
                    <a:pt x="4187902" y="1324243"/>
                  </a:lnTo>
                  <a:lnTo>
                    <a:pt x="4183772" y="1324243"/>
                  </a:lnTo>
                  <a:lnTo>
                    <a:pt x="4179642" y="1324243"/>
                  </a:lnTo>
                  <a:lnTo>
                    <a:pt x="4175512" y="1324243"/>
                  </a:lnTo>
                  <a:lnTo>
                    <a:pt x="4171382" y="1324243"/>
                  </a:lnTo>
                  <a:lnTo>
                    <a:pt x="4167252" y="1324243"/>
                  </a:lnTo>
                  <a:lnTo>
                    <a:pt x="4163121" y="1324243"/>
                  </a:lnTo>
                  <a:lnTo>
                    <a:pt x="4158991" y="1324243"/>
                  </a:lnTo>
                  <a:lnTo>
                    <a:pt x="4154861" y="1324243"/>
                  </a:lnTo>
                  <a:lnTo>
                    <a:pt x="4150731" y="1324243"/>
                  </a:lnTo>
                  <a:lnTo>
                    <a:pt x="4146601" y="1324243"/>
                  </a:lnTo>
                  <a:lnTo>
                    <a:pt x="4142471" y="1324243"/>
                  </a:lnTo>
                  <a:lnTo>
                    <a:pt x="4138341" y="1324243"/>
                  </a:lnTo>
                  <a:lnTo>
                    <a:pt x="4134211" y="1324243"/>
                  </a:lnTo>
                  <a:lnTo>
                    <a:pt x="4130081" y="1324243"/>
                  </a:lnTo>
                  <a:lnTo>
                    <a:pt x="4125951" y="1324243"/>
                  </a:lnTo>
                  <a:lnTo>
                    <a:pt x="4121821" y="1324243"/>
                  </a:lnTo>
                  <a:lnTo>
                    <a:pt x="4117691" y="1324243"/>
                  </a:lnTo>
                  <a:lnTo>
                    <a:pt x="4113560" y="1324243"/>
                  </a:lnTo>
                  <a:lnTo>
                    <a:pt x="4109430" y="1324243"/>
                  </a:lnTo>
                  <a:lnTo>
                    <a:pt x="4105300" y="1324243"/>
                  </a:lnTo>
                  <a:lnTo>
                    <a:pt x="4101170" y="1324243"/>
                  </a:lnTo>
                  <a:lnTo>
                    <a:pt x="4097040" y="1324243"/>
                  </a:lnTo>
                  <a:lnTo>
                    <a:pt x="4092910" y="1324243"/>
                  </a:lnTo>
                  <a:lnTo>
                    <a:pt x="4088780" y="1324243"/>
                  </a:lnTo>
                  <a:lnTo>
                    <a:pt x="4084650" y="1324243"/>
                  </a:lnTo>
                  <a:lnTo>
                    <a:pt x="4080520" y="1324243"/>
                  </a:lnTo>
                  <a:lnTo>
                    <a:pt x="4076390" y="1324243"/>
                  </a:lnTo>
                  <a:lnTo>
                    <a:pt x="4072260" y="1324243"/>
                  </a:lnTo>
                  <a:lnTo>
                    <a:pt x="4068130" y="1324243"/>
                  </a:lnTo>
                  <a:lnTo>
                    <a:pt x="4063999" y="1324243"/>
                  </a:lnTo>
                  <a:lnTo>
                    <a:pt x="4059869" y="1324243"/>
                  </a:lnTo>
                  <a:lnTo>
                    <a:pt x="4055739" y="1324243"/>
                  </a:lnTo>
                  <a:lnTo>
                    <a:pt x="4051609" y="1324243"/>
                  </a:lnTo>
                  <a:lnTo>
                    <a:pt x="4047479" y="1324243"/>
                  </a:lnTo>
                  <a:lnTo>
                    <a:pt x="4043349" y="1324243"/>
                  </a:lnTo>
                  <a:lnTo>
                    <a:pt x="4039219" y="1324243"/>
                  </a:lnTo>
                  <a:lnTo>
                    <a:pt x="4035089" y="1324243"/>
                  </a:lnTo>
                  <a:lnTo>
                    <a:pt x="4030959" y="1324243"/>
                  </a:lnTo>
                  <a:lnTo>
                    <a:pt x="4026829" y="1324243"/>
                  </a:lnTo>
                  <a:lnTo>
                    <a:pt x="4022699" y="1324243"/>
                  </a:lnTo>
                  <a:lnTo>
                    <a:pt x="4018569" y="1324243"/>
                  </a:lnTo>
                  <a:lnTo>
                    <a:pt x="4014439" y="1324243"/>
                  </a:lnTo>
                  <a:lnTo>
                    <a:pt x="4010308" y="1324243"/>
                  </a:lnTo>
                  <a:lnTo>
                    <a:pt x="4006178" y="1324243"/>
                  </a:lnTo>
                  <a:lnTo>
                    <a:pt x="4002048" y="1324243"/>
                  </a:lnTo>
                  <a:lnTo>
                    <a:pt x="3997918" y="1324243"/>
                  </a:lnTo>
                  <a:lnTo>
                    <a:pt x="3993788" y="1324243"/>
                  </a:lnTo>
                  <a:lnTo>
                    <a:pt x="3989658" y="1324243"/>
                  </a:lnTo>
                  <a:lnTo>
                    <a:pt x="3985528" y="1324243"/>
                  </a:lnTo>
                  <a:lnTo>
                    <a:pt x="3981398" y="1324243"/>
                  </a:lnTo>
                  <a:lnTo>
                    <a:pt x="3977268" y="1324243"/>
                  </a:lnTo>
                  <a:lnTo>
                    <a:pt x="3973138" y="1324243"/>
                  </a:lnTo>
                  <a:lnTo>
                    <a:pt x="3969008" y="1324243"/>
                  </a:lnTo>
                  <a:lnTo>
                    <a:pt x="3964878" y="1324243"/>
                  </a:lnTo>
                  <a:lnTo>
                    <a:pt x="3960747" y="1324243"/>
                  </a:lnTo>
                  <a:lnTo>
                    <a:pt x="3956617" y="1324243"/>
                  </a:lnTo>
                  <a:lnTo>
                    <a:pt x="3952487" y="1324243"/>
                  </a:lnTo>
                  <a:lnTo>
                    <a:pt x="3948357" y="1324243"/>
                  </a:lnTo>
                  <a:lnTo>
                    <a:pt x="3944227" y="1324243"/>
                  </a:lnTo>
                  <a:lnTo>
                    <a:pt x="3940097" y="1324243"/>
                  </a:lnTo>
                  <a:lnTo>
                    <a:pt x="3935967" y="1324243"/>
                  </a:lnTo>
                  <a:lnTo>
                    <a:pt x="3931837" y="1324243"/>
                  </a:lnTo>
                  <a:lnTo>
                    <a:pt x="3927707" y="1324243"/>
                  </a:lnTo>
                  <a:lnTo>
                    <a:pt x="3923577" y="1324243"/>
                  </a:lnTo>
                  <a:lnTo>
                    <a:pt x="3919447" y="1324243"/>
                  </a:lnTo>
                  <a:lnTo>
                    <a:pt x="3915317" y="1324243"/>
                  </a:lnTo>
                  <a:lnTo>
                    <a:pt x="3911186" y="1324243"/>
                  </a:lnTo>
                  <a:lnTo>
                    <a:pt x="3907056" y="1324243"/>
                  </a:lnTo>
                  <a:lnTo>
                    <a:pt x="3902926" y="1324243"/>
                  </a:lnTo>
                  <a:lnTo>
                    <a:pt x="3898796" y="1324243"/>
                  </a:lnTo>
                  <a:lnTo>
                    <a:pt x="3894666" y="1324243"/>
                  </a:lnTo>
                  <a:lnTo>
                    <a:pt x="3890536" y="1324243"/>
                  </a:lnTo>
                  <a:lnTo>
                    <a:pt x="3886406" y="1324243"/>
                  </a:lnTo>
                  <a:lnTo>
                    <a:pt x="3882276" y="1324243"/>
                  </a:lnTo>
                  <a:lnTo>
                    <a:pt x="3878146" y="1324243"/>
                  </a:lnTo>
                  <a:lnTo>
                    <a:pt x="3874016" y="1324243"/>
                  </a:lnTo>
                  <a:lnTo>
                    <a:pt x="3869886" y="1324243"/>
                  </a:lnTo>
                  <a:lnTo>
                    <a:pt x="3865756" y="1324243"/>
                  </a:lnTo>
                  <a:lnTo>
                    <a:pt x="3861626" y="1324243"/>
                  </a:lnTo>
                  <a:lnTo>
                    <a:pt x="3857495" y="1324243"/>
                  </a:lnTo>
                  <a:lnTo>
                    <a:pt x="3853365" y="1324243"/>
                  </a:lnTo>
                  <a:lnTo>
                    <a:pt x="3849235" y="1324243"/>
                  </a:lnTo>
                  <a:lnTo>
                    <a:pt x="3845105" y="1324243"/>
                  </a:lnTo>
                  <a:lnTo>
                    <a:pt x="3840975" y="1324243"/>
                  </a:lnTo>
                  <a:lnTo>
                    <a:pt x="3836845" y="1324243"/>
                  </a:lnTo>
                  <a:lnTo>
                    <a:pt x="3832715" y="1324243"/>
                  </a:lnTo>
                  <a:lnTo>
                    <a:pt x="3828585" y="1324243"/>
                  </a:lnTo>
                  <a:lnTo>
                    <a:pt x="3824455" y="1324243"/>
                  </a:lnTo>
                  <a:lnTo>
                    <a:pt x="3820325" y="1324243"/>
                  </a:lnTo>
                  <a:lnTo>
                    <a:pt x="3816195" y="1324243"/>
                  </a:lnTo>
                  <a:lnTo>
                    <a:pt x="3812065" y="1324243"/>
                  </a:lnTo>
                  <a:lnTo>
                    <a:pt x="3807934" y="1324243"/>
                  </a:lnTo>
                  <a:lnTo>
                    <a:pt x="3803804" y="1324243"/>
                  </a:lnTo>
                  <a:lnTo>
                    <a:pt x="3799674" y="1324243"/>
                  </a:lnTo>
                  <a:lnTo>
                    <a:pt x="3795544" y="1324243"/>
                  </a:lnTo>
                  <a:lnTo>
                    <a:pt x="3791414" y="1324243"/>
                  </a:lnTo>
                  <a:lnTo>
                    <a:pt x="3787284" y="1324243"/>
                  </a:lnTo>
                  <a:lnTo>
                    <a:pt x="3783154" y="1324243"/>
                  </a:lnTo>
                  <a:lnTo>
                    <a:pt x="3779024" y="1324243"/>
                  </a:lnTo>
                  <a:lnTo>
                    <a:pt x="3774894" y="1324243"/>
                  </a:lnTo>
                  <a:lnTo>
                    <a:pt x="3770764" y="1324243"/>
                  </a:lnTo>
                  <a:lnTo>
                    <a:pt x="3766634" y="1324243"/>
                  </a:lnTo>
                  <a:lnTo>
                    <a:pt x="3762504" y="1324243"/>
                  </a:lnTo>
                  <a:lnTo>
                    <a:pt x="3758373" y="1324243"/>
                  </a:lnTo>
                  <a:lnTo>
                    <a:pt x="3754243" y="1324243"/>
                  </a:lnTo>
                  <a:lnTo>
                    <a:pt x="3750113" y="1324243"/>
                  </a:lnTo>
                  <a:lnTo>
                    <a:pt x="3745983" y="1324243"/>
                  </a:lnTo>
                  <a:lnTo>
                    <a:pt x="3741853" y="1324243"/>
                  </a:lnTo>
                  <a:lnTo>
                    <a:pt x="3737723" y="1324243"/>
                  </a:lnTo>
                  <a:lnTo>
                    <a:pt x="3733593" y="1324243"/>
                  </a:lnTo>
                  <a:lnTo>
                    <a:pt x="3729463" y="1324243"/>
                  </a:lnTo>
                  <a:lnTo>
                    <a:pt x="3725333" y="1324243"/>
                  </a:lnTo>
                  <a:lnTo>
                    <a:pt x="3721203" y="1324243"/>
                  </a:lnTo>
                  <a:lnTo>
                    <a:pt x="3717073" y="1324243"/>
                  </a:lnTo>
                  <a:lnTo>
                    <a:pt x="3712943" y="1324243"/>
                  </a:lnTo>
                  <a:lnTo>
                    <a:pt x="3708813" y="1324243"/>
                  </a:lnTo>
                  <a:lnTo>
                    <a:pt x="3704682" y="1324243"/>
                  </a:lnTo>
                  <a:lnTo>
                    <a:pt x="3700552" y="1324243"/>
                  </a:lnTo>
                  <a:lnTo>
                    <a:pt x="3696422" y="1324243"/>
                  </a:lnTo>
                  <a:lnTo>
                    <a:pt x="3692292" y="1324243"/>
                  </a:lnTo>
                  <a:lnTo>
                    <a:pt x="3688162" y="1324243"/>
                  </a:lnTo>
                  <a:lnTo>
                    <a:pt x="3684032" y="1324243"/>
                  </a:lnTo>
                  <a:lnTo>
                    <a:pt x="3679902" y="1324243"/>
                  </a:lnTo>
                  <a:lnTo>
                    <a:pt x="3675772" y="1324243"/>
                  </a:lnTo>
                  <a:lnTo>
                    <a:pt x="3671642" y="1324243"/>
                  </a:lnTo>
                  <a:lnTo>
                    <a:pt x="3667512" y="1324243"/>
                  </a:lnTo>
                  <a:lnTo>
                    <a:pt x="3663382" y="1324243"/>
                  </a:lnTo>
                  <a:lnTo>
                    <a:pt x="3659252" y="1324243"/>
                  </a:lnTo>
                  <a:lnTo>
                    <a:pt x="3655121" y="1324243"/>
                  </a:lnTo>
                  <a:lnTo>
                    <a:pt x="3650991" y="1324243"/>
                  </a:lnTo>
                  <a:lnTo>
                    <a:pt x="3646861" y="1324243"/>
                  </a:lnTo>
                  <a:lnTo>
                    <a:pt x="3642731" y="1324243"/>
                  </a:lnTo>
                  <a:lnTo>
                    <a:pt x="3638601" y="1324243"/>
                  </a:lnTo>
                  <a:lnTo>
                    <a:pt x="3634471" y="1324243"/>
                  </a:lnTo>
                  <a:lnTo>
                    <a:pt x="3630341" y="1324243"/>
                  </a:lnTo>
                  <a:lnTo>
                    <a:pt x="3626211" y="1324243"/>
                  </a:lnTo>
                  <a:lnTo>
                    <a:pt x="3622081" y="1324243"/>
                  </a:lnTo>
                  <a:lnTo>
                    <a:pt x="3617951" y="1324243"/>
                  </a:lnTo>
                  <a:lnTo>
                    <a:pt x="3613821" y="1324243"/>
                  </a:lnTo>
                  <a:lnTo>
                    <a:pt x="3609691" y="1324243"/>
                  </a:lnTo>
                  <a:lnTo>
                    <a:pt x="3605560" y="1324243"/>
                  </a:lnTo>
                  <a:lnTo>
                    <a:pt x="3601430" y="1324243"/>
                  </a:lnTo>
                  <a:lnTo>
                    <a:pt x="3597300" y="1324243"/>
                  </a:lnTo>
                  <a:lnTo>
                    <a:pt x="3593170" y="1324243"/>
                  </a:lnTo>
                  <a:lnTo>
                    <a:pt x="3589040" y="1324243"/>
                  </a:lnTo>
                  <a:lnTo>
                    <a:pt x="3584910" y="1324243"/>
                  </a:lnTo>
                  <a:lnTo>
                    <a:pt x="3580780" y="1324243"/>
                  </a:lnTo>
                  <a:lnTo>
                    <a:pt x="3576650" y="1324243"/>
                  </a:lnTo>
                  <a:lnTo>
                    <a:pt x="3572520" y="1324243"/>
                  </a:lnTo>
                  <a:lnTo>
                    <a:pt x="3568390" y="1324243"/>
                  </a:lnTo>
                  <a:lnTo>
                    <a:pt x="3564260" y="1324243"/>
                  </a:lnTo>
                  <a:lnTo>
                    <a:pt x="3560130" y="1324243"/>
                  </a:lnTo>
                  <a:lnTo>
                    <a:pt x="3555999" y="1324243"/>
                  </a:lnTo>
                  <a:lnTo>
                    <a:pt x="3551869" y="1324243"/>
                  </a:lnTo>
                  <a:lnTo>
                    <a:pt x="3547739" y="1324243"/>
                  </a:lnTo>
                  <a:lnTo>
                    <a:pt x="3543609" y="1324243"/>
                  </a:lnTo>
                  <a:lnTo>
                    <a:pt x="3539479" y="1324243"/>
                  </a:lnTo>
                  <a:lnTo>
                    <a:pt x="3535349" y="1324243"/>
                  </a:lnTo>
                  <a:lnTo>
                    <a:pt x="3531219" y="1324243"/>
                  </a:lnTo>
                  <a:lnTo>
                    <a:pt x="3527089" y="1324243"/>
                  </a:lnTo>
                  <a:lnTo>
                    <a:pt x="3522959" y="1324243"/>
                  </a:lnTo>
                  <a:lnTo>
                    <a:pt x="3518829" y="1324243"/>
                  </a:lnTo>
                  <a:lnTo>
                    <a:pt x="3514699" y="1324243"/>
                  </a:lnTo>
                  <a:lnTo>
                    <a:pt x="3510569" y="1324243"/>
                  </a:lnTo>
                  <a:lnTo>
                    <a:pt x="3506439" y="1324243"/>
                  </a:lnTo>
                  <a:lnTo>
                    <a:pt x="3502308" y="1324243"/>
                  </a:lnTo>
                  <a:lnTo>
                    <a:pt x="3498178" y="1324243"/>
                  </a:lnTo>
                  <a:lnTo>
                    <a:pt x="3494048" y="1324243"/>
                  </a:lnTo>
                  <a:lnTo>
                    <a:pt x="3489918" y="1324243"/>
                  </a:lnTo>
                  <a:lnTo>
                    <a:pt x="3485788" y="1324243"/>
                  </a:lnTo>
                  <a:lnTo>
                    <a:pt x="3481658" y="1324243"/>
                  </a:lnTo>
                  <a:lnTo>
                    <a:pt x="3477528" y="1324243"/>
                  </a:lnTo>
                  <a:lnTo>
                    <a:pt x="3473398" y="1324243"/>
                  </a:lnTo>
                  <a:lnTo>
                    <a:pt x="3469268" y="1324243"/>
                  </a:lnTo>
                  <a:lnTo>
                    <a:pt x="3465138" y="1324243"/>
                  </a:lnTo>
                  <a:lnTo>
                    <a:pt x="3461008" y="1324243"/>
                  </a:lnTo>
                  <a:lnTo>
                    <a:pt x="3456878" y="1324243"/>
                  </a:lnTo>
                  <a:lnTo>
                    <a:pt x="3452747" y="1324243"/>
                  </a:lnTo>
                  <a:lnTo>
                    <a:pt x="3448617" y="1324243"/>
                  </a:lnTo>
                  <a:lnTo>
                    <a:pt x="3444487" y="1324243"/>
                  </a:lnTo>
                  <a:lnTo>
                    <a:pt x="3440357" y="1324243"/>
                  </a:lnTo>
                  <a:lnTo>
                    <a:pt x="3436227" y="1324243"/>
                  </a:lnTo>
                  <a:lnTo>
                    <a:pt x="3432097" y="1324243"/>
                  </a:lnTo>
                  <a:lnTo>
                    <a:pt x="3427967" y="1324243"/>
                  </a:lnTo>
                  <a:lnTo>
                    <a:pt x="3423837" y="1324243"/>
                  </a:lnTo>
                  <a:lnTo>
                    <a:pt x="3419707" y="1324243"/>
                  </a:lnTo>
                  <a:lnTo>
                    <a:pt x="3415577" y="1324243"/>
                  </a:lnTo>
                  <a:lnTo>
                    <a:pt x="3411447" y="1324243"/>
                  </a:lnTo>
                  <a:lnTo>
                    <a:pt x="3407317" y="1324243"/>
                  </a:lnTo>
                  <a:lnTo>
                    <a:pt x="3403186" y="1324243"/>
                  </a:lnTo>
                  <a:lnTo>
                    <a:pt x="3399056" y="1324243"/>
                  </a:lnTo>
                  <a:lnTo>
                    <a:pt x="3394926" y="1324243"/>
                  </a:lnTo>
                  <a:lnTo>
                    <a:pt x="3390796" y="1324243"/>
                  </a:lnTo>
                  <a:lnTo>
                    <a:pt x="3386666" y="1324243"/>
                  </a:lnTo>
                  <a:lnTo>
                    <a:pt x="3382536" y="1324243"/>
                  </a:lnTo>
                  <a:lnTo>
                    <a:pt x="3378406" y="1324243"/>
                  </a:lnTo>
                  <a:lnTo>
                    <a:pt x="3374276" y="1324243"/>
                  </a:lnTo>
                  <a:lnTo>
                    <a:pt x="3370146" y="1324243"/>
                  </a:lnTo>
                  <a:lnTo>
                    <a:pt x="3366016" y="1324243"/>
                  </a:lnTo>
                  <a:lnTo>
                    <a:pt x="3361886" y="1324243"/>
                  </a:lnTo>
                  <a:lnTo>
                    <a:pt x="3357756" y="1324243"/>
                  </a:lnTo>
                  <a:lnTo>
                    <a:pt x="3353626" y="1324243"/>
                  </a:lnTo>
                  <a:lnTo>
                    <a:pt x="3349495" y="1324243"/>
                  </a:lnTo>
                  <a:lnTo>
                    <a:pt x="3345365" y="1324243"/>
                  </a:lnTo>
                  <a:lnTo>
                    <a:pt x="3341235" y="1324243"/>
                  </a:lnTo>
                  <a:lnTo>
                    <a:pt x="3337105" y="1324243"/>
                  </a:lnTo>
                  <a:lnTo>
                    <a:pt x="3332975" y="1324243"/>
                  </a:lnTo>
                  <a:lnTo>
                    <a:pt x="3328845" y="1324243"/>
                  </a:lnTo>
                  <a:lnTo>
                    <a:pt x="3324715" y="1324243"/>
                  </a:lnTo>
                  <a:lnTo>
                    <a:pt x="3320585" y="1324243"/>
                  </a:lnTo>
                  <a:lnTo>
                    <a:pt x="3316455" y="1324243"/>
                  </a:lnTo>
                  <a:lnTo>
                    <a:pt x="3312325" y="1324243"/>
                  </a:lnTo>
                  <a:lnTo>
                    <a:pt x="3308195" y="1324243"/>
                  </a:lnTo>
                  <a:lnTo>
                    <a:pt x="3304065" y="1324243"/>
                  </a:lnTo>
                  <a:lnTo>
                    <a:pt x="3299934" y="1324243"/>
                  </a:lnTo>
                  <a:lnTo>
                    <a:pt x="3295804" y="1324243"/>
                  </a:lnTo>
                  <a:lnTo>
                    <a:pt x="3291674" y="1324243"/>
                  </a:lnTo>
                  <a:lnTo>
                    <a:pt x="3287544" y="1324243"/>
                  </a:lnTo>
                  <a:lnTo>
                    <a:pt x="3283414" y="1324243"/>
                  </a:lnTo>
                  <a:lnTo>
                    <a:pt x="3279284" y="1324243"/>
                  </a:lnTo>
                  <a:lnTo>
                    <a:pt x="3275154" y="1324243"/>
                  </a:lnTo>
                  <a:lnTo>
                    <a:pt x="3271024" y="1324243"/>
                  </a:lnTo>
                  <a:lnTo>
                    <a:pt x="3266894" y="1324243"/>
                  </a:lnTo>
                  <a:lnTo>
                    <a:pt x="3262764" y="1324243"/>
                  </a:lnTo>
                  <a:lnTo>
                    <a:pt x="3258634" y="1324243"/>
                  </a:lnTo>
                  <a:lnTo>
                    <a:pt x="3254504" y="1324243"/>
                  </a:lnTo>
                  <a:lnTo>
                    <a:pt x="3250373" y="1324243"/>
                  </a:lnTo>
                  <a:lnTo>
                    <a:pt x="3246243" y="1324243"/>
                  </a:lnTo>
                  <a:lnTo>
                    <a:pt x="3242113" y="1324243"/>
                  </a:lnTo>
                  <a:lnTo>
                    <a:pt x="3237983" y="1324243"/>
                  </a:lnTo>
                  <a:lnTo>
                    <a:pt x="3233853" y="1324243"/>
                  </a:lnTo>
                  <a:lnTo>
                    <a:pt x="3229723" y="1324243"/>
                  </a:lnTo>
                  <a:lnTo>
                    <a:pt x="3225593" y="1324243"/>
                  </a:lnTo>
                  <a:lnTo>
                    <a:pt x="3221463" y="1324243"/>
                  </a:lnTo>
                  <a:lnTo>
                    <a:pt x="3217333" y="1324243"/>
                  </a:lnTo>
                  <a:lnTo>
                    <a:pt x="3213203" y="1324243"/>
                  </a:lnTo>
                  <a:lnTo>
                    <a:pt x="3209073" y="1324243"/>
                  </a:lnTo>
                  <a:lnTo>
                    <a:pt x="3204943" y="1324243"/>
                  </a:lnTo>
                  <a:lnTo>
                    <a:pt x="3200813" y="1324243"/>
                  </a:lnTo>
                  <a:lnTo>
                    <a:pt x="3196682" y="1324243"/>
                  </a:lnTo>
                  <a:lnTo>
                    <a:pt x="3192552" y="1324243"/>
                  </a:lnTo>
                  <a:lnTo>
                    <a:pt x="3188422" y="1324243"/>
                  </a:lnTo>
                  <a:lnTo>
                    <a:pt x="3184292" y="1324243"/>
                  </a:lnTo>
                  <a:lnTo>
                    <a:pt x="3180162" y="1324243"/>
                  </a:lnTo>
                  <a:lnTo>
                    <a:pt x="3176032" y="1324243"/>
                  </a:lnTo>
                  <a:lnTo>
                    <a:pt x="3171902" y="1324243"/>
                  </a:lnTo>
                  <a:lnTo>
                    <a:pt x="3167772" y="1324243"/>
                  </a:lnTo>
                  <a:lnTo>
                    <a:pt x="3163642" y="1324243"/>
                  </a:lnTo>
                  <a:lnTo>
                    <a:pt x="3159512" y="1324243"/>
                  </a:lnTo>
                  <a:lnTo>
                    <a:pt x="3155382" y="1324243"/>
                  </a:lnTo>
                  <a:lnTo>
                    <a:pt x="3151252" y="1324243"/>
                  </a:lnTo>
                  <a:lnTo>
                    <a:pt x="3147121" y="1324243"/>
                  </a:lnTo>
                  <a:lnTo>
                    <a:pt x="3142991" y="1324243"/>
                  </a:lnTo>
                  <a:lnTo>
                    <a:pt x="3138861" y="1324243"/>
                  </a:lnTo>
                  <a:lnTo>
                    <a:pt x="3134731" y="1324243"/>
                  </a:lnTo>
                  <a:lnTo>
                    <a:pt x="3130601" y="1324243"/>
                  </a:lnTo>
                  <a:lnTo>
                    <a:pt x="3126471" y="1324243"/>
                  </a:lnTo>
                  <a:lnTo>
                    <a:pt x="3122341" y="1324243"/>
                  </a:lnTo>
                  <a:lnTo>
                    <a:pt x="3118211" y="1324243"/>
                  </a:lnTo>
                  <a:lnTo>
                    <a:pt x="3114081" y="1324243"/>
                  </a:lnTo>
                  <a:lnTo>
                    <a:pt x="3109951" y="1324243"/>
                  </a:lnTo>
                  <a:lnTo>
                    <a:pt x="3105821" y="1324243"/>
                  </a:lnTo>
                  <a:lnTo>
                    <a:pt x="3101691" y="1324243"/>
                  </a:lnTo>
                  <a:lnTo>
                    <a:pt x="3097560" y="1324243"/>
                  </a:lnTo>
                  <a:lnTo>
                    <a:pt x="3093430" y="1324243"/>
                  </a:lnTo>
                  <a:lnTo>
                    <a:pt x="3089300" y="1324243"/>
                  </a:lnTo>
                  <a:lnTo>
                    <a:pt x="3085170" y="1324243"/>
                  </a:lnTo>
                  <a:lnTo>
                    <a:pt x="3081040" y="1324243"/>
                  </a:lnTo>
                  <a:lnTo>
                    <a:pt x="3076910" y="1324243"/>
                  </a:lnTo>
                  <a:lnTo>
                    <a:pt x="3072780" y="1324243"/>
                  </a:lnTo>
                  <a:lnTo>
                    <a:pt x="3068650" y="1324243"/>
                  </a:lnTo>
                  <a:lnTo>
                    <a:pt x="3064520" y="1324243"/>
                  </a:lnTo>
                  <a:lnTo>
                    <a:pt x="3060390" y="1324243"/>
                  </a:lnTo>
                  <a:lnTo>
                    <a:pt x="3056260" y="1324243"/>
                  </a:lnTo>
                  <a:lnTo>
                    <a:pt x="3052130" y="1324243"/>
                  </a:lnTo>
                  <a:lnTo>
                    <a:pt x="3047999" y="1324243"/>
                  </a:lnTo>
                  <a:lnTo>
                    <a:pt x="3043869" y="1324243"/>
                  </a:lnTo>
                  <a:lnTo>
                    <a:pt x="3039739" y="1324243"/>
                  </a:lnTo>
                  <a:lnTo>
                    <a:pt x="3035609" y="1324243"/>
                  </a:lnTo>
                  <a:lnTo>
                    <a:pt x="3031479" y="1324243"/>
                  </a:lnTo>
                  <a:lnTo>
                    <a:pt x="3027349" y="1324243"/>
                  </a:lnTo>
                  <a:lnTo>
                    <a:pt x="3023219" y="1324243"/>
                  </a:lnTo>
                  <a:lnTo>
                    <a:pt x="3019089" y="1324243"/>
                  </a:lnTo>
                  <a:lnTo>
                    <a:pt x="3014959" y="1324243"/>
                  </a:lnTo>
                  <a:lnTo>
                    <a:pt x="3010829" y="1324243"/>
                  </a:lnTo>
                  <a:lnTo>
                    <a:pt x="3006699" y="1324243"/>
                  </a:lnTo>
                  <a:lnTo>
                    <a:pt x="3002569" y="1324243"/>
                  </a:lnTo>
                  <a:lnTo>
                    <a:pt x="2998439" y="1324243"/>
                  </a:lnTo>
                  <a:lnTo>
                    <a:pt x="2994308" y="1324243"/>
                  </a:lnTo>
                  <a:lnTo>
                    <a:pt x="2990178" y="1324243"/>
                  </a:lnTo>
                  <a:lnTo>
                    <a:pt x="2986048" y="1324243"/>
                  </a:lnTo>
                  <a:lnTo>
                    <a:pt x="2981918" y="1324243"/>
                  </a:lnTo>
                  <a:lnTo>
                    <a:pt x="2977788" y="1324243"/>
                  </a:lnTo>
                  <a:lnTo>
                    <a:pt x="2973658" y="1324243"/>
                  </a:lnTo>
                  <a:lnTo>
                    <a:pt x="2969528" y="1324243"/>
                  </a:lnTo>
                  <a:lnTo>
                    <a:pt x="2965398" y="1324243"/>
                  </a:lnTo>
                  <a:lnTo>
                    <a:pt x="2961268" y="1324243"/>
                  </a:lnTo>
                  <a:lnTo>
                    <a:pt x="2957138" y="1324243"/>
                  </a:lnTo>
                  <a:lnTo>
                    <a:pt x="2953008" y="1324243"/>
                  </a:lnTo>
                  <a:lnTo>
                    <a:pt x="2948878" y="1324243"/>
                  </a:lnTo>
                  <a:lnTo>
                    <a:pt x="2944747" y="1324243"/>
                  </a:lnTo>
                  <a:lnTo>
                    <a:pt x="2940617" y="1324243"/>
                  </a:lnTo>
                  <a:lnTo>
                    <a:pt x="2936487" y="1324243"/>
                  </a:lnTo>
                  <a:lnTo>
                    <a:pt x="2932357" y="1324243"/>
                  </a:lnTo>
                  <a:lnTo>
                    <a:pt x="2928227" y="1324243"/>
                  </a:lnTo>
                  <a:lnTo>
                    <a:pt x="2924097" y="1324243"/>
                  </a:lnTo>
                  <a:lnTo>
                    <a:pt x="2919967" y="1324243"/>
                  </a:lnTo>
                  <a:lnTo>
                    <a:pt x="2915837" y="1324243"/>
                  </a:lnTo>
                  <a:lnTo>
                    <a:pt x="2911707" y="1324243"/>
                  </a:lnTo>
                  <a:lnTo>
                    <a:pt x="2907577" y="1324243"/>
                  </a:lnTo>
                  <a:lnTo>
                    <a:pt x="2903447" y="1324243"/>
                  </a:lnTo>
                  <a:lnTo>
                    <a:pt x="2899317" y="1324243"/>
                  </a:lnTo>
                  <a:lnTo>
                    <a:pt x="2895186" y="1324243"/>
                  </a:lnTo>
                  <a:lnTo>
                    <a:pt x="2891056" y="1324243"/>
                  </a:lnTo>
                  <a:lnTo>
                    <a:pt x="2886926" y="1324243"/>
                  </a:lnTo>
                  <a:lnTo>
                    <a:pt x="2882796" y="1324243"/>
                  </a:lnTo>
                  <a:lnTo>
                    <a:pt x="2878666" y="1324243"/>
                  </a:lnTo>
                  <a:lnTo>
                    <a:pt x="2874536" y="1324243"/>
                  </a:lnTo>
                  <a:lnTo>
                    <a:pt x="2870406" y="1324243"/>
                  </a:lnTo>
                  <a:lnTo>
                    <a:pt x="2866276" y="1324243"/>
                  </a:lnTo>
                  <a:lnTo>
                    <a:pt x="2862146" y="1324243"/>
                  </a:lnTo>
                  <a:lnTo>
                    <a:pt x="2858016" y="1324243"/>
                  </a:lnTo>
                  <a:lnTo>
                    <a:pt x="2853886" y="1324243"/>
                  </a:lnTo>
                  <a:lnTo>
                    <a:pt x="2849756" y="1324243"/>
                  </a:lnTo>
                  <a:lnTo>
                    <a:pt x="2845626" y="1324243"/>
                  </a:lnTo>
                  <a:lnTo>
                    <a:pt x="2841495" y="1324243"/>
                  </a:lnTo>
                  <a:lnTo>
                    <a:pt x="2837365" y="1324243"/>
                  </a:lnTo>
                  <a:lnTo>
                    <a:pt x="2833235" y="1324243"/>
                  </a:lnTo>
                  <a:lnTo>
                    <a:pt x="2829105" y="1324243"/>
                  </a:lnTo>
                  <a:lnTo>
                    <a:pt x="2824975" y="1324243"/>
                  </a:lnTo>
                  <a:lnTo>
                    <a:pt x="2820845" y="1324243"/>
                  </a:lnTo>
                  <a:lnTo>
                    <a:pt x="2816715" y="1324243"/>
                  </a:lnTo>
                  <a:lnTo>
                    <a:pt x="2812585" y="1324243"/>
                  </a:lnTo>
                  <a:lnTo>
                    <a:pt x="2808455" y="1324243"/>
                  </a:lnTo>
                  <a:lnTo>
                    <a:pt x="2804325" y="1324243"/>
                  </a:lnTo>
                  <a:lnTo>
                    <a:pt x="2800195" y="1324243"/>
                  </a:lnTo>
                  <a:lnTo>
                    <a:pt x="2796065" y="1324243"/>
                  </a:lnTo>
                  <a:lnTo>
                    <a:pt x="2791934" y="1324243"/>
                  </a:lnTo>
                  <a:lnTo>
                    <a:pt x="2787804" y="1324243"/>
                  </a:lnTo>
                  <a:lnTo>
                    <a:pt x="2783674" y="1324243"/>
                  </a:lnTo>
                  <a:lnTo>
                    <a:pt x="2779544" y="1324243"/>
                  </a:lnTo>
                  <a:lnTo>
                    <a:pt x="2775414" y="1324243"/>
                  </a:lnTo>
                  <a:lnTo>
                    <a:pt x="2771284" y="1324243"/>
                  </a:lnTo>
                  <a:lnTo>
                    <a:pt x="2767154" y="1324243"/>
                  </a:lnTo>
                  <a:lnTo>
                    <a:pt x="2763024" y="1324243"/>
                  </a:lnTo>
                  <a:lnTo>
                    <a:pt x="2758894" y="1324243"/>
                  </a:lnTo>
                  <a:lnTo>
                    <a:pt x="2754764" y="1324243"/>
                  </a:lnTo>
                  <a:lnTo>
                    <a:pt x="2750634" y="1324243"/>
                  </a:lnTo>
                  <a:lnTo>
                    <a:pt x="2746504" y="1324243"/>
                  </a:lnTo>
                  <a:lnTo>
                    <a:pt x="2742373" y="1324243"/>
                  </a:lnTo>
                  <a:lnTo>
                    <a:pt x="2738243" y="1324243"/>
                  </a:lnTo>
                  <a:lnTo>
                    <a:pt x="2734113" y="1324243"/>
                  </a:lnTo>
                  <a:lnTo>
                    <a:pt x="2729983" y="1324243"/>
                  </a:lnTo>
                  <a:lnTo>
                    <a:pt x="2725853" y="1324243"/>
                  </a:lnTo>
                  <a:lnTo>
                    <a:pt x="2721723" y="1324243"/>
                  </a:lnTo>
                  <a:lnTo>
                    <a:pt x="2717593" y="1324243"/>
                  </a:lnTo>
                  <a:lnTo>
                    <a:pt x="2713463" y="1324243"/>
                  </a:lnTo>
                  <a:lnTo>
                    <a:pt x="2709333" y="1324243"/>
                  </a:lnTo>
                  <a:lnTo>
                    <a:pt x="2705203" y="1324243"/>
                  </a:lnTo>
                  <a:lnTo>
                    <a:pt x="2701073" y="1324243"/>
                  </a:lnTo>
                  <a:lnTo>
                    <a:pt x="2696943" y="1324243"/>
                  </a:lnTo>
                  <a:lnTo>
                    <a:pt x="2692813" y="1324243"/>
                  </a:lnTo>
                  <a:lnTo>
                    <a:pt x="2688682" y="1324243"/>
                  </a:lnTo>
                  <a:lnTo>
                    <a:pt x="2684552" y="1324243"/>
                  </a:lnTo>
                  <a:lnTo>
                    <a:pt x="2680422" y="1324243"/>
                  </a:lnTo>
                  <a:lnTo>
                    <a:pt x="2676292" y="1324243"/>
                  </a:lnTo>
                  <a:lnTo>
                    <a:pt x="2672162" y="1324243"/>
                  </a:lnTo>
                  <a:lnTo>
                    <a:pt x="2668032" y="1324243"/>
                  </a:lnTo>
                  <a:lnTo>
                    <a:pt x="2663902" y="1324243"/>
                  </a:lnTo>
                  <a:lnTo>
                    <a:pt x="2659772" y="1324243"/>
                  </a:lnTo>
                  <a:lnTo>
                    <a:pt x="2655642" y="1324243"/>
                  </a:lnTo>
                  <a:lnTo>
                    <a:pt x="2651512" y="1324243"/>
                  </a:lnTo>
                  <a:lnTo>
                    <a:pt x="2647382" y="1324243"/>
                  </a:lnTo>
                  <a:lnTo>
                    <a:pt x="2643252" y="1324243"/>
                  </a:lnTo>
                  <a:lnTo>
                    <a:pt x="2639121" y="1324243"/>
                  </a:lnTo>
                  <a:lnTo>
                    <a:pt x="2634991" y="1324243"/>
                  </a:lnTo>
                  <a:lnTo>
                    <a:pt x="2630861" y="1324243"/>
                  </a:lnTo>
                  <a:lnTo>
                    <a:pt x="2626731" y="1324243"/>
                  </a:lnTo>
                  <a:lnTo>
                    <a:pt x="2622601" y="1324243"/>
                  </a:lnTo>
                  <a:lnTo>
                    <a:pt x="2618471" y="1324243"/>
                  </a:lnTo>
                  <a:lnTo>
                    <a:pt x="2614341" y="1324243"/>
                  </a:lnTo>
                  <a:lnTo>
                    <a:pt x="2610211" y="1324243"/>
                  </a:lnTo>
                  <a:lnTo>
                    <a:pt x="2606081" y="1324243"/>
                  </a:lnTo>
                  <a:lnTo>
                    <a:pt x="2601951" y="1324243"/>
                  </a:lnTo>
                  <a:lnTo>
                    <a:pt x="2597821" y="1324243"/>
                  </a:lnTo>
                  <a:lnTo>
                    <a:pt x="2593691" y="1324243"/>
                  </a:lnTo>
                  <a:lnTo>
                    <a:pt x="2589560" y="1324243"/>
                  </a:lnTo>
                  <a:lnTo>
                    <a:pt x="2585430" y="1324243"/>
                  </a:lnTo>
                  <a:lnTo>
                    <a:pt x="2581300" y="1324243"/>
                  </a:lnTo>
                  <a:lnTo>
                    <a:pt x="2577170" y="1324243"/>
                  </a:lnTo>
                  <a:lnTo>
                    <a:pt x="2573040" y="1324243"/>
                  </a:lnTo>
                  <a:lnTo>
                    <a:pt x="2568910" y="1324243"/>
                  </a:lnTo>
                  <a:lnTo>
                    <a:pt x="2564780" y="1324243"/>
                  </a:lnTo>
                  <a:lnTo>
                    <a:pt x="2560650" y="1324243"/>
                  </a:lnTo>
                  <a:lnTo>
                    <a:pt x="2556520" y="1324243"/>
                  </a:lnTo>
                  <a:lnTo>
                    <a:pt x="2552390" y="1324243"/>
                  </a:lnTo>
                  <a:lnTo>
                    <a:pt x="2548260" y="1324243"/>
                  </a:lnTo>
                  <a:lnTo>
                    <a:pt x="2544130" y="1324243"/>
                  </a:lnTo>
                  <a:lnTo>
                    <a:pt x="2539999" y="1324243"/>
                  </a:lnTo>
                  <a:lnTo>
                    <a:pt x="2535869" y="1324243"/>
                  </a:lnTo>
                  <a:lnTo>
                    <a:pt x="2531739" y="1324243"/>
                  </a:lnTo>
                  <a:lnTo>
                    <a:pt x="2527609" y="1324243"/>
                  </a:lnTo>
                  <a:lnTo>
                    <a:pt x="2523479" y="1324243"/>
                  </a:lnTo>
                  <a:lnTo>
                    <a:pt x="2519349" y="1324243"/>
                  </a:lnTo>
                  <a:lnTo>
                    <a:pt x="2515219" y="1324243"/>
                  </a:lnTo>
                  <a:lnTo>
                    <a:pt x="2511089" y="1324243"/>
                  </a:lnTo>
                  <a:lnTo>
                    <a:pt x="2506959" y="1324243"/>
                  </a:lnTo>
                  <a:lnTo>
                    <a:pt x="2502829" y="1324243"/>
                  </a:lnTo>
                  <a:lnTo>
                    <a:pt x="2498699" y="1324243"/>
                  </a:lnTo>
                  <a:lnTo>
                    <a:pt x="2494569" y="1324243"/>
                  </a:lnTo>
                  <a:lnTo>
                    <a:pt x="2490439" y="1324243"/>
                  </a:lnTo>
                  <a:lnTo>
                    <a:pt x="2486308" y="1324243"/>
                  </a:lnTo>
                  <a:lnTo>
                    <a:pt x="2482178" y="1324243"/>
                  </a:lnTo>
                  <a:lnTo>
                    <a:pt x="2478048" y="1324243"/>
                  </a:lnTo>
                  <a:lnTo>
                    <a:pt x="2473918" y="1324243"/>
                  </a:lnTo>
                  <a:lnTo>
                    <a:pt x="2469788" y="1324243"/>
                  </a:lnTo>
                  <a:lnTo>
                    <a:pt x="2465658" y="1324243"/>
                  </a:lnTo>
                  <a:lnTo>
                    <a:pt x="2461528" y="1324243"/>
                  </a:lnTo>
                  <a:lnTo>
                    <a:pt x="2457398" y="1324243"/>
                  </a:lnTo>
                  <a:lnTo>
                    <a:pt x="2453268" y="1324243"/>
                  </a:lnTo>
                  <a:lnTo>
                    <a:pt x="2449138" y="1324243"/>
                  </a:lnTo>
                  <a:lnTo>
                    <a:pt x="2445008" y="1324243"/>
                  </a:lnTo>
                  <a:lnTo>
                    <a:pt x="2440878" y="1324243"/>
                  </a:lnTo>
                  <a:lnTo>
                    <a:pt x="2436747" y="1324243"/>
                  </a:lnTo>
                  <a:lnTo>
                    <a:pt x="2432617" y="1324243"/>
                  </a:lnTo>
                  <a:lnTo>
                    <a:pt x="2428487" y="1324243"/>
                  </a:lnTo>
                  <a:lnTo>
                    <a:pt x="2424357" y="1324243"/>
                  </a:lnTo>
                  <a:lnTo>
                    <a:pt x="2420227" y="1324243"/>
                  </a:lnTo>
                  <a:lnTo>
                    <a:pt x="2416097" y="1324243"/>
                  </a:lnTo>
                  <a:lnTo>
                    <a:pt x="2411967" y="1324243"/>
                  </a:lnTo>
                  <a:lnTo>
                    <a:pt x="2407837" y="1324243"/>
                  </a:lnTo>
                  <a:lnTo>
                    <a:pt x="2403707" y="1324243"/>
                  </a:lnTo>
                  <a:lnTo>
                    <a:pt x="2399577" y="1324243"/>
                  </a:lnTo>
                  <a:lnTo>
                    <a:pt x="2395447" y="1324243"/>
                  </a:lnTo>
                  <a:lnTo>
                    <a:pt x="2391317" y="1324243"/>
                  </a:lnTo>
                  <a:lnTo>
                    <a:pt x="2387186" y="1324243"/>
                  </a:lnTo>
                  <a:lnTo>
                    <a:pt x="2383056" y="1324243"/>
                  </a:lnTo>
                  <a:lnTo>
                    <a:pt x="2378926" y="1324243"/>
                  </a:lnTo>
                  <a:lnTo>
                    <a:pt x="2374796" y="1324243"/>
                  </a:lnTo>
                  <a:lnTo>
                    <a:pt x="2370666" y="1324243"/>
                  </a:lnTo>
                  <a:lnTo>
                    <a:pt x="2366536" y="1324243"/>
                  </a:lnTo>
                  <a:lnTo>
                    <a:pt x="2362406" y="1324243"/>
                  </a:lnTo>
                  <a:lnTo>
                    <a:pt x="2358276" y="1324243"/>
                  </a:lnTo>
                  <a:lnTo>
                    <a:pt x="2354146" y="1324243"/>
                  </a:lnTo>
                  <a:lnTo>
                    <a:pt x="2350016" y="1324243"/>
                  </a:lnTo>
                  <a:lnTo>
                    <a:pt x="2345886" y="1324243"/>
                  </a:lnTo>
                  <a:lnTo>
                    <a:pt x="2341756" y="1324243"/>
                  </a:lnTo>
                  <a:lnTo>
                    <a:pt x="2337626" y="1324243"/>
                  </a:lnTo>
                  <a:lnTo>
                    <a:pt x="2333495" y="1324243"/>
                  </a:lnTo>
                  <a:lnTo>
                    <a:pt x="2329365" y="1324243"/>
                  </a:lnTo>
                  <a:lnTo>
                    <a:pt x="2325235" y="1324243"/>
                  </a:lnTo>
                  <a:lnTo>
                    <a:pt x="2321105" y="1324243"/>
                  </a:lnTo>
                  <a:lnTo>
                    <a:pt x="2316975" y="1324243"/>
                  </a:lnTo>
                  <a:lnTo>
                    <a:pt x="2312845" y="1324243"/>
                  </a:lnTo>
                  <a:lnTo>
                    <a:pt x="2308715" y="1324243"/>
                  </a:lnTo>
                  <a:lnTo>
                    <a:pt x="2304585" y="1324243"/>
                  </a:lnTo>
                  <a:lnTo>
                    <a:pt x="2300455" y="1324243"/>
                  </a:lnTo>
                  <a:lnTo>
                    <a:pt x="2296325" y="1324243"/>
                  </a:lnTo>
                  <a:lnTo>
                    <a:pt x="2292195" y="1324243"/>
                  </a:lnTo>
                  <a:lnTo>
                    <a:pt x="2288065" y="1324243"/>
                  </a:lnTo>
                  <a:lnTo>
                    <a:pt x="2283934" y="1324243"/>
                  </a:lnTo>
                  <a:lnTo>
                    <a:pt x="2279804" y="1324243"/>
                  </a:lnTo>
                  <a:lnTo>
                    <a:pt x="2275674" y="1324243"/>
                  </a:lnTo>
                  <a:lnTo>
                    <a:pt x="2271544" y="1324243"/>
                  </a:lnTo>
                  <a:lnTo>
                    <a:pt x="2267414" y="1324243"/>
                  </a:lnTo>
                  <a:lnTo>
                    <a:pt x="2263284" y="1324243"/>
                  </a:lnTo>
                  <a:lnTo>
                    <a:pt x="2259154" y="1324243"/>
                  </a:lnTo>
                  <a:lnTo>
                    <a:pt x="2255024" y="1324243"/>
                  </a:lnTo>
                  <a:lnTo>
                    <a:pt x="2250894" y="1324243"/>
                  </a:lnTo>
                  <a:lnTo>
                    <a:pt x="2246764" y="1324243"/>
                  </a:lnTo>
                  <a:lnTo>
                    <a:pt x="2242634" y="1324243"/>
                  </a:lnTo>
                  <a:lnTo>
                    <a:pt x="2238504" y="1324243"/>
                  </a:lnTo>
                  <a:lnTo>
                    <a:pt x="2234373" y="1324243"/>
                  </a:lnTo>
                  <a:lnTo>
                    <a:pt x="2230243" y="1324243"/>
                  </a:lnTo>
                  <a:lnTo>
                    <a:pt x="2226113" y="1324243"/>
                  </a:lnTo>
                  <a:lnTo>
                    <a:pt x="2221983" y="1324243"/>
                  </a:lnTo>
                  <a:lnTo>
                    <a:pt x="2217853" y="1324243"/>
                  </a:lnTo>
                  <a:lnTo>
                    <a:pt x="2213723" y="1324243"/>
                  </a:lnTo>
                  <a:lnTo>
                    <a:pt x="2209593" y="1324243"/>
                  </a:lnTo>
                  <a:lnTo>
                    <a:pt x="2205463" y="1324243"/>
                  </a:lnTo>
                  <a:lnTo>
                    <a:pt x="2201333" y="1324243"/>
                  </a:lnTo>
                  <a:lnTo>
                    <a:pt x="2197203" y="1324243"/>
                  </a:lnTo>
                  <a:lnTo>
                    <a:pt x="2193073" y="1324243"/>
                  </a:lnTo>
                  <a:lnTo>
                    <a:pt x="2188943" y="1324243"/>
                  </a:lnTo>
                  <a:lnTo>
                    <a:pt x="2184813" y="1324243"/>
                  </a:lnTo>
                  <a:lnTo>
                    <a:pt x="2180682" y="1324243"/>
                  </a:lnTo>
                  <a:lnTo>
                    <a:pt x="2176552" y="1324243"/>
                  </a:lnTo>
                  <a:lnTo>
                    <a:pt x="2172422" y="1324243"/>
                  </a:lnTo>
                  <a:lnTo>
                    <a:pt x="2168292" y="1324243"/>
                  </a:lnTo>
                  <a:lnTo>
                    <a:pt x="2164162" y="1324243"/>
                  </a:lnTo>
                  <a:lnTo>
                    <a:pt x="2160032" y="1324243"/>
                  </a:lnTo>
                  <a:lnTo>
                    <a:pt x="2155902" y="1324243"/>
                  </a:lnTo>
                  <a:lnTo>
                    <a:pt x="2151772" y="1324243"/>
                  </a:lnTo>
                  <a:lnTo>
                    <a:pt x="2147642" y="1324243"/>
                  </a:lnTo>
                  <a:lnTo>
                    <a:pt x="2143512" y="1324243"/>
                  </a:lnTo>
                  <a:lnTo>
                    <a:pt x="2139382" y="1324243"/>
                  </a:lnTo>
                  <a:lnTo>
                    <a:pt x="2135252" y="1324243"/>
                  </a:lnTo>
                  <a:lnTo>
                    <a:pt x="2131121" y="1324243"/>
                  </a:lnTo>
                  <a:lnTo>
                    <a:pt x="2126991" y="1324243"/>
                  </a:lnTo>
                  <a:lnTo>
                    <a:pt x="2122861" y="1324243"/>
                  </a:lnTo>
                  <a:lnTo>
                    <a:pt x="2118731" y="1324243"/>
                  </a:lnTo>
                  <a:lnTo>
                    <a:pt x="2114601" y="1324243"/>
                  </a:lnTo>
                  <a:lnTo>
                    <a:pt x="2110471" y="1324243"/>
                  </a:lnTo>
                  <a:lnTo>
                    <a:pt x="2106341" y="1324243"/>
                  </a:lnTo>
                  <a:lnTo>
                    <a:pt x="2102211" y="1324243"/>
                  </a:lnTo>
                  <a:lnTo>
                    <a:pt x="2098081" y="1324243"/>
                  </a:lnTo>
                  <a:lnTo>
                    <a:pt x="2093951" y="1324243"/>
                  </a:lnTo>
                  <a:lnTo>
                    <a:pt x="2089821" y="1324243"/>
                  </a:lnTo>
                  <a:lnTo>
                    <a:pt x="2085691" y="1324243"/>
                  </a:lnTo>
                  <a:lnTo>
                    <a:pt x="2081560" y="1324243"/>
                  </a:lnTo>
                  <a:lnTo>
                    <a:pt x="2077430" y="1324243"/>
                  </a:lnTo>
                  <a:lnTo>
                    <a:pt x="2073300" y="1324243"/>
                  </a:lnTo>
                  <a:lnTo>
                    <a:pt x="2069170" y="1324243"/>
                  </a:lnTo>
                  <a:lnTo>
                    <a:pt x="2065040" y="1324243"/>
                  </a:lnTo>
                  <a:lnTo>
                    <a:pt x="2060910" y="1324243"/>
                  </a:lnTo>
                  <a:lnTo>
                    <a:pt x="2056780" y="1324243"/>
                  </a:lnTo>
                  <a:lnTo>
                    <a:pt x="2052650" y="1324243"/>
                  </a:lnTo>
                  <a:lnTo>
                    <a:pt x="2048520" y="1324243"/>
                  </a:lnTo>
                  <a:lnTo>
                    <a:pt x="2044390" y="1324243"/>
                  </a:lnTo>
                  <a:lnTo>
                    <a:pt x="2040260" y="1324243"/>
                  </a:lnTo>
                  <a:lnTo>
                    <a:pt x="2036130" y="1324243"/>
                  </a:lnTo>
                  <a:lnTo>
                    <a:pt x="2031999" y="1324243"/>
                  </a:lnTo>
                  <a:lnTo>
                    <a:pt x="2027869" y="1324243"/>
                  </a:lnTo>
                  <a:lnTo>
                    <a:pt x="2023739" y="1324243"/>
                  </a:lnTo>
                  <a:lnTo>
                    <a:pt x="2019609" y="1324243"/>
                  </a:lnTo>
                  <a:lnTo>
                    <a:pt x="2015479" y="1324243"/>
                  </a:lnTo>
                  <a:lnTo>
                    <a:pt x="2011349" y="1324243"/>
                  </a:lnTo>
                  <a:lnTo>
                    <a:pt x="2007219" y="1324243"/>
                  </a:lnTo>
                  <a:lnTo>
                    <a:pt x="2003089" y="1324243"/>
                  </a:lnTo>
                  <a:lnTo>
                    <a:pt x="1998959" y="1324243"/>
                  </a:lnTo>
                  <a:lnTo>
                    <a:pt x="1994829" y="1324243"/>
                  </a:lnTo>
                  <a:lnTo>
                    <a:pt x="1990699" y="1324243"/>
                  </a:lnTo>
                  <a:lnTo>
                    <a:pt x="1986569" y="1324243"/>
                  </a:lnTo>
                  <a:lnTo>
                    <a:pt x="1982439" y="1324243"/>
                  </a:lnTo>
                  <a:lnTo>
                    <a:pt x="1978308" y="1324243"/>
                  </a:lnTo>
                  <a:lnTo>
                    <a:pt x="1974178" y="1324243"/>
                  </a:lnTo>
                  <a:lnTo>
                    <a:pt x="1970048" y="1324243"/>
                  </a:lnTo>
                  <a:lnTo>
                    <a:pt x="1965918" y="1324243"/>
                  </a:lnTo>
                  <a:lnTo>
                    <a:pt x="1961788" y="1324243"/>
                  </a:lnTo>
                  <a:lnTo>
                    <a:pt x="1957658" y="1324243"/>
                  </a:lnTo>
                  <a:lnTo>
                    <a:pt x="1953528" y="1324243"/>
                  </a:lnTo>
                  <a:lnTo>
                    <a:pt x="1949398" y="1324243"/>
                  </a:lnTo>
                  <a:lnTo>
                    <a:pt x="1945268" y="1324243"/>
                  </a:lnTo>
                  <a:lnTo>
                    <a:pt x="1941138" y="1324243"/>
                  </a:lnTo>
                  <a:lnTo>
                    <a:pt x="1937008" y="1324243"/>
                  </a:lnTo>
                  <a:lnTo>
                    <a:pt x="1932878" y="1324243"/>
                  </a:lnTo>
                  <a:lnTo>
                    <a:pt x="1928747" y="1324243"/>
                  </a:lnTo>
                  <a:lnTo>
                    <a:pt x="1924617" y="1324243"/>
                  </a:lnTo>
                  <a:lnTo>
                    <a:pt x="1920487" y="1324243"/>
                  </a:lnTo>
                  <a:lnTo>
                    <a:pt x="1916357" y="1324243"/>
                  </a:lnTo>
                  <a:lnTo>
                    <a:pt x="1912227" y="1324243"/>
                  </a:lnTo>
                  <a:lnTo>
                    <a:pt x="1908097" y="1324243"/>
                  </a:lnTo>
                  <a:lnTo>
                    <a:pt x="1903967" y="1324243"/>
                  </a:lnTo>
                  <a:lnTo>
                    <a:pt x="1899837" y="1324243"/>
                  </a:lnTo>
                  <a:lnTo>
                    <a:pt x="1895707" y="1324243"/>
                  </a:lnTo>
                  <a:lnTo>
                    <a:pt x="1891577" y="1324243"/>
                  </a:lnTo>
                  <a:lnTo>
                    <a:pt x="1887447" y="1324243"/>
                  </a:lnTo>
                  <a:lnTo>
                    <a:pt x="1883317" y="1324243"/>
                  </a:lnTo>
                  <a:lnTo>
                    <a:pt x="1879186" y="1324243"/>
                  </a:lnTo>
                  <a:lnTo>
                    <a:pt x="1875056" y="1324243"/>
                  </a:lnTo>
                  <a:lnTo>
                    <a:pt x="1870926" y="1324243"/>
                  </a:lnTo>
                  <a:lnTo>
                    <a:pt x="1866796" y="1324243"/>
                  </a:lnTo>
                  <a:lnTo>
                    <a:pt x="1862666" y="1324243"/>
                  </a:lnTo>
                  <a:lnTo>
                    <a:pt x="1858536" y="1324243"/>
                  </a:lnTo>
                  <a:lnTo>
                    <a:pt x="1854406" y="1324243"/>
                  </a:lnTo>
                  <a:lnTo>
                    <a:pt x="1850276" y="1324243"/>
                  </a:lnTo>
                  <a:lnTo>
                    <a:pt x="1846146" y="1324243"/>
                  </a:lnTo>
                  <a:lnTo>
                    <a:pt x="1842016" y="1324243"/>
                  </a:lnTo>
                  <a:lnTo>
                    <a:pt x="1837886" y="1324243"/>
                  </a:lnTo>
                  <a:lnTo>
                    <a:pt x="1833756" y="1324243"/>
                  </a:lnTo>
                  <a:lnTo>
                    <a:pt x="1829626" y="1324243"/>
                  </a:lnTo>
                  <a:lnTo>
                    <a:pt x="1825495" y="1324243"/>
                  </a:lnTo>
                  <a:lnTo>
                    <a:pt x="1821365" y="1324243"/>
                  </a:lnTo>
                  <a:lnTo>
                    <a:pt x="1817235" y="1324243"/>
                  </a:lnTo>
                  <a:lnTo>
                    <a:pt x="1813105" y="1324243"/>
                  </a:lnTo>
                  <a:lnTo>
                    <a:pt x="1808975" y="1324243"/>
                  </a:lnTo>
                  <a:lnTo>
                    <a:pt x="1804845" y="1324243"/>
                  </a:lnTo>
                  <a:lnTo>
                    <a:pt x="1800715" y="1324243"/>
                  </a:lnTo>
                  <a:lnTo>
                    <a:pt x="1796585" y="1324243"/>
                  </a:lnTo>
                  <a:lnTo>
                    <a:pt x="1792455" y="1324243"/>
                  </a:lnTo>
                  <a:lnTo>
                    <a:pt x="1788325" y="1324243"/>
                  </a:lnTo>
                  <a:lnTo>
                    <a:pt x="1784195" y="1324243"/>
                  </a:lnTo>
                  <a:lnTo>
                    <a:pt x="1780065" y="1324243"/>
                  </a:lnTo>
                  <a:lnTo>
                    <a:pt x="1775934" y="1324243"/>
                  </a:lnTo>
                  <a:lnTo>
                    <a:pt x="1771804" y="1324243"/>
                  </a:lnTo>
                  <a:lnTo>
                    <a:pt x="1767674" y="1324243"/>
                  </a:lnTo>
                  <a:lnTo>
                    <a:pt x="1763544" y="1324243"/>
                  </a:lnTo>
                  <a:lnTo>
                    <a:pt x="1759414" y="1324243"/>
                  </a:lnTo>
                  <a:lnTo>
                    <a:pt x="1755284" y="1324243"/>
                  </a:lnTo>
                  <a:lnTo>
                    <a:pt x="1751154" y="1324243"/>
                  </a:lnTo>
                  <a:lnTo>
                    <a:pt x="1747024" y="1324243"/>
                  </a:lnTo>
                  <a:lnTo>
                    <a:pt x="1742894" y="1324243"/>
                  </a:lnTo>
                  <a:lnTo>
                    <a:pt x="1738764" y="1324243"/>
                  </a:lnTo>
                  <a:lnTo>
                    <a:pt x="1734634" y="1324243"/>
                  </a:lnTo>
                  <a:lnTo>
                    <a:pt x="1730504" y="1324243"/>
                  </a:lnTo>
                  <a:lnTo>
                    <a:pt x="1726373" y="1324243"/>
                  </a:lnTo>
                  <a:lnTo>
                    <a:pt x="1722243" y="1324243"/>
                  </a:lnTo>
                  <a:lnTo>
                    <a:pt x="1718113" y="1324243"/>
                  </a:lnTo>
                  <a:lnTo>
                    <a:pt x="1713983" y="1324243"/>
                  </a:lnTo>
                  <a:lnTo>
                    <a:pt x="1709853" y="1324243"/>
                  </a:lnTo>
                  <a:lnTo>
                    <a:pt x="1705723" y="1324243"/>
                  </a:lnTo>
                  <a:lnTo>
                    <a:pt x="1701593" y="1324243"/>
                  </a:lnTo>
                  <a:lnTo>
                    <a:pt x="1697463" y="1324243"/>
                  </a:lnTo>
                  <a:lnTo>
                    <a:pt x="1693333" y="1324243"/>
                  </a:lnTo>
                  <a:lnTo>
                    <a:pt x="1689203" y="1324243"/>
                  </a:lnTo>
                  <a:lnTo>
                    <a:pt x="1685073" y="1324243"/>
                  </a:lnTo>
                  <a:lnTo>
                    <a:pt x="1680943" y="1324243"/>
                  </a:lnTo>
                  <a:lnTo>
                    <a:pt x="1676813" y="1324243"/>
                  </a:lnTo>
                  <a:lnTo>
                    <a:pt x="1672682" y="1324243"/>
                  </a:lnTo>
                  <a:lnTo>
                    <a:pt x="1668552" y="1324243"/>
                  </a:lnTo>
                  <a:lnTo>
                    <a:pt x="1664422" y="1324243"/>
                  </a:lnTo>
                  <a:lnTo>
                    <a:pt x="1660292" y="1324243"/>
                  </a:lnTo>
                  <a:lnTo>
                    <a:pt x="1656162" y="1324243"/>
                  </a:lnTo>
                  <a:lnTo>
                    <a:pt x="1652032" y="1324243"/>
                  </a:lnTo>
                  <a:lnTo>
                    <a:pt x="1647902" y="1324243"/>
                  </a:lnTo>
                  <a:lnTo>
                    <a:pt x="1643772" y="1324243"/>
                  </a:lnTo>
                  <a:lnTo>
                    <a:pt x="1639642" y="1324243"/>
                  </a:lnTo>
                  <a:lnTo>
                    <a:pt x="1635512" y="1324243"/>
                  </a:lnTo>
                  <a:lnTo>
                    <a:pt x="1631382" y="1324243"/>
                  </a:lnTo>
                  <a:lnTo>
                    <a:pt x="1627252" y="1324243"/>
                  </a:lnTo>
                  <a:lnTo>
                    <a:pt x="1623121" y="1324243"/>
                  </a:lnTo>
                  <a:lnTo>
                    <a:pt x="1618991" y="1324243"/>
                  </a:lnTo>
                  <a:lnTo>
                    <a:pt x="1614861" y="1324243"/>
                  </a:lnTo>
                  <a:lnTo>
                    <a:pt x="1610731" y="1324243"/>
                  </a:lnTo>
                  <a:lnTo>
                    <a:pt x="1606601" y="1324243"/>
                  </a:lnTo>
                  <a:lnTo>
                    <a:pt x="1602471" y="1324243"/>
                  </a:lnTo>
                  <a:lnTo>
                    <a:pt x="1598341" y="1324243"/>
                  </a:lnTo>
                  <a:lnTo>
                    <a:pt x="1594211" y="1324243"/>
                  </a:lnTo>
                  <a:lnTo>
                    <a:pt x="1590081" y="1324243"/>
                  </a:lnTo>
                  <a:lnTo>
                    <a:pt x="1585951" y="1324243"/>
                  </a:lnTo>
                  <a:lnTo>
                    <a:pt x="1581821" y="1324243"/>
                  </a:lnTo>
                  <a:lnTo>
                    <a:pt x="1577691" y="1324243"/>
                  </a:lnTo>
                  <a:lnTo>
                    <a:pt x="1573560" y="1324243"/>
                  </a:lnTo>
                  <a:lnTo>
                    <a:pt x="1569430" y="1324243"/>
                  </a:lnTo>
                  <a:lnTo>
                    <a:pt x="1565300" y="1324243"/>
                  </a:lnTo>
                  <a:lnTo>
                    <a:pt x="1561170" y="1324243"/>
                  </a:lnTo>
                  <a:lnTo>
                    <a:pt x="1557040" y="1324243"/>
                  </a:lnTo>
                  <a:lnTo>
                    <a:pt x="1552910" y="1324243"/>
                  </a:lnTo>
                  <a:lnTo>
                    <a:pt x="1548780" y="1324243"/>
                  </a:lnTo>
                  <a:lnTo>
                    <a:pt x="1544650" y="1324243"/>
                  </a:lnTo>
                  <a:lnTo>
                    <a:pt x="1540520" y="1324243"/>
                  </a:lnTo>
                  <a:lnTo>
                    <a:pt x="1536390" y="1324243"/>
                  </a:lnTo>
                  <a:lnTo>
                    <a:pt x="1532260" y="1324243"/>
                  </a:lnTo>
                  <a:lnTo>
                    <a:pt x="1528130" y="1324243"/>
                  </a:lnTo>
                  <a:lnTo>
                    <a:pt x="1523999" y="1324243"/>
                  </a:lnTo>
                  <a:lnTo>
                    <a:pt x="1519869" y="1324243"/>
                  </a:lnTo>
                  <a:lnTo>
                    <a:pt x="1515739" y="1324243"/>
                  </a:lnTo>
                  <a:lnTo>
                    <a:pt x="1511609" y="1324243"/>
                  </a:lnTo>
                  <a:lnTo>
                    <a:pt x="1507479" y="1324243"/>
                  </a:lnTo>
                  <a:lnTo>
                    <a:pt x="1503349" y="1324243"/>
                  </a:lnTo>
                  <a:lnTo>
                    <a:pt x="1499219" y="1324243"/>
                  </a:lnTo>
                  <a:lnTo>
                    <a:pt x="1495089" y="1324243"/>
                  </a:lnTo>
                  <a:lnTo>
                    <a:pt x="1490959" y="1324243"/>
                  </a:lnTo>
                  <a:lnTo>
                    <a:pt x="1486829" y="1324243"/>
                  </a:lnTo>
                  <a:lnTo>
                    <a:pt x="1482699" y="1324243"/>
                  </a:lnTo>
                  <a:lnTo>
                    <a:pt x="1478569" y="1324243"/>
                  </a:lnTo>
                  <a:lnTo>
                    <a:pt x="1474439" y="1324243"/>
                  </a:lnTo>
                  <a:lnTo>
                    <a:pt x="1470308" y="1324243"/>
                  </a:lnTo>
                  <a:lnTo>
                    <a:pt x="1466178" y="1324243"/>
                  </a:lnTo>
                  <a:lnTo>
                    <a:pt x="1462048" y="1324243"/>
                  </a:lnTo>
                  <a:lnTo>
                    <a:pt x="1457918" y="1324243"/>
                  </a:lnTo>
                  <a:lnTo>
                    <a:pt x="1453788" y="1324243"/>
                  </a:lnTo>
                  <a:lnTo>
                    <a:pt x="1449658" y="1324243"/>
                  </a:lnTo>
                  <a:lnTo>
                    <a:pt x="1445528" y="1324243"/>
                  </a:lnTo>
                  <a:lnTo>
                    <a:pt x="1441398" y="1324243"/>
                  </a:lnTo>
                  <a:lnTo>
                    <a:pt x="1437268" y="1324243"/>
                  </a:lnTo>
                  <a:lnTo>
                    <a:pt x="1433138" y="1324243"/>
                  </a:lnTo>
                  <a:lnTo>
                    <a:pt x="1429008" y="1324243"/>
                  </a:lnTo>
                  <a:lnTo>
                    <a:pt x="1424878" y="1324243"/>
                  </a:lnTo>
                  <a:lnTo>
                    <a:pt x="1420747" y="1324243"/>
                  </a:lnTo>
                  <a:lnTo>
                    <a:pt x="1416617" y="1324243"/>
                  </a:lnTo>
                  <a:lnTo>
                    <a:pt x="1412487" y="1324243"/>
                  </a:lnTo>
                  <a:lnTo>
                    <a:pt x="1408357" y="1324243"/>
                  </a:lnTo>
                  <a:lnTo>
                    <a:pt x="1404227" y="1324243"/>
                  </a:lnTo>
                  <a:lnTo>
                    <a:pt x="1400097" y="1324243"/>
                  </a:lnTo>
                  <a:lnTo>
                    <a:pt x="1395967" y="1324243"/>
                  </a:lnTo>
                  <a:lnTo>
                    <a:pt x="1391837" y="1324243"/>
                  </a:lnTo>
                  <a:lnTo>
                    <a:pt x="1387707" y="1324243"/>
                  </a:lnTo>
                  <a:lnTo>
                    <a:pt x="1383577" y="1324243"/>
                  </a:lnTo>
                  <a:lnTo>
                    <a:pt x="1379447" y="1324243"/>
                  </a:lnTo>
                  <a:lnTo>
                    <a:pt x="1375317" y="1324243"/>
                  </a:lnTo>
                  <a:lnTo>
                    <a:pt x="1371186" y="1324243"/>
                  </a:lnTo>
                  <a:lnTo>
                    <a:pt x="1367056" y="1324243"/>
                  </a:lnTo>
                  <a:lnTo>
                    <a:pt x="1362926" y="1324243"/>
                  </a:lnTo>
                  <a:lnTo>
                    <a:pt x="1358796" y="1324243"/>
                  </a:lnTo>
                  <a:lnTo>
                    <a:pt x="1354666" y="1324243"/>
                  </a:lnTo>
                  <a:lnTo>
                    <a:pt x="1350536" y="1324243"/>
                  </a:lnTo>
                  <a:lnTo>
                    <a:pt x="1346406" y="1324243"/>
                  </a:lnTo>
                  <a:lnTo>
                    <a:pt x="1342276" y="1324243"/>
                  </a:lnTo>
                  <a:lnTo>
                    <a:pt x="1338146" y="1324243"/>
                  </a:lnTo>
                  <a:lnTo>
                    <a:pt x="1334016" y="1324243"/>
                  </a:lnTo>
                  <a:lnTo>
                    <a:pt x="1329886" y="1324243"/>
                  </a:lnTo>
                  <a:lnTo>
                    <a:pt x="1325756" y="1324243"/>
                  </a:lnTo>
                  <a:lnTo>
                    <a:pt x="1321626" y="1324243"/>
                  </a:lnTo>
                  <a:lnTo>
                    <a:pt x="1317495" y="1324243"/>
                  </a:lnTo>
                  <a:lnTo>
                    <a:pt x="1313365" y="1324243"/>
                  </a:lnTo>
                  <a:lnTo>
                    <a:pt x="1309235" y="1324243"/>
                  </a:lnTo>
                  <a:lnTo>
                    <a:pt x="1305105" y="1324243"/>
                  </a:lnTo>
                  <a:lnTo>
                    <a:pt x="1300975" y="1324243"/>
                  </a:lnTo>
                  <a:lnTo>
                    <a:pt x="1296845" y="1324243"/>
                  </a:lnTo>
                  <a:lnTo>
                    <a:pt x="1292715" y="1324243"/>
                  </a:lnTo>
                  <a:lnTo>
                    <a:pt x="1288585" y="1324243"/>
                  </a:lnTo>
                  <a:lnTo>
                    <a:pt x="1284455" y="1324243"/>
                  </a:lnTo>
                  <a:lnTo>
                    <a:pt x="1280325" y="1324243"/>
                  </a:lnTo>
                  <a:lnTo>
                    <a:pt x="1276195" y="1324243"/>
                  </a:lnTo>
                  <a:lnTo>
                    <a:pt x="1272065" y="1324243"/>
                  </a:lnTo>
                  <a:lnTo>
                    <a:pt x="1267934" y="1324243"/>
                  </a:lnTo>
                  <a:lnTo>
                    <a:pt x="1263804" y="1324243"/>
                  </a:lnTo>
                  <a:lnTo>
                    <a:pt x="1259674" y="1324243"/>
                  </a:lnTo>
                  <a:lnTo>
                    <a:pt x="1255544" y="1324243"/>
                  </a:lnTo>
                  <a:lnTo>
                    <a:pt x="1251414" y="1324243"/>
                  </a:lnTo>
                  <a:lnTo>
                    <a:pt x="1247284" y="1324243"/>
                  </a:lnTo>
                  <a:lnTo>
                    <a:pt x="1243154" y="1324243"/>
                  </a:lnTo>
                  <a:lnTo>
                    <a:pt x="1239024" y="1324243"/>
                  </a:lnTo>
                  <a:lnTo>
                    <a:pt x="1234894" y="1324243"/>
                  </a:lnTo>
                  <a:lnTo>
                    <a:pt x="1230764" y="1324243"/>
                  </a:lnTo>
                  <a:lnTo>
                    <a:pt x="1226634" y="1324243"/>
                  </a:lnTo>
                  <a:lnTo>
                    <a:pt x="1222504" y="1324243"/>
                  </a:lnTo>
                  <a:lnTo>
                    <a:pt x="1218373" y="1324243"/>
                  </a:lnTo>
                  <a:lnTo>
                    <a:pt x="1214243" y="1324243"/>
                  </a:lnTo>
                  <a:lnTo>
                    <a:pt x="1210113" y="1324243"/>
                  </a:lnTo>
                  <a:lnTo>
                    <a:pt x="1205983" y="1324243"/>
                  </a:lnTo>
                  <a:lnTo>
                    <a:pt x="1201853" y="1324243"/>
                  </a:lnTo>
                  <a:lnTo>
                    <a:pt x="1197723" y="1324243"/>
                  </a:lnTo>
                  <a:lnTo>
                    <a:pt x="1193593" y="1324243"/>
                  </a:lnTo>
                  <a:lnTo>
                    <a:pt x="1189463" y="1324243"/>
                  </a:lnTo>
                  <a:lnTo>
                    <a:pt x="1185333" y="1324243"/>
                  </a:lnTo>
                  <a:lnTo>
                    <a:pt x="1181203" y="1324243"/>
                  </a:lnTo>
                  <a:lnTo>
                    <a:pt x="1177073" y="1324243"/>
                  </a:lnTo>
                  <a:lnTo>
                    <a:pt x="1172943" y="1324243"/>
                  </a:lnTo>
                  <a:lnTo>
                    <a:pt x="1168813" y="1324243"/>
                  </a:lnTo>
                  <a:lnTo>
                    <a:pt x="1164682" y="1324243"/>
                  </a:lnTo>
                  <a:lnTo>
                    <a:pt x="1160552" y="1324243"/>
                  </a:lnTo>
                  <a:lnTo>
                    <a:pt x="1156422" y="1324243"/>
                  </a:lnTo>
                  <a:lnTo>
                    <a:pt x="1152292" y="1324243"/>
                  </a:lnTo>
                  <a:lnTo>
                    <a:pt x="1148162" y="1324243"/>
                  </a:lnTo>
                  <a:lnTo>
                    <a:pt x="1144032" y="1324243"/>
                  </a:lnTo>
                  <a:lnTo>
                    <a:pt x="1139902" y="1324243"/>
                  </a:lnTo>
                  <a:lnTo>
                    <a:pt x="1135772" y="1324243"/>
                  </a:lnTo>
                  <a:lnTo>
                    <a:pt x="1131642" y="1324243"/>
                  </a:lnTo>
                  <a:lnTo>
                    <a:pt x="1127512" y="1324243"/>
                  </a:lnTo>
                  <a:lnTo>
                    <a:pt x="1123382" y="1324243"/>
                  </a:lnTo>
                  <a:lnTo>
                    <a:pt x="1119252" y="1324243"/>
                  </a:lnTo>
                  <a:lnTo>
                    <a:pt x="1115121" y="1324243"/>
                  </a:lnTo>
                  <a:lnTo>
                    <a:pt x="1110991" y="1324243"/>
                  </a:lnTo>
                  <a:lnTo>
                    <a:pt x="1106861" y="1324243"/>
                  </a:lnTo>
                  <a:lnTo>
                    <a:pt x="1102731" y="1324243"/>
                  </a:lnTo>
                  <a:lnTo>
                    <a:pt x="1098601" y="1324243"/>
                  </a:lnTo>
                  <a:lnTo>
                    <a:pt x="1094471" y="1324243"/>
                  </a:lnTo>
                  <a:lnTo>
                    <a:pt x="1090341" y="1324243"/>
                  </a:lnTo>
                  <a:lnTo>
                    <a:pt x="1086211" y="1324243"/>
                  </a:lnTo>
                  <a:lnTo>
                    <a:pt x="1082081" y="1324243"/>
                  </a:lnTo>
                  <a:lnTo>
                    <a:pt x="1077951" y="1324243"/>
                  </a:lnTo>
                  <a:lnTo>
                    <a:pt x="1073821" y="1324243"/>
                  </a:lnTo>
                  <a:lnTo>
                    <a:pt x="1069691" y="1324243"/>
                  </a:lnTo>
                  <a:lnTo>
                    <a:pt x="1065560" y="1324243"/>
                  </a:lnTo>
                  <a:lnTo>
                    <a:pt x="1061430" y="1324243"/>
                  </a:lnTo>
                  <a:lnTo>
                    <a:pt x="1057300" y="1324243"/>
                  </a:lnTo>
                  <a:lnTo>
                    <a:pt x="1053170" y="1324243"/>
                  </a:lnTo>
                  <a:lnTo>
                    <a:pt x="1049040" y="1324243"/>
                  </a:lnTo>
                  <a:lnTo>
                    <a:pt x="1044910" y="1324243"/>
                  </a:lnTo>
                  <a:lnTo>
                    <a:pt x="1040780" y="1324243"/>
                  </a:lnTo>
                  <a:lnTo>
                    <a:pt x="1036650" y="1324243"/>
                  </a:lnTo>
                  <a:lnTo>
                    <a:pt x="1032520" y="1324243"/>
                  </a:lnTo>
                  <a:lnTo>
                    <a:pt x="1028390" y="1324243"/>
                  </a:lnTo>
                  <a:lnTo>
                    <a:pt x="1024260" y="1324243"/>
                  </a:lnTo>
                  <a:lnTo>
                    <a:pt x="1020130" y="1324243"/>
                  </a:lnTo>
                  <a:lnTo>
                    <a:pt x="1015999" y="1324243"/>
                  </a:lnTo>
                  <a:lnTo>
                    <a:pt x="1011869" y="1324243"/>
                  </a:lnTo>
                  <a:lnTo>
                    <a:pt x="1007739" y="1324243"/>
                  </a:lnTo>
                  <a:lnTo>
                    <a:pt x="1003609" y="1324243"/>
                  </a:lnTo>
                  <a:lnTo>
                    <a:pt x="999479" y="1324243"/>
                  </a:lnTo>
                  <a:lnTo>
                    <a:pt x="995349" y="1324243"/>
                  </a:lnTo>
                  <a:lnTo>
                    <a:pt x="991219" y="1324243"/>
                  </a:lnTo>
                  <a:lnTo>
                    <a:pt x="987089" y="1324243"/>
                  </a:lnTo>
                  <a:lnTo>
                    <a:pt x="982959" y="1324243"/>
                  </a:lnTo>
                  <a:lnTo>
                    <a:pt x="978829" y="1324243"/>
                  </a:lnTo>
                  <a:lnTo>
                    <a:pt x="974699" y="1324243"/>
                  </a:lnTo>
                  <a:lnTo>
                    <a:pt x="970569" y="1324243"/>
                  </a:lnTo>
                  <a:lnTo>
                    <a:pt x="966439" y="1324243"/>
                  </a:lnTo>
                  <a:lnTo>
                    <a:pt x="962308" y="1324243"/>
                  </a:lnTo>
                  <a:lnTo>
                    <a:pt x="958178" y="1324243"/>
                  </a:lnTo>
                  <a:lnTo>
                    <a:pt x="954048" y="1324243"/>
                  </a:lnTo>
                  <a:lnTo>
                    <a:pt x="949918" y="1324243"/>
                  </a:lnTo>
                  <a:lnTo>
                    <a:pt x="945788" y="1324243"/>
                  </a:lnTo>
                  <a:lnTo>
                    <a:pt x="941658" y="1324243"/>
                  </a:lnTo>
                  <a:lnTo>
                    <a:pt x="937528" y="1324243"/>
                  </a:lnTo>
                  <a:lnTo>
                    <a:pt x="933398" y="1324243"/>
                  </a:lnTo>
                  <a:lnTo>
                    <a:pt x="929268" y="1324243"/>
                  </a:lnTo>
                  <a:lnTo>
                    <a:pt x="925138" y="1324243"/>
                  </a:lnTo>
                  <a:lnTo>
                    <a:pt x="921008" y="1324243"/>
                  </a:lnTo>
                  <a:lnTo>
                    <a:pt x="916878" y="1324243"/>
                  </a:lnTo>
                  <a:lnTo>
                    <a:pt x="912747" y="1324243"/>
                  </a:lnTo>
                  <a:lnTo>
                    <a:pt x="908617" y="1324243"/>
                  </a:lnTo>
                  <a:lnTo>
                    <a:pt x="904487" y="1324243"/>
                  </a:lnTo>
                  <a:lnTo>
                    <a:pt x="900357" y="1324243"/>
                  </a:lnTo>
                  <a:lnTo>
                    <a:pt x="896227" y="1324243"/>
                  </a:lnTo>
                  <a:lnTo>
                    <a:pt x="892097" y="1324243"/>
                  </a:lnTo>
                  <a:lnTo>
                    <a:pt x="887967" y="1324243"/>
                  </a:lnTo>
                  <a:lnTo>
                    <a:pt x="883837" y="1324243"/>
                  </a:lnTo>
                  <a:lnTo>
                    <a:pt x="879707" y="1324243"/>
                  </a:lnTo>
                  <a:lnTo>
                    <a:pt x="875577" y="1324243"/>
                  </a:lnTo>
                  <a:lnTo>
                    <a:pt x="871447" y="1324243"/>
                  </a:lnTo>
                  <a:lnTo>
                    <a:pt x="867317" y="1324243"/>
                  </a:lnTo>
                  <a:lnTo>
                    <a:pt x="863186" y="1324243"/>
                  </a:lnTo>
                  <a:lnTo>
                    <a:pt x="859056" y="1324243"/>
                  </a:lnTo>
                  <a:lnTo>
                    <a:pt x="854926" y="1324243"/>
                  </a:lnTo>
                  <a:lnTo>
                    <a:pt x="850796" y="1324243"/>
                  </a:lnTo>
                  <a:lnTo>
                    <a:pt x="846666" y="1324243"/>
                  </a:lnTo>
                  <a:lnTo>
                    <a:pt x="842536" y="1324243"/>
                  </a:lnTo>
                  <a:lnTo>
                    <a:pt x="838406" y="1324243"/>
                  </a:lnTo>
                  <a:lnTo>
                    <a:pt x="834276" y="1324243"/>
                  </a:lnTo>
                  <a:lnTo>
                    <a:pt x="830146" y="1324243"/>
                  </a:lnTo>
                  <a:lnTo>
                    <a:pt x="826016" y="1324243"/>
                  </a:lnTo>
                  <a:lnTo>
                    <a:pt x="821886" y="1324243"/>
                  </a:lnTo>
                  <a:lnTo>
                    <a:pt x="817756" y="1324243"/>
                  </a:lnTo>
                  <a:lnTo>
                    <a:pt x="813626" y="1324243"/>
                  </a:lnTo>
                  <a:lnTo>
                    <a:pt x="809495" y="1324243"/>
                  </a:lnTo>
                  <a:lnTo>
                    <a:pt x="805365" y="1324243"/>
                  </a:lnTo>
                  <a:lnTo>
                    <a:pt x="801235" y="1324243"/>
                  </a:lnTo>
                  <a:lnTo>
                    <a:pt x="797105" y="1324243"/>
                  </a:lnTo>
                  <a:lnTo>
                    <a:pt x="792975" y="1324243"/>
                  </a:lnTo>
                  <a:lnTo>
                    <a:pt x="788845" y="1324243"/>
                  </a:lnTo>
                  <a:lnTo>
                    <a:pt x="784715" y="1324243"/>
                  </a:lnTo>
                  <a:lnTo>
                    <a:pt x="780585" y="1324243"/>
                  </a:lnTo>
                  <a:lnTo>
                    <a:pt x="776455" y="1324243"/>
                  </a:lnTo>
                  <a:lnTo>
                    <a:pt x="772325" y="1324243"/>
                  </a:lnTo>
                  <a:lnTo>
                    <a:pt x="768195" y="1324243"/>
                  </a:lnTo>
                  <a:lnTo>
                    <a:pt x="764065" y="1324243"/>
                  </a:lnTo>
                  <a:lnTo>
                    <a:pt x="759934" y="1324243"/>
                  </a:lnTo>
                  <a:lnTo>
                    <a:pt x="755804" y="1324243"/>
                  </a:lnTo>
                  <a:lnTo>
                    <a:pt x="751674" y="1324243"/>
                  </a:lnTo>
                  <a:lnTo>
                    <a:pt x="747544" y="1324243"/>
                  </a:lnTo>
                  <a:lnTo>
                    <a:pt x="743414" y="1324243"/>
                  </a:lnTo>
                  <a:lnTo>
                    <a:pt x="739284" y="1324243"/>
                  </a:lnTo>
                  <a:lnTo>
                    <a:pt x="735154" y="1324243"/>
                  </a:lnTo>
                  <a:lnTo>
                    <a:pt x="731024" y="1324243"/>
                  </a:lnTo>
                  <a:lnTo>
                    <a:pt x="726894" y="1324243"/>
                  </a:lnTo>
                  <a:lnTo>
                    <a:pt x="722764" y="1324243"/>
                  </a:lnTo>
                  <a:lnTo>
                    <a:pt x="718634" y="1324243"/>
                  </a:lnTo>
                  <a:lnTo>
                    <a:pt x="714504" y="1324243"/>
                  </a:lnTo>
                  <a:lnTo>
                    <a:pt x="710373" y="1324243"/>
                  </a:lnTo>
                  <a:lnTo>
                    <a:pt x="706243" y="1324243"/>
                  </a:lnTo>
                  <a:lnTo>
                    <a:pt x="702113" y="1324243"/>
                  </a:lnTo>
                  <a:lnTo>
                    <a:pt x="697983" y="1324243"/>
                  </a:lnTo>
                  <a:lnTo>
                    <a:pt x="693853" y="1324243"/>
                  </a:lnTo>
                  <a:lnTo>
                    <a:pt x="689723" y="1324243"/>
                  </a:lnTo>
                  <a:lnTo>
                    <a:pt x="685593" y="1324243"/>
                  </a:lnTo>
                  <a:lnTo>
                    <a:pt x="681463" y="1324243"/>
                  </a:lnTo>
                  <a:lnTo>
                    <a:pt x="677333" y="1324243"/>
                  </a:lnTo>
                  <a:lnTo>
                    <a:pt x="673203" y="1324243"/>
                  </a:lnTo>
                  <a:lnTo>
                    <a:pt x="669073" y="1324243"/>
                  </a:lnTo>
                  <a:lnTo>
                    <a:pt x="664943" y="1324243"/>
                  </a:lnTo>
                  <a:lnTo>
                    <a:pt x="660813" y="1324243"/>
                  </a:lnTo>
                  <a:lnTo>
                    <a:pt x="656682" y="1324243"/>
                  </a:lnTo>
                  <a:lnTo>
                    <a:pt x="652552" y="1324243"/>
                  </a:lnTo>
                  <a:lnTo>
                    <a:pt x="648422" y="1324243"/>
                  </a:lnTo>
                  <a:lnTo>
                    <a:pt x="644292" y="1324243"/>
                  </a:lnTo>
                  <a:lnTo>
                    <a:pt x="640162" y="1324243"/>
                  </a:lnTo>
                  <a:lnTo>
                    <a:pt x="636032" y="1324243"/>
                  </a:lnTo>
                  <a:lnTo>
                    <a:pt x="631902" y="1324243"/>
                  </a:lnTo>
                  <a:lnTo>
                    <a:pt x="627772" y="1324243"/>
                  </a:lnTo>
                  <a:lnTo>
                    <a:pt x="623642" y="1324243"/>
                  </a:lnTo>
                  <a:lnTo>
                    <a:pt x="619512" y="1324243"/>
                  </a:lnTo>
                  <a:lnTo>
                    <a:pt x="615382" y="1324243"/>
                  </a:lnTo>
                  <a:lnTo>
                    <a:pt x="611252" y="1324243"/>
                  </a:lnTo>
                  <a:lnTo>
                    <a:pt x="607121" y="1324243"/>
                  </a:lnTo>
                  <a:lnTo>
                    <a:pt x="602991" y="1324243"/>
                  </a:lnTo>
                  <a:lnTo>
                    <a:pt x="598861" y="1324243"/>
                  </a:lnTo>
                  <a:lnTo>
                    <a:pt x="594731" y="1324243"/>
                  </a:lnTo>
                  <a:lnTo>
                    <a:pt x="590601" y="1324243"/>
                  </a:lnTo>
                  <a:lnTo>
                    <a:pt x="586471" y="1324243"/>
                  </a:lnTo>
                  <a:lnTo>
                    <a:pt x="582341" y="1324243"/>
                  </a:lnTo>
                  <a:lnTo>
                    <a:pt x="578211" y="1324243"/>
                  </a:lnTo>
                  <a:lnTo>
                    <a:pt x="574081" y="1324243"/>
                  </a:lnTo>
                  <a:lnTo>
                    <a:pt x="569951" y="1324243"/>
                  </a:lnTo>
                  <a:lnTo>
                    <a:pt x="565821" y="1324243"/>
                  </a:lnTo>
                  <a:lnTo>
                    <a:pt x="561691" y="1324243"/>
                  </a:lnTo>
                  <a:lnTo>
                    <a:pt x="557560" y="1324243"/>
                  </a:lnTo>
                  <a:lnTo>
                    <a:pt x="553430" y="1324243"/>
                  </a:lnTo>
                  <a:lnTo>
                    <a:pt x="549300" y="1324243"/>
                  </a:lnTo>
                  <a:lnTo>
                    <a:pt x="545170" y="1324243"/>
                  </a:lnTo>
                  <a:lnTo>
                    <a:pt x="541040" y="1324243"/>
                  </a:lnTo>
                  <a:lnTo>
                    <a:pt x="536910" y="1324243"/>
                  </a:lnTo>
                  <a:lnTo>
                    <a:pt x="532780" y="1324243"/>
                  </a:lnTo>
                  <a:lnTo>
                    <a:pt x="528650" y="1324243"/>
                  </a:lnTo>
                  <a:lnTo>
                    <a:pt x="524520" y="1324243"/>
                  </a:lnTo>
                  <a:lnTo>
                    <a:pt x="520390" y="1324243"/>
                  </a:lnTo>
                  <a:lnTo>
                    <a:pt x="516260" y="1324243"/>
                  </a:lnTo>
                  <a:lnTo>
                    <a:pt x="512130" y="1324243"/>
                  </a:lnTo>
                  <a:lnTo>
                    <a:pt x="507999" y="1324243"/>
                  </a:lnTo>
                  <a:lnTo>
                    <a:pt x="503869" y="1324243"/>
                  </a:lnTo>
                  <a:lnTo>
                    <a:pt x="499739" y="1324243"/>
                  </a:lnTo>
                  <a:lnTo>
                    <a:pt x="495609" y="1324243"/>
                  </a:lnTo>
                  <a:lnTo>
                    <a:pt x="491479" y="1324243"/>
                  </a:lnTo>
                  <a:lnTo>
                    <a:pt x="487349" y="1324243"/>
                  </a:lnTo>
                  <a:lnTo>
                    <a:pt x="483219" y="1324243"/>
                  </a:lnTo>
                  <a:lnTo>
                    <a:pt x="479089" y="1324243"/>
                  </a:lnTo>
                  <a:lnTo>
                    <a:pt x="474959" y="1324243"/>
                  </a:lnTo>
                  <a:lnTo>
                    <a:pt x="470829" y="1324243"/>
                  </a:lnTo>
                  <a:lnTo>
                    <a:pt x="466699" y="1324243"/>
                  </a:lnTo>
                  <a:lnTo>
                    <a:pt x="462569" y="1324243"/>
                  </a:lnTo>
                  <a:lnTo>
                    <a:pt x="458439" y="1324243"/>
                  </a:lnTo>
                  <a:lnTo>
                    <a:pt x="454308" y="1324243"/>
                  </a:lnTo>
                  <a:lnTo>
                    <a:pt x="450178" y="1324243"/>
                  </a:lnTo>
                  <a:lnTo>
                    <a:pt x="446048" y="1324243"/>
                  </a:lnTo>
                  <a:lnTo>
                    <a:pt x="441918" y="1324243"/>
                  </a:lnTo>
                  <a:lnTo>
                    <a:pt x="437788" y="1324243"/>
                  </a:lnTo>
                  <a:lnTo>
                    <a:pt x="433658" y="1324243"/>
                  </a:lnTo>
                  <a:lnTo>
                    <a:pt x="429528" y="1324243"/>
                  </a:lnTo>
                  <a:lnTo>
                    <a:pt x="425398" y="1324243"/>
                  </a:lnTo>
                  <a:lnTo>
                    <a:pt x="421268" y="1324243"/>
                  </a:lnTo>
                  <a:lnTo>
                    <a:pt x="417138" y="1324243"/>
                  </a:lnTo>
                  <a:lnTo>
                    <a:pt x="413008" y="1324243"/>
                  </a:lnTo>
                  <a:lnTo>
                    <a:pt x="408878" y="1324243"/>
                  </a:lnTo>
                  <a:lnTo>
                    <a:pt x="404747" y="1324243"/>
                  </a:lnTo>
                  <a:lnTo>
                    <a:pt x="400617" y="1324243"/>
                  </a:lnTo>
                  <a:lnTo>
                    <a:pt x="396487" y="1324243"/>
                  </a:lnTo>
                  <a:lnTo>
                    <a:pt x="392357" y="1324243"/>
                  </a:lnTo>
                  <a:lnTo>
                    <a:pt x="388227" y="1324243"/>
                  </a:lnTo>
                  <a:lnTo>
                    <a:pt x="384097" y="1324243"/>
                  </a:lnTo>
                  <a:lnTo>
                    <a:pt x="379967" y="1324243"/>
                  </a:lnTo>
                  <a:lnTo>
                    <a:pt x="375837" y="1324243"/>
                  </a:lnTo>
                  <a:lnTo>
                    <a:pt x="371707" y="1324243"/>
                  </a:lnTo>
                  <a:lnTo>
                    <a:pt x="367577" y="1324243"/>
                  </a:lnTo>
                  <a:lnTo>
                    <a:pt x="363447" y="1324243"/>
                  </a:lnTo>
                  <a:lnTo>
                    <a:pt x="359317" y="1324243"/>
                  </a:lnTo>
                  <a:lnTo>
                    <a:pt x="355186" y="1324243"/>
                  </a:lnTo>
                  <a:lnTo>
                    <a:pt x="351056" y="1324243"/>
                  </a:lnTo>
                  <a:lnTo>
                    <a:pt x="346926" y="1324243"/>
                  </a:lnTo>
                  <a:lnTo>
                    <a:pt x="342796" y="1324243"/>
                  </a:lnTo>
                  <a:lnTo>
                    <a:pt x="338666" y="1324243"/>
                  </a:lnTo>
                  <a:lnTo>
                    <a:pt x="334536" y="1324243"/>
                  </a:lnTo>
                  <a:lnTo>
                    <a:pt x="330406" y="1324243"/>
                  </a:lnTo>
                  <a:lnTo>
                    <a:pt x="326276" y="1324243"/>
                  </a:lnTo>
                  <a:lnTo>
                    <a:pt x="322146" y="1324243"/>
                  </a:lnTo>
                  <a:lnTo>
                    <a:pt x="318016" y="1324243"/>
                  </a:lnTo>
                  <a:lnTo>
                    <a:pt x="313886" y="1324243"/>
                  </a:lnTo>
                  <a:lnTo>
                    <a:pt x="309756" y="1324243"/>
                  </a:lnTo>
                  <a:lnTo>
                    <a:pt x="305626" y="1324243"/>
                  </a:lnTo>
                  <a:lnTo>
                    <a:pt x="301495" y="1324243"/>
                  </a:lnTo>
                  <a:lnTo>
                    <a:pt x="297365" y="1324243"/>
                  </a:lnTo>
                  <a:lnTo>
                    <a:pt x="293235" y="1324243"/>
                  </a:lnTo>
                  <a:lnTo>
                    <a:pt x="289105" y="1324243"/>
                  </a:lnTo>
                  <a:lnTo>
                    <a:pt x="284975" y="1324243"/>
                  </a:lnTo>
                  <a:lnTo>
                    <a:pt x="280845" y="1324243"/>
                  </a:lnTo>
                  <a:lnTo>
                    <a:pt x="276715" y="1324243"/>
                  </a:lnTo>
                  <a:lnTo>
                    <a:pt x="272585" y="1324243"/>
                  </a:lnTo>
                  <a:lnTo>
                    <a:pt x="268455" y="1324243"/>
                  </a:lnTo>
                  <a:lnTo>
                    <a:pt x="264325" y="1324243"/>
                  </a:lnTo>
                  <a:lnTo>
                    <a:pt x="260195" y="1324243"/>
                  </a:lnTo>
                  <a:lnTo>
                    <a:pt x="256065" y="1324243"/>
                  </a:lnTo>
                  <a:lnTo>
                    <a:pt x="251934" y="1324243"/>
                  </a:lnTo>
                  <a:lnTo>
                    <a:pt x="247804" y="1324243"/>
                  </a:lnTo>
                  <a:lnTo>
                    <a:pt x="243674" y="1324243"/>
                  </a:lnTo>
                  <a:lnTo>
                    <a:pt x="239544" y="1324243"/>
                  </a:lnTo>
                  <a:lnTo>
                    <a:pt x="235414" y="1324243"/>
                  </a:lnTo>
                  <a:lnTo>
                    <a:pt x="231284" y="1324243"/>
                  </a:lnTo>
                  <a:lnTo>
                    <a:pt x="227154" y="1324243"/>
                  </a:lnTo>
                  <a:lnTo>
                    <a:pt x="223024" y="1324243"/>
                  </a:lnTo>
                  <a:lnTo>
                    <a:pt x="218894" y="1324243"/>
                  </a:lnTo>
                  <a:lnTo>
                    <a:pt x="214764" y="1324243"/>
                  </a:lnTo>
                  <a:lnTo>
                    <a:pt x="210634" y="1324243"/>
                  </a:lnTo>
                  <a:lnTo>
                    <a:pt x="206504" y="1324243"/>
                  </a:lnTo>
                  <a:lnTo>
                    <a:pt x="202373" y="1324243"/>
                  </a:lnTo>
                  <a:lnTo>
                    <a:pt x="198243" y="1324243"/>
                  </a:lnTo>
                  <a:lnTo>
                    <a:pt x="194113" y="1324243"/>
                  </a:lnTo>
                  <a:lnTo>
                    <a:pt x="189983" y="1324243"/>
                  </a:lnTo>
                  <a:lnTo>
                    <a:pt x="185853" y="1324243"/>
                  </a:lnTo>
                  <a:lnTo>
                    <a:pt x="181723" y="1324243"/>
                  </a:lnTo>
                  <a:lnTo>
                    <a:pt x="177593" y="1324243"/>
                  </a:lnTo>
                  <a:lnTo>
                    <a:pt x="173463" y="1324243"/>
                  </a:lnTo>
                  <a:lnTo>
                    <a:pt x="169333" y="1324243"/>
                  </a:lnTo>
                  <a:lnTo>
                    <a:pt x="165203" y="1324243"/>
                  </a:lnTo>
                  <a:lnTo>
                    <a:pt x="161073" y="1324243"/>
                  </a:lnTo>
                  <a:lnTo>
                    <a:pt x="156943" y="1324243"/>
                  </a:lnTo>
                  <a:lnTo>
                    <a:pt x="152813" y="1324243"/>
                  </a:lnTo>
                  <a:lnTo>
                    <a:pt x="148682" y="1324243"/>
                  </a:lnTo>
                  <a:lnTo>
                    <a:pt x="144552" y="1324243"/>
                  </a:lnTo>
                  <a:lnTo>
                    <a:pt x="140422" y="1324243"/>
                  </a:lnTo>
                  <a:lnTo>
                    <a:pt x="136292" y="1324243"/>
                  </a:lnTo>
                  <a:lnTo>
                    <a:pt x="132162" y="1324243"/>
                  </a:lnTo>
                  <a:lnTo>
                    <a:pt x="128032" y="1324243"/>
                  </a:lnTo>
                  <a:lnTo>
                    <a:pt x="123902" y="1324243"/>
                  </a:lnTo>
                  <a:lnTo>
                    <a:pt x="119772" y="1324243"/>
                  </a:lnTo>
                  <a:lnTo>
                    <a:pt x="115642" y="1324243"/>
                  </a:lnTo>
                  <a:lnTo>
                    <a:pt x="111512" y="1324243"/>
                  </a:lnTo>
                  <a:lnTo>
                    <a:pt x="107382" y="1324243"/>
                  </a:lnTo>
                  <a:lnTo>
                    <a:pt x="103252" y="1324243"/>
                  </a:lnTo>
                  <a:lnTo>
                    <a:pt x="99121" y="1324243"/>
                  </a:lnTo>
                  <a:lnTo>
                    <a:pt x="94991" y="1324243"/>
                  </a:lnTo>
                  <a:lnTo>
                    <a:pt x="90861" y="1324243"/>
                  </a:lnTo>
                  <a:lnTo>
                    <a:pt x="86731" y="1324243"/>
                  </a:lnTo>
                  <a:lnTo>
                    <a:pt x="82601" y="1324243"/>
                  </a:lnTo>
                  <a:lnTo>
                    <a:pt x="78471" y="1324243"/>
                  </a:lnTo>
                  <a:lnTo>
                    <a:pt x="74341" y="1324243"/>
                  </a:lnTo>
                  <a:lnTo>
                    <a:pt x="70211" y="1324243"/>
                  </a:lnTo>
                  <a:lnTo>
                    <a:pt x="66081" y="1324243"/>
                  </a:lnTo>
                  <a:lnTo>
                    <a:pt x="61951" y="1324243"/>
                  </a:lnTo>
                  <a:lnTo>
                    <a:pt x="57821" y="1324243"/>
                  </a:lnTo>
                  <a:lnTo>
                    <a:pt x="53691" y="1324243"/>
                  </a:lnTo>
                  <a:lnTo>
                    <a:pt x="49560" y="1324243"/>
                  </a:lnTo>
                  <a:lnTo>
                    <a:pt x="45430" y="1324243"/>
                  </a:lnTo>
                  <a:lnTo>
                    <a:pt x="41300" y="1324243"/>
                  </a:lnTo>
                  <a:lnTo>
                    <a:pt x="37170" y="1324243"/>
                  </a:lnTo>
                  <a:lnTo>
                    <a:pt x="33040" y="1324243"/>
                  </a:lnTo>
                  <a:lnTo>
                    <a:pt x="28910" y="1324243"/>
                  </a:lnTo>
                  <a:lnTo>
                    <a:pt x="24780" y="1324243"/>
                  </a:lnTo>
                  <a:lnTo>
                    <a:pt x="20650" y="1324243"/>
                  </a:lnTo>
                  <a:lnTo>
                    <a:pt x="16520" y="1324243"/>
                  </a:lnTo>
                  <a:lnTo>
                    <a:pt x="12390" y="1324243"/>
                  </a:lnTo>
                  <a:lnTo>
                    <a:pt x="8260" y="1324243"/>
                  </a:lnTo>
                  <a:lnTo>
                    <a:pt x="4130" y="1324243"/>
                  </a:lnTo>
                  <a:lnTo>
                    <a:pt x="0" y="1324243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pl51"/>
            <p:cNvSpPr/>
            <p:nvPr/>
          </p:nvSpPr>
          <p:spPr>
            <a:xfrm>
              <a:off x="1005839" y="4583131"/>
              <a:ext cx="7132319" cy="0"/>
            </a:xfrm>
            <a:custGeom>
              <a:avLst/>
              <a:pathLst>
                <a:path w="7132319" h="0">
                  <a:moveTo>
                    <a:pt x="0" y="0"/>
                  </a:moveTo>
                  <a:lnTo>
                    <a:pt x="713231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3" name="pl52"/>
            <p:cNvSpPr/>
            <p:nvPr/>
          </p:nvSpPr>
          <p:spPr>
            <a:xfrm>
              <a:off x="4570513" y="3694042"/>
              <a:ext cx="0" cy="1517720"/>
            </a:xfrm>
            <a:custGeom>
              <a:avLst/>
              <a:pathLst>
                <a:path w="0" h="1517720">
                  <a:moveTo>
                    <a:pt x="0" y="151772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0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2026-03-09T10:17:03Z</dcterms:modified>
  <cp:category/>
</cp:coreProperties>
</file>