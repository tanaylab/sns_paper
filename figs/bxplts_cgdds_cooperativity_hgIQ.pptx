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405236" y="2360806"/>
              <a:ext cx="73465" cy="139098"/>
            </a:xfrm>
            <a:custGeom>
              <a:avLst/>
              <a:pathLst>
                <a:path w="73465" h="139098">
                  <a:moveTo>
                    <a:pt x="0" y="139098"/>
                  </a:moveTo>
                  <a:lnTo>
                    <a:pt x="73465" y="13909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05236" y="240183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41969" y="2499905"/>
              <a:ext cx="0" cy="201980"/>
            </a:xfrm>
            <a:custGeom>
              <a:avLst/>
              <a:pathLst>
                <a:path w="0" h="201980">
                  <a:moveTo>
                    <a:pt x="0" y="20198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41969" y="2263960"/>
              <a:ext cx="0" cy="96846"/>
            </a:xfrm>
            <a:custGeom>
              <a:avLst/>
              <a:pathLst>
                <a:path w="0" h="96846">
                  <a:moveTo>
                    <a:pt x="0" y="0"/>
                  </a:moveTo>
                  <a:lnTo>
                    <a:pt x="0" y="968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423602" y="270188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423602" y="226396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1405236" y="2360806"/>
              <a:ext cx="73465" cy="139098"/>
            </a:xfrm>
            <a:custGeom>
              <a:avLst/>
              <a:pathLst>
                <a:path w="73465" h="139098">
                  <a:moveTo>
                    <a:pt x="0" y="139098"/>
                  </a:moveTo>
                  <a:lnTo>
                    <a:pt x="73465" y="13909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1895005" y="2421754"/>
              <a:ext cx="73465" cy="512460"/>
            </a:xfrm>
            <a:custGeom>
              <a:avLst/>
              <a:pathLst>
                <a:path w="73465" h="512460">
                  <a:moveTo>
                    <a:pt x="0" y="512460"/>
                  </a:moveTo>
                  <a:lnTo>
                    <a:pt x="73465" y="51246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895005" y="2723536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931737" y="2934214"/>
              <a:ext cx="0" cy="122742"/>
            </a:xfrm>
            <a:custGeom>
              <a:avLst/>
              <a:pathLst>
                <a:path w="0" h="122742">
                  <a:moveTo>
                    <a:pt x="0" y="12274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931737" y="2254633"/>
              <a:ext cx="0" cy="167120"/>
            </a:xfrm>
            <a:custGeom>
              <a:avLst/>
              <a:pathLst>
                <a:path w="0" h="167120">
                  <a:moveTo>
                    <a:pt x="0" y="0"/>
                  </a:moveTo>
                  <a:lnTo>
                    <a:pt x="0" y="16712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913371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913371" y="225463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1895005" y="2421754"/>
              <a:ext cx="73465" cy="512460"/>
            </a:xfrm>
            <a:custGeom>
              <a:avLst/>
              <a:pathLst>
                <a:path w="73465" h="512460">
                  <a:moveTo>
                    <a:pt x="0" y="512460"/>
                  </a:moveTo>
                  <a:lnTo>
                    <a:pt x="73465" y="51246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2384773" y="2696519"/>
              <a:ext cx="73465" cy="284008"/>
            </a:xfrm>
            <a:custGeom>
              <a:avLst/>
              <a:pathLst>
                <a:path w="73465" h="284008">
                  <a:moveTo>
                    <a:pt x="0" y="284008"/>
                  </a:moveTo>
                  <a:lnTo>
                    <a:pt x="73465" y="28400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384773" y="289670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421506" y="2980528"/>
              <a:ext cx="0" cy="76429"/>
            </a:xfrm>
            <a:custGeom>
              <a:avLst/>
              <a:pathLst>
                <a:path w="0" h="76429">
                  <a:moveTo>
                    <a:pt x="0" y="7642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421506" y="2285750"/>
              <a:ext cx="0" cy="410768"/>
            </a:xfrm>
            <a:custGeom>
              <a:avLst/>
              <a:pathLst>
                <a:path w="0" h="410768">
                  <a:moveTo>
                    <a:pt x="0" y="0"/>
                  </a:moveTo>
                  <a:lnTo>
                    <a:pt x="0" y="4107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403139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403139" y="228575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2384773" y="2696519"/>
              <a:ext cx="73465" cy="284008"/>
            </a:xfrm>
            <a:custGeom>
              <a:avLst/>
              <a:pathLst>
                <a:path w="73465" h="284008">
                  <a:moveTo>
                    <a:pt x="0" y="284008"/>
                  </a:moveTo>
                  <a:lnTo>
                    <a:pt x="73465" y="28400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2874541" y="2781214"/>
              <a:ext cx="73465" cy="195708"/>
            </a:xfrm>
            <a:custGeom>
              <a:avLst/>
              <a:pathLst>
                <a:path w="73465" h="195708">
                  <a:moveTo>
                    <a:pt x="0" y="195708"/>
                  </a:moveTo>
                  <a:lnTo>
                    <a:pt x="73465" y="19570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874541" y="289781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911274" y="2976923"/>
              <a:ext cx="0" cy="80034"/>
            </a:xfrm>
            <a:custGeom>
              <a:avLst/>
              <a:pathLst>
                <a:path w="0" h="80034">
                  <a:moveTo>
                    <a:pt x="0" y="8003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2911274" y="2505219"/>
              <a:ext cx="0" cy="275994"/>
            </a:xfrm>
            <a:custGeom>
              <a:avLst/>
              <a:pathLst>
                <a:path w="0" h="275994">
                  <a:moveTo>
                    <a:pt x="0" y="0"/>
                  </a:moveTo>
                  <a:lnTo>
                    <a:pt x="0" y="27599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2892908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892908" y="250521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2874541" y="2781214"/>
              <a:ext cx="73465" cy="195708"/>
            </a:xfrm>
            <a:custGeom>
              <a:avLst/>
              <a:pathLst>
                <a:path w="73465" h="195708">
                  <a:moveTo>
                    <a:pt x="0" y="195708"/>
                  </a:moveTo>
                  <a:lnTo>
                    <a:pt x="73465" y="19570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3364310" y="2834945"/>
              <a:ext cx="73465" cy="133053"/>
            </a:xfrm>
            <a:custGeom>
              <a:avLst/>
              <a:pathLst>
                <a:path w="73465" h="133053">
                  <a:moveTo>
                    <a:pt x="0" y="133053"/>
                  </a:moveTo>
                  <a:lnTo>
                    <a:pt x="73465" y="13305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364310" y="2909159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401043" y="2967999"/>
              <a:ext cx="0" cy="88958"/>
            </a:xfrm>
            <a:custGeom>
              <a:avLst/>
              <a:pathLst>
                <a:path w="0" h="88958">
                  <a:moveTo>
                    <a:pt x="0" y="8895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3401043" y="2713226"/>
              <a:ext cx="0" cy="121718"/>
            </a:xfrm>
            <a:custGeom>
              <a:avLst/>
              <a:pathLst>
                <a:path w="0" h="121718">
                  <a:moveTo>
                    <a:pt x="0" y="0"/>
                  </a:moveTo>
                  <a:lnTo>
                    <a:pt x="0" y="1217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3382676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3382676" y="271322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3364310" y="2834945"/>
              <a:ext cx="73465" cy="133053"/>
            </a:xfrm>
            <a:custGeom>
              <a:avLst/>
              <a:pathLst>
                <a:path w="73465" h="133053">
                  <a:moveTo>
                    <a:pt x="0" y="133053"/>
                  </a:moveTo>
                  <a:lnTo>
                    <a:pt x="73465" y="13305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3854078" y="2853003"/>
              <a:ext cx="73465" cy="93645"/>
            </a:xfrm>
            <a:custGeom>
              <a:avLst/>
              <a:pathLst>
                <a:path w="73465" h="93645">
                  <a:moveTo>
                    <a:pt x="0" y="93645"/>
                  </a:moveTo>
                  <a:lnTo>
                    <a:pt x="73465" y="9364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854078" y="2908433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3890811" y="2946649"/>
              <a:ext cx="0" cy="110308"/>
            </a:xfrm>
            <a:custGeom>
              <a:avLst/>
              <a:pathLst>
                <a:path w="0" h="110308">
                  <a:moveTo>
                    <a:pt x="0" y="11030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3890811" y="2821922"/>
              <a:ext cx="0" cy="31081"/>
            </a:xfrm>
            <a:custGeom>
              <a:avLst/>
              <a:pathLst>
                <a:path w="0" h="31081">
                  <a:moveTo>
                    <a:pt x="0" y="0"/>
                  </a:moveTo>
                  <a:lnTo>
                    <a:pt x="0" y="3108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3872445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3872445" y="2821922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3854078" y="2853003"/>
              <a:ext cx="73465" cy="93645"/>
            </a:xfrm>
            <a:custGeom>
              <a:avLst/>
              <a:pathLst>
                <a:path w="73465" h="93645">
                  <a:moveTo>
                    <a:pt x="0" y="93645"/>
                  </a:moveTo>
                  <a:lnTo>
                    <a:pt x="73465" y="9364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1441969" y="3089050"/>
              <a:ext cx="2448842" cy="0"/>
            </a:xfrm>
            <a:custGeom>
              <a:avLst/>
              <a:pathLst>
                <a:path w="2448842" h="0">
                  <a:moveTo>
                    <a:pt x="0" y="0"/>
                  </a:moveTo>
                  <a:lnTo>
                    <a:pt x="244884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1441969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1931737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421506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911274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3401043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3890811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3"/>
            <p:cNvSpPr/>
            <p:nvPr/>
          </p:nvSpPr>
          <p:spPr>
            <a:xfrm>
              <a:off x="1269216" y="3249492"/>
              <a:ext cx="345505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(-1,4]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1781806" y="3249492"/>
              <a:ext cx="299862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(4,5]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2211231" y="3249492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(5,5.5]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3190768" y="3249492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(6,6.5]</a:t>
              </a:r>
            </a:p>
          </p:txBody>
        </p:sp>
        <p:sp>
          <p:nvSpPr>
            <p:cNvPr id="58" name="pl57"/>
            <p:cNvSpPr/>
            <p:nvPr/>
          </p:nvSpPr>
          <p:spPr>
            <a:xfrm>
              <a:off x="1079540" y="2253306"/>
              <a:ext cx="0" cy="803650"/>
            </a:xfrm>
            <a:custGeom>
              <a:avLst/>
              <a:pathLst>
                <a:path w="0" h="803650">
                  <a:moveTo>
                    <a:pt x="0" y="80365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1003645" y="3056957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1003645" y="285604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003645" y="2655132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003645" y="245421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1003645" y="225330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3"/>
            <p:cNvSpPr/>
            <p:nvPr/>
          </p:nvSpPr>
          <p:spPr>
            <a:xfrm rot="-5400000">
              <a:off x="809317" y="3009121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65" name="tx64"/>
            <p:cNvSpPr/>
            <p:nvPr/>
          </p:nvSpPr>
          <p:spPr>
            <a:xfrm rot="-5400000">
              <a:off x="811046" y="2609025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66" name="tx65"/>
            <p:cNvSpPr/>
            <p:nvPr/>
          </p:nvSpPr>
          <p:spPr>
            <a:xfrm rot="-5400000">
              <a:off x="809317" y="2205470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915760" y="1822467"/>
              <a:ext cx="3501259" cy="1442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IQ, rsqr nearK4 = 0.244,rsqr nearK27 = 0.046</a:t>
              </a:r>
            </a:p>
          </p:txBody>
        </p:sp>
        <p:sp>
          <p:nvSpPr>
            <p:cNvPr id="68" name="pg67"/>
            <p:cNvSpPr/>
            <p:nvPr/>
          </p:nvSpPr>
          <p:spPr>
            <a:xfrm>
              <a:off x="10795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8"/>
            <p:cNvSpPr/>
            <p:nvPr/>
          </p:nvSpPr>
          <p:spPr>
            <a:xfrm>
              <a:off x="1503190" y="2382367"/>
              <a:ext cx="73465" cy="208298"/>
            </a:xfrm>
            <a:custGeom>
              <a:avLst/>
              <a:pathLst>
                <a:path w="73465" h="208298">
                  <a:moveTo>
                    <a:pt x="0" y="208298"/>
                  </a:moveTo>
                  <a:lnTo>
                    <a:pt x="73465" y="20829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1503190" y="2454481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539922" y="2590665"/>
              <a:ext cx="0" cy="300072"/>
            </a:xfrm>
            <a:custGeom>
              <a:avLst/>
              <a:pathLst>
                <a:path w="0" h="300072">
                  <a:moveTo>
                    <a:pt x="0" y="30007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539922" y="2273503"/>
              <a:ext cx="0" cy="108863"/>
            </a:xfrm>
            <a:custGeom>
              <a:avLst/>
              <a:pathLst>
                <a:path w="0" h="108863">
                  <a:moveTo>
                    <a:pt x="0" y="0"/>
                  </a:moveTo>
                  <a:lnTo>
                    <a:pt x="0" y="1088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521556" y="289073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1521556" y="227350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1503190" y="2382367"/>
              <a:ext cx="73465" cy="208298"/>
            </a:xfrm>
            <a:custGeom>
              <a:avLst/>
              <a:pathLst>
                <a:path w="73465" h="208298">
                  <a:moveTo>
                    <a:pt x="0" y="208298"/>
                  </a:moveTo>
                  <a:lnTo>
                    <a:pt x="73465" y="20829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5"/>
            <p:cNvSpPr/>
            <p:nvPr/>
          </p:nvSpPr>
          <p:spPr>
            <a:xfrm>
              <a:off x="1992958" y="2461424"/>
              <a:ext cx="73465" cy="319556"/>
            </a:xfrm>
            <a:custGeom>
              <a:avLst/>
              <a:pathLst>
                <a:path w="73465" h="319556">
                  <a:moveTo>
                    <a:pt x="0" y="319556"/>
                  </a:moveTo>
                  <a:lnTo>
                    <a:pt x="73465" y="31955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1992958" y="258188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2029691" y="2780980"/>
              <a:ext cx="0" cy="275977"/>
            </a:xfrm>
            <a:custGeom>
              <a:avLst/>
              <a:pathLst>
                <a:path w="0" h="275977">
                  <a:moveTo>
                    <a:pt x="0" y="2759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2029691" y="2272379"/>
              <a:ext cx="0" cy="189044"/>
            </a:xfrm>
            <a:custGeom>
              <a:avLst/>
              <a:pathLst>
                <a:path w="0" h="189044">
                  <a:moveTo>
                    <a:pt x="0" y="0"/>
                  </a:moveTo>
                  <a:lnTo>
                    <a:pt x="0" y="18904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2011325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2011325" y="227237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1"/>
            <p:cNvSpPr/>
            <p:nvPr/>
          </p:nvSpPr>
          <p:spPr>
            <a:xfrm>
              <a:off x="1992958" y="2461424"/>
              <a:ext cx="73465" cy="319556"/>
            </a:xfrm>
            <a:custGeom>
              <a:avLst/>
              <a:pathLst>
                <a:path w="73465" h="319556">
                  <a:moveTo>
                    <a:pt x="0" y="319556"/>
                  </a:moveTo>
                  <a:lnTo>
                    <a:pt x="73465" y="31955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2"/>
            <p:cNvSpPr/>
            <p:nvPr/>
          </p:nvSpPr>
          <p:spPr>
            <a:xfrm>
              <a:off x="2482727" y="2512447"/>
              <a:ext cx="73465" cy="337986"/>
            </a:xfrm>
            <a:custGeom>
              <a:avLst/>
              <a:pathLst>
                <a:path w="73465" h="337986">
                  <a:moveTo>
                    <a:pt x="0" y="337986"/>
                  </a:moveTo>
                  <a:lnTo>
                    <a:pt x="73465" y="33798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2482727" y="264781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2519459" y="2850434"/>
              <a:ext cx="0" cy="206523"/>
            </a:xfrm>
            <a:custGeom>
              <a:avLst/>
              <a:pathLst>
                <a:path w="0" h="206523">
                  <a:moveTo>
                    <a:pt x="0" y="20652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2519459" y="2290292"/>
              <a:ext cx="0" cy="222155"/>
            </a:xfrm>
            <a:custGeom>
              <a:avLst/>
              <a:pathLst>
                <a:path w="0" h="222155">
                  <a:moveTo>
                    <a:pt x="0" y="0"/>
                  </a:moveTo>
                  <a:lnTo>
                    <a:pt x="0" y="22215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2501093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2501093" y="2290292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8"/>
            <p:cNvSpPr/>
            <p:nvPr/>
          </p:nvSpPr>
          <p:spPr>
            <a:xfrm>
              <a:off x="2482727" y="2512447"/>
              <a:ext cx="73465" cy="337986"/>
            </a:xfrm>
            <a:custGeom>
              <a:avLst/>
              <a:pathLst>
                <a:path w="73465" h="337986">
                  <a:moveTo>
                    <a:pt x="0" y="337986"/>
                  </a:moveTo>
                  <a:lnTo>
                    <a:pt x="73465" y="33798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2972495" y="2532464"/>
              <a:ext cx="73465" cy="324979"/>
            </a:xfrm>
            <a:custGeom>
              <a:avLst/>
              <a:pathLst>
                <a:path w="73465" h="324979">
                  <a:moveTo>
                    <a:pt x="0" y="324979"/>
                  </a:moveTo>
                  <a:lnTo>
                    <a:pt x="73465" y="32497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2972495" y="2652006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3009228" y="2857443"/>
              <a:ext cx="0" cy="199514"/>
            </a:xfrm>
            <a:custGeom>
              <a:avLst/>
              <a:pathLst>
                <a:path w="0" h="199514">
                  <a:moveTo>
                    <a:pt x="0" y="19951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3009228" y="2256716"/>
              <a:ext cx="0" cy="275748"/>
            </a:xfrm>
            <a:custGeom>
              <a:avLst/>
              <a:pathLst>
                <a:path w="0" h="275748">
                  <a:moveTo>
                    <a:pt x="0" y="0"/>
                  </a:moveTo>
                  <a:lnTo>
                    <a:pt x="0" y="2757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2990861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2990861" y="225671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5"/>
            <p:cNvSpPr/>
            <p:nvPr/>
          </p:nvSpPr>
          <p:spPr>
            <a:xfrm>
              <a:off x="2972495" y="2532464"/>
              <a:ext cx="73465" cy="324979"/>
            </a:xfrm>
            <a:custGeom>
              <a:avLst/>
              <a:pathLst>
                <a:path w="73465" h="324979">
                  <a:moveTo>
                    <a:pt x="0" y="324979"/>
                  </a:moveTo>
                  <a:lnTo>
                    <a:pt x="73465" y="32497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6"/>
            <p:cNvSpPr/>
            <p:nvPr/>
          </p:nvSpPr>
          <p:spPr>
            <a:xfrm>
              <a:off x="3462264" y="2531656"/>
              <a:ext cx="73465" cy="331815"/>
            </a:xfrm>
            <a:custGeom>
              <a:avLst/>
              <a:pathLst>
                <a:path w="73465" h="331815">
                  <a:moveTo>
                    <a:pt x="0" y="331815"/>
                  </a:moveTo>
                  <a:lnTo>
                    <a:pt x="73465" y="33181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3462264" y="266531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3498996" y="2863472"/>
              <a:ext cx="0" cy="193485"/>
            </a:xfrm>
            <a:custGeom>
              <a:avLst/>
              <a:pathLst>
                <a:path w="0" h="193485">
                  <a:moveTo>
                    <a:pt x="0" y="19348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3498996" y="2276964"/>
              <a:ext cx="0" cy="254691"/>
            </a:xfrm>
            <a:custGeom>
              <a:avLst/>
              <a:pathLst>
                <a:path w="0" h="254691">
                  <a:moveTo>
                    <a:pt x="0" y="0"/>
                  </a:moveTo>
                  <a:lnTo>
                    <a:pt x="0" y="2546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3480630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3480630" y="227696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2"/>
            <p:cNvSpPr/>
            <p:nvPr/>
          </p:nvSpPr>
          <p:spPr>
            <a:xfrm>
              <a:off x="3462264" y="2531656"/>
              <a:ext cx="73465" cy="331815"/>
            </a:xfrm>
            <a:custGeom>
              <a:avLst/>
              <a:pathLst>
                <a:path w="73465" h="331815">
                  <a:moveTo>
                    <a:pt x="0" y="331815"/>
                  </a:moveTo>
                  <a:lnTo>
                    <a:pt x="73465" y="33181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3"/>
            <p:cNvSpPr/>
            <p:nvPr/>
          </p:nvSpPr>
          <p:spPr>
            <a:xfrm>
              <a:off x="3952032" y="2553998"/>
              <a:ext cx="73465" cy="351498"/>
            </a:xfrm>
            <a:custGeom>
              <a:avLst/>
              <a:pathLst>
                <a:path w="73465" h="351498">
                  <a:moveTo>
                    <a:pt x="0" y="351498"/>
                  </a:moveTo>
                  <a:lnTo>
                    <a:pt x="73465" y="35149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3952032" y="269248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3988765" y="2905496"/>
              <a:ext cx="0" cy="151461"/>
            </a:xfrm>
            <a:custGeom>
              <a:avLst/>
              <a:pathLst>
                <a:path w="0" h="151461">
                  <a:moveTo>
                    <a:pt x="0" y="1514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3988765" y="2369426"/>
              <a:ext cx="0" cy="184571"/>
            </a:xfrm>
            <a:custGeom>
              <a:avLst/>
              <a:pathLst>
                <a:path w="0" h="184571">
                  <a:moveTo>
                    <a:pt x="0" y="0"/>
                  </a:moveTo>
                  <a:lnTo>
                    <a:pt x="0" y="1845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3970398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3970398" y="236942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09"/>
            <p:cNvSpPr/>
            <p:nvPr/>
          </p:nvSpPr>
          <p:spPr>
            <a:xfrm>
              <a:off x="3952032" y="2553998"/>
              <a:ext cx="73465" cy="351498"/>
            </a:xfrm>
            <a:custGeom>
              <a:avLst/>
              <a:pathLst>
                <a:path w="73465" h="351498">
                  <a:moveTo>
                    <a:pt x="0" y="351498"/>
                  </a:moveTo>
                  <a:lnTo>
                    <a:pt x="73465" y="35149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1079540" y="2253306"/>
              <a:ext cx="0" cy="803650"/>
            </a:xfrm>
            <a:custGeom>
              <a:avLst/>
              <a:pathLst>
                <a:path w="0" h="803650">
                  <a:moveTo>
                    <a:pt x="0" y="80365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1003645" y="3056957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1003645" y="285604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1003645" y="2655132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1003645" y="245421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1003645" y="225330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6"/>
            <p:cNvSpPr/>
            <p:nvPr/>
          </p:nvSpPr>
          <p:spPr>
            <a:xfrm rot="-5400000">
              <a:off x="809317" y="3009121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18" name="tx117"/>
            <p:cNvSpPr/>
            <p:nvPr/>
          </p:nvSpPr>
          <p:spPr>
            <a:xfrm rot="-5400000">
              <a:off x="811046" y="2609025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19" name="tx118"/>
            <p:cNvSpPr/>
            <p:nvPr/>
          </p:nvSpPr>
          <p:spPr>
            <a:xfrm rot="-5400000">
              <a:off x="809317" y="2205470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20" name="pg119"/>
            <p:cNvSpPr/>
            <p:nvPr/>
          </p:nvSpPr>
          <p:spPr>
            <a:xfrm>
              <a:off x="10795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1405236" y="4652142"/>
              <a:ext cx="73465" cy="162122"/>
            </a:xfrm>
            <a:custGeom>
              <a:avLst/>
              <a:pathLst>
                <a:path w="73465" h="162122">
                  <a:moveTo>
                    <a:pt x="0" y="162122"/>
                  </a:moveTo>
                  <a:lnTo>
                    <a:pt x="73465" y="16212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1405236" y="470016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2"/>
            <p:cNvSpPr/>
            <p:nvPr/>
          </p:nvSpPr>
          <p:spPr>
            <a:xfrm>
              <a:off x="1441969" y="4814264"/>
              <a:ext cx="0" cy="235304"/>
            </a:xfrm>
            <a:custGeom>
              <a:avLst/>
              <a:pathLst>
                <a:path w="0" h="235304">
                  <a:moveTo>
                    <a:pt x="0" y="23530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1441969" y="4517615"/>
              <a:ext cx="0" cy="134526"/>
            </a:xfrm>
            <a:custGeom>
              <a:avLst/>
              <a:pathLst>
                <a:path w="0" h="134526">
                  <a:moveTo>
                    <a:pt x="0" y="0"/>
                  </a:moveTo>
                  <a:lnTo>
                    <a:pt x="0" y="1345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1423602" y="504956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1423602" y="451761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6"/>
            <p:cNvSpPr/>
            <p:nvPr/>
          </p:nvSpPr>
          <p:spPr>
            <a:xfrm>
              <a:off x="1405236" y="4652142"/>
              <a:ext cx="73465" cy="162122"/>
            </a:xfrm>
            <a:custGeom>
              <a:avLst/>
              <a:pathLst>
                <a:path w="73465" h="162122">
                  <a:moveTo>
                    <a:pt x="0" y="162122"/>
                  </a:moveTo>
                  <a:lnTo>
                    <a:pt x="73465" y="16212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7"/>
            <p:cNvSpPr/>
            <p:nvPr/>
          </p:nvSpPr>
          <p:spPr>
            <a:xfrm>
              <a:off x="1895005" y="4742290"/>
              <a:ext cx="73465" cy="253550"/>
            </a:xfrm>
            <a:custGeom>
              <a:avLst/>
              <a:pathLst>
                <a:path w="73465" h="253550">
                  <a:moveTo>
                    <a:pt x="0" y="253550"/>
                  </a:moveTo>
                  <a:lnTo>
                    <a:pt x="73465" y="25355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pl128"/>
            <p:cNvSpPr/>
            <p:nvPr/>
          </p:nvSpPr>
          <p:spPr>
            <a:xfrm>
              <a:off x="1895005" y="491377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29"/>
            <p:cNvSpPr/>
            <p:nvPr/>
          </p:nvSpPr>
          <p:spPr>
            <a:xfrm>
              <a:off x="1931737" y="4995841"/>
              <a:ext cx="0" cy="324097"/>
            </a:xfrm>
            <a:custGeom>
              <a:avLst/>
              <a:pathLst>
                <a:path w="0" h="324097">
                  <a:moveTo>
                    <a:pt x="0" y="32409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1" name="pl130"/>
            <p:cNvSpPr/>
            <p:nvPr/>
          </p:nvSpPr>
          <p:spPr>
            <a:xfrm>
              <a:off x="1931737" y="4520166"/>
              <a:ext cx="0" cy="222123"/>
            </a:xfrm>
            <a:custGeom>
              <a:avLst/>
              <a:pathLst>
                <a:path w="0" h="222123">
                  <a:moveTo>
                    <a:pt x="0" y="0"/>
                  </a:moveTo>
                  <a:lnTo>
                    <a:pt x="0" y="2221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2" name="pl131"/>
            <p:cNvSpPr/>
            <p:nvPr/>
          </p:nvSpPr>
          <p:spPr>
            <a:xfrm>
              <a:off x="1913371" y="531993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2"/>
            <p:cNvSpPr/>
            <p:nvPr/>
          </p:nvSpPr>
          <p:spPr>
            <a:xfrm>
              <a:off x="1913371" y="452016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3"/>
            <p:cNvSpPr/>
            <p:nvPr/>
          </p:nvSpPr>
          <p:spPr>
            <a:xfrm>
              <a:off x="1895005" y="4742290"/>
              <a:ext cx="73465" cy="253550"/>
            </a:xfrm>
            <a:custGeom>
              <a:avLst/>
              <a:pathLst>
                <a:path w="73465" h="253550">
                  <a:moveTo>
                    <a:pt x="0" y="253550"/>
                  </a:moveTo>
                  <a:lnTo>
                    <a:pt x="73465" y="25355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4"/>
            <p:cNvSpPr/>
            <p:nvPr/>
          </p:nvSpPr>
          <p:spPr>
            <a:xfrm>
              <a:off x="2384773" y="4883455"/>
              <a:ext cx="73465" cy="121293"/>
            </a:xfrm>
            <a:custGeom>
              <a:avLst/>
              <a:pathLst>
                <a:path w="73465" h="121293">
                  <a:moveTo>
                    <a:pt x="0" y="121293"/>
                  </a:moveTo>
                  <a:lnTo>
                    <a:pt x="73465" y="12129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2384773" y="495410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2421506" y="5004749"/>
              <a:ext cx="0" cy="180949"/>
            </a:xfrm>
            <a:custGeom>
              <a:avLst/>
              <a:pathLst>
                <a:path w="0" h="180949">
                  <a:moveTo>
                    <a:pt x="0" y="18094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2421506" y="4705383"/>
              <a:ext cx="0" cy="178071"/>
            </a:xfrm>
            <a:custGeom>
              <a:avLst/>
              <a:pathLst>
                <a:path w="0" h="178071">
                  <a:moveTo>
                    <a:pt x="0" y="0"/>
                  </a:moveTo>
                  <a:lnTo>
                    <a:pt x="0" y="1780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2403139" y="518569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2403139" y="470538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0"/>
            <p:cNvSpPr/>
            <p:nvPr/>
          </p:nvSpPr>
          <p:spPr>
            <a:xfrm>
              <a:off x="2384773" y="4883455"/>
              <a:ext cx="73465" cy="121293"/>
            </a:xfrm>
            <a:custGeom>
              <a:avLst/>
              <a:pathLst>
                <a:path w="73465" h="121293">
                  <a:moveTo>
                    <a:pt x="0" y="121293"/>
                  </a:moveTo>
                  <a:lnTo>
                    <a:pt x="73465" y="12129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1"/>
            <p:cNvSpPr/>
            <p:nvPr/>
          </p:nvSpPr>
          <p:spPr>
            <a:xfrm>
              <a:off x="2874541" y="4895991"/>
              <a:ext cx="73465" cy="122561"/>
            </a:xfrm>
            <a:custGeom>
              <a:avLst/>
              <a:pathLst>
                <a:path w="73465" h="122561">
                  <a:moveTo>
                    <a:pt x="0" y="122561"/>
                  </a:moveTo>
                  <a:lnTo>
                    <a:pt x="73465" y="12256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2874541" y="496087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2911274" y="5018553"/>
              <a:ext cx="0" cy="168899"/>
            </a:xfrm>
            <a:custGeom>
              <a:avLst/>
              <a:pathLst>
                <a:path w="0" h="168899">
                  <a:moveTo>
                    <a:pt x="0" y="16889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2911274" y="4721365"/>
              <a:ext cx="0" cy="174626"/>
            </a:xfrm>
            <a:custGeom>
              <a:avLst/>
              <a:pathLst>
                <a:path w="0" h="174626">
                  <a:moveTo>
                    <a:pt x="0" y="0"/>
                  </a:moveTo>
                  <a:lnTo>
                    <a:pt x="0" y="1746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2892908" y="5187452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2892908" y="472136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7"/>
            <p:cNvSpPr/>
            <p:nvPr/>
          </p:nvSpPr>
          <p:spPr>
            <a:xfrm>
              <a:off x="2874541" y="4895991"/>
              <a:ext cx="73465" cy="122561"/>
            </a:xfrm>
            <a:custGeom>
              <a:avLst/>
              <a:pathLst>
                <a:path w="73465" h="122561">
                  <a:moveTo>
                    <a:pt x="0" y="122561"/>
                  </a:moveTo>
                  <a:lnTo>
                    <a:pt x="73465" y="12256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8"/>
            <p:cNvSpPr/>
            <p:nvPr/>
          </p:nvSpPr>
          <p:spPr>
            <a:xfrm>
              <a:off x="3364310" y="4913551"/>
              <a:ext cx="73465" cy="110119"/>
            </a:xfrm>
            <a:custGeom>
              <a:avLst/>
              <a:pathLst>
                <a:path w="73465" h="110119">
                  <a:moveTo>
                    <a:pt x="0" y="110119"/>
                  </a:moveTo>
                  <a:lnTo>
                    <a:pt x="73465" y="11011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3364310" y="4986594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3401043" y="5023670"/>
              <a:ext cx="0" cy="53939"/>
            </a:xfrm>
            <a:custGeom>
              <a:avLst/>
              <a:pathLst>
                <a:path w="0" h="53939">
                  <a:moveTo>
                    <a:pt x="0" y="539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3401043" y="4793175"/>
              <a:ext cx="0" cy="120375"/>
            </a:xfrm>
            <a:custGeom>
              <a:avLst/>
              <a:pathLst>
                <a:path w="0" h="120375">
                  <a:moveTo>
                    <a:pt x="0" y="0"/>
                  </a:moveTo>
                  <a:lnTo>
                    <a:pt x="0" y="1203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3382676" y="507761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3382676" y="479317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4"/>
            <p:cNvSpPr/>
            <p:nvPr/>
          </p:nvSpPr>
          <p:spPr>
            <a:xfrm>
              <a:off x="3364310" y="4913551"/>
              <a:ext cx="73465" cy="110119"/>
            </a:xfrm>
            <a:custGeom>
              <a:avLst/>
              <a:pathLst>
                <a:path w="73465" h="110119">
                  <a:moveTo>
                    <a:pt x="0" y="110119"/>
                  </a:moveTo>
                  <a:lnTo>
                    <a:pt x="73465" y="11011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5"/>
            <p:cNvSpPr/>
            <p:nvPr/>
          </p:nvSpPr>
          <p:spPr>
            <a:xfrm>
              <a:off x="3854078" y="4901085"/>
              <a:ext cx="73465" cy="159448"/>
            </a:xfrm>
            <a:custGeom>
              <a:avLst/>
              <a:pathLst>
                <a:path w="73465" h="159448">
                  <a:moveTo>
                    <a:pt x="0" y="159448"/>
                  </a:moveTo>
                  <a:lnTo>
                    <a:pt x="73465" y="15944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3854078" y="4930901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3890811" y="5060533"/>
              <a:ext cx="0" cy="99955"/>
            </a:xfrm>
            <a:custGeom>
              <a:avLst/>
              <a:pathLst>
                <a:path w="0" h="99955">
                  <a:moveTo>
                    <a:pt x="0" y="9995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3890811" y="4816585"/>
              <a:ext cx="0" cy="84500"/>
            </a:xfrm>
            <a:custGeom>
              <a:avLst/>
              <a:pathLst>
                <a:path w="0" h="84500">
                  <a:moveTo>
                    <a:pt x="0" y="0"/>
                  </a:moveTo>
                  <a:lnTo>
                    <a:pt x="0" y="845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3872445" y="516048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3872445" y="481658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1"/>
            <p:cNvSpPr/>
            <p:nvPr/>
          </p:nvSpPr>
          <p:spPr>
            <a:xfrm>
              <a:off x="3854078" y="4901085"/>
              <a:ext cx="73465" cy="159448"/>
            </a:xfrm>
            <a:custGeom>
              <a:avLst/>
              <a:pathLst>
                <a:path w="73465" h="159448">
                  <a:moveTo>
                    <a:pt x="0" y="159448"/>
                  </a:moveTo>
                  <a:lnTo>
                    <a:pt x="73465" y="15944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1441969" y="5352031"/>
              <a:ext cx="2448842" cy="0"/>
            </a:xfrm>
            <a:custGeom>
              <a:avLst/>
              <a:pathLst>
                <a:path w="2448842" h="0">
                  <a:moveTo>
                    <a:pt x="0" y="0"/>
                  </a:moveTo>
                  <a:lnTo>
                    <a:pt x="244884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1441969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4"/>
            <p:cNvSpPr/>
            <p:nvPr/>
          </p:nvSpPr>
          <p:spPr>
            <a:xfrm>
              <a:off x="1931737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5"/>
            <p:cNvSpPr/>
            <p:nvPr/>
          </p:nvSpPr>
          <p:spPr>
            <a:xfrm>
              <a:off x="2421506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6"/>
            <p:cNvSpPr/>
            <p:nvPr/>
          </p:nvSpPr>
          <p:spPr>
            <a:xfrm>
              <a:off x="2911274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7"/>
            <p:cNvSpPr/>
            <p:nvPr/>
          </p:nvSpPr>
          <p:spPr>
            <a:xfrm>
              <a:off x="3401043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8"/>
            <p:cNvSpPr/>
            <p:nvPr/>
          </p:nvSpPr>
          <p:spPr>
            <a:xfrm>
              <a:off x="3890811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tx169"/>
            <p:cNvSpPr/>
            <p:nvPr/>
          </p:nvSpPr>
          <p:spPr>
            <a:xfrm>
              <a:off x="1269216" y="5512474"/>
              <a:ext cx="345505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(-1,4]</a:t>
              </a:r>
            </a:p>
          </p:txBody>
        </p:sp>
        <p:sp>
          <p:nvSpPr>
            <p:cNvPr id="171" name="tx170"/>
            <p:cNvSpPr/>
            <p:nvPr/>
          </p:nvSpPr>
          <p:spPr>
            <a:xfrm>
              <a:off x="1781806" y="5512474"/>
              <a:ext cx="299862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(4,5]</a:t>
              </a:r>
            </a:p>
          </p:txBody>
        </p:sp>
        <p:sp>
          <p:nvSpPr>
            <p:cNvPr id="172" name="tx171"/>
            <p:cNvSpPr/>
            <p:nvPr/>
          </p:nvSpPr>
          <p:spPr>
            <a:xfrm>
              <a:off x="2211231" y="5512474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(5,5.5]</a:t>
              </a:r>
            </a:p>
          </p:txBody>
        </p:sp>
        <p:sp>
          <p:nvSpPr>
            <p:cNvPr id="173" name="tx172"/>
            <p:cNvSpPr/>
            <p:nvPr/>
          </p:nvSpPr>
          <p:spPr>
            <a:xfrm>
              <a:off x="3190768" y="5512474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(6,6.5]</a:t>
              </a:r>
            </a:p>
          </p:txBody>
        </p:sp>
        <p:sp>
          <p:nvSpPr>
            <p:cNvPr id="174" name="pl173"/>
            <p:cNvSpPr/>
            <p:nvPr/>
          </p:nvSpPr>
          <p:spPr>
            <a:xfrm>
              <a:off x="1079540" y="4502616"/>
              <a:ext cx="0" cy="739837"/>
            </a:xfrm>
            <a:custGeom>
              <a:avLst/>
              <a:pathLst>
                <a:path w="0" h="739837">
                  <a:moveTo>
                    <a:pt x="0" y="73983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1003645" y="5242453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1003645" y="5119147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6"/>
            <p:cNvSpPr/>
            <p:nvPr/>
          </p:nvSpPr>
          <p:spPr>
            <a:xfrm>
              <a:off x="1003645" y="499584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1003645" y="487253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1003645" y="474922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79"/>
            <p:cNvSpPr/>
            <p:nvPr/>
          </p:nvSpPr>
          <p:spPr>
            <a:xfrm>
              <a:off x="1003645" y="4625922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0"/>
            <p:cNvSpPr/>
            <p:nvPr/>
          </p:nvSpPr>
          <p:spPr>
            <a:xfrm>
              <a:off x="1003645" y="450261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tx181"/>
            <p:cNvSpPr/>
            <p:nvPr/>
          </p:nvSpPr>
          <p:spPr>
            <a:xfrm rot="-5400000">
              <a:off x="788224" y="5196347"/>
              <a:ext cx="126121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183" name="tx182"/>
            <p:cNvSpPr/>
            <p:nvPr/>
          </p:nvSpPr>
          <p:spPr>
            <a:xfrm rot="-5400000">
              <a:off x="809317" y="4948005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84" name="tx183"/>
            <p:cNvSpPr/>
            <p:nvPr/>
          </p:nvSpPr>
          <p:spPr>
            <a:xfrm rot="-5400000">
              <a:off x="811046" y="4703122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85" name="tx184"/>
            <p:cNvSpPr/>
            <p:nvPr/>
          </p:nvSpPr>
          <p:spPr>
            <a:xfrm rot="-5400000">
              <a:off x="809317" y="4454780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86" name="tx185"/>
            <p:cNvSpPr/>
            <p:nvPr/>
          </p:nvSpPr>
          <p:spPr>
            <a:xfrm>
              <a:off x="915760" y="4085449"/>
              <a:ext cx="3501259" cy="1442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IQ, rsqr nearK4 = 0.234,rsqr nearK27 = 0.153</a:t>
              </a:r>
            </a:p>
          </p:txBody>
        </p:sp>
        <p:sp>
          <p:nvSpPr>
            <p:cNvPr id="187" name="pg186"/>
            <p:cNvSpPr/>
            <p:nvPr/>
          </p:nvSpPr>
          <p:spPr>
            <a:xfrm>
              <a:off x="1079540" y="4485522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7"/>
            <p:cNvSpPr/>
            <p:nvPr/>
          </p:nvSpPr>
          <p:spPr>
            <a:xfrm>
              <a:off x="1503190" y="4691798"/>
              <a:ext cx="73465" cy="288153"/>
            </a:xfrm>
            <a:custGeom>
              <a:avLst/>
              <a:pathLst>
                <a:path w="73465" h="288153">
                  <a:moveTo>
                    <a:pt x="0" y="288153"/>
                  </a:moveTo>
                  <a:lnTo>
                    <a:pt x="73465" y="28815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1503190" y="4809716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1539922" y="4979951"/>
              <a:ext cx="0" cy="370112"/>
            </a:xfrm>
            <a:custGeom>
              <a:avLst/>
              <a:pathLst>
                <a:path w="0" h="370112">
                  <a:moveTo>
                    <a:pt x="0" y="37011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1" name="pl190"/>
            <p:cNvSpPr/>
            <p:nvPr/>
          </p:nvSpPr>
          <p:spPr>
            <a:xfrm>
              <a:off x="1539922" y="4536033"/>
              <a:ext cx="0" cy="155764"/>
            </a:xfrm>
            <a:custGeom>
              <a:avLst/>
              <a:pathLst>
                <a:path w="0" h="155764">
                  <a:moveTo>
                    <a:pt x="0" y="0"/>
                  </a:moveTo>
                  <a:lnTo>
                    <a:pt x="0" y="1557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2" name="pl191"/>
            <p:cNvSpPr/>
            <p:nvPr/>
          </p:nvSpPr>
          <p:spPr>
            <a:xfrm>
              <a:off x="1521556" y="535006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2"/>
            <p:cNvSpPr/>
            <p:nvPr/>
          </p:nvSpPr>
          <p:spPr>
            <a:xfrm>
              <a:off x="1521556" y="453603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3"/>
            <p:cNvSpPr/>
            <p:nvPr/>
          </p:nvSpPr>
          <p:spPr>
            <a:xfrm>
              <a:off x="1503190" y="4691798"/>
              <a:ext cx="73465" cy="288153"/>
            </a:xfrm>
            <a:custGeom>
              <a:avLst/>
              <a:pathLst>
                <a:path w="73465" h="288153">
                  <a:moveTo>
                    <a:pt x="0" y="288153"/>
                  </a:moveTo>
                  <a:lnTo>
                    <a:pt x="73465" y="28815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4"/>
            <p:cNvSpPr/>
            <p:nvPr/>
          </p:nvSpPr>
          <p:spPr>
            <a:xfrm>
              <a:off x="1992958" y="4909739"/>
              <a:ext cx="73465" cy="268291"/>
            </a:xfrm>
            <a:custGeom>
              <a:avLst/>
              <a:pathLst>
                <a:path w="73465" h="268291">
                  <a:moveTo>
                    <a:pt x="0" y="268291"/>
                  </a:moveTo>
                  <a:lnTo>
                    <a:pt x="73465" y="26829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pl195"/>
            <p:cNvSpPr/>
            <p:nvPr/>
          </p:nvSpPr>
          <p:spPr>
            <a:xfrm>
              <a:off x="1992958" y="5040016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2029691" y="5178031"/>
              <a:ext cx="0" cy="174000"/>
            </a:xfrm>
            <a:custGeom>
              <a:avLst/>
              <a:pathLst>
                <a:path w="0" h="174000">
                  <a:moveTo>
                    <a:pt x="0" y="17400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2029691" y="4543857"/>
              <a:ext cx="0" cy="365882"/>
            </a:xfrm>
            <a:custGeom>
              <a:avLst/>
              <a:pathLst>
                <a:path w="0" h="365882">
                  <a:moveTo>
                    <a:pt x="0" y="0"/>
                  </a:moveTo>
                  <a:lnTo>
                    <a:pt x="0" y="3658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2011325" y="45438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199"/>
            <p:cNvSpPr/>
            <p:nvPr/>
          </p:nvSpPr>
          <p:spPr>
            <a:xfrm>
              <a:off x="1992958" y="4909739"/>
              <a:ext cx="73465" cy="268291"/>
            </a:xfrm>
            <a:custGeom>
              <a:avLst/>
              <a:pathLst>
                <a:path w="73465" h="268291">
                  <a:moveTo>
                    <a:pt x="0" y="268291"/>
                  </a:moveTo>
                  <a:lnTo>
                    <a:pt x="73465" y="26829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0"/>
            <p:cNvSpPr/>
            <p:nvPr/>
          </p:nvSpPr>
          <p:spPr>
            <a:xfrm>
              <a:off x="2482727" y="4995841"/>
              <a:ext cx="73465" cy="230298"/>
            </a:xfrm>
            <a:custGeom>
              <a:avLst/>
              <a:pathLst>
                <a:path w="73465" h="230298">
                  <a:moveTo>
                    <a:pt x="0" y="230298"/>
                  </a:moveTo>
                  <a:lnTo>
                    <a:pt x="73465" y="23029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2482727" y="5113781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2519459" y="5226140"/>
              <a:ext cx="0" cy="125891"/>
            </a:xfrm>
            <a:custGeom>
              <a:avLst/>
              <a:pathLst>
                <a:path w="0" h="125891">
                  <a:moveTo>
                    <a:pt x="0" y="12589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2519459" y="4664231"/>
              <a:ext cx="0" cy="331609"/>
            </a:xfrm>
            <a:custGeom>
              <a:avLst/>
              <a:pathLst>
                <a:path w="0" h="331609">
                  <a:moveTo>
                    <a:pt x="0" y="0"/>
                  </a:moveTo>
                  <a:lnTo>
                    <a:pt x="0" y="33160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2501093" y="466423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5"/>
            <p:cNvSpPr/>
            <p:nvPr/>
          </p:nvSpPr>
          <p:spPr>
            <a:xfrm>
              <a:off x="2482727" y="4995841"/>
              <a:ext cx="73465" cy="230298"/>
            </a:xfrm>
            <a:custGeom>
              <a:avLst/>
              <a:pathLst>
                <a:path w="73465" h="230298">
                  <a:moveTo>
                    <a:pt x="0" y="230298"/>
                  </a:moveTo>
                  <a:lnTo>
                    <a:pt x="73465" y="23029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6"/>
            <p:cNvSpPr/>
            <p:nvPr/>
          </p:nvSpPr>
          <p:spPr>
            <a:xfrm>
              <a:off x="2972495" y="5013308"/>
              <a:ext cx="73465" cy="242619"/>
            </a:xfrm>
            <a:custGeom>
              <a:avLst/>
              <a:pathLst>
                <a:path w="73465" h="242619">
                  <a:moveTo>
                    <a:pt x="0" y="242619"/>
                  </a:moveTo>
                  <a:lnTo>
                    <a:pt x="73465" y="24261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2972495" y="5143103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3009228" y="5255927"/>
              <a:ext cx="0" cy="96104"/>
            </a:xfrm>
            <a:custGeom>
              <a:avLst/>
              <a:pathLst>
                <a:path w="0" h="96104">
                  <a:moveTo>
                    <a:pt x="0" y="9610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3009228" y="4656393"/>
              <a:ext cx="0" cy="356915"/>
            </a:xfrm>
            <a:custGeom>
              <a:avLst/>
              <a:pathLst>
                <a:path w="0" h="356915">
                  <a:moveTo>
                    <a:pt x="0" y="0"/>
                  </a:moveTo>
                  <a:lnTo>
                    <a:pt x="0" y="3569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2990861" y="465639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1"/>
            <p:cNvSpPr/>
            <p:nvPr/>
          </p:nvSpPr>
          <p:spPr>
            <a:xfrm>
              <a:off x="2972495" y="5013308"/>
              <a:ext cx="73465" cy="242619"/>
            </a:xfrm>
            <a:custGeom>
              <a:avLst/>
              <a:pathLst>
                <a:path w="73465" h="242619">
                  <a:moveTo>
                    <a:pt x="0" y="242619"/>
                  </a:moveTo>
                  <a:lnTo>
                    <a:pt x="73465" y="24261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2"/>
            <p:cNvSpPr/>
            <p:nvPr/>
          </p:nvSpPr>
          <p:spPr>
            <a:xfrm>
              <a:off x="3462264" y="5012400"/>
              <a:ext cx="73465" cy="302052"/>
            </a:xfrm>
            <a:custGeom>
              <a:avLst/>
              <a:pathLst>
                <a:path w="73465" h="302052">
                  <a:moveTo>
                    <a:pt x="0" y="302052"/>
                  </a:moveTo>
                  <a:lnTo>
                    <a:pt x="73465" y="30205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3462264" y="5184369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3498996" y="5314453"/>
              <a:ext cx="0" cy="37578"/>
            </a:xfrm>
            <a:custGeom>
              <a:avLst/>
              <a:pathLst>
                <a:path w="0" h="37578">
                  <a:moveTo>
                    <a:pt x="0" y="375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6" name="pl215"/>
            <p:cNvSpPr/>
            <p:nvPr/>
          </p:nvSpPr>
          <p:spPr>
            <a:xfrm>
              <a:off x="3498996" y="4566528"/>
              <a:ext cx="0" cy="445872"/>
            </a:xfrm>
            <a:custGeom>
              <a:avLst/>
              <a:pathLst>
                <a:path w="0" h="445872">
                  <a:moveTo>
                    <a:pt x="0" y="0"/>
                  </a:moveTo>
                  <a:lnTo>
                    <a:pt x="0" y="44587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3480630" y="456652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7"/>
            <p:cNvSpPr/>
            <p:nvPr/>
          </p:nvSpPr>
          <p:spPr>
            <a:xfrm>
              <a:off x="3462264" y="5012400"/>
              <a:ext cx="73465" cy="302052"/>
            </a:xfrm>
            <a:custGeom>
              <a:avLst/>
              <a:pathLst>
                <a:path w="73465" h="302052">
                  <a:moveTo>
                    <a:pt x="0" y="302052"/>
                  </a:moveTo>
                  <a:lnTo>
                    <a:pt x="73465" y="30205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8"/>
            <p:cNvSpPr/>
            <p:nvPr/>
          </p:nvSpPr>
          <p:spPr>
            <a:xfrm>
              <a:off x="3952032" y="5077171"/>
              <a:ext cx="73465" cy="225919"/>
            </a:xfrm>
            <a:custGeom>
              <a:avLst/>
              <a:pathLst>
                <a:path w="73465" h="225919">
                  <a:moveTo>
                    <a:pt x="0" y="225919"/>
                  </a:moveTo>
                  <a:lnTo>
                    <a:pt x="73465" y="22591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3952032" y="518027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0"/>
            <p:cNvSpPr/>
            <p:nvPr/>
          </p:nvSpPr>
          <p:spPr>
            <a:xfrm>
              <a:off x="3988765" y="5303091"/>
              <a:ext cx="0" cy="48940"/>
            </a:xfrm>
            <a:custGeom>
              <a:avLst/>
              <a:pathLst>
                <a:path w="0" h="48940">
                  <a:moveTo>
                    <a:pt x="0" y="4894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2" name="pl221"/>
            <p:cNvSpPr/>
            <p:nvPr/>
          </p:nvSpPr>
          <p:spPr>
            <a:xfrm>
              <a:off x="3988765" y="4887290"/>
              <a:ext cx="0" cy="189880"/>
            </a:xfrm>
            <a:custGeom>
              <a:avLst/>
              <a:pathLst>
                <a:path w="0" h="189880">
                  <a:moveTo>
                    <a:pt x="0" y="0"/>
                  </a:moveTo>
                  <a:lnTo>
                    <a:pt x="0" y="18988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3970398" y="488729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3"/>
            <p:cNvSpPr/>
            <p:nvPr/>
          </p:nvSpPr>
          <p:spPr>
            <a:xfrm>
              <a:off x="3952032" y="5077171"/>
              <a:ext cx="73465" cy="225919"/>
            </a:xfrm>
            <a:custGeom>
              <a:avLst/>
              <a:pathLst>
                <a:path w="73465" h="225919">
                  <a:moveTo>
                    <a:pt x="0" y="225919"/>
                  </a:moveTo>
                  <a:lnTo>
                    <a:pt x="73465" y="22591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1079540" y="4502616"/>
              <a:ext cx="0" cy="739837"/>
            </a:xfrm>
            <a:custGeom>
              <a:avLst/>
              <a:pathLst>
                <a:path w="0" h="739837">
                  <a:moveTo>
                    <a:pt x="0" y="73983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1003645" y="5242453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1003645" y="5119147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1003645" y="499584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1003645" y="487253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1003645" y="474922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1003645" y="4625922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1"/>
            <p:cNvSpPr/>
            <p:nvPr/>
          </p:nvSpPr>
          <p:spPr>
            <a:xfrm>
              <a:off x="1003645" y="450261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tx232"/>
            <p:cNvSpPr/>
            <p:nvPr/>
          </p:nvSpPr>
          <p:spPr>
            <a:xfrm rot="-5400000">
              <a:off x="788224" y="5196347"/>
              <a:ext cx="126121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234" name="tx233"/>
            <p:cNvSpPr/>
            <p:nvPr/>
          </p:nvSpPr>
          <p:spPr>
            <a:xfrm rot="-5400000">
              <a:off x="809317" y="4948005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35" name="tx234"/>
            <p:cNvSpPr/>
            <p:nvPr/>
          </p:nvSpPr>
          <p:spPr>
            <a:xfrm rot="-5400000">
              <a:off x="811046" y="4703122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236" name="tx235"/>
            <p:cNvSpPr/>
            <p:nvPr/>
          </p:nvSpPr>
          <p:spPr>
            <a:xfrm rot="-5400000">
              <a:off x="809317" y="4454780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237" name="pg236"/>
            <p:cNvSpPr/>
            <p:nvPr/>
          </p:nvSpPr>
          <p:spPr>
            <a:xfrm>
              <a:off x="1079540" y="4485522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2026-03-09T10:14:11Z</dcterms:modified>
  <cp:category/>
</cp:coreProperties>
</file>