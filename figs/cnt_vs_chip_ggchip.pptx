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69019" y="69589"/>
              <a:ext cx="7903720" cy="6385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69019" y="5197560"/>
              <a:ext cx="7903720" cy="0"/>
            </a:xfrm>
            <a:custGeom>
              <a:avLst/>
              <a:pathLst>
                <a:path w="7903720" h="0">
                  <a:moveTo>
                    <a:pt x="0" y="0"/>
                  </a:moveTo>
                  <a:lnTo>
                    <a:pt x="7903720" y="0"/>
                  </a:lnTo>
                  <a:lnTo>
                    <a:pt x="79037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9019" y="3262477"/>
              <a:ext cx="7903720" cy="0"/>
            </a:xfrm>
            <a:custGeom>
              <a:avLst/>
              <a:pathLst>
                <a:path w="7903720" h="0">
                  <a:moveTo>
                    <a:pt x="0" y="0"/>
                  </a:moveTo>
                  <a:lnTo>
                    <a:pt x="7903720" y="0"/>
                  </a:lnTo>
                  <a:lnTo>
                    <a:pt x="79037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9019" y="1327393"/>
              <a:ext cx="7903720" cy="0"/>
            </a:xfrm>
            <a:custGeom>
              <a:avLst/>
              <a:pathLst>
                <a:path w="7903720" h="0">
                  <a:moveTo>
                    <a:pt x="0" y="0"/>
                  </a:moveTo>
                  <a:lnTo>
                    <a:pt x="7903720" y="0"/>
                  </a:lnTo>
                  <a:lnTo>
                    <a:pt x="790372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9019" y="6165102"/>
              <a:ext cx="7903720" cy="0"/>
            </a:xfrm>
            <a:custGeom>
              <a:avLst/>
              <a:pathLst>
                <a:path w="7903720" h="0">
                  <a:moveTo>
                    <a:pt x="0" y="0"/>
                  </a:moveTo>
                  <a:lnTo>
                    <a:pt x="7903720" y="0"/>
                  </a:lnTo>
                  <a:lnTo>
                    <a:pt x="79037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9019" y="4230019"/>
              <a:ext cx="7903720" cy="0"/>
            </a:xfrm>
            <a:custGeom>
              <a:avLst/>
              <a:pathLst>
                <a:path w="7903720" h="0">
                  <a:moveTo>
                    <a:pt x="0" y="0"/>
                  </a:moveTo>
                  <a:lnTo>
                    <a:pt x="7903720" y="0"/>
                  </a:lnTo>
                  <a:lnTo>
                    <a:pt x="79037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019" y="2294935"/>
              <a:ext cx="7903720" cy="0"/>
            </a:xfrm>
            <a:custGeom>
              <a:avLst/>
              <a:pathLst>
                <a:path w="7903720" h="0">
                  <a:moveTo>
                    <a:pt x="0" y="0"/>
                  </a:moveTo>
                  <a:lnTo>
                    <a:pt x="7903720" y="0"/>
                  </a:lnTo>
                  <a:lnTo>
                    <a:pt x="79037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9019" y="359851"/>
              <a:ext cx="7903720" cy="0"/>
            </a:xfrm>
            <a:custGeom>
              <a:avLst/>
              <a:pathLst>
                <a:path w="7903720" h="0">
                  <a:moveTo>
                    <a:pt x="0" y="0"/>
                  </a:moveTo>
                  <a:lnTo>
                    <a:pt x="7903720" y="0"/>
                  </a:lnTo>
                  <a:lnTo>
                    <a:pt x="790372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98122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79960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6179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143636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98122" y="69589"/>
              <a:ext cx="0" cy="2592029"/>
            </a:xfrm>
            <a:custGeom>
              <a:avLst/>
              <a:pathLst>
                <a:path w="0" h="2592029">
                  <a:moveTo>
                    <a:pt x="0" y="259202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98122" y="4804760"/>
              <a:ext cx="0" cy="1650604"/>
            </a:xfrm>
            <a:custGeom>
              <a:avLst/>
              <a:pathLst>
                <a:path w="0" h="1650604">
                  <a:moveTo>
                    <a:pt x="0" y="0"/>
                  </a:moveTo>
                  <a:lnTo>
                    <a:pt x="0" y="165060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792432" y="2661618"/>
              <a:ext cx="1411378" cy="2143141"/>
            </a:xfrm>
            <a:custGeom>
              <a:avLst/>
              <a:pathLst>
                <a:path w="1411378" h="2143141">
                  <a:moveTo>
                    <a:pt x="0" y="0"/>
                  </a:moveTo>
                  <a:lnTo>
                    <a:pt x="0" y="2143141"/>
                  </a:lnTo>
                  <a:lnTo>
                    <a:pt x="1411378" y="2143141"/>
                  </a:lnTo>
                  <a:lnTo>
                    <a:pt x="1411378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2432" y="3452827"/>
              <a:ext cx="1411378" cy="0"/>
            </a:xfrm>
            <a:custGeom>
              <a:avLst/>
              <a:pathLst>
                <a:path w="1411378" h="0">
                  <a:moveTo>
                    <a:pt x="0" y="0"/>
                  </a:moveTo>
                  <a:lnTo>
                    <a:pt x="14113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79960" y="235665"/>
              <a:ext cx="0" cy="1715290"/>
            </a:xfrm>
            <a:custGeom>
              <a:avLst/>
              <a:pathLst>
                <a:path w="0" h="1715290">
                  <a:moveTo>
                    <a:pt x="0" y="171529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79960" y="3376862"/>
              <a:ext cx="0" cy="2119699"/>
            </a:xfrm>
            <a:custGeom>
              <a:avLst/>
              <a:pathLst>
                <a:path w="0" h="2119699">
                  <a:moveTo>
                    <a:pt x="0" y="0"/>
                  </a:moveTo>
                  <a:lnTo>
                    <a:pt x="0" y="211969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674271" y="1950955"/>
              <a:ext cx="1411378" cy="1425906"/>
            </a:xfrm>
            <a:custGeom>
              <a:avLst/>
              <a:pathLst>
                <a:path w="1411378" h="1425906">
                  <a:moveTo>
                    <a:pt x="0" y="0"/>
                  </a:moveTo>
                  <a:lnTo>
                    <a:pt x="0" y="1425906"/>
                  </a:lnTo>
                  <a:lnTo>
                    <a:pt x="1411378" y="1425906"/>
                  </a:lnTo>
                  <a:lnTo>
                    <a:pt x="1411378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74271" y="2544581"/>
              <a:ext cx="1411378" cy="0"/>
            </a:xfrm>
            <a:custGeom>
              <a:avLst/>
              <a:pathLst>
                <a:path w="1411378" h="0">
                  <a:moveTo>
                    <a:pt x="0" y="0"/>
                  </a:moveTo>
                  <a:lnTo>
                    <a:pt x="14113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61798" y="69589"/>
              <a:ext cx="0" cy="1237338"/>
            </a:xfrm>
            <a:custGeom>
              <a:avLst/>
              <a:pathLst>
                <a:path w="0" h="1237338">
                  <a:moveTo>
                    <a:pt x="0" y="12373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61798" y="2308366"/>
              <a:ext cx="0" cy="1422702"/>
            </a:xfrm>
            <a:custGeom>
              <a:avLst/>
              <a:pathLst>
                <a:path w="0" h="1422702">
                  <a:moveTo>
                    <a:pt x="0" y="0"/>
                  </a:moveTo>
                  <a:lnTo>
                    <a:pt x="0" y="142270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556109" y="1306928"/>
              <a:ext cx="1411378" cy="1001438"/>
            </a:xfrm>
            <a:custGeom>
              <a:avLst/>
              <a:pathLst>
                <a:path w="1411378" h="1001438">
                  <a:moveTo>
                    <a:pt x="0" y="0"/>
                  </a:moveTo>
                  <a:lnTo>
                    <a:pt x="0" y="1001438"/>
                  </a:lnTo>
                  <a:lnTo>
                    <a:pt x="1411378" y="1001438"/>
                  </a:lnTo>
                  <a:lnTo>
                    <a:pt x="1411378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556109" y="1764198"/>
              <a:ext cx="1411378" cy="0"/>
            </a:xfrm>
            <a:custGeom>
              <a:avLst/>
              <a:pathLst>
                <a:path w="1411378" h="0">
                  <a:moveTo>
                    <a:pt x="0" y="0"/>
                  </a:moveTo>
                  <a:lnTo>
                    <a:pt x="14113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43636" y="69589"/>
              <a:ext cx="0" cy="724066"/>
            </a:xfrm>
            <a:custGeom>
              <a:avLst/>
              <a:pathLst>
                <a:path w="0" h="724066">
                  <a:moveTo>
                    <a:pt x="0" y="7240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143636" y="1679115"/>
              <a:ext cx="0" cy="1211516"/>
            </a:xfrm>
            <a:custGeom>
              <a:avLst/>
              <a:pathLst>
                <a:path w="0" h="1211516">
                  <a:moveTo>
                    <a:pt x="0" y="0"/>
                  </a:moveTo>
                  <a:lnTo>
                    <a:pt x="0" y="121151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437947" y="793655"/>
              <a:ext cx="1411378" cy="885459"/>
            </a:xfrm>
            <a:custGeom>
              <a:avLst/>
              <a:pathLst>
                <a:path w="1411378" h="885459">
                  <a:moveTo>
                    <a:pt x="0" y="0"/>
                  </a:moveTo>
                  <a:lnTo>
                    <a:pt x="0" y="885459"/>
                  </a:lnTo>
                  <a:lnTo>
                    <a:pt x="1411378" y="885459"/>
                  </a:lnTo>
                  <a:lnTo>
                    <a:pt x="1411378" y="0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437947" y="1300567"/>
              <a:ext cx="1411378" cy="0"/>
            </a:xfrm>
            <a:custGeom>
              <a:avLst/>
              <a:pathLst>
                <a:path w="1411378" h="0">
                  <a:moveTo>
                    <a:pt x="0" y="0"/>
                  </a:moveTo>
                  <a:lnTo>
                    <a:pt x="14113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69019" y="69589"/>
              <a:ext cx="7903720" cy="63857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235284" y="612131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5284" y="4189282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35284" y="2251142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35284" y="31605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334224" y="61651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34224" y="42300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4224" y="22949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34224" y="3598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498122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379960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261798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143636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1256157" y="6499823"/>
              <a:ext cx="48392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[-Inf,6.5]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140860" y="6499823"/>
              <a:ext cx="47819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(6.5,6.8]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076013" y="6499823"/>
              <a:ext cx="37156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(6.8,7]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2299" y="6499823"/>
              <a:ext cx="442674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(7,7.45]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12864" y="6651234"/>
              <a:ext cx="2160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104183" y="3192934"/>
              <a:ext cx="412142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ES_ch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8411917" y="2982915"/>
              <a:ext cx="662493" cy="5591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8481506" y="3062736"/>
              <a:ext cx="165620" cy="1061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fill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8481506" y="325299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591234" y="341758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591234" y="32749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8508938" y="3307857"/>
              <a:ext cx="164592" cy="109727"/>
            </a:xfrm>
            <a:prstGeom prst="rect">
              <a:avLst/>
            </a:prstGeom>
            <a:solidFill>
              <a:srgbClr val="0064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508938" y="3362721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591234" y="34505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591234" y="32749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770551" y="3295300"/>
              <a:ext cx="234270" cy="108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chip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2026-03-08T10:48:39Z</dcterms:modified>
  <cp:category/>
</cp:coreProperties>
</file>